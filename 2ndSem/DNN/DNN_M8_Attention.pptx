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theme/theme2.xml" ContentType="application/vnd.openxmlformats-officedocument.theme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02"/>
  </p:notesMasterIdLst>
  <p:sldIdLst>
    <p:sldId id="256" r:id="rId2"/>
    <p:sldId id="257" r:id="rId3"/>
    <p:sldId id="258" r:id="rId4"/>
    <p:sldId id="259" r:id="rId5"/>
    <p:sldId id="260" r:id="rId6"/>
    <p:sldId id="261" r:id="rId7"/>
    <p:sldId id="553" r:id="rId8"/>
    <p:sldId id="460" r:id="rId9"/>
    <p:sldId id="461" r:id="rId10"/>
    <p:sldId id="462" r:id="rId11"/>
    <p:sldId id="262" r:id="rId12"/>
    <p:sldId id="263" r:id="rId13"/>
    <p:sldId id="264" r:id="rId14"/>
    <p:sldId id="531" r:id="rId15"/>
    <p:sldId id="532" r:id="rId16"/>
    <p:sldId id="265" r:id="rId17"/>
    <p:sldId id="266" r:id="rId18"/>
    <p:sldId id="267" r:id="rId19"/>
    <p:sldId id="596" r:id="rId20"/>
    <p:sldId id="268" r:id="rId21"/>
    <p:sldId id="464" r:id="rId22"/>
    <p:sldId id="465" r:id="rId23"/>
    <p:sldId id="466" r:id="rId24"/>
    <p:sldId id="269" r:id="rId25"/>
    <p:sldId id="270" r:id="rId26"/>
    <p:sldId id="271" r:id="rId27"/>
    <p:sldId id="272" r:id="rId28"/>
    <p:sldId id="474" r:id="rId29"/>
    <p:sldId id="638" r:id="rId30"/>
    <p:sldId id="476" r:id="rId31"/>
    <p:sldId id="477" r:id="rId32"/>
    <p:sldId id="592" r:id="rId33"/>
    <p:sldId id="593" r:id="rId34"/>
    <p:sldId id="594" r:id="rId35"/>
    <p:sldId id="595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559" r:id="rId44"/>
    <p:sldId id="281" r:id="rId45"/>
    <p:sldId id="634" r:id="rId46"/>
    <p:sldId id="635" r:id="rId47"/>
    <p:sldId id="639" r:id="rId48"/>
    <p:sldId id="606" r:id="rId49"/>
    <p:sldId id="636" r:id="rId50"/>
    <p:sldId id="280" r:id="rId51"/>
    <p:sldId id="282" r:id="rId52"/>
    <p:sldId id="283" r:id="rId53"/>
    <p:sldId id="284" r:id="rId54"/>
    <p:sldId id="285" r:id="rId55"/>
    <p:sldId id="633" r:id="rId56"/>
    <p:sldId id="287" r:id="rId57"/>
    <p:sldId id="288" r:id="rId58"/>
    <p:sldId id="289" r:id="rId59"/>
    <p:sldId id="290" r:id="rId60"/>
    <p:sldId id="291" r:id="rId61"/>
    <p:sldId id="292" r:id="rId62"/>
    <p:sldId id="293" r:id="rId63"/>
    <p:sldId id="294" r:id="rId64"/>
    <p:sldId id="295" r:id="rId65"/>
    <p:sldId id="296" r:id="rId66"/>
    <p:sldId id="297" r:id="rId67"/>
    <p:sldId id="298" r:id="rId68"/>
    <p:sldId id="299" r:id="rId69"/>
    <p:sldId id="300" r:id="rId70"/>
    <p:sldId id="301" r:id="rId71"/>
    <p:sldId id="431" r:id="rId72"/>
    <p:sldId id="586" r:id="rId73"/>
    <p:sldId id="608" r:id="rId74"/>
    <p:sldId id="302" r:id="rId75"/>
    <p:sldId id="303" r:id="rId76"/>
    <p:sldId id="304" r:id="rId77"/>
    <p:sldId id="305" r:id="rId78"/>
    <p:sldId id="540" r:id="rId79"/>
    <p:sldId id="306" r:id="rId80"/>
    <p:sldId id="307" r:id="rId81"/>
    <p:sldId id="308" r:id="rId82"/>
    <p:sldId id="609" r:id="rId83"/>
    <p:sldId id="309" r:id="rId84"/>
    <p:sldId id="310" r:id="rId85"/>
    <p:sldId id="311" r:id="rId86"/>
    <p:sldId id="312" r:id="rId87"/>
    <p:sldId id="313" r:id="rId88"/>
    <p:sldId id="314" r:id="rId89"/>
    <p:sldId id="315" r:id="rId90"/>
    <p:sldId id="316" r:id="rId91"/>
    <p:sldId id="317" r:id="rId92"/>
    <p:sldId id="318" r:id="rId93"/>
    <p:sldId id="637" r:id="rId94"/>
    <p:sldId id="319" r:id="rId95"/>
    <p:sldId id="320" r:id="rId96"/>
    <p:sldId id="321" r:id="rId97"/>
    <p:sldId id="322" r:id="rId98"/>
    <p:sldId id="323" r:id="rId99"/>
    <p:sldId id="324" r:id="rId100"/>
    <p:sldId id="325" r:id="rId101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805" autoAdjust="0"/>
  </p:normalViewPr>
  <p:slideViewPr>
    <p:cSldViewPr>
      <p:cViewPr varScale="1">
        <p:scale>
          <a:sx n="105" d="100"/>
          <a:sy n="105" d="100"/>
        </p:scale>
        <p:origin x="1276" y="2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customXml" Target="../customXml/item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108" Type="http://schemas.openxmlformats.org/officeDocument/2006/relationships/customXml" Target="../customXml/item2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customXml" Target="../customXml/item3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0:12:15.8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5465 1255 812 0,'0'0'619'15,"0"0"-503"-15,0 0 7 0,0 0-4 16,0 0-18-16,0 0 1 15,-3 2-26-15,7 10-15 16,6 8 50-16,4 3-9 16,1 4-7-16,3-1-30 15,0-1-11-15,2-3 7 16,0-5 0-16,2-5-3 16,2-7-4-16,9-8 9 15,10-28 26-15,18-30 17 16,10-18-22-16,0-9-18 15,-5 2-22-15,-10 13-1 16,-8 4 6-16,-6 6-7 16,-8 8-6-16,-8 12-10 0,-9 13-8 15,-4 8-6 1,-5 5 1-16,1 1-13 0,-2 3 0 16,-1 1-1-16,-3 5 1 15,-2 4-1-15,-1 2-11 16,0 1-18-16,0 0-69 15,-1 0-67-15,-18 17-138 16,0-1-347-16,-4 3-463 0</inkml:trace>
  <inkml:trace contextRef="#ctx0" brushRef="#br0" timeOffset="9789.96">8847 2213 1136 0,'0'0'353'16,"0"0"-127"-16,0 0-27 16,0 0-65-16,0 0-26 15,0 0-48-15,0 0-29 0,-3-3-16 16,3 8 15 0,4 3 32-16,0 1 17 0,3 5-18 15,-1 0-1 1,1 2-4-16,0 1 6 0,0 1-5 15,0 0 4 1,2-2-9-16,-1-1-10 0,-1-3-14 16,1-2-5-1,-1-4 5-15,1-4 10 0,1 0 23 16,1-2 11 0,5-2 13-16,4-9-5 0,10-7 3 15,13-9-14-15,9-8-21 16,4-3-18-16,-1 1-3 15,-6 3-12-15,-5 1-13 16,-1 2 7-16,-5 3-3 16,-7 7-5-16,-8 5 11 15,-3 2-10-15,1-1 7 0,2-2-8 16,2 0 8 0,-4 1 0-16,-3 2-3 0,-4 5-5 15,-3 2 0-15,-3 1-1 16,-1 3 0-16,-3 1 0 15,-2 1-11 1,0 1 5-16,-1 0 5 0,0 0-17 16,0 0-35-16,-2 0-47 15,-21 1-141-15,2 1-346 16,-8-1-905-16</inkml:trace>
  <inkml:trace contextRef="#ctx0" brushRef="#br0" timeOffset="13681.8">8332 1529 1051 0,'0'0'357'15,"0"0"-95"-15,0 0-51 16,0 0-68-16,0 0 3 15,0 53-6-15,0-30-32 16,0 0-48-16,0-1-34 16,3-2-17-16,-1-4-9 15,0-4 0-15,1-3-80 0,0-5-154 16,0-3-273 0,-2-1-191-16</inkml:trace>
  <inkml:trace contextRef="#ctx0" brushRef="#br0" timeOffset="14035.25">8322 1302 1077 0,'0'0'312'15,"0"0"-62"-15,0 0-85 0,0 0-34 16,-43 19-14-1,35-4-22-15,3 5-19 0,4 0-36 16,1-3-19 0,0-1-15-16,6-4-6 0,3-4 0 15,-1-3 0-15,0-5 0 16,1 0 0-16,-2-11 2 16,0-3 4-16,-2-3-5 15,-3-3 0-15,-2 0 5 16,0-1-5-16,-5 2-1 15,-3 2-1-15,0 4-7 16,-1 3-1-16,2 5-8 16,0 5-11-16,3 0-70 15,4 17-63-15,0 0-59 16,0-2-180-16</inkml:trace>
  <inkml:trace contextRef="#ctx0" brushRef="#br0" timeOffset="14288.26">8567 1441 1428 0,'0'0'499'0,"0"0"-293"15,0 0-82 1,0 45 13-16,0-20-45 0,5 5-39 15,0 1-22 1,1-1-23-16,-1-4-8 0,0-2-34 16,2 2-128-1,2-8-323-15,-4-5-485 0</inkml:trace>
  <inkml:trace contextRef="#ctx0" brushRef="#br0" timeOffset="14500.33">8650 1534 928 0,'0'0'771'0,"0"0"-500"15,0 0-63-15,-7 42-41 0,6-17-23 16,0-1-49 0,1 2-22-16,0-3-39 15,0-1-22-15,3-2-12 16,0-2-10-16,0-4-119 15,0-3-131-15,-1-6-305 16,-1-4-292-16</inkml:trace>
  <inkml:trace contextRef="#ctx0" brushRef="#br0" timeOffset="14721.92">8656 1427 1197 0,'0'0'338'0,"0"0"-41"15,0 0-130-15,0 0-35 0,43-18-43 16,-27 26-23 0,1 5-2-16,-1 4-5 15,-1 3-10-15,-4 3-11 16,-4 1-7-16,-6 0-13 0,-1-1-8 16,-7-3-4-16,-7 0-6 15,-6-4 0-15,-9-5-108 16,3-1-238-16,6-8-772 0</inkml:trace>
  <inkml:trace contextRef="#ctx0" brushRef="#br0" timeOffset="15402.23">10373 1639 958 0,'0'0'350'0,"0"0"-8"0,0 0-47 0,0 0-42 15,0 0-61-15,0 0-27 16,0 0-28-16,-37-31-56 16,26 37-35-16,-1 7-16 15,2 4-2-15,1 5-4 16,4 1-9-16,5 1-5 15,0-2-9-15,8-3 0 16,5-4-1-16,0-3-1 16,1-6-11-16,1-5-6 15,-4-1-8-15,1-9 6 0,-4-6-1 16,-1-3-6 0,-4-5 8-16,-3-1 0 0,0-2-13 15,-6 0-18 1,-5 3 14-16,-2 3 6 0,0 5-19 15,-3 5-2-15,5 6-2 16,-1 4-26-16,10 2-88 16,1 7-219-16,1-1-302 0</inkml:trace>
  <inkml:trace contextRef="#ctx0" brushRef="#br0" timeOffset="15622.37">10508 1437 1568 0,'0'0'577'0,"0"0"-227"0,0 0-142 16,0 0-101-16,0 0-75 0,0 0-17 16,-3 50 16-1,3-19-13-15,4 3-13 0,1 0-5 16,1-2-9-1,4 6-152-15,-1-7-218 0,-1-7-587 0</inkml:trace>
  <inkml:trace contextRef="#ctx0" brushRef="#br0" timeOffset="15838.66">10684 1517 1366 0,'0'0'586'0,"0"0"-117"15,0 0-211-15,0 0-127 16,0 0-74-16,0 0-4 16,-6 46 16-16,6-18-11 15,0 2-23-15,2-1-25 16,-1-2-9-16,2-3-1 0,0 0 0 16,0-4-92-1,-1 0-167-15,0-6-215 16,0-5-286-16</inkml:trace>
  <inkml:trace contextRef="#ctx0" brushRef="#br0" timeOffset="16069.94">10724 1489 1100 0,'0'0'382'16,"0"0"-11"-16,0 0-101 15,0 0-121-15,16-40-54 16,-5 38-46-16,2 2-20 15,0 2-14-15,1 7 5 16,-2 2 6-16,-2 3 3 16,-2 1 6-16,-6 1-11 15,-2-1-13-15,0 2-11 0,-4-2 0 16,-8-1-15-16,-9 1-79 16,1-5-105-1,1-5-385-15</inkml:trace>
  <inkml:trace contextRef="#ctx0" brushRef="#br0" timeOffset="17838.18">2077 2750 568 0,'0'0'584'0,"0"0"-361"16,0 0 49-16,0 0-5 16,0 0-56-16,0 0-55 15,0 0-69 1,-7 1-40-16,13 11-11 15,4 3 41-15,1 4 26 16,5 1-20-16,-1-1-11 0,0-2-2 16,-2-4-18-16,1-3-8 15,-2-4-10-15,0-3 2 16,0-3 4-16,1-4 29 16,6-12 14-16,8-13-7 15,11-18-25-15,9-15-17 16,5-1-10-16,-8 9-6 15,-11 15-6-15,-10 16-3 16,-7 2-3-16,1 2-5 0,0-1 0 16,-2 0-1-1,-5 6-1-15,-2 4 0 16,-5 5-11-16,0 4-9 0,-3 1-35 16,0 1-80-16,-3 33-136 15,-4 0-209 1,-7 6-220-16</inkml:trace>
  <inkml:trace contextRef="#ctx0" brushRef="#br0" timeOffset="22650.1">12623 3261 746 0,'0'0'504'16,"0"0"-247"-16,0 0-62 0,0 0-20 16,0 0-7-1,0 0-57-15,7 6 1 0,5-2 13 16,5 0-50 0,3 1-17-16,3-4-9 0,2-1-14 15,3 0-16-15,-1 0-12 16,2 0-6-1,-4-3 0-15,-4 0 0 16,-8 1-1-16,-1-1-39 0,-7-1-66 16,-5-1-85-16,-2 0-193 15,-6 0-315-15</inkml:trace>
  <inkml:trace contextRef="#ctx0" brushRef="#br0" timeOffset="23201.82">12666 3106 824 0,'0'0'289'0,"0"0"-1"16,0 0-13-16,0 0-3 15,0 0-62-15,0 0-64 16,0-40-27-16,0 39-41 0,0 1-31 16,0 0-18-16,0 0-15 15,0 6-7-15,-4 7 4 16,-4 6 11-16,-4 4 2 15,-3 3-14-15,-2 3-1 16,0-2-3-16,1 1-4 16,1-3-1-16,2-2 1 15,1-2-1-15,5-3 0 16,0-3 6-16,4-4-6 16,3-2 0-16,0-2-1 15,0-2 8-15,7-1 4 16,3 1 9-16,4-2 3 15,4-2-1-15,2-1-8 0,4 0-4 16,-1 0-10 0,1 0 5-16,-2-1-6 0,-5-1 0 15,-3 0 0-15,-3 0-7 16,-5 0-53-16,-2 2-64 16,-4-4-70-16,0 3-99 15,0-3-414-15</inkml:trace>
  <inkml:trace contextRef="#ctx0" brushRef="#br0" timeOffset="28470.09">5665 3608 622 0,'0'0'492'0,"0"0"-372"16,0 0-58-16,0 0 67 15,0 0 31 1,0 0-36-16,32 10-1 0,-13-6-47 16,2-1-39-16,1-2-15 15,1 0-8-15,-3-1-6 16,0 0-7-16,-3 0-1 16,-1 0 0-16,-5 0-48 15,-2-2-112-15,-4-1-141 16,-4-1-304-16</inkml:trace>
  <inkml:trace contextRef="#ctx0" brushRef="#br0" timeOffset="28785.95">5680 3497 437 0,'0'0'730'0,"0"0"-620"16,0 0-30 0,0 0 66-16,0 0 4 15,0 0-21-15,0 0-47 0,-20-3-47 16,10 15-21-16,-2 4 5 16,-3 3 36-16,0 2-10 15,2 0-22 1,2-1-12-16,3 0 2 0,4-3-6 15,4-1-6-15,0-2-1 16,12-4-8-16,12-1 1 16,14-4-20-16,13-5-116 15,-5 0-177-15,-11 0-386 0</inkml:trace>
  <inkml:trace contextRef="#ctx0" brushRef="#br0" timeOffset="37752.08">9828 4792 983 0,'0'0'273'0,"0"0"-103"15,0 0-7 1,0 0 26-16,0 0 46 15,0 0-66-15,0-10-38 16,2 10-38-16,1 0-35 16,3 6 15-16,5 5 34 15,1 3-13-15,1 3-1 0,3 3-23 16,-1-1-33 0,-1-1-4-16,0-2 2 0,3-4 11 15,0-4-3-15,4-6 1 16,13-3 4-16,16-20 6 15,21-15-2-15,10-6-6 0,4-4-20 16,-8 1-8 0,-9 8-6-16,-9 1-11 0,-5 4-1 15,-12 7 0 1,-11 7 1-16,-9 3-1 0,-4 3 0 16,3-2 6-1,1 0-5-15,1-2 0 0,-4 3 0 16,-7 5-1-16,-4 3-20 15,-6 3-55-15,-14 6-73 16,-8 7-232-16,-12 3-498 0</inkml:trace>
  <inkml:trace contextRef="#ctx0" brushRef="#br0" timeOffset="39549.72">6449 5302 166 0,'0'0'196'0,"0"0"17"16,0 0-57-16,0 0 38 0,0 0-13 31,0 0-42-31,0-24 32 0,0 20 3 0,0 3-19 16,0 1-31-1,0 0-55-15,0 1-31 0,5 10-9 16,4 4 109 0,1 2-40-16,2 0-32 0,2-3-20 15,5-2-9-15,5-4 27 16,11-8 24-16,12-8-1 16,13-16-17-16,6-10-22 15,-5-3-14-15,-8 1-8 16,-16 8-7-16,-9 3-4 15,-8 8-14-15,-4 0 0 16,-3 1 0-16,0-1-1 16,-5 4-27-16,-7 6-79 15,-11 7-114-15,-7 6-383 16,-5 4-458-16</inkml:trace>
  <inkml:trace contextRef="#ctx0" brushRef="#br0" timeOffset="49971.33">5290 5746 1000 0,'0'0'353'15,"0"0"-186"-15,0 0-112 0,0 0 22 16,0 0 46-16,0 0 19 16,41 31-39-16,-28-21-5 15,3 0-31-15,1-3-10 16,1-3 9-1,0-4 5-15,1 0-8 0,1-8 11 16,1-8 6-16,1-6-13 16,4-4-27-16,3-9-22 15,-2 1-9-15,0-1-7 0,-3 4-2 16,-5 10-16 0,0 4-78-16,-7 8-87 15,-3 13-162-15,-3 9-253 16,-6 4-457-16</inkml:trace>
  <inkml:trace contextRef="#ctx0" brushRef="#br0" timeOffset="50969.82">6250 6426 1019 0,'0'0'296'16,"0"0"-132"-16,0 0-4 0,0 0 22 15,0 0 1 1,0 0-55-16,0 0-47 0,-1-17-29 15,1 17-32 1,2 3 1-16,5 5 43 16,1 2 1-16,3 1-7 15,1 1 10-15,1-1-23 16,3-3 12-16,0-5-2 16,4-1-4-16,3-2 16 0,3-11 3 15,10-10-10 1,-2-4-6-16,2-4-17 0,-2-3-12 15,-5 5-7-15,2-3-4 16,-6 2-5-16,-2 3 0 16,-4 3-8-16,-5 3 7 15,-3 3-8-15,-3 3 1 0,-4 5 0 16,-3 2-1 0,-1 0-39-16,0 4-64 15,-1-1-77-15,-10 2-85 0,2 1-219 16,-3 0-225-16</inkml:trace>
  <inkml:trace contextRef="#ctx0" brushRef="#br0" timeOffset="56079.9">6784 6824 1110 0,'0'0'264'15,"0"0"-103"-15,0 0-79 16,0 0-2-16,0 0 63 16,0 0 42-16,0 0-32 15,32 36-28-15,-22-21-37 16,1 0-13-16,1-2-8 16,0-3 2-16,1-3-19 15,3-4-2-15,3-3 4 16,4-3 2-16,3-10-6 15,3-5-10-15,1-4-15 16,-2-3-8-16,-1-2-6 16,-2 1-8-16,-5 2 7 15,-3 2-8-15,-2 5 1 0,-4 4-1 16,-5 3-1-16,-2 3-54 16,-4 2-88-16,-1-2-88 15,-5 0-284-15,-4 0-419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0:13:36.0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4161 5384 1157 0,'0'0'322'0,"0"0"-120"16,0 0-28-16,0 0-33 15,0 0-45-15,0 0-52 0,16-16-26 16,-2 14-11 0,1 1-7-16,2 1-6 0,-1 0-65 15,-2 0-125-15,-3 0-99 16,-4 0-240-16,-6 3-361 0</inkml:trace>
  <inkml:trace contextRef="#ctx0" brushRef="#br0" timeOffset="164.36">4087 5510 665 0,'0'0'361'15,"0"0"-144"-15,0 0-54 0,0 0-39 16,0 0-11-1,45-12-61-15,-21 2-34 0,0-2-18 16,1-2-37 0,1-3-72-16,-4 2-187 0,-6 1-431 0</inkml:trace>
  <inkml:trace contextRef="#ctx0" brushRef="#br0" timeOffset="416.24">4206 5296 812 0,'0'0'614'16,"0"0"-457"-16,0 0-17 15,0 0-30-15,0 0-9 16,52 1-12-16,-30 8 15 0,-1 4-14 16,-2 5 4-16,-2 1 2 15,-6 2-32-15,-7 2-15 16,-4 2-9-1,-12 2-1-15,-14 9-8 0,-20 7-16 16,-16 4-15-16,3-4-26 16,8-11-148-16,20-14-403 15,20-16-747-15</inkml:trace>
  <inkml:trace contextRef="#ctx0" brushRef="#br0" timeOffset="3514.19">4481 4698 1272 0,'0'0'181'0,"0"0"-127"0,0 0-34 16,0 0 11-16,0 0 12 0,0 0-14 15,0 0-7 1,43-12-20-16,-35 12-1 0,-1 0-1 15,1 0-65 1,-3 5-181-16,-3-1-328 0</inkml:trace>
  <inkml:trace contextRef="#ctx0" brushRef="#br0" timeOffset="3700.2">4449 4803 708 0,'0'0'207'0,"0"0"-83"16,0 0-8-16,0 0-15 16,0 0-59-16,47-16-29 15,-25 8-13-15,7-5-107 16,-5 2-218-16,-6 2-549 0</inkml:trace>
  <inkml:trace contextRef="#ctx0" brushRef="#br0" timeOffset="3916.61">4584 4581 1013 0,'0'0'233'0,"0"0"-58"0,0 0-34 15,0 0-23-15,47 10 5 16,-30 6 0-16,-2 2-15 15,-5 5-17-15,-7 5-25 16,-12 9-35-16,-32 14-19 16,-38 14-12-16,3-9-174 15,-3-8-512-15</inkml:trace>
  <inkml:trace contextRef="#ctx0" brushRef="#br0" timeOffset="23845.17">3510 7060 206 0,'0'0'902'0,"0"0"-649"16,0 0 1-16,0 0-41 15,0 0-76-15,0 0-39 16,-25-10-29-16,25 9-22 15,0 0-13-15,0 0-12 16,1-3-10-16,6 0-6 0,3-2-6 16,2 0 1-1,2 0 0-15,-2 0-1 0,0 4-12 16,-1 0-40 0,-3 2-26-16,-4 0-184 0,-4 3-132 15,0 4-155-15</inkml:trace>
  <inkml:trace contextRef="#ctx0" brushRef="#br0" timeOffset="24035.14">3434 7197 845 0,'0'0'206'16,"0"0"-15"0,0 0 0-16,0 0-85 0,0 0-8 15,0 0 7 1,0 0-23-16,40-10-46 15,-20-3-23-15,1-2-13 16,1 0-65-16,0-10-139 0,-5 5-299 16,-6 1-598-16</inkml:trace>
  <inkml:trace contextRef="#ctx0" brushRef="#br0" timeOffset="24284.22">3505 6923 750 0,'0'0'200'16,"0"0"-69"0,0 0 10-16,0 0-17 0,44-6 0 15,-26 7-28-15,2 7-20 16,-2 3-6 0,-3 3-9-16,-1 3-11 15,-8 2 1-15,-1 3-5 16,-5 4-23-16,-2-1-4 15,-8 4-17-15,-4 0 5 0,-2-1-7 16,-7 10-111-16,4-7-228 16,3-9-709-16</inkml:trace>
  <inkml:trace contextRef="#ctx0" brushRef="#br0" timeOffset="37851.44">7999 4379 169 0,'0'0'396'0,"0"0"-144"16,0 0-20-16,0 0-3 0,2-39-1 16,-2 33-29-16,0 0-110 15,0 2-39-15,0 2-15 16,0 0-10-16,0 2-3 15,0 0-7-15,1 7-14 16,-1 10 0-16,1 12 24 16,0 1 26-1,0 5 34-15,0-2-11 0,1-5-12 16,-1-2-24-16,2-3-1 0,-1-6-25 16,2-5-12-1,2-3-170-15,-1-4-211 0,-1-5-303 0</inkml:trace>
  <inkml:trace contextRef="#ctx0" brushRef="#br0" timeOffset="38064.41">8080 4344 809 0,'0'0'325'16,"0"0"-28"0,0 0 19-16,0 0-186 15,0 0-70-15,0 0-35 16,0 0-24-16,6-1 25 0,-3 31 31 15,1 1 12 1,1 4 12-16,-1-1 1 0,1-6-23 16,-1 0-12-1,2-6-28-15,-2-4-19 0,-4-1-107 16,0-6-230 0,0-2-325-16</inkml:trace>
  <inkml:trace contextRef="#ctx0" brushRef="#br0" timeOffset="38314.33">7910 4521 1122 0,'0'0'293'0,"0"0"185"16,0 0-254 0,0 0-121-16,0 0-64 15,0 0 10-15,3 39 14 16,9-20 1-16,3 1 7 15,3 0 2-15,2 0-10 16,2-4-7-16,0 0-14 16,0-1-22-16,2-4-20 15,-2-3-12-15,2-4-154 16,-5-4-159-16,-3 0-451 0</inkml:trace>
  <inkml:trace contextRef="#ctx0" brushRef="#br0" timeOffset="38514.39">8218 4481 1185 0,'0'0'343'0,"0"0"-9"16,0 0-143-16,0 0 11 16,-31 50-74-16,18-26-54 0,0 2-7 15,-1 0 9 1,0 1-5-16,0-2-31 0,-5 9-40 15,5-7-31 1,-2-5-439-16</inkml:trace>
  <inkml:trace contextRef="#ctx0" brushRef="#br0" timeOffset="43234.13">7774 6339 124 0,'0'0'1218'15,"0"0"-937"-15,0 0-115 0,0 0-59 16,0 0 55 0,-3 0-10-16,6 0-50 0,7 0-20 15,2 0-44-15,3 0-20 16,4 0-17-16,-1 0 0 16,2 0-1-16,-3 0-45 15,-2 0-113-15,-4 2-221 16,-6-1-413-16</inkml:trace>
  <inkml:trace contextRef="#ctx0" brushRef="#br0" timeOffset="43434.19">7731 6478 1824 0,'0'0'226'15,"0"0"-183"-15,0 0-33 0,0 0 15 16,44 0 55 0,-25-3-25-16,2-1-29 0,1 0-19 15,0 0-7-15,2-2-103 0,-5 2-201 16,-8-1-460-16</inkml:trace>
  <inkml:trace contextRef="#ctx0" brushRef="#br0" timeOffset="71533.97">3735 2361 3 0,'0'0'73'15,"0"0"703"-15,0 0-562 16,0 0-49-16,0 0-16 15,0 0-16-15,-4-1-17 16,4 1-36-16,1 0-51 16,6 0-20-16,5 0 83 0,8 3 52 15,7 2-40-15,4 0-6 16,3 1-24-16,1 0-6 16,-2-2-11-16,-2 0-10 15,-5-1-11-15,-2 1-21 16,-4-1-6-16,-5-1-9 15,-3 0-1-15,-5 1-79 16,0 3-130-16,-5-2-310 16,1-1-508-16</inkml:trace>
  <inkml:trace contextRef="#ctx0" brushRef="#br0" timeOffset="73314.1">5319 2373 824 0,'0'0'244'0,"0"0"-15"15,0 0-55-15,0 0-40 0,0 0-19 0,0 0-26 16,0 0-36 0,0-3-17-16,4 5 7 0,6 1 56 15,1 4-12 1,5-1-15-16,3-1 1 15,1 1-7-15,1 0-6 16,2-1-7-16,1-1-16 16,0 1 0-16,0-1 5 15,2 0-15-15,-2-1 4 16,1 0-6-16,-1 0-5 16,-1 0-4-16,0 0 0 15,0-1-1-15,-3 1 2 0,3-1-2 16,-4 0-5-1,-1 0-1-15,1 0 1 0,-2-1-2 16,1 1-7-16,-2-1 10 16,0 1-10-16,0-1 5 15,0 0-5-15,0 0 5 16,2 0-4-16,-1 1 4 16,5-1 1-16,0 0-1 0,2 1 0 15,1 0 0 1,0-1-5-16,1 1 0 0,1 1 1 15,-1 0 5 1,2-1-5-16,-1 1-2 16,-1-1 6-16,-1 1-6 15,-2 0 1-15,-1 0 0 16,-1-2-1-16,1 3-1 16,0-1 1-16,1-2-1 0,3 0 1 15,0-1-1-15,1 2 1 16,1-1 1-16,-1 1-1 15,0-1 0-15,-2 1 0 16,-1-1 0-16,1 1 1 16,-1-1 0-16,1 1-1 15,1-2 2-15,1 0 5 0,1 0-1 16,0 0 3 0,1 0 1-16,0 0-1 0,-1 0 2 15,2 0 5 1,0 0-8-16,1 0-1 0,0 0 1 15,1-2-1 1,2 0-1-16,-1 1-4 0,2-2 4 16,-1 2 0-1,1-1 0-15,-1 1-5 0,1-1 5 16,0 1 0-16,4-1 0 0,8 0 0 16,5 0-4-1,2 0 8-15,-4 0 2 0,-6 2-12 16,-10-1 0-1,-5 0 7-15,-7 1-5 0,-1 0 5 16,2 0 2 0,2 0-1-16,4 0 1 15,0 0 10-15,-1 0 1 0,0 0-7 16,-1 0-1 0,2 0-4-16,-2 0 1 0,2-1-2 15,-1 0 2 1,0-1-1-16,-1 0 5 0,3 0-2 15,-1-1-2-15,-1 1-2 16,1 0-1-16,0 1 0 16,0-1 2-16,0 1-2 15,-1 0 1-15,-2 0 7 16,1 0 1-16,-2 0 0 16,-2-1-5-16,-2 1-2 15,-1 0 0-15,-4-1 1 0,-1 1 3 16,0-1 2-16,-1 1 1 15,4-2-2-15,0 0 4 16,4-1 1-16,1 0 3 16,2-2-3-16,1 1-5 15,0 0-5-15,1 1-7 16,-1 0 0-16,-2 0-1 16,-2 0 8-16,-4 0 1 15,-1 1 0-15,-3-2-8 16,-2 1 7-16,-3 0-7 15,-3 3 1-15,-1-1-1 16,-1-1 0-16,-2 1 0 0,0 0-1 16,-1-2-7-1,-1 0-60-15,0-8-98 0,-4 2-188 16,-2-1-670-16</inkml:trace>
  <inkml:trace contextRef="#ctx0" brushRef="#br0" timeOffset="75714.17">10949 2493 591 0,'0'0'333'15,"0"0"-91"-15,0 0-25 0,0 0-48 16,0 0-28-16,0 0-33 15,0 0-11-15,10 0-49 16,5 0-17-16,13 1 51 16,14 4 28-16,15 4-32 15,6 3-15-15,0-2 5 16,-2-1 3-16,-7-1-4 16,4-2-17-16,-1 2-11 15,1-2-3-15,0-1-5 16,-3-1 2-16,-2 0-11 0,-3-1-5 15,-4-2-2 1,-5-1-8-16,-6 0 1 0,-8 0 2 16,-4 0 3-1,0 0 7-15,3-3 1 0,4-2-3 16,3 1 0 0,-2-2-4-16,1-2-2 0,-2 1-4 15,-1 2-8-15,2-1 2 0,-1-1-1 16,0 1 1-1,0 1-1-15,2 0 0 0,0 0-1 16,8-1 1 0,-4 1-1-16,1 0 1 0,-1-1 0 15,-3 1-1 1,0-3 1-16,0 0 0 16,-3-1-1-16,-3-1 1 0,-2-1 0 15,-4 0 0-15,-1-1-1 16,-2-1 0-16,-1-2 0 15,-3 0 1 1,-2-1-1-16,-1-2 1 0,-2 0 0 16,-2-3-1-1,-2 0 0-15,-3-1 0 0,-2-1-9 16,0-2-32-16,-7 0 3 16,-2 0 23-16,-3-1-30 15,-3 1 14-15,-1 2-28 16,-2 3 30-16,-3 0-7 15,-3 2 8-15,-3 0 3 16,-3 0 14-16,-9 1 11 16,-7-2-19-16,-7-1 5 0,-4 2 7 15,4 2-10-15,4 2 6 16,6 3 1-16,0 1 10 16,-2-1 0-16,0 1 0 15,-3-2-12-15,-2 2 0 16,1-2 11-16,-4 1 0 15,0-1-15-15,-4-1 16 16,-5 1-15-16,-3 0-1 0,-2-1 15 16,-1 4-47-1,4-1 47-15,4 1-5 16,4 0 5-16,3 4-31 0,0-1 32 16,0 1-2-16,-1 0 2 15,1 1-6 1,2 1 6-16,-2 1 1 15,-2-1 0-15,-2 2-1 0,0 0 1 16,-2-1-1 0,1 2-12-16,3-1-3 0,0 1 15 15,1 0-1-15,2 0 0 0,2 0 1 16,-3 0-1 0,0 0 1-16,-2 0 0 0,2 1-7 15,3 1-6 1,5 2 5-16,8-1 8 0,8 0 0 15,5 0-31 1,5 1 25-16,-4 1 6 0,-1 2 0 16,-2 1 0-1,3 2 0-15,2 2 0 16,2 1 0-16,2 3 0 0,-1-2 9 16,0 2 0-1,-1 3 3-15,2-2 9 16,-1 1-1-16,2 1 6 0,-3 1-12 15,2-1 0-15,0 2 2 0,0 2 14 16,1 0-7 0,1 2-14-16,3 1 36 15,0-1-1-15,3 2-5 16,4 1 0-16,2-1-5 16,3 0-7-16,0-1 3 15,3 0 4-15,4-2 9 16,3-1 3-16,2-1-10 0,2-1-16 15,0 0-10-15,6-1 15 16,0 0 22-16,3-1-16 16,3-2-11-1,1-1-11-15,2-2 0 0,1-1 0 16,3-2 0-16,0-1 0 16,3-1 4-16,0-1-1 15,0 0-2-15,0 0-2 16,-1-1-2-16,0 0 3 15,2-1-8-15,3 1 1 16,9-1-1-16,6 2 7 16,1-1 7-16,-4 0 0 0,-12-1-8 15,-12-3-5-15,-6 2 4 16,-1-1 0-16,6 0-5 16,2 2 7-1,4-1-7-15,1-1 6 0,-2 2 2 16,2-1-7-16,-2-1 8 0,0-1-1 15,1 0-1 1,0 0 2-16,2-2-4 0,-2-1-5 16,0 0 6-1,-2 0 4-15,1 0-10 0,-2 0-1 16,0 0 1-16,-1-1 5 16,-2 0-5-1,-1-2 1-15,-4 3-2 16,-1-2 6-16,-3 2-6 15,-4 0 1-15,-2-1-1 0,-2 0 1 16,-4 1 1 0,-1 0-1-16,-3 0 1 0,0 0-1 15,-2-1 5-15,0 1-5 16,0-1-1-16,-7-1-28 16,-32 1-157-16,2 1-422 0,-5-2-668 0</inkml:trace>
  <inkml:trace contextRef="#ctx0" brushRef="#br0" timeOffset="88664.31">12216 4216 1076 0,'0'0'211'0,"0"0"-59"16,0 0-22-16,0 0-34 16,0 0-23-16,0 0-3 15,1 0 3-15,2 0-1 16,0 0-7-16,4 0 8 15,4 0 45-15,4 1-31 16,4 0-18-16,4 2-11 16,2-1-4-16,4-1-26 15,1-1-1-15,4 2-11 0,0-2 2 16,0 2-12-16,-1-2-5 16,-3 1 0-16,-4 0 0 15,-6-1 1-15,-6 0-1 16,-5 0-1-16,-5 0-1 15,-3 0-39-15,-1 0-73 16,-12-2-150-16,-1-3-272 16,-5 0-228-16</inkml:trace>
  <inkml:trace contextRef="#ctx0" brushRef="#br0" timeOffset="89101.18">12408 4063 1110 0,'0'0'216'0,"0"0"15"15,0 0-30-15,0 0-13 0,0 0-89 16,0 0-55-1,0 0-25-15,-20-4-1 0,3 14-9 16,-4 7 17 0,-4 0 7-16,-1 3 11 0,0 0-10 15,2 2 15-15,2-2 0 16,2-3-9-16,5-1 7 16,4-5-14-16,4-2-3 15,4-3-14-15,2-4-7 16,1 1 4-16,0-1 1 15,6 0 5-15,3 0-1 16,6 3 0-16,4-2 6 0,11 1 23 16,11 0-3-1,10 0-11-15,4 4-19 0,-8-3-8 16,-13 2-6 0,-12-2 0-16,-6 3-74 0,-3 8-158 15,-5-1-308-15,-7-1-563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0:15:12.7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699 1438 475 0,'0'0'196'16,"0"0"-70"-16,0 0 14 15,0 0 19-15,0 0-1 16,0 0 0-16,-6-8-29 16,5 6-11-16,1 1 18 15,0 0 29-15,0 1-18 0,0 0-35 16,0 0-35 0,0 0-27-16,0 0-16 15,1 7-9-15,6 1 44 16,2 5 4-16,1-1-20 0,2 1-7 15,-2-3-7-15,4-1 1 16,-2-3 2-16,2-5 4 16,1-1 22-1,4-7 9-15,6-18 28 0,10-13-12 16,8-17-24-16,0-4-21 0,-8 6-17 16,-9 16-11-1,-12 13-6-15,-1 4-3 0,1-4-5 16,1 1 0-1,-1-3-6-15,-4 6 0 0,-1 5 0 16,-5 3-6 0,-2 5-47-16,-1 4-52 0,-1 3-115 15,-6 0-351-15,-4 5-1131 16</inkml:trace>
  <inkml:trace contextRef="#ctx0" brushRef="#br0" timeOffset="15082.74">2650 4734 1296 0,'0'0'295'0,"0"0"-69"16,0 0-23-16,0 0-77 0,0 0-35 15,0 0-33-15,0 0-26 16,-1 0-25-16,4 0-6 16,3 0-1-16,4-4 2 15,0-1-2-15,2-2-39 16,-2 0-54-16,0-2-75 0,0-2-104 15,-2 1-208 1,-5 0-268-16</inkml:trace>
  <inkml:trace contextRef="#ctx0" brushRef="#br0" timeOffset="15359.97">2681 4610 1089 0,'0'0'314'0,"0"0"-68"16,0 0-122-16,0 0-76 16,0 0-5-16,0 0 47 15,0 0-28-15,43 22-29 16,-29-15-19-16,0-1-8 16,-2-2 1-16,-2 1-6 15,-3 0 5-15,-2 1 0 16,-4 0-5-16,-1 4 17 0,0 0-6 15,-1 5 2 1,-8 1-3-16,-1 2-10 0,0-1-1 16,-4 5-56-1,4-5-138-15,1-5-322 0</inkml:trace>
  <inkml:trace contextRef="#ctx0" brushRef="#br0" timeOffset="16682.5">3204 4439 826 0,'0'0'360'16,"0"0"-62"-16,0 0 1 0,0 0-52 15,0 0-61 1,0 0-53-16,0 0-45 16,0-5-20-16,4-1-41 15,3-2-17-15,1-1-9 16,2-2 0-16,1 1 1 0,-1-1-2 16,1 2-17-1,-3-1-65-15,0 1-72 16,-3-3-115-16,-2 5-129 15,-3-1-402-15</inkml:trace>
  <inkml:trace contextRef="#ctx0" brushRef="#br0" timeOffset="17161.7">3230 4291 404 0,'0'0'761'0,"0"0"-494"0,0 0-57 15,0 0-48-15,0 0-3 16,0 0-31-16,0 0-38 0,26-10-30 16,-17 8-13-1,0 0-18-15,1 0-4 16,-1 0-9-16,1 2-9 0,-1 0-1 15,0 0-5 1,-2 2 7-16,0 6-8 0,-2 1 6 16,-1 3-5-1,-3 2 0-15,-1 0 0 0,0 2 1 16,0-3-1 0,0 1-1-16,-3-2-25 0,0-2-64 15,3-3-126-15,0-3-144 0,0-4-466 0</inkml:trace>
  <inkml:trace contextRef="#ctx0" brushRef="#br0" timeOffset="17432.63">3424 4207 1375 0,'0'0'365'15,"0"0"-100"-15,0 0-132 16,0 0-75-16,0 0 30 16,3 38-2-16,1-20-29 15,2 2-26-15,-2-3-15 16,3 0-8-16,-2-4-8 16,1 0-1-16,-2-2-34 15,0-4-108-15,-3-2-190 16,-1-3-264-16,0-2-194 0</inkml:trace>
  <inkml:trace contextRef="#ctx0" brushRef="#br0" timeOffset="17762.14">3434 4099 964 0,'0'0'226'0,"0"0"31"15,0 0-51-15,0 0-70 16,0 0-38-16,0 0 9 15,42-31-15-15,-33 38-24 16,-1 5-10-16,-2 4-1 16,-4 2-9-16,-2 3-17 15,0 1-11-15,-7-1-5 0,-1 0-6 16,-2-4-7 0,1-1 5-16,2-6-6 15,1-1-2-15,3-4-1 0,2-2 1 16,1-3 1-1,0 0-9-15,0 0-6 0,8 0 15 16,2 0 8 0,5-2-8-16,0-3-6 0,3-3-72 15,1-1-83-15,10-5-130 16,-4 0 14-16,-6 2-376 0</inkml:trace>
  <inkml:trace contextRef="#ctx0" brushRef="#br0" timeOffset="18249.91">3603 4156 1016 0,'0'0'347'16,"0"0"-153"-1,0 0-60-15,0 0 29 0,0 0-18 16,-6 46-48-16,5-32-47 16,1 0-16-16,0-2-15 15,0-1-11-15,0-3-7 16,0-2 0-16,0-3-1 15,-1-2 0-15,1-1-14 16,-1 0-8-16,-1-8-78 16,1-6 43-16,-1-2 47 0,0-3 8 15,1-3 2-15,1 3 1 16,0 2 21 0,0 4 12-16,3 4-6 15,0 4-11-15,4 4 2 16,0 1-1-16,2 2 21 0,0 8 5 15,1 1-16-15,-1 4-10 16,1-2-2-16,-1 0-7 16,-1-1-8-16,0-4 8 15,-2 0-8-15,-1-4 0 16,0-2-1-16,-2-2 10 16,0 0 1-16,0-6 5 15,-1-4-14-15,-1-5-1 16,-1-1 0-16,0-2-1 15,0 0-13-15,0 3-36 16,0 3-28-16,-2 4-48 16,1 6-64-16,-2 2-118 15,1 7-215-15,-1 1-153 0</inkml:trace>
  <inkml:trace contextRef="#ctx0" brushRef="#br0" timeOffset="18749.7">3794 4123 930 0,'0'0'192'0,"0"0"27"0,0 0-29 0,0 0-62 16,-3 44-48-16,3-35-24 15,-1 1-24-15,0-4-16 0,0 0-9 16,0-4-7 0,1-2 1-16,-1 0 0 0,0 0 10 15,0-5-11-15,1-6-28 16,0-4 28-16,0-1 1 16,0-1 15-16,0 1 4 15,0 2 36-15,4 6 7 16,-1 3 0-16,3 5-18 0,1 0 4 15,1 6 12 1,1 5-19-16,-1 1-8 0,1 1-10 16,0-1-5-1,-1-3-7-15,-2-1 3 16,1-3 0-16,-2-3-6 0,0-2 23 0,-2 0 31 16,1-4 8-1,0-7-26-15,0-2-23 0,-2-2-7 16,-2-5-8-1,0-1-6-15,0-3-1 16,-2 1-14-16,-3 2-50 16,-2 7-53-16,0 8-61 15,0 4-290-15,1 2-503 0</inkml:trace>
  <inkml:trace contextRef="#ctx0" brushRef="#br0" timeOffset="39130.08">1138 5484 832 0,'0'0'149'0,"0"0"-12"16,0 0 67-16,0 0-35 15,0 0-18-15,-13-6 7 16,12 5-15-16,1 1-11 15,-1-1-20-15,1 1-23 16,0-1-7-16,0 1-25 16,0 0-19-16,0 0-20 15,0 0-6-15,0 0-3 16,2 0-8-16,8-1 0 0,2-1 9 16,3 1 3-1,2 1 5-15,-1-1 1 16,3 0-4-16,-1-2-6 0,-2 2-3 15,2-2-4 1,-3 1-2-16,1 1 0 0,-5-1-6 16,1 0-78-1,-5-1-87-15,0-3-117 0,-3 0-221 16,-3 0-397-16</inkml:trace>
  <inkml:trace contextRef="#ctx0" brushRef="#br0" timeOffset="39497.99">1225 5332 1009 0,'0'0'519'0,"0"0"-299"16,0 0 51-16,0 0-108 16,0 0-82-16,0 0 50 15,0 0-13-15,42 50-5 16,-22-34-31-16,0 3-16 15,0-2-14-15,-1-2-16 16,-3-2-16-16,-3 2-7 16,-2-4-12-16,-5-1 5 15,-1 0 0-15,-2 0 2 16,-3 0 4-16,0 2 9 16,-2 1 6-16,-6 0 3 15,-2 1-3-15,-1 1-5 0,-4-2-13 16,1-1-2-1,-3-1-6-15,1-3 0 16,3-4 0-16,2 1-1 16,1-4-16-16,3 0-66 0,4-1-86 15,1 0-164-15,2-1-607 0</inkml:trace>
  <inkml:trace contextRef="#ctx0" brushRef="#br0" timeOffset="40950.16">2371 6021 1202 0,'0'0'246'0,"0"0"-41"0,0 0 4 15,0 0-25-15,0 0-39 16,0 0-37-16,-3 0-52 16,11 0-28-16,4-3 2 15,4-1 14-15,4-1-8 16,4 0-20-16,1 0-10 0,-1-1-5 16,-1 2-1-1,-1 0-8-15,-5 0-78 0,-1 0-82 16,-3 0-135-1,-4 0-97-15,-5 1-304 0</inkml:trace>
  <inkml:trace contextRef="#ctx0" brushRef="#br0" timeOffset="41181.37">2507 5910 1208 0,'0'0'180'16,"0"0"-45"-16,0 0 43 0,0 0-47 15,0 0-25 1,0 0-49-16,0 0-10 0,9 7 36 16,3 1-15-1,3 1-3-15,-1 1-11 16,0 1-23-16,-2 0-21 0,-3 0-1 16,-3 2-8-1,-4 1-1-15,-2 3 0 0,-2 2-74 16,-17 7-149-1,0-3-267-15,-1-4-565 0</inkml:trace>
  <inkml:trace contextRef="#ctx0" brushRef="#br0" timeOffset="47739.81">2855 5253 197 0,'0'0'189'0,"0"0"-36"0,0 0 25 15,0 0-13-15,0 0-14 16,0 0-45-16,-9-29-9 15,6 28-1-15,0-1-5 16,0 2-13-16,-1 0-44 16,-1 4-15-16,0 5 0 15,0 2-2-15,0 2 8 0,2 1-6 16,2-1-6 0,1-1-7-16,0-2 2 15,1 0-6-15,4-2-2 16,2-1 2-16,1 0-1 15,-1-1 5-15,0 0-5 16,0 1-1-16,-3-1 0 16,1 0 1-16,-4 0 6 15,-1 0-6-15,0 1 7 0,0-1-1 16,-6 0-6-16,0 0 0 16,-2-1 0-16,0-1-1 15,0-1 0-15,0-3-10 0,3 0-4 16,-1 0 6-1,2 0 7-15,2 0 0 0,2 0 0 16,0 0-9 0,0 0 1-16,0-2 2 15,2 1 5-15,2 1 1 16,0 0 1-16,-1 0 0 16,3 3 1-16,-2 3 12 15,0 4 7-15,-1 3 11 16,-3 1 8-16,0 2 15 0,0 2-4 15,0 0-6-15,-2 0 10 16,-1 0 2-16,-1 0-5 16,2-3-14-1,-1 0-5-15,3-2-4 0,-1-3 0 16,1-2-3-16,0-2-7 16,0-1-6-16,0-2-2 15,1-1 0-15,3-1-2 16,1-1 1-16,2 0 1 15,0 0-9-15,2-4 8 0,-1-1-9 16,1 0 0 0,-1-1-27-16,-1 3-82 0,1-1-99 15,-3 2-108-15,0-1-272 0</inkml:trace>
  <inkml:trace contextRef="#ctx0" brushRef="#br0" timeOffset="73647.56">3065 4068 657 0,'0'0'195'0,"0"0"-11"16,0 0-16-16,0 0-16 15,0 0-30-15,-4-28-3 0,4 18-24 16,-1-1 13-16,0-2 3 15,0-1-7-15,-2-4-26 16,0-3-22-16,1-4-9 16,-2-3-18-16,0-5-8 15,0-1-6-15,1-1-3 16,-1 2-5-16,1 2 3 16,3 4-1-16,-1 4-3 15,1 4 0-15,0 3-4 16,0 2 5-16,0 2-7 0,0 2 1 15,0 2-1-15,0 1 0 16,0 3 0-16,0 1 0 16,0 1 0-1,0 0 1-15,0 1-1 0,0 1 0 16,0 0 1-16,0 0 5 16,0 1-5-16,-2 8 0 15,-4 4 10-15,0 3-4 16,0 0 5-16,-3 2-11 15,3-2 0-15,-1-2-1 0,2-3 0 16,0-3-1 0,2-2 1-16,0-3 0 0,0-3 1 15,2 0 1 1,1-6-1-16,0-6-1 0,0-4 0 16,0-3 0-16,6 0 0 15,1 1 0-15,0 3 0 16,4 3-1-16,0 3 1 0,-1 4-1 15,1 4 1 1,3 1-1-16,-1 1 1 16,1 8 0-16,-2 0 0 15,-2 3 0-15,-1 1-1 0,-2 1-13 16,-2 0-105-16,-1 4-138 16,0-3-133-1,-3-4-427-15</inkml:trace>
  <inkml:trace contextRef="#ctx0" brushRef="#br0" timeOffset="73811.77">3172 3630 1085 0,'0'0'286'0,"0"0"-74"0,0 0-15 15,0 0-61-15,0 0-117 16,0 0-19-16,0 0-225 0,1-15-646 0</inkml:trace>
  <inkml:trace contextRef="#ctx0" brushRef="#br0" timeOffset="74361.78">3021 3191 668 0,'0'0'270'0,"0"0"10"16,0 0-21-16,0 0-71 16,0 0-32-1,-46-4-17-15,33 13-33 0,0 2-17 16,2 4-1-16,1 1-17 16,3 4-21-16,4 2-20 15,1 2-4-15,2-2-5 0,0 0-3 16,9-5-11-1,1-2-5-15,1-6-1 0,3-3 0 16,-1-6 1 0,0 0-1-16,2-7 0 0,-2-7 0 15,-2-4 0 1,-2-4-1-16,-4-3 0 0,-3-3 1 16,-2 0-1-1,-4 0-1-15,-6 2-6 0,-2 5-11 16,-1 3 2-16,1 6-2 15,2 4 3-15,2 4-13 16,1 4-2-16,4 0-130 16,2 6-1-16,1 7-90 15,0-1-136-15,3 0-494 0</inkml:trace>
  <inkml:trace contextRef="#ctx0" brushRef="#br0" timeOffset="74582.09">3064 3069 1031 0,'0'0'327'0,"0"0"-35"0,0 0-118 16,0 0-73 0,0 0 26-16,0 0-7 15,24 42-36-15,-15-20-47 16,1 4-24-16,-3 2-13 15,3 12-13-15,-1-8-217 16,-3-6-370-16</inkml:trace>
  <inkml:trace contextRef="#ctx0" brushRef="#br0" timeOffset="74829.96">3188 3118 1189 0,'0'0'348'0,"0"0"55"0,0 0-149 16,0 0-115 0,0 0-46-16,0 0-7 0,1 46-29 15,3-21-8-15,2 3 9 16,1 1-13-16,-1 0-26 16,0-3-11-16,-2-1-8 15,-1-4-18-15,-1-5-108 16,1-4-79-16,-3-5-93 0,0-7-6 15,0-1-52 1,-5-8-466-16</inkml:trace>
  <inkml:trace contextRef="#ctx0" brushRef="#br0" timeOffset="75059.7">3194 3125 615 0,'0'0'246'0,"0"0"18"15,0 0-23-15,-1-42-57 16,7 36-58-16,1 2-32 15,3 4-23-15,1 0 9 16,1 4-6-16,-2 4-22 16,-2 3-14-16,-1 2-2 0,-3 1-11 15,-4 1-3-15,0-1-9 16,-3 1-10 0,-6 0-3-16,-2-1-20 0,-7 0-105 15,4-3-133 1,0-4-378-16</inkml:trace>
  <inkml:trace contextRef="#ctx0" brushRef="#br0" timeOffset="75229.67">3349 3096 1383 0,'0'0'368'16,"0"0"-21"-16,0 0-161 15,0 0-102-15,0 0-54 16,0 0-30-16,0 0-90 16,0 15-306-16,0-5-786 0</inkml:trace>
  <inkml:trace contextRef="#ctx0" brushRef="#br0" timeOffset="79280.05">3479 4434 526 0,'0'0'291'0,"0"0"-36"16,0 0-1-16,-16-37 29 15,13 29-64-15,1 2-17 16,1 2-28-16,-1 4-40 16,2 0-58-16,0 7-41 15,0 12-6-15,2 6 23 16,2 4-3-16,2 3-18 16,-1-5-12-16,1 0-10 0,0-1-8 15,-2-4 0 1,3-5 0-16,-2 0-1 0,-1-5 0 15,-1-3-1 1,-1-3-20-16,-1-2-10 0,-1-4 12 16,0 0 14-1,1-4 5-15,2-7 0 0,0-2 0 16,2 0 0-16,0-1 0 16,-1 4 0-16,2 2 0 15,0 4 0-15,-1 2 0 16,0 2-1-16,2 0 1 15,0 2-1-15,1 4 1 16,0 0 1-16,-2 0-1 16,0 1 0-16,-1-1 0 0,0-1 0 15,-1-1-16-15,-1-1-118 16,1-3-116 0,0 0-115-16,-1 0-282 0</inkml:trace>
  <inkml:trace contextRef="#ctx0" brushRef="#br0" timeOffset="79841.96">3682 4444 907 0,'0'0'290'0,"0"0"-36"0,0 0 30 0,0 0-9 16,0 0-72 0,0 0-57-16,0 0-48 0,-10-13-40 15,10 15-32-15,0 7-7 16,0 4 39-1,3 3-1-15,0 3-8 0,1 0-6 16,-1 0-9 0,1-3-13-16,0 1-9 0,0-3-4 15,0-2-7-15,-1-2 8 16,-1-1-9-16,1-2 0 16,0-1 0-16,0-3 0 0,0 0-1 15,0-3 0 1,2 0-32-16,0 0-28 0,2-4-54 15,-1-4-58 1,1-2-61-16,-2-4-136 0,-1 2-191 16,-2 1-391-16</inkml:trace>
  <inkml:trace contextRef="#ctx0" brushRef="#br0" timeOffset="80043.27">3636 4522 824 0,'0'0'644'0,"0"0"-509"0,0 0-2 16,0 0 3 0,0 0-60-16,0 0-55 15,0 0-21-15,55-25-46 16,-35 19-239-16,-3 2-657 0</inkml:trace>
  <inkml:trace contextRef="#ctx0" brushRef="#br0" timeOffset="86029.85">6932 4432 839 0,'0'0'225'0,"0"0"-42"0,0 0-43 15,0 0-9-15,0 0 6 16,0 0 4-16,-27-20 0 16,19 17-43-16,-1 1-13 15,-2-2 4-15,-1 2-26 16,-4 0-21-16,1 1 14 0,-1 1-12 15,-1 0-11 1,0 0-12-16,0 3 3 0,1 1 2 16,0 2 0-1,2-1-3-15,1 1-2 16,0 2-6-16,2-1-3 0,0-2-5 16,2 3-5-16,-1 0 5 15,2 1-5-15,0 0 4 0,-1 2-5 16,1-1 8-1,-1 2-3-15,1 1 0 0,0-1-5 16,-1-1 5 0,0 1-5-16,1 0 1 0,-1 0 4 15,0-2-5-15,0 2 5 16,0 1 7 0,-1-1 3-16,1 3-2 0,1-1-2 15,0 1 1-15,1 1 4 16,2 1-16-16,1 1 15 15,0-1-2-15,1 1-4 16,2 1-2-16,0-1 2 16,1-2-4-16,0 1 5 15,0-2-10-15,0 1 0 16,2-3 14-16,3 0-4 0,0-1-1 16,2-2 3-1,0 0-2-15,2 0-2 0,0-2 1 16,2 1 1-1,-1 0-4-15,3-3 2 0,-2 2-3 16,1 0 0 0,0-2 3-16,0-2-1 15,0 0-1-15,1-2-1 16,0-1 8-16,0-1 4 0,2 0 2 16,1-1 0-1,-1-5-4-15,2 0 1 0,0-3 2 16,-1 0-4-16,2-2-3 15,-1-2 2-15,-1 1-4 16,1 2-1-16,-2-2 6 16,-2 0-13-16,0 2 7 15,-2-1 4-15,1 0-12 0,-2-2 8 16,1 3-3 0,-2-2-4-16,0 0 4 0,-1 1 0 15,-1-3 1-15,0 2 4 16,-1-2 2-16,0-1 2 15,-1 1-1-15,0 0-2 16,-1 0 2-16,-1 1 3 16,0-2-1-16,-2 3-1 15,1-3-3-15,-2 2-4 16,0-1-7-16,0 1 6 16,0 1 1-16,0 0-8 0,0 1 8 15,-1-1-7 1,-2 1-1-16,-1 1 1 0,0 1-1 15,0-1 0 1,-1 0 0-16,0 0-1 0,-1 0-10 16,0 1 5-1,1 1-4-15,-1 0-2 0,0 0 3 16,-1 1-5-16,2 0 5 16,-1 1-9-16,0 0-2 15,0 0 3-15,0 1 4 0,0 2-1 16,0-1-2-1,0 0-5-15,0 2 6 0,0 0-2 16,-1 1-8 0,0 0 5-16,-2 1 11 15,2 0-4-15,-3 0-1 16,1 2-2-16,1 2-29 16,1 1-151-16,0-1-114 0,4 0-364 15,0-3-778-15</inkml:trace>
  <inkml:trace contextRef="#ctx0" brushRef="#br0" timeOffset="93912.04">7432 4278 847 0,'0'0'238'0,"0"0"4"16,0 0-7-16,0 0-64 15,0 0-44-15,-7-8-42 16,7 17-50-16,0 9 43 16,0 7 12-16,0 5-20 15,2 2-19-15,1 2-16 0,-1-2-11 16,-1-5-11-1,0-2-7-15,-1-4-5 16,0-5-1-16,0-5 2 16,0-5-1-16,0-3 6 15,0-2-6-15,0-1 9 0,0 0 10 0,0-7-1 16,0-3-4 0,0-3-6-16,1-2 4 15,4 1 3 1,2 0 1-16,0 4-2 0,1 4-7 15,1 5 3-15,0 1-4 16,0 5 4-16,0 5-1 16,-2 2-1-16,0 0-2 15,-2 1-5-15,-1-1-2 16,0-1 0-16,-1-1-10 16,-1-2-68-16,1 0-116 15,0-4-284-15,0-2-285 0</inkml:trace>
  <inkml:trace contextRef="#ctx0" brushRef="#br0" timeOffset="94264.31">7597 4427 976 0,'0'0'400'0,"0"0"-94"0,0 0-98 0,0 0-18 15,0 0 10 1,-23 38-67-16,19-20-17 0,3 0-17 16,1-2-14-1,0-2-35-15,0-1-3 0,5-4-8 16,3-1-9 0,-1 0-6-16,2-6-11 0,1 1-1 15,0-3-1-15,0 0-2 0,0-5 0 16,-1-3-8-1,-1-3 5 1,-1-4-5-16,-2-2-1 0,-3-1 1 16,-2-2 0-16,0 1-1 15,-4 4-1-15,-6 5-14 0,-2 5-30 16,-11 7-65 0,3 7-124-16,0 2-387 0</inkml:trace>
  <inkml:trace contextRef="#ctx0" brushRef="#br0" timeOffset="104060.09">2488 3483 948 0,'0'0'156'0,"0"0"-52"0,-43-40 9 15,25 18 5-15,3-4-24 16,1-3-27-16,6 0 18 16,2-3-8-16,5-1-32 15,1 0-8-15,5-1-12 16,8 1 17-16,5-2 5 15,9-5-7-15,10-7 5 16,13-6-7-16,3 1-13 0,1 5-17 16,3 7-7-1,-5 9 0-15,3 1 0 0,-2 3 1 16,5 1 5 0,-1 3-7-16,3 6 1 15,0 2 0-15,0 4 1 0,-2 4 10 16,2 5 1-16,1 1 5 15,-3 1-4-15,1 3 0 16,-4 9-4-16,-1 5-8 16,-2 4 0-16,-4 4-1 15,-10-1 6-15,-8-2-1 16,-8-5 8-16,1 1 3 16,2 5 7-16,5 5-6 15,8 10 4-15,3 10-6 0,8 8 3 16,0 3 1-16,-1-2-2 15,0-4-5-15,1-7-3 16,2-2-1-16,2-6 7 16,4-5 1-1,0-9-2-15,2-6 7 16,-2-6 6-16,-1-6 2 0,-4-4-6 16,0-2-2-16,-3-5-3 15,0-6 2-15,-2-3-7 0,-8-1-2 16,-8 0-2-1,-8 2 2-15,-4-4-11 0,3-4 8 16,0-5-3 0,1-2-5-16,-5-3 10 0,-4-1-5 15,-5 0-5 1,-4 2 7-16,-5 1-7 0,0 1-1 16,-10 4 0-1,-2 3-2-15,-1 4 1 16,-1 4 1-16,3 4 0 0,3 5 0 15,2 2 0-15,3 2-1 16,0 3-14-16,3 8 3 16,0 4 12-16,0 4-1 15,9 2-1-15,5 1 1 16,5-1 1-16,2-2-2 16,5-1 1-16,10-1 0 15,10-1 1-15,15-4 0 16,5-2 6-16,2-3-6 15,-3-3 0-15,-7-2-1 16,-1-1 0-16,0-1 0 16,2 0 1-16,0 0-1 0,0-2 1 15,-2-2 0-15,-3 0 0 16,-1-1-1-16,-1 0-5 16,-2 0 5-16,-2-1-1 15,-1 1 0-15,-2 0 2 16,0 1-1-16,0-1 1 0,-2 2 1 15,-1 1 0 1,-2 0 0-16,0 1 1 0,1-1-2 16,-1 1 0-1,2 0-2-15,-8 1 2 16,-5 0-1-16,-7 0 1 0,-1 0 1 16,4 0-1-16,4 0 0 15,3 2 0-15,-2 2 0 16,0 1 2-16,-2-1-2 15,-2 2 1-15,-2 0-1 16,-1 0 1-16,-2 1 0 16,-2-1-1-16,-3-1 1 15,-1 1 5-15,-2 0-5 0,0-1 7 16,-2 0 4 0,1 0-11-16,0 1 13 15,-1-1-4-15,0 0-4 16,-1-1-5-16,-1 1 1 0,-1 0 4 15,0 0-5 1,-2 1 5-16,2 0-5 0,-2 1 0 16,1 0 1-1,-1 1-1-15,0 0 6 16,1 1-6-16,-3 0 0 0,2 0 0 0,-2 0 1 16,0 1-1-1,0 0 7-15,-1-1 7 16,2 0 0-16,-1 0-6 15,0 0 9-15,0 0-2 0,-1 2 1 16,1-1-1 0,0 1-1-16,0 1-3 15,-1 3-2-15,0-2 1 16,0 2 8-16,0 0 2 16,-1-2-6-16,0 2-3 15,0-1 8-15,1 0 3 16,-1 1-2-16,0 0-1 0,0-1-5 15,0 1 0 1,0-2-6-16,0-2-3 0,0-1 1 16,1-2-1-1,-1-1-6-15,1 0 0 0,1 0 1 16,-1-1 0-16,0-1 0 16,1 1 1-16,-1-2-1 15,1 2 7-15,-1-2-8 0,0 1 1 16,1 3 0-1,0 0 1-15,0-1-1 0,0 1 0 16,-1 0 0 0,0-2-1-16,-1 0 1 0,-1-1 1 15,1-1-1-15,-2-2-1 16,1 0 1-16,0-1-1 16,-1-1 1-16,0 0-1 0,0 0 0 15,0 0-22 1,-7-8-73-16,-6-3-260 15,0 1-745-15</inkml:trace>
  <inkml:trace contextRef="#ctx0" brushRef="#br0" timeOffset="104209.98">7256 3726 1558 0,'0'0'343'0,"0"0"-174"15,0 0-109-15,0 0-60 16,0 0-111 0,0 0-873-16</inkml:trace>
  <inkml:trace contextRef="#ctx0" brushRef="#br0" timeOffset="104964.39">4476 2738 1438 0,'0'0'249'16,"0"0"-65"-16,20-53-13 0,-6 12-15 16,6-15-9-1,-3-10-32-15,-3-5-25 0,-7-5-46 16,-7 7-11-16,0 5-11 16,-7 14-19-16,-1 17-3 15,-1 14-80-15,-2 8-3 0,-1 6 16 16,-2 2 12-1,-2 3 3-15,0 5 14 0,2 12 21 16,2 7 10 0,5 5 7-16,5 2 33 0,2 2 13 15,9-1-5-15,9-3-5 16,6-1-6-16,0-4 1 16,2-2-16-16,-4-2-14 15,-5-2 1-15,-3-2-2 16,-7-1 2-16,-2-1-2 15,-5 0 2-15,-1 0 9 16,-8 2-5-16,-1 0 18 16,-2 0 13-16,1 2 11 15,3 1-17-15,2-3-2 16,4-1-7-16,2-1-10 16,5-3-11-16,10-3 0 15,5-6 0-15,7-2 0 0,3-4-1 16,6-8-61-1,-1-4-105-15,6-10-104 0,-8 2-323 16,-9 3-231-16</inkml:trace>
  <inkml:trace contextRef="#ctx0" brushRef="#br0" timeOffset="105298.66">4795 2462 950 0,'0'0'382'0,"0"0"-55"0,0 0-89 0,0 0-30 16,0 0-97-16,0 0-55 15,0 0 6-15,-24 35-2 16,24-11 8-16,0 1-9 16,3 0-16-16,-1-2-16 15,1-3-13-15,0-4-8 16,-1-5-5-16,-1-3 0 16,0-5 1-16,-1-3 6 0,0 0 7 15,0-9-7-15,0-8-8 16,2-5 0-16,4-5 0 15,2 0 0-15,4 2 2 16,0 6-1-16,0 7-1 16,1 6-5-16,0 6 4 15,-2 3 0-15,-2 8 1 16,0 4-1-16,-2 1 1 16,-2 4-1-16,1-1-8 15,1 4-132-15,-1-4-139 16,0-6-429-16</inkml:trace>
  <inkml:trace contextRef="#ctx0" brushRef="#br0" timeOffset="105509.75">5034 2414 1291 0,'0'0'343'0,"0"0"158"15,0 0-263-15,0 0-58 0,0 0-91 16,0 0-63-1,0 0-14-15,-29 33 20 0,27-7 7 16,2 0-15 0,0 2-14-16,0-2 16 0,7-3-14 15,3-3-12-15,3-5-112 0,13-14-203 16,-2-1-240 0,1-7-306-16</inkml:trace>
  <inkml:trace contextRef="#ctx0" brushRef="#br0" timeOffset="105829.94">5191 2418 1054 0,'0'0'499'0,"0"0"-195"15,0 0-89-15,0 0-50 16,0 0-51-16,-45 21-10 0,35-4-39 16,2 3-20-1,2 0-12-15,2-1-14 0,4-2-12 16,0-3-6-1,2-4-1-15,4-3-1 0,4-5 0 16,-1-2-8 0,4-3 0-16,-3-8-6 0,0-5 2 15,-1-2 2-15,-4-2 10 0,-2-1-26 16,-3 1 0 0,0 3-19-16,0 7 18 15,-2 3 7-15,0 4-20 16,-1 3-70-16,3 0-133 15,0 9 2-15,5-1-32 16,3 1-246-16</inkml:trace>
  <inkml:trace contextRef="#ctx0" brushRef="#br0" timeOffset="106229.95">5342 2430 948 0,'0'0'413'0,"0"0"-56"16,0 0-108-16,0 0-6 15,0 0-87-15,0 0-65 16,0 0-42-16,-32 14-15 16,27 6-1-16,0 4-9 15,3 1-4-15,2 0 0 16,0 0-7-16,0-4-7 16,6-4-6-16,0-4 0 0,1-7-9 15,2-6-14 1,1-3 3-16,1-13-31 0,-2-5 27 15,1-12 23 1,-6-15 1-16,-4-18 6 0,0-7-6 16,-6 9-1-1,1 19 1-15,1 21 1 0,1 11 15 16,1 2-16 0,-1 3-14-16,0 3 2 0,0 5-7 15,0 10-12-15,-2 18 4 16,1 16 27-16,4 11 25 15,4 3 27-15,5-10-22 16,5-14-30-16,-4-16-16 16,14-2-136-16,-4-4-219 15,5-4-397-15</inkml:trace>
  <inkml:trace contextRef="#ctx0" brushRef="#br0" timeOffset="106810.03">5542 2367 979 0,'0'0'170'0,"0"0"-5"0,0 0-91 0,0 0-13 16,-5 38-22-16,6-29 9 16,6-4-22-16,2-2-16 15,-1-2-1-15,2-1 3 16,2-3-1-16,-2-6-1 15,0-2-8-15,-2 0 14 16,-3 0 49-16,-2-1 46 16,-3 4 23-16,0 3 34 15,-3 5-20-15,-5 0-67 0,-5 10-32 16,-2 7 40-16,-2 6-1 16,1 2-8-16,5 0-22 15,5-2-26-15,6-4-14 16,3-6-17-16,13-4 5 15,10-7 2-15,14-6-2 16,-2-9-5-16,-3-4 9 0,-8-4-10 16,-8 1-5-1,-2-3 4-15,-3-5-6 0,-8 0-5 16,-6 5 1-16,0 2 1 16,-9 6 9-1,-5 4-10-15,-2 6 2 0,3 2 3 16,0 3 5-1,3 0-6-15,5 2-2 0,2 6-6 16,3 4 9 0,2 2 5-16,9 2-1 0,3 2 2 15,1 0 1-15,1 0 0 0,-1-1 14 16,-2-2 1 0,-3-1-4-16,-1-2-10 15,-2-4-1-15,1-1-1 16,-2-3-11-16,2-4-115 0,0 0-198 15,-2 0-614-15</inkml:trace>
  <inkml:trace contextRef="#ctx0" brushRef="#br0" timeOffset="106998.8">6157 2389 1996 0,'0'0'502'0,"0"0"-166"0,0 0-208 0,0 0-54 16,0 0-31-1,0 0-21-15,0 0-11 16,-4-1-10-16,4 2-1 16,11 3-17-16,2-1-351 15,2 0-755-15</inkml:trace>
  <inkml:trace contextRef="#ctx0" brushRef="#br0" timeOffset="109030.71">7859 6490 769 0,'0'0'142'0,"0"0"-50"15,0 0 2-15,0 0 51 16,0 0 38-16,0 0-44 0,-11-21-29 16,11 21-46-16,0 0-38 15,7 6 47-15,4 7 58 16,3 7 14-16,6 6-33 15,2 3-29-15,5 3-26 16,2 0-21-16,10 3-9 16,8 1-8-16,8-4-9 15,2-6-9-15,-3-14 7 16,-6-10-8-16,-7-3 2 0,0-11-2 16,0-2 1-1,1-4-1-15,1-1 0 0,0 1-2 16,0-1-8-1,-1 1 4-15,6-1 6 0,4 3-1 16,7 3 0 0,6 0 1-16,2 5 0 0,4 4 0 15,0 2 0 1,1 2 1-16,-2 3 5 0,-2 5-4 16,-5 4 9-1,-6 4-11-15,-3 0-1 0,-5 4 1 16,-3 3-1-16,-1 2 0 15,-1 3 1-15,-2 3 0 16,-6-4 1-16,-9-3-1 0,-5-4-1 16,-5-3 1-1,1 1-1-15,0 2-5 16,-1-1-2-16,-4-2 2 16,-6-6-2-16,-1-5-4 15,-3-2 0-15,0-4 12 16,3-2 5-16,4-7 5 15,6-7-9-15,9-3-1 16,11-3 0-16,11-1-1 16,13 0 0-16,5 4 1 0,0 6 0 15,-4 8 0-15,-6 5 0 16,2 1 11-16,-1 10 0 16,3 1 7-16,1 0 0 15,0 1 4-15,0 1 2 16,0 0 4-16,0 0 1 15,0 0 3-15,1-1-12 16,1 0-5-16,0-2-5 0,-2-2-1 16,1-3-7-1,0-3 5-15,-1-2 0 0,2-1-5 16,1 0-1-16,1-6 5 16,2-1-4-16,0-1 4 15,0-2 3-15,-1 1-9 16,-2 0-1-16,-1 0 1 15,-1 0 0-15,1 2 0 16,-1-1 0-16,1 2 1 16,-3 1 5-16,0 0-5 15,-2 0-1-15,-1 0 0 0,-2 0 1 16,-3-1 12 0,0-1 11-16,-2-3 4 15,1 0-7-15,-1-2 2 16,-1-1-4-16,-4-2 1 0,-8 2 9 15,-6 1-6-15,-7 1 2 16,-1 0 8-16,2-4 0 16,3-4-4-1,3-2-3-15,-1-2 3 0,-3-2-5 16,-2 0-11-16,1-1-1 16,-2-2 2-16,-2-3-14 15,2-6 0-15,-6 1 2 16,-3 0-1-16,-3 1 0 15,-7 6 0-15,-1 1 1 16,-3 6-1-16,0 4 1 16,-3 4-1-16,-5 4 0 15,-1 3-1-15,-3 4-18 16,0 3-18-16,-3 1-58 16,-1 8-87-16,-9 8-110 0,4-3-352 15,3-1-799-15</inkml:trace>
  <inkml:trace contextRef="#ctx0" brushRef="#br0" timeOffset="109179.99">13168 6389 1680 0,'0'0'268'0,"0"0"-96"0,0 0-71 15,0 0-101 1,0 0-26-16,-42-3-119 15,28 8-503-15</inkml:trace>
  <inkml:trace contextRef="#ctx0" brushRef="#br0" timeOffset="109909.8">11508 7083 1175 0,'0'0'326'0,"0"0"-56"0,0 0 54 0,0 0-85 16,0 0-39-16,0 0-52 0,-51-23-59 16,37 38-22-16,1 4-26 15,2 6 0-15,2 3-8 16,3 1-25-16,4-1-1 15,2-4-7-15,2-4 0 16,8-4-2-16,0-7 1 16,4-5-17-16,2-4-2 15,1-16-17-15,2-12-8 16,1-16-9-16,-1-18-8 16,-6-10 20-16,-4-1 17 15,-3 8 10-15,-4 20 7 0,0 15 8 16,-1 17 1-16,-1 7 11 15,0 4 61-15,0 2-28 16,0 17-35-16,-3 24-2 16,0 17 23-16,2 10 2 15,1-2-12-15,4-10-12 16,3-19-8-16,1-8-1 16,-1-12-28-16,1-5-118 15,11-8-146-15,-2-2-340 0,-1-2-705 0</inkml:trace>
  <inkml:trace contextRef="#ctx0" brushRef="#br0" timeOffset="110279.72">11703 7045 1253 0,'0'0'203'0,"0"0"-59"16,0 0-42-16,0 0-26 0,-2 49-13 15,6-40-9 1,2-3-5-16,0-2-23 0,-1-4-8 16,0 0 47-1,1-6 64-15,0-6-56 0,-1-3-42 16,-1-1 9-16,-3-1 33 16,-1 2 13-16,0 4 41 15,-1 4 10-15,-3 3-22 16,-2 4-39-16,-1 0-34 15,-2 12-27-15,-2 7-5 16,1 5 11-16,2 5-6 16,5 1-12-16,3-1-3 15,4-2 0-15,11-3-17 16,5-6-58-16,5-7-94 16,17-11-93-16,-5-4-250 15,-6-9-206-15</inkml:trace>
  <inkml:trace contextRef="#ctx0" brushRef="#br0" timeOffset="110465.76">11948 7044 1011 0,'0'0'604'15,"0"0"-341"-15,0 0 78 0,-43-15-132 16,31 15-25-16,-1 6-80 16,2 7-37-16,4 5-20 15,3 4-23-15,3 1-14 16,1 0-8-16,6-1-2 15,8-3-2-15,5-3-87 16,20-9-123-16,-6-6-132 16,1-1-385-16</inkml:trace>
  <inkml:trace contextRef="#ctx0" brushRef="#br0" timeOffset="110810.14">12120 7055 412 0,'0'0'1066'0,"0"0"-831"15,0 0 62 1,-51 10-140-16,36 4-21 0,2 2-56 16,4 2-27-16,2 2-17 15,5-2-23-15,2-2-12 16,0-4-1-16,7-5-1 0,1-5-8 16,5-2 8-1,-1-6 0-15,0-9 0 0,-3-3-10 16,1-6-1-1,-6 0 11-15,0-3-6 0,-4 2 6 16,0 3 0 0,-5 7 0-16,-2 6 0 0,-2 7 0 15,5 2-10-15,3 11-8 16,1 6-3-16,8 3-41 16,11 2-19-16,7 1-84 15,16-2-112-15,-6-5-265 16,-5-6-259-16</inkml:trace>
  <inkml:trace contextRef="#ctx0" brushRef="#br0" timeOffset="111161.75">12321 7079 928 0,'0'0'323'0,"0"0"40"0,0 0-68 16,0 0-44 0,-38-21-77-16,24 21-73 0,0 12-25 15,0 6-18-15,1 3-2 16,3 4 3-16,2 1-22 15,5-1-12-15,2-2-14 16,1-5-10 0,2-4-1-16,6-6 0 0,4-5-15 15,1-6 1-15,3-10-1 16,4-14-20-16,0-17 5 16,1-20 24-16,-3-12 6 15,-6-3 1-15,-6 9-1 16,-5 21 0-16,-1 18 21 15,0 16 40-15,0 9 39 16,-2 6-21-16,-1 6-43 16,-1 19-30-16,4 23-5 15,0 8 0-15,11 6-1 16,3-6 0-16,1-8 0 0,-3-10-1 16,-2-12-92-16,5-1-119 15,-3-11-154-15,0-4-435 0</inkml:trace>
  <inkml:trace contextRef="#ctx0" brushRef="#br0" timeOffset="111711.59">12554 7085 971 0,'0'0'301'0,"0"0"-227"0,0 0-46 16,0 0-17-16,0 0-1 0,0 0-4 15,0 0-4-15,32 30 6 16,-21-32-7-16,-1-7 6 16,0-4 6-16,-1-2-3 15,-2-1 12-15,-1-1 46 16,-4 1 63-16,-2 3 87 16,0 4 15-16,-9 4-47 15,-3 5-66-15,-2 0-11 0,-3 9-26 16,1 8-8-1,3 2-23-15,3 4-11 0,6-2-6 16,4-1-16 0,5-4-7-16,11-4-6 15,8-6 2-15,6-6-7 0,3-1 5 16,1-11-6 0,0-5 0-16,-4-6-6 0,-4-1-6 15,-6 0 2-15,-6 2 10 16,-6 4 0-16,-6 4 6 15,-2 5 0-15,0 2-5 16,-6 4 8-16,1 1-3 16,-1 2-5-16,1 0-1 15,0 7-1-15,2 5 0 16,1 3 1-16,2 2 1 16,0 3 1-16,0-1 7 15,0-1 1-15,3 1 6 0,0-6-7 16,0 0-1-1,1-2-8-15,0-4-1 0,4-2-22 16,12-5-78 0,-1 0-133-16,1-4-388 0</inkml:trace>
  <inkml:trace contextRef="#ctx0" brushRef="#br0" timeOffset="111867.11">13075 7101 2100 0,'0'0'339'0,"0"0"-68"16,0 0-161-16,0 0-54 0,0 0-34 16,0 0-22-1,0 0-108-15,-17 5-589 0</inkml:trace>
  <inkml:trace contextRef="#ctx0" brushRef="#br0" timeOffset="119443.6">2492 4655 640 0,'0'0'286'0,"0"0"-79"0,0 0 55 16,0 0 38-16,0 0-35 16,-28-27-72-16,27 27-27 15,1-1-49-15,0 1-23 16,1 0-24-16,10 1-5 15,4 3 65-15,4 2-32 16,4-1-29-16,2 0-16 0,3-1-9 16,1-1-6-1,-1-1-20-15,1-1-11 0,-4-1-5 16,-4 0-2-16,-3 0 0 16,-6 0-24-16,-2 0-78 15,-6 0-89-15,-1 0-83 16,-3 0-44-16,-4-5-300 15,-3 0-333-15</inkml:trace>
  <inkml:trace contextRef="#ctx0" brushRef="#br0" timeOffset="119781.82">2671 4555 450 0,'0'0'800'0,"0"0"-530"15,0 0 39 1,0 0 5-16,0 0-79 15,0 0-88-15,0 0-37 16,-3-16-1-16,15 22 3 0,0 2-33 16,6 2-7-1,0 1-19-15,1-2-14 16,1 1-15-16,-1 0-6 16,-1-3-1-16,-3 2-16 0,-4 0 5 15,-1-1-5-15,-6-1-1 16,-2 4 2-16,-2 0 4 15,0 3 3-15,-9 2 9 16,-2 0 3-16,-2 1-5 16,-1 0-5-16,-2-1-10 15,-3 1 1-15,1-2-1 16,0 0-1-16,0 0-9 16,2-4-56-16,0 1-98 15,6-2-289-15,1-6-426 0</inkml:trace>
  <inkml:trace contextRef="#ctx0" brushRef="#br0" timeOffset="121379.92">2161 4139 966 0,'0'0'272'15,"0"0"-19"-15,-18-48 83 16,11 34-67-16,4 5-70 0,0 9-84 16,3 0-92-1,0 20-23-15,13 18 0 0,4 13 13 16,2-2 21 0,-2-8 12-16,-4-14-4 0,-3-9-29 15,0 0-11-15,2 3-1 16,-3-3-1-16,-2-6 0 15,-3-6 0-15,-3-6 2 16,-1 0 17-16,0-11 3 16,0-7-16-16,0-7 0 15,-1-5-4-15,0-2 4 16,1 0 0-16,0 3-6 16,0 4 2-16,0 7 5 15,4 6 2-15,1 9-3 16,3 3-6-16,2 4 1 0,3 9 0 15,-1 4 5 1,3 4-6-16,-1-2 0 0,-2 1-6 16,-1-3-53-1,1-1-126-15,-1-5-166 0,-4-4-331 16,-1-5-632-16</inkml:trace>
  <inkml:trace contextRef="#ctx0" brushRef="#br0" timeOffset="121709.73">2420 4088 1054 0,'0'0'320'0,"0"0"-15"16,0 0-59-16,0 0-88 0,0 0-10 16,-13 38-11-16,13-18-45 15,0 0-19 1,1-1-25-16,5-6-5 0,2 0-7 15,0-6-12-15,-1-4-8 16,0-3 2-16,0 0 6 16,-1-5 4-16,0-9-12 15,-2-2-8-15,-1-3-8 16,-3-1 1-16,0-3-1 0,-6-1-2 16,1 4-26-1,-2 3-17-15,-1 6-4 0,3 6-10 16,-1 5-43-1,2 3-58-15,2 10-54 0,2 16-46 16,0-4-241 0,5-1-308-16</inkml:trace>
  <inkml:trace contextRef="#ctx0" brushRef="#br0" timeOffset="122230.13">2591 4190 799 0,'0'0'266'0,"0"0"-105"0,0 0 13 0,0 0-48 15,0 0-28-15,0 0-17 16,0 0-15-16,28-9-32 16,-22 0-5-16,-3-2 4 0,0 1 3 15,-1-1 19-15,-2-1 0 16,0 1 0-16,0 2 8 16,-2 4 16-16,-1 2 11 15,-3 2-3-15,-1 1-23 16,0 4-19-16,-3 8-2 0,0 3 9 15,1 6 7 1,3 1-4-16,2 1-5 0,4-1-10 16,0-4-15-1,2-1 10-15,6-4 2 0,1-2-7 16,1-4-12-16,2-2-2 16,2-3-5-16,0-2-4 15,-1 0 2 1,1-3-8-16,-1-4 5 0,-1-3-6 15,-2 0-1-15,-3 3-41 0,-4-1-52 16,-2 2-61 0,-3 2-85-16,-7 3-292 15,0 1-402-15</inkml:trace>
  <inkml:trace contextRef="#ctx0" brushRef="#br0" timeOffset="122429.92">2740 4228 1110 0,'0'0'972'0,"0"0"-616"16,0 0-30-16,0 0-112 16,0 0-120-16,0 0-64 15,0 0-30-15,-9 5-8 16,-2 1-144-16,-1 1-386 15,0-2-909-15</inkml:trace>
  <inkml:trace contextRef="#ctx0" brushRef="#br0" timeOffset="124079.83">7639 4172 402 0,'0'0'315'0,"0"0"-19"0,0 0-56 16,0 0-24-16,0 0-32 16,0 0-27-16,-27-3-4 15,20 3-20-15,-2 0-30 0,-2 3-29 16,0 4-3-16,1 4-3 16,-1 1-19-1,1 1-6-15,3 1-16 0,2-1 3 16,2 0-11-16,1-2-7 15,2-2-6-15,0 0-5 16,3-3-1-16,4-4 0 16,0 0 1-1,1-2 1-15,2-3 4 0,-1-6-5 16,0-4 5-16,-2-3-3 0,-1-2-2 16,-2-2 7-1,-4-3-7-15,0-2 0 0,0-3-1 16,-1-1 2-1,-5 2-2-15,2 2 2 16,1 4 14-16,0 8 45 16,0 6 6-16,1 4-23 15,2 3-29-15,-1 3-15 0,-1 10-1 16,0 8 1-16,1 3 8 16,0 6 4-16,1 0-3 15,0-1-7-15,0-3-1 16,2-1-1-16,2-2-14 15,3 4-139-15,-1-7-174 16,-3-3-631-16</inkml:trace>
  <inkml:trace contextRef="#ctx0" brushRef="#br0" timeOffset="185629.74">1230 354 216 0,'0'0'346'0,"0"0"-119"0,0 0 20 15,0 0-30-15,0 0-14 16,-3-15-38-16,-2 11-22 15,-3-1-26-15,-2-1-12 16,-5 3-26-16,-5 1-30 16,-5 2-20-16,-13 0-4 0,-12 9 0 15,-13 8 6 1,-3 4-3-16,6 2 6 0,14-2 9 16,15-5-6-1,7-3-14-15,1 2-9 0,-4 2 0 16,-3 3-5-16,-3 5 3 15,4 1-11 1,4 1 11-16,1 4-11 0,3 5 0 16,-2 10 0-1,0 7 0-15,3 4 5 0,4-4-5 16,5-4 8-16,4-3 0 0,2 0 0 16,5-1 1-1,0-9 2-15,2-6-1 0,10 4 1 16,7 5 3-1,2-1-2-15,2 1 5 0,-3-11-3 16,0-8-3 0,5 2 7-16,10 6-6 15,12 0 4-15,8-4-2 0,-1-5 17 0,-2-10 4 16,-6-8 19 0,-12-1 7-16,-4-2 0 15,-6-4-2-15,4-7-19 16,0 0-9-16,6-7 6 15,3-4 2-15,-7-2-11 16,10-10-8-16,-8 1-6 16,-1-1-2-16,-1 0 1 15,-7 6-8-15,3-3 1 16,-3 0 5-16,-3 2 11 16,0-7 7-16,2-8-2 15,-1-5 0-15,-2-4-10 0,-7 5 3 16,-7 5-1-1,-5 5 7-15,0 5-17 0,-4 8-9 16,-2 4-1 0,0 3-1-16,-1-2 1 0,-4-3-1 15,-4-1-6-15,1 1-32 16,-3 3-24-16,-3 0 5 16,0 2 11-16,-2 0 8 15,-1 2 2-15,2 4 2 16,-2 1-2-16,0 3-21 15,-2 2 4-15,-1 2 13 16,1 2 1-16,-1 3 10 0,0 1 3 16,0 1-31-1,-1 9-9-15,-1 4 1 0,-8 18 14 16,5-2-39 0,5-4-703-16</inkml:trace>
  <inkml:trace contextRef="#ctx0" brushRef="#br0" timeOffset="187947.05">4612 4086 440 0,'0'0'272'0,"0"0"-50"16,0 0 1 0,0 0 26-16,0 0-32 0,0 0-29 15,-6-6-14-15,6 6-45 16,0 0-27-16,0 0-24 16,0 0-11-16,0 0-23 15,5 0-12-15,7 0 8 16,7 0 35-16,3 0 0 15,3 0-29-15,2 0-16 16,3 0-8-16,-2 2-5 16,-3-2-7-16,1 0 1 15,-4 0-10-15,-4 0 5 16,-3 0-6-16,-3-1 1 16,-4 0-1-16,-3 0-8 15,-2 1-55-15,-1 0-81 0,-2 0-61 16,-5 0-112-1,-3 4-189-15,-4-1-260 0</inkml:trace>
  <inkml:trace contextRef="#ctx0" brushRef="#br0" timeOffset="188281.28">4656 4179 1034 0,'0'0'213'0,"0"0"-40"15,0 0 24-15,0 0 37 0,0 0-70 16,0 0-11-16,0 0-7 15,49 0-35-15,-27 0-34 16,0 0-7-16,0 0-7 16,0 0-15-16,-5 0-22 15,0-3-9-15,-5 2-10 16,-2-1-7-16,-3 2 0 16,-3 0-40-16,-4 0-107 0,0 2-146 15,-3 2-409-15</inkml:trace>
  <inkml:trace contextRef="#ctx0" brushRef="#br0" timeOffset="-210750.92">8154 2679 763 0,'0'0'560'0,"0"0"-318"0,0-44-8 16,0 13-5-16,0-16-46 15,-2-15-59-15,-1-12-38 16,-1-4-44-16,0 0-24 15,-2 8-11-15,2 8-6 16,2 13-1-16,0 16 6 16,2 15-5-16,-1 9 2 0,1 1-2 15,0 4 0-15,-1 1 0 16,0 3-1-16,0 3-10 16,-1 12-1-16,-4 6 10 15,-1 8 1-15,-2 2 0 16,-2 3-1-16,1-3-7 15,-3-4-4-15,3-6-14 16,0-7-3-16,3-3 12 16,-1-8 8-16,2-3 9 15,0-1 0-15,2-12 0 16,2-12 0-16,2-16-2 0,6-14 1 16,7 1 0-1,0 10 1-15,-2 19 0 0,-2 12-1 16,2 3 0-1,0 5-1-15,3 5-4 0,-1 3 0 16,0 17-1 0,-2 11 6-16,-2 14 0 0,-1 11-5 15,2-3-129 1,-1-13-242-16,-2-14-652 0</inkml:trace>
  <inkml:trace contextRef="#ctx0" brushRef="#br0" timeOffset="-209985.89">9248 2579 401 0,'0'0'264'0,"0"0"5"0,0 0-22 16,0 0-1-16,0 0-36 15,0 0-12-15,0 0-14 16,48-52-70-16,-37 16-51 15,2-14 2-15,-2-20-10 16,-1-11-24-16,-2-9-16 16,-3 4-3-16,-3 11-3 15,0 19-3-15,-2 20 0 0,0 16-5 16,0 10 9 0,0 5 2-16,-1 3 37 0,-4 2-22 15,-3 12-18-15,-6 17-9 16,-3 11 1-16,2 1 0 15,3-4-1 1,2-6 1-16,4-11-1 0,2-1 0 16,1-4 0-1,0-7-8-15,3-8 1 0,0-3 7 16,0-21 7-16,0-15-6 0,6-16-1 16,5-6 1-1,-1 9 0-15,1 16 0 16,-2 17-1-16,0 8 0 15,0 2 0-15,2 6-10 0,3 3 8 16,1 7-4 0,3 13 6-16,1 5-1 0,4 14 1 15,12 15-9 1,-5-8-131-16,0-4-393 0</inkml:trace>
  <inkml:trace contextRef="#ctx0" brushRef="#br0" timeOffset="-209236.95">10478 2540 781 0,'0'0'246'0,"0"0"21"0,0 0 2 0,0 0 21 15,0 0-45-15,0 0-140 0,11-64-37 16,2 16-22-1,-2-19-11-15,1-16-17 16,0-14-11-16,-3-5-1 16,-3 6-4-16,-3 8 4 15,-2 23-5-15,-1 19-1 16,0 22-6-16,-3 10-68 16,0 2 24-16,0 3 17 0,-2 4 16 15,2 5-10 1,-2 3 9-16,-1 12-19 0,-3 7 37 15,-1 7 6 1,-3 2 39-16,0 0 8 0,0-1-2 16,3-9-25-16,2-3-15 15,3-10-9-15,2-6-1 16,2-2 15-16,1-11 11 0,0-10-20 16,0-11-6-1,1-2-1-15,8 0-6 0,1-1-6 16,3 10-29-1,0 2 4-15,5 7-7 16,0 9 14-16,2 7 17 16,1 5 2-16,3 14 11 15,4 13 17-15,4 13 10 16,7 12-19-16,3 1-8 16,-9-14-307-16,-5-13-633 0</inkml:trace>
  <inkml:trace contextRef="#ctx0" brushRef="#br0" timeOffset="-208516.84">11526 2636 619 0,'0'0'367'0,"0"0"-16"16,0 0-37-1,0 0-84-15,0 0-75 0,-2-49-26 16,2 16-18-16,5-13-31 16,4-17-33-16,3-12-20 15,1-11-15 1,0-3-11-16,-3 6 1 0,0 6-2 15,-4 19 1-15,-2 23 10 16,-2 17-10-16,-1 11 5 16,-1 4-5-16,0 3-1 15,0 2-11-15,-10 17-10 16,-5 14 21-16,-7 15 1 16,0 4 5-16,3-9-6 15,6-14 1-15,5-12 0 16,3-8 0-16,0-3 1 15,3-4-2-15,0-2 8 16,1-5 7-16,1-13-8 16,0-14-5-16,5-13-1 15,6 1 0-15,0 3 1 0,0 8-2 16,-1 9-9-16,3 0-32 16,0 3-19-16,1 7 19 15,-2 7 14-15,1 7 18 16,0 2-4-16,1 14 13 15,1 6 4-15,3 12 4 16,2 9-8-16,5 8-19 16,-4-8-301-16,-4-10-466 0</inkml:trace>
  <inkml:trace contextRef="#ctx0" brushRef="#br0" timeOffset="-207736.73">12669 2784 151 0,'0'0'711'0,"0"0"-387"0,0 0 43 0,0 0-40 15,0 0-109-15,0 0-81 0,10-66-32 16,-4 25-10-1,3-15-34-15,2-8-3 0,-1-7-12 16,4-5-13 0,1 0-8-16,0-7-16 0,-1 2-9 15,-5 8 0-15,-3 18 0 16,-4 18-24-16,-1 17-40 16,-1 9-33-16,0 3 45 15,0 3 31-15,0 3 5 16,0 2-11-16,-4 12-27 15,-4 12 17-15,0 4 37 16,-2 3 11-16,-2 3 19 0,1-7-17 16,1 0 13-1,1-7-12-15,4-8-5 0,2-4-8 16,2-8 5-16,1 0 4 16,0-13 12-16,3-8-11 15,7-10-11-15,0-1-1 16,3-1-52-16,2 2 32 15,-2 9-47-15,2 4 12 16,-3 9 13-16,2 5-4 16,-1 4 29-16,1 14 18 0,3 5 8 15,4 12 18-15,6 11 14 16,12 8-40-16,-5-9-14 16,-2-11-849-16</inkml:trace>
  <inkml:trace contextRef="#ctx0" brushRef="#br0" timeOffset="-194182.19">8021 6199 1232 0,'0'0'294'0,"0"0"-97"16,0 0-17-16,0 0 13 15,0 0-78-15,0-6-62 16,0 22-36-16,0 14 3 16,0 2 39-16,0 1 19 15,1-2-18-15,-1-8-24 16,1 3-17-16,1-1-11 16,-2-4-7-16,3-4-1 15,-1-6-82-15,3-7-103 16,-2-3-301-16,0-1-112 0</inkml:trace>
  <inkml:trace contextRef="#ctx0" brushRef="#br0" timeOffset="-193865.85">8032 6194 1268 0,'0'0'279'15,"0"0"-122"-15,0 0 13 0,-35 37 13 16,20-19-12 0,2-1-59-16,-1 0-35 0,1-4-25 15,3-3-18 1,1-3-10-16,5-4 4 0,1-3 14 16,2 0 36-16,1-7 13 0,0-8-53 15,1-4-20 1,7-3-7-16,3 1 1 15,3 3-12-15,1 4 2 16,2 8-2-16,2 6-8 0,0 3 1 16,1 13-2-1,2 8-8-15,4 18-87 0,-5-4-244 16,-4-4-586-16</inkml:trace>
  <inkml:trace contextRef="#ctx0" brushRef="#br0" timeOffset="-190616.96">7577 6069 769 0,'0'0'270'15,"0"0"-98"-15,0 0-14 0,0 0 3 16,0 0-62-16,0 0-49 15,0 0-30-15,30-29-18 16,-21 25-2-16,0 0-7 16,0 2-59-1,-1 2-136-15,-2 0-69 0,-2 3-100 16,-3 0-283-16</inkml:trace>
  <inkml:trace contextRef="#ctx0" brushRef="#br0" timeOffset="-190466.95">7557 6136 629 0,'0'0'154'15,"0"0"-35"-15,0 0-51 16,0 0 36-16,0 0-12 0,43-12-58 16,-16-1-34-16,-5 2-151 15,-3 1-162-15</inkml:trace>
  <inkml:trace contextRef="#ctx0" brushRef="#br0" timeOffset="-190214.69">7635 5944 1034 0,'0'0'180'16,"0"0"-67"-1,0 0 36-15,0 0-57 0,0 0 5 16,54-8 0 0,-34 17-11-16,-1 4-25 0,-2 5-3 15,-5 4-20-15,-8 4-15 16,-5 11-22-16,-25 16-1 16,-33 13-30-16,2-7-276 15,-6-10-807-15</inkml:trace>
  <inkml:trace contextRef="#ctx0" brushRef="#br0" timeOffset="-175866.95">7933 3021 43 0,'0'0'153'15,"0"0"-51"-15,0 0 35 0,0 0 50 16,0 0-10-16,0 0 10 16,0 0-8-16,0-1-36 15,0-3-37-15,0-1-14 16,-1-2-15-16,0-1 9 15,0-3 3-15,0-2 12 0,0-3 10 16,0-5-14 0,0-4-21-16,0-2-17 0,-1-4-13 15,-1-6-18 1,1 2-6-16,0 0 0 0,-1 1-13 16,0 8-1-1,0-1 1-15,-1 4-8 0,2 5 10 16,-1 2 4-16,1 3-7 15,0 4-7-15,1 2 0 16,0 3 1-16,1 1-1 16,0 1 0-16,0 1-1 15,0 0 1-15,-1 1 0 0,1 0-1 16,0 0-1-16,-2 0-11 16,0 2-16-1,-2 9 27-15,-1 2 1 0,0 2 1 16,-1 2-1-1,0-1 1-15,1-2-1 16,0-2 0-16,2-4 0 16,1 0 0-16,1-5 0 0,0-3-1 15,1 0 0-15,0-5 1 16,0-6-2-16,0-5-5 16,2-1 1-16,2 0 5 15,1 3 1-15,1 3-1 16,1 5-8-16,0 5-1 0,3 1-4 15,1 6 7 1,2 7-5-16,1 5 5 16,-2 3-2-16,1 4-67 15,1 12-167-15,-2-5-266 16,-4-6-363-16</inkml:trace>
  <inkml:trace contextRef="#ctx0" brushRef="#br0" timeOffset="-173636.75">7600 3357 225 0,'0'0'648'16,"0"0"-531"-16,0 0-69 16,0 0-14-16,0 0 37 15,0 0 45-15,0 0 3 0,32-9-17 16,-19 13-15-1,3 1-14-15,0 2-18 0,2-1-2 16,1 0-20 0,-1 1 8-16,0 1-6 0,0 0-7 15,0-2-5 1,0 1-11-16,0-1 4 0,0 0 0 16,-1 0 6-16,0 0-8 0,0 0 2 15,1-3 3 1,-1 0 0-16,2-1 0 15,-2-2-5-15,3 0 1 16,0 0 0-16,-1 0 5 16,-1 0 3-16,1-1-6 15,-2-1 8-15,-1 0 3 16,0 0-4-16,1 1-3 16,0-2-5-16,-1 1 0 15,1-2-1-15,3 0 3 0,0 0 7 16,-1 0 3-1,1-1-1-15,-3 1-9 0,1-2-5 16,-1 1 5 0,-3-1-3-16,1 0 0 0,0-1 1 15,-2-2-1-15,1-1-2 16,0-1 2-16,-2-4-3 16,-2 0 1-16,0-1 1 15,-1 0-2-15,-2-1-2 16,0 0 3-16,-3 1-2 15,-2-1 7-15,1-1-9 16,-3 1 0-16,0 1-8 16,0-2 5-16,0 0 3 15,0 3 0-15,-3-1-2 16,-3 0-5-16,-4 2 13 0,-3 0 12 16,-3 1-12-16,-5 1 4 15,-3 0-12-15,-5 3-1 16,-8 0 2-16,-9 0-8 15,-6 3 2-15,0 0-1 16,4 4 8-16,4 0-8 16,11 2 0-16,5 0 0 15,6 0 6-15,2 0-7 16,-2 0 0-16,-3 0 0 16,-1 0 0-16,2 3 0 0,2-1 0 15,3 2 0 1,1 0 0-16,-1 1 0 0,1-1 0 15,0 2 1-15,0 0-1 16,2 1 0-16,-1-1 1 16,0 2-1-16,1 0 0 15,1 0 0-15,0 2 0 16,2 1 0-16,-1 1-1 0,2 2 1 16,2 1 0-1,1 2-1-15,2 1 1 0,2 2 1 16,1 0-1-1,2 1 6-15,2 0-4 0,0-1 7 16,0 1-8 0,0-1 5-16,4 0-4 0,1-1 7 15,1-2-8 1,-1-3 8-16,2-2-8 0,1-3 5 16,0-1 0-1,2-2 0-15,1-2-4 0,1-1 4 16,1-2-5-16,0-1 1 0,1 0-1 15,-2 0-1 1,0-3-10-16,-3 0-65 0,-2 0-96 16,-7-1-92-1,-1 2-350-15,-9-1-812 0</inkml:trace>
  <inkml:trace contextRef="#ctx0" brushRef="#br0" timeOffset="-167949.92">7652 2494 888 0,'0'0'258'0,"0"0"-32"15,0 0 57-15,0 0-90 16,-44-30-26-16,32 30-17 15,-2 0-56-15,1 8-40 16,0 6-17-16,2 4 0 0,2 3-9 16,4 1-4-1,3 2-8-15,2-2-15 16,3-1 7-16,7-4-7 16,2-3-1-16,3-6 1 0,2-5 0 15,0-3 7-15,-1-6-7 16,0-8-1-16,-3-5-4 15,-3-2-10-15,-3-3 2 0,-4 0-2 16,-3-2-1 0,0 2-6-16,-7 1-7 0,-2 2 4 15,-1 4-8 1,0 5 11-16,2 6 0 16,1 4-22-16,2 2-53 0,2 5-78 15,3 12-6 1,0-3-133-16,5-1-266 0</inkml:trace>
  <inkml:trace contextRef="#ctx0" brushRef="#br0" timeOffset="-167716.95">7726 2268 1195 0,'0'0'310'0,"0"0"8"15,0 0-201-15,0 0-68 0,0 0-39 16,0 0 22 0,6 47 28-16,-1-22 20 0,-1 2-29 15,2-1-14-15,0-1-29 16,1-4-8-16,2-4-142 16,4-5-160-16,-1-7-180 15,-2-5-77-15</inkml:trace>
  <inkml:trace contextRef="#ctx0" brushRef="#br0" timeOffset="-167516.96">7817 2342 905 0,'0'0'347'0,"0"0"48"15,0 0-110-15,0 0-32 16,0 0-163-16,0 0-68 16,0 0 2-16,-5 29 19 15,7-2 15-15,1 3 16 0,2-2-4 16,0 1-34-16,-1-4-19 15,2-3-17 1,-2-1-34-16,-2-3-145 16,-1-6-190-16,-1-5-254 0,0-6-144 0</inkml:trace>
  <inkml:trace contextRef="#ctx0" brushRef="#br0" timeOffset="-167316.91">7817 2270 991 0,'0'0'255'16,"0"0"22"-16,0 0-84 16,0 0-90-16,28-39-11 15,-14 38-13-15,1 1-7 0,1 2-8 16,-3 9-12-16,-3 3-18 16,-5 4-18-16,-5 2-10 15,-3 5-6-15,-20 11-25 16,1-4-191-16,-1-7-538 0</inkml:trace>
  <inkml:trace contextRef="#ctx0" brushRef="#br0" timeOffset="-162366.68">8013 4549 901 0,'0'0'278'0,"0"0"-49"0,0 0-14 16,0 0-35-1,0 0-12-15,0 0-39 16,-11-21-44-16,10 21-39 16,0 7-35-16,1 7-4 15,-1 5 5-15,0 4 4 0,0 3-3 16,0 0-7-1,1-3-5-15,0-2 1 0,0-2-2 16,0-4 0 0,0-3-1-16,0-5-33 15,0-5-17-15,0-2 12 0,1 0 21 16,0-2-1-16,1-10-26 16,2 0 11-16,1-2 19 15,1 1 14-15,1 2-5 16,1 4 5-16,0 2 1 15,-2 5-1-15,1 0-6 16,-1 6 7-16,-1 5 0 16,-1 0 6-16,1 2-6 15,7 5 0-15,-1-4-180 16,3-4-528-16</inkml:trace>
  <inkml:trace contextRef="#ctx0" brushRef="#br0" timeOffset="-161534.93">9092 4612 812 0,'0'0'327'0,"0"0"-33"0,0 0-39 16,0 0-17-1,0 0-30-15,0 0-72 16,0 0-60-16,1-11-47 16,-1 20-20-16,0 6 12 0,0 3 1 15,0 0-1-15,0 0-15 0,0-2-5 16,0 0 0 0,0-4 0-16,0-4 5 15,1-2-6-15,0-3-2 16,-1-3-14-16,2 0 3 15,-1-1 12-15,1-8 0 16,2-5-5-16,0-1 6 16,2-3 0-16,0 3 0 15,2 2 1-15,-2 6 1 16,1 2 4-16,0 5-6 16,1 0 1-16,1 5 0 0,-1 7 5 15,-3 2-4-15,2 3-2 16,-3-1 0-16,0-1-1 15,-3 2-86-15,0-4-219 16,0-4-346-16</inkml:trace>
  <inkml:trace contextRef="#ctx0" brushRef="#br0" timeOffset="-161184.71">9266 4660 1149 0,'0'0'236'0,"0"0"-66"0,0 0-70 16,0 0 15-16,0 0-5 15,0 0-34-15,0 0 5 16,27 0-36-16,-23 3-8 15,-3 0 16-15,-1 3 6 16,0 3 0-16,0 1-8 16,-4 4 12-16,-3 2-9 15,1 2 17-15,-1 0-16 0,1-2-10 16,2-2-20 0,4-3-13-16,3-3-6 15,9-4-4-15,7-3-2 16,5-1-5-16,8-12-142 0,-5 0-365 15,-8-4-877-15</inkml:trace>
  <inkml:trace contextRef="#ctx0" brushRef="#br0" timeOffset="-160151.12">8154 4664 945 0,'0'0'301'0,"0"0"-23"0,0 0-68 16,0 0-49-16,0 0-42 16,0 0-55-16,0 0-2 15,6 24 41-15,-2-1-4 16,-1 4-25-16,-1 1-37 15,-2 2-26-15,1 4-11 16,1-4-113-16,-1-7-459 0</inkml:trace>
  <inkml:trace contextRef="#ctx0" brushRef="#br0" timeOffset="-147087.16">8435 4553 1208 0,'0'0'256'0,"0"0"-98"0,0 0-56 0,0 0-36 16,0 0-22 0,0 0-11-16,0-2 4 15,3 2-6-15,4 0-11 16,5 0 13-16,2 0 13 15,1 2-16-15,0-1-8 16,1 0-6-16,-1 0-9 16,-2-1-5-16,-1 0-1 15,-2 1-1-15,-1-1 0 16,-2 0 0-16,-2 0-30 16,-2 0-81-16,0-1-142 15,-2-2-300-15</inkml:trace>
  <inkml:trace contextRef="#ctx0" brushRef="#br0" timeOffset="-146686.91">8552 4459 174 0,'0'0'1066'0,"0"0"-820"15,0 0-123-15,0 0-24 16,0 0-35-16,0 0-32 16,0 0 10-16,14 23 16 0,-5-15-13 15,1 2-10-15,-2-1-7 16,1-1-5-16,-2 0-5 15,0-1-9-15,-1 0 2 16,-1-2-3-16,-1 1-7 16,-2-2 1-16,0 1 4 15,-2-1 2-15,0 1 6 16,0 0 2-16,-3-1 6 16,-3 2-1-16,-1 2-15 15,-2-2 2-15,1 0-7 16,-2 0-1-16,-2 0-52 0,0-2-165 15,4-1-483-15</inkml:trace>
  <inkml:trace contextRef="#ctx0" brushRef="#br0" timeOffset="-145416.66">8911 5009 505 0,'0'0'374'0,"0"0"-91"0,0 0-13 15,0 0-59-15,0 0-33 16,0 0-38-16,-6 5-61 16,5 10-11-16,-3 5 6 15,1 5 25-15,1 1-20 0,0-1-7 16,2 0-35 0,0-3-12-16,0-2-9 0,0-2-10 15,0-2-6-15,0-6 0 16,0-1-12-16,0-4-86 15,-3-5-126-15,-1 0-143 16,2-1-505-16</inkml:trace>
  <inkml:trace contextRef="#ctx0" brushRef="#br0" timeOffset="-145016.89">8880 4983 947 0,'0'0'224'0,"0"0"-50"0,0 0-48 15,0 0 9 1,-42 24-31-16,32-20-50 0,3-1-24 15,1 1-15 1,1-2-8-16,3-2 2 0,1 0 13 16,1-1 35-1,0-7-1-15,7-1-31 16,3-4-8-16,3 3-5 0,1 0 2 16,1 3 1-16,-1 4 0 15,-1 3 1-15,-2 5 10 0,0 7 8 16,-3 5 11-1,0 2-25 1,-2 0-10-16,-3 0-10 0,3 1-8 16,-2-4-180-16,-1-7-532 0</inkml:trace>
  <inkml:trace contextRef="#ctx0" brushRef="#br0" timeOffset="-131357.14">9150 3128 52 0,'0'0'220'0,"0"0"-113"15,0 0-42 1,0 0-6-16,0 0 61 0,0 0 1 16,0 0-4-1,0 0 6-15,0 0 4 0,0 0-9 16,0 0 6-16,0 0 32 0,0-2-27 16,0-3-27-1,0-5 2-15,0-2-28 0,0-4 24 16,-2-2-24-1,2-5-2-15,-1-2-24 16,-1-3-15-16,2-4 2 16,0-3-14-16,0 0-13 15,0 1-4-15,0 2 0 16,0 6-5-16,0 6 5 16,0 4 2-16,0 5-7 15,0 1 0-15,0 4 0 16,0 0 2-16,0 1-2 0,-2 2 0 15,2 0 0-15,0 2 0 16,0-1 0-16,0 2-1 16,0 0 1-1,0 0-1-15,-1 0-1 0,0 0-15 16,-2 0-1-16,-1 6 11 16,-2 2 6-16,-2 1 1 15,0 2 1-15,1-3-1 0,0 1 0 16,1-2 0-1,1-2-1-15,1-3 1 0,1 1-1 16,2-3 2 0,1 0 5-16,0 0 7 0,0-3 0 15,0-6-5-15,0-4-8 16,2-1 0-16,4-1-1 16,1 0 1-16,1 4 0 15,1 1 0-15,-1 5-1 16,1 0 0-16,1 4-1 0,-1 1 1 15,-1 0-6 1,1 7-2-16,-2 3 1 0,0 3-3 16,-3 3-5-1,-1 0-13-15,-1 1-85 16,-1 7-81-16,-1-5-114 16,0-4-218-16</inkml:trace>
  <inkml:trace contextRef="#ctx0" brushRef="#br0" timeOffset="-131116.85">9269 2772 1089 0,'0'0'372'0,"0"0"-168"0,0 0-23 0,0 0-58 0,0 0 3 0,0 0-43 16,0 0-42-16,-1 0-34 15,-3 1-7-15,1 2-40 0,-6 3-119 16,1 0-91-16,1-1-469 0</inkml:trace>
  <inkml:trace contextRef="#ctx0" brushRef="#br0" timeOffset="-121400.7">10692 5283 1596 0,'0'0'251'0,"0"0"-142"16,0 0-30-16,0 0 24 16,-8 51-4-16,5-26-11 15,0 5-2-15,2-1-40 16,-1 1-7-16,1-1 0 0,1-2-16 16,0-3-12-16,0-1-11 15,0-4 0-15,0-4 0 16,0-4-1-16,0-4-18 15,0-2-27-15,0-4-73 16,-3-1-91-16,0-6-91 16,-1-2-409-16</inkml:trace>
  <inkml:trace contextRef="#ctx0" brushRef="#br0" timeOffset="-120936.98">10690 5287 1066 0,'0'0'225'0,"0"0"-107"16,0 0-12-16,0 0 9 0,0 0 44 15,-42 7-84 1,33 0-33-16,1-1-23 0,0 0-10 16,1 0-3-16,2-3-5 15,2 0 1-15,1-2-2 16,2-1 0-16,0 0-1 0,0 0 0 16,2-5-20-1,4-3-4-15,3-3 12 16,2-2 7-16,1 0 6 15,1 3 1-15,-1 0 0 16,-2 4 9-16,-1 3 4 16,1 2-3-16,-2 1 1 0,0 0 3 15,-1 4 4 1,-1 4 0-16,-1 0-6 16,-1 0-6-16,1 2-6 15,-3 0-1-15,-1-2 0 16,1-1-21-16,0 1-121 15,0-4-214-15</inkml:trace>
  <inkml:trace contextRef="#ctx0" brushRef="#br0" timeOffset="-120750.06">10856 5315 1458 0,'0'0'185'0,"0"0"-143"0,0 0-42 15,0 0-21-15,0 0-211 16,0 0-446-16</inkml:trace>
  <inkml:trace contextRef="#ctx0" brushRef="#br0" timeOffset="-108256.84">13318 3611 725 0,'0'0'187'16,"0"0"-100"-16,0 0 42 0,0 0 72 15,1-1-14 1,-1-5-57-16,0-3 3 16,0-3-51-16,0-5-30 15,-3-4 53-15,-3-6-10 16,-2-8-26-16,-1-11-26 16,-3-13-20-16,0-3 3 15,2 3-15-15,2 13-3 0,4 15-2 16,0 9-5-1,3 7 0-15,-1-1 8 0,1 1-3 16,0 2-6-16,1 6 7 16,0 3-7-16,0 3-1 15,0 1-1-15,-1 0 1 16,1 0-9-16,-1 6 1 16,-1 4 8-16,-1 5-5 15,-1 3 6-15,-2 1 0 16,-1 0 0-16,0-1 0 15,0-3 0-15,1-2-1 16,1-4 1-16,0-4 0 0,2-2 0 16,-1-3 0-1,1-1 2-15,2-10-2 0,0-6-1 16,1-4-7-16,0 0 7 16,5-1 0-16,5 5 1 15,0 3 6-15,3 6-5 16,1 5 1-16,0 3-1 15,2 1-1-15,3 10 1 16,0 3-1-16,0 2-1 16,-1 2-6-16,5 6-8 15,-4-5-169-15,-4-4-184 0</inkml:trace>
  <inkml:trace contextRef="#ctx0" brushRef="#br0" timeOffset="-103267.06">4107 6824 1388 0,'0'0'332'16,"0"0"-50"-16,0 0-60 0,0 0-56 16,0 0-53-1,0 0-58-15,-2 28 49 0,2-3 4 16,0 6-19-16,0 0-31 16,0 1-23-16,0 0-11 15,0-2-14-15,0-1-9 0,0-2-1 16,0-1-1-1,0-5-6-15,-3-3-70 16,0-5-173-16,-3-10-124 16,0-3-298-16,0-2-380 0</inkml:trace>
  <inkml:trace contextRef="#ctx0" brushRef="#br0" timeOffset="-102967.08">4084 6771 1127 0,'0'0'272'15,"0"0"-64"-15,0 0-62 0,0 0-9 16,0 0-15-16,-39 48-38 0,29-38-24 16,3-2-26-1,1-3-15-15,2-2 3 0,2-3 39 16,2 0 13-1,0-8-15-15,0-5-29 0,5-4-11 16,3-2 17 0,4 3-21-16,2 3-6 15,3 4-9-15,2 7-1 0,1 2-8 16,1 11-13-16,8 21-39 16,-6 1-211-16,-4-1-387 15</inkml:trace>
  <inkml:trace contextRef="#ctx0" brushRef="#br0" timeOffset="-84266.67">6859 4422 1112 0,'0'0'148'16,"0"0"-105"-16,0 0-5 16,0 0 17-16,0 0-7 15,20-22-5-15,-10 12-25 16,0-2-18-16,3 1 8 0,0-1-1 16,0 1-7-1,1-1 0-15,-1 2-23 0,-1 1-9 16,-1-1 17-1,-1 2-17-15,-2 0-13 0,-3 0-13 16,-1 2-32-16,-3 0 24 16,-1-1-25-16,0 0-25 15,-3 0-118-15</inkml:trace>
  <inkml:trace contextRef="#ctx0" brushRef="#br0" timeOffset="-83953.95">7040 4155 480 0,'0'0'28'0,"0"0"-7"0,0 0 60 16,0 0-19-1,0 0-48-15,0 0-13 0,0 0 10 16,43-24 6 0,-35 24 29-16,1 0-20 15,0 8-11-15,0 2 8 16,-2 4 4-16,-2 1 31 16,-1 2-5-16,-4-1 2 0,0-1 6 15,0 1-13 1,0-4-48-16,0-5-42 0</inkml:trace>
  <inkml:trace contextRef="#ctx0" brushRef="#br0" timeOffset="-83551.8">7149 4075 733 0,'0'0'70'0,"0"0"77"16,0 0-85-16,0 0-1 16,52 18-28-16,-34-18 13 15,2 0-28-15,-1-5-18 0,0-1-104 16,-1 2-12-16,-5 1-65 15,-6 3-60-15</inkml:trace>
  <inkml:trace contextRef="#ctx0" brushRef="#br0" timeOffset="-82486.94">7285 3866 459 0,'0'0'254'0,"0"0"-70"16,0 0-16 0,0 0-25-16,0 0-5 0,0 0-19 15,0 0 0-15,-10-13-66 0,5 12-10 16,-1 0-25 0,0 0-12-16,0 1-6 15,-1 0 7-15,1 0-6 16,-1 0 0-16,1 0 1 0,-2 3-1 15,1 3-1 1,-1 2 1-16,1 3 5 16,1 1-6-16,0 2 6 15,1 0-3-15,1 1 9 0,2 0 8 16,0 0 11-16,2-2 7 16,0 2 0-16,0-3 3 15,0 0-7 1,3-2-15-16,1-1-6 0,0-3 5 15,-1 0-4-15,1-2-6 16,0-2-1-16,0-1-5 16,3-1 4-16,2 0-6 15,1 0 0-15,-1-4-9 16,0-2-32-16,-1 2-163 16,-5-1-402-16</inkml:trace>
  <inkml:trace contextRef="#ctx0" brushRef="#br0" timeOffset="-81934.79">7218 3836 1293 0,'0'0'200'0,"0"0"-139"0,0 0-26 16,0 0-9-16,-40 51-7 0,33-33-1 16,0 2 18-16,1-1 9 0,3 0 20 15,1 0-8 1,2-2 9-16,0 1-18 0,0-3-14 16,5-1 24-1,4-1-17-15,0-3-14 16,3 1 10-16,0-4-2 15,2-2 11-15,0-2-13 16,0-2-7-16,2-1-4 16,0 0-13-16,0-5-1 0,-1-3-7 15,1 0-1-15,-4-1-7 16,-1 1 6-16,-4 0 0 16,-1 1-5-16,-3 1-11 15,-2 4-9-15,-1 1-11 16,-17 1-45-16,-3 5-448 15,-2 3-722-15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0:21:21.3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2637 2700 917 0,'0'0'301'0,"0"0"-77"0,0 0-71 16,-4-43-23 0,4 25-34-16,2-4-36 0,5-4-25 15,0-4-33 1,3-8-2-16,1 3-37 0,-3-2-59 15,-1 2-66 1,-3 9-7-16,-2 2 64 0,-1 7 52 16,-1 6 17-16,0 5 14 15,-5 5-9-15,-5 1-48 16,-3 8 79-16,-2 9 0 0,0 7-13 16,0 6 13-1,4 2 58-15,3-1 13 0,5-1-3 16,3-4 9-1,3-4-11-15,8-4 16 0,2-2-31 16,0-5-13 0,0-2 4-16,-2-2-17 0,-2-2 2 15,-4-1-5-15,-2 1-3 16,-1 1 5-16,-2 4-4 16,0 4 12-16,-3 4 47 15,-2 4 3-15,-1 0-6 16,1 0-24-16,2-3-9 15,3-3-24-15,0-3-19 16,5-8 1-16,6-3-13 16,3-2-40-16,2-10-172 15,8-21-254-15,-5 3-45 16,-4-3-114-16</inkml:trace>
  <inkml:trace contextRef="#ctx0" brushRef="#br0" timeOffset="302.64">2791 2582 164 0,'0'0'375'0,"0"0"18"0,8-50-102 16,-7 37-13-16,0 5-71 15,-1 5-113-15,0 3-62 16,1 3-32 0,0 7 0-16,2 5 16 15,0 2 29-15,1 4 12 0,-1 0 2 16,0 1-6-16,0-2-14 16,-1-3-5-16,-1-5-10 15,2-3-17-15,-3-6-5 16,2-3 10-16,0-4 50 15,-1-8-25-15,3-5-23 16,1-1-14-16,1 0 12 0,1 2-12 16,1 4 0-1,0 3-15-15,0 6 9 0,2 3-2 16,0 3-1-16,2 8 8 16,-1 1 1-16,0 3 0 15,-1 1 2 1,-1-2-2-16,3 0-36 0,-2-4-262 15,-1-5-371-15</inkml:trace>
  <inkml:trace contextRef="#ctx0" brushRef="#br0" timeOffset="850.26">3060 2444 1070 0,'0'0'345'16,"0"0"24"-16,0 0-189 0,0 0-122 15,0 0 1-15,0 0-37 16,-43 59 21-16,41-33-5 16,2 2 6-1,4-1-17-15,9-2-2 0,3-5-6 16,3-6 5 0,1-6-24-16,-2-8-32 0,-1-1-150 15,0-13-21-15,-2-5 14 0,-3-3 43 16,-3-1 31-1,-4-2 73-15,-2 2 31 16,-2 3 9-16,-1 4 2 16,0 3 18-16,-1 6 73 0,-3 3 69 15,0 4-58-15,-1 0-43 16,1 6 20-16,-2 6-15 16,2 2 14-1,1 2-28-15,1 1-7 16,2 0-17-16,0 0-26 0,1-5-1 15,4 0 1-15,1-4 19 16,1-3-8-16,0-4-11 16,-1-1 2-16,1-3 11 15,0-7-7-15,-1-6-5 16,-3 0 5-16,-1-4 2 16,-2-1-7-16,-4 1 9 15,-5 2-2-15,-3 5-2 16,0 5 4-16,0 6-4 15,2 2-5-15,2 5-1 16,6 6-15-16,2 4 3 16,6 1-48-16,10 0-121 0,22 2-112 15,-2-5 31 1,-2-4-360-16</inkml:trace>
  <inkml:trace contextRef="#ctx0" brushRef="#br0" timeOffset="1650.01">3370 2522 892 0,'0'0'408'0,"0"0"-16"0,0 0-65 16,0 0-119-16,0 0-125 16,-40-25-46-16,32 25-12 15,-1 4-4-15,4 6-2 0,-1 3-12 16,4 3-7 0,2 1-5-16,0 0 5 15,6-2 1-15,3-3 0 0,2-1 11 16,-1-8-12-1,3-3-6-15,-1-2-71 0,-2-11-74 16,-2-6 58 0,-2-12 65-16,-3-16 27 0,-3-20 1 15,0-5 2-15,-3 10-1 16,-1 19-1-16,1 25-56 16,2 9-16-16,-2 4 44 0,1 4 17 15,-1 1 9 1,-1 9-32-16,-1 17 34 0,3 14 26 15,2 12 14 1,10-2 17-16,3-11 10 0,2-12-2 16,0-11-41-1,2 1 29-15,5-4-36 0,2-2-17 16,-3-6 0-16,-3-5-11 16,-4-7-7-16,-4-9-1 15,-3-3 17-15,-4-3 2 16,-2-1 9-16,-1 3 3 15,0 5 31-15,-5 5-2 16,-2 6-10-16,0 4-10 16,-3 5 16-16,0 8-18 15,1 6-4-15,2 1-5 16,2 0 4-16,5-1-2 16,2-2-12-16,9-5 13 0,7-5-4 15,6-3-9 1,4-4 1-16,3-4 0 0,-1-10-1 15,-1-6 0-15,-8-4-12 16,-5-3-16-16,-6 1-4 16,-7 0-13-16,-3 6 23 15,-5 6 6-15,-7 6 1 16,-4 4-1-16,-2 4 16 16,0 0 1-16,2 7 0 15,3 5 5-15,6 3-6 16,5 2 0-16,2 2-7 15,9 1 7-15,6 1 17 0,3 0 3 16,2 0 31 0,3-1 3-16,0-4-11 0,3 1-12 15,3-4-1 1,7-4-12-16,10-5-17 0,5-4-1 16,3-5-16-1,-7-12-116-15,-16 3-369 0,-11-1-508 0</inkml:trace>
  <inkml:trace contextRef="#ctx0" brushRef="#br0" timeOffset="33070.26">5980 3834 771 0,'0'0'402'0,"0"0"-57"0,4-44-59 16,-3 30-5-16,0 3-67 0,-1 5-50 16,0 3 6-16,0 3-55 15,0 0-53-15,0 9-36 16,0 7-10-16,0 8 4 15,0 6 9-15,0 2 18 16,0 2 14-16,0-2-22 16,-2-5-23-16,2-2-8 15,-2-2-8-15,0-4 0 0,0-3 0 16,0-3 0-16,0-4-9 16,-1-3-24-16,-1-4-21 15,-3-2-9 1,-2 0-53-16,-2-5-2 0,-2-5 24 15,2-2 45 1,0-2 28-16,1 0 20 0,2 1 1 16,2 2 1-16,1 4 9 15,3 3 21-15,1 1 22 16,0 3-13-16,1 0-19 16,0 0-15-16,0 5-5 15,3 3 18-15,4 3 18 0,0 2-8 16,5 0-6-1,2 1-3-15,0 0-8 0,4-3-5 16,-2 0-6 0,2-4 0-16,-4 0-1 15,0-3-1-15,-3-2-18 0,-1-2-63 0,-2 0-20 16,0-1 3 0,-2-5 7-1,-1-3-8-15,0-1 12 16,0-1 43-16,-2 0 29 15,0 1 16-15,-2 2 7 0,1 1 11 16,-2 3 34-16,0 0 34 16,0 4 7-16,0 0-16 15,0 0-37-15,-2 6-22 16,-2 6 6-16,-2 1 22 16,1 2-11-16,0 0-19 15,0-2-7-15,2-1-8 16,-2-1 0-16,3-4-1 15,1-1-31-15,-1-4-169 0,0 0-275 16,1-2-414-16</inkml:trace>
  <inkml:trace contextRef="#ctx0" brushRef="#br0" timeOffset="33257.14">6146 4051 1270 0,'0'0'584'0,"0"0"-350"0,0 0-51 0,0 0-39 16,0 0-80-1,0 0-64-15,0 0-2 0,-39 35-475 0</inkml:trace>
  <inkml:trace contextRef="#ctx0" brushRef="#br0" timeOffset="34272.37">5778 3139 1298 0,'0'0'340'16,"0"0"-90"-16,0 0-32 15,-38-2-75-15,27 9-49 16,-2 7-19-16,0 7-11 15,2 11 0-15,3 11-21 16,4-2 6-16,2-4-19 16,2-8-5-16,8-9-7 15,3 0-18-15,5 0 0 16,4-8-14-16,3-3-60 16,3-9-63-16,7-14-107 0,-6-5-276 15,-5-4-574-15</inkml:trace>
  <inkml:trace contextRef="#ctx0" brushRef="#br0" timeOffset="34620.41">5855 3121 1170 0,'0'0'405'0,"0"0"-155"16,0 0-88-16,0 0-40 15,-32 42-4-15,29-20-25 16,3 3-23-16,0 1-32 0,7-1 7 15,4-2-32-15,2-6-11 16,1-3-1-16,2-8-1 16,-1-6-16-16,-2-1-3 15,-1-12 7-15,-4-5 0 16,-3-4-1-16,-4-4 11 0,-1-3 1 16,-4 2 1-1,-6-1-1-15,-3 4 1 0,2 4 6 16,1 7-6-1,4 7 2-15,1 5-2 0,3 1-14 16,2 4 6 0,0 7-3-16,1 3 5 15,8 0-83-15,7-1-190 16,5-4 113-16,12-9-111 16,-4 0-64-16,-6-1-206 0</inkml:trace>
  <inkml:trace contextRef="#ctx0" brushRef="#br0" timeOffset="35188.94">6012 3057 665 0,'0'0'342'16,"0"0"26"-16,0 0-25 16,0 0-128-16,0 0-37 15,0 0-96-15,0 0-71 0,-17-11 5 16,24 30 18 0,1 4 3-16,0 1-9 0,2 0-10 15,0 0-11 1,-1-3-7-16,0-5-1 15,-2-3-10-15,-2-7-27 16,0-6-35-16,-2-1 26 0,-2-12 32 16,1-7-27-1,-1-5 11-15,-1-1 23 0,1-2 8 16,-1 4 0-16,0 4 6 16,1 5 0-16,-1 7 20 15,0 3 38-15,1 5-26 16,1 0-25-16,1 6-13 15,2 4 7-15,1 1 3 16,2 1-9-16,4-2-1 16,-1-1-1-16,3-4 0 15,-1-3 0-15,-1-2-18 0,-1-2-14 16,-3-8-15-16,-3-5 15 16,-4-6 16-16,-1-9 16 15,-10-14 1-15,-9-13 16 16,-1 5 9-16,4 10 31 15,5 16 33-15,6 13-22 0,1 3 11 16,-1 2-38 0,3 1-26-16,1 7-7 15,1 0-7-15,0 10-11 0,5 9 5 16,5 6 6-16,1 4 24 16,4 5 13-16,0 2-12 15,0-2-19 1,-1-4-6-16,-1-3-26 15,-1-6-111-15,-2-5-67 0,-3-7-134 16,-2-5-417-16</inkml:trace>
  <inkml:trace contextRef="#ctx0" brushRef="#br0" timeOffset="35388.51">6053 2931 1250 0,'0'0'292'16,"0"0"-169"-16,0 0-89 0,0 0-21 15,49-14-10-15,-25 6-3 16,15-8-26-16,-6 2-181 16,-6 3-337-16</inkml:trace>
  <inkml:trace contextRef="#ctx0" brushRef="#br0" timeOffset="35770.12">6278 2815 986 0,'0'0'230'0,"0"0"-134"15,0 0-40-15,0 0-5 0,0 0 17 16,0 0-30-1,0 0-16-15,22 27-9 0,-17-27 13 16,1 0 14 0,-2-1-8-16,1-7-8 0,-3-2 0 15,0 0 11 1,-2-2 14-16,0 0 17 16,0 2 19-16,0 1 13 15,-4 2 21-15,-1 3 0 0,0 3-20 16,-1 1-56-16,0 5 7 0,-1 7-29 15,0 4-2 1,1 3 13-16,2 2-13 16,4 1-4-16,0-2-15 15,0 1-6-15,7-3-3 16,4-2 3-16,2-3-7 16,3-5-64-16,11-8-79 15,-2-1-121-15,-4-9-507 0</inkml:trace>
  <inkml:trace contextRef="#ctx0" brushRef="#br0" timeOffset="36952.41">6419 2754 895 0,'0'0'318'0,"0"0"-38"16,0 0-120-1,0 0-24-15,0 0-64 0,0 0-28 16,0 0-9 0,20-8-10-16,-12 8-8 0,1 8 7 15,1 3 6 1,-2 4 17-16,-1 2 5 0,-2 1-27 16,-1 0 1-16,-2 0-20 15,-2-2-6-15,0-1-14 16,0-2 13-16,-4-4 2 15,0-2 0-15,3-4 6 16,-1-3 8-16,2 0-15 16,0-4-3-16,0-7-49 15,0-2-4-15,0-4 24 16,5-2 13-16,1-2 8 0,1 1 3 16,0-1 8-1,-1 0-1-15,-1 0 1 0,-1 2 1 16,-2 1-1-16,0 4 13 15,-2 1-12-15,0 4 23 16,0 1 24-16,0 5 20 16,-2 1 10-16,0 2-20 15,0 0-55-15,-1 4 9 16,-1 6 7-16,2 6-3 16,0 2-5-16,1 3-10 15,1-1 9-15,0-1-10 16,8-2 0-16,0-4 2 15,4-2-2-15,2-5 1 16,-1-3 9-16,2-3-4 0,-2-3-6 16,0-9-23-1,-3-3-62-15,-2-8-6 0,-3-9 27 16,-4-8 8-16,-1 1 36 16,-1 3 13-16,-5 6 7 15,-2 9 1-15,0 0 24 16,0 0 45-16,0 7 5 15,3 6 33-15,1 3-36 16,2 3-43-16,1 2-18 16,1 0-11-16,0 3-5 15,0 11 0-15,1 5 5 0,5 5 30 16,2 4 8 0,1 2 1-16,0 0-6 15,3-1-6-15,-2-2-22 16,0-3-5-16,-1-5-11 0,-1-4-41 15,-3-6-83-15,-2-6-134 16,-2-3-214-16,-1 0-218 0</inkml:trace>
  <inkml:trace contextRef="#ctx0" brushRef="#br0" timeOffset="37120.12">6498 2683 1110 0,'0'0'260'0,"0"0"-79"16,0 0-112-16,0 0-54 15,55-42-15-15,-7 13-70 16,-6 3-155-16,-5 1-925 0</inkml:trace>
  <inkml:trace contextRef="#ctx0" brushRef="#br0" timeOffset="37860.22">6825 2523 26 0,'0'0'44'0,"0"0"-28"0,0 0-16 0,0 0-9 16,0 0-64-16</inkml:trace>
  <inkml:trace contextRef="#ctx0" brushRef="#br0" timeOffset="39420.3">6748 2515 852 0,'0'0'266'0,"0"0"41"0,0 0-17 0,0 0-56 15,0 0-29-15,0 0-73 0,0 0-57 16,-4-7-42 0,4 17-24-16,0 5 38 0,6 3 13 15,0 3-17-15,-1 1-18 16,3-2-16-16,-1-3-9 16,-1-4-1-16,0-3-8 15,-1-4-4-15,-2-5-36 16,0-1 1-16,0-5 22 15,1-10-7-15,0-4-23 16,1-4 16-16,-1-4 31 16,-1 3 9-16,0 0 1 15,0 3 10-15,-1 6 2 0,0 3 8 16,-1 6 2-16,0 3 7 16,1 3-12-16,1 0-11 15,1 4 4-15,3 4 24 16,2 4-5-16,1 2-8 15,1 0-11-15,0-2-10 16,3-1-1-16,-1-5-5 16,1-1 5-16,3-5-2 15,-1-2-11-15,2-8-27 16,-2-6-51-16,-1-5-36 16,-2-4-65-16,-3-2 88 0,-3 0 34 15,-2 0 51 1,-1 3 19-16,-2 5 0 0,0 4 14 15,-2 5 23 1,0 3 36-16,0 3 2 0,0 3 40 16,0 1-38-16,0 0-30 15,0 0-47-15,-5 8 2 16,-1 2 26-16,-1 4 6 0,-1 1-8 16,1 2-8-1,2-3-6-15,2 2-3 0,1-3-9 16,2-3-7-1,0-2-10-15,3-2-6 0,2-4-1 16,4-2-32 0,1 0-30-16,0-6-31 0,-1-3 7 15,-3-2 34-15,-2-1 35 16,-2 1 35-16,-2-1 6 16,0 2 14-16,0 3 29 15,-1 1 33-15,-2 2 19 16,1 2 9-16,0 2-16 15,1 0-6-15,0 0-35 16,0 0-47-16,0 6 1 16,0 2 16-16,0 6 3 15,1 1-11-15,0 0 1 16,2-1-10-16,2-1 0 16,3-3 0-16,-1-2 0 0,0-4-12 15,1-4-6 1,0-3-10-16,0-9-3 15,-1-6-42-15,-4-12 14 0,-2-14 46 16,-6-20 11 0,-6-13 1-16,-3-3 1 0,2 15 12 15,6 24-1-15,2 19-8 16,0 12-3-16,0 3-24 16,2 2 5-16,0 3 13 15,0 2-2-15,2 7-43 16,0 9 23-16,1 14 28 0,2 11 38 15,7-1 27 1,1-2-22-16,4-6-10 0,1-10-20 16,4-1-13-16,2-1-1 15,-2-8-55-15,-3-7-54 16,-3-5-10-16,-4 0 44 0,-3-9 49 16,-3-2 23-1,0 1 4-15,-3 3 34 0,0 2 49 16,0 4 52-1,0 1-55-15,0 6-64 0,0 7-2 16,1 4 26 0,2 2-22-16,-1 1-7 15,2-2-10-15,-1-2-1 16,1-4-12-16,-1-4-53 16,0-5-117-16,-1-8-77 15,1-8-108-15,-1-3-569 0</inkml:trace>
  <inkml:trace contextRef="#ctx0" brushRef="#br0" timeOffset="39520.37">7206 2054 313 0,'0'0'72'0,"0"0"-53"0,0 0 1 0,0 0-14 16,13 39-6-16,-3-25-53 15,1-2-162-15</inkml:trace>
  <inkml:trace contextRef="#ctx0" brushRef="#br0" timeOffset="40350.28">7274 2152 83 0,'0'0'227'0,"0"0"15"16,0 0-50-16,0 0-10 15,0 0-18-15,0 0-24 16,0 0-53-16,10 38-13 0,-5-30-20 16,-2 2 4-1,2-1-3-15,-1 4-8 16,-2-1-20-16,1 1-3 0,-1 1-11 15,-2 0-12-15,0-2-1 16,0-2 19-16,0-1-6 16,-3-5-7-16,1-1 7 15,1-3 2-15,1 0-15 16,0-7-12-16,0-4 1 16,3-5 6-16,6 1-8 15,2-5 6-15,2 2 5 0,0-1 2 16,0 0-1-1,-3 1 1-15,-1 2 1 0,-3 2 10 16,-4 3 7 0,1 2 30-16,-3 3 9 0,0 2 25 15,0 4 3 1,0 0-31-16,0 0-53 16,-3 5 24-16,1 3-11 15,0 3-8-15,2 1-6 0,0 2-7 16,1-2-3-16,8-2-19 0,3-3-3 15,4-4-40 1,3-3-82-16,1-1-69 0,-2-8-88 16,-1-7-34-1,-4 1-31-15,-4-3 192 16,-3 0 184-16,-3-1 238 16,-2 3 88-16,-1 1 2 0,0 4-26 15,-5 3-54-15,-2 4-5 16,0 2-91-16,-3 2-61 15,1 2-12-15,-1 8-45 16,3 5-11-16,0 3-3 16,3 4-1-16,3 0-1 15,1 1-11-15,5-4-7 16,5-4 16-16,3-6-4 16,1-4-11-16,0-5-1 0,1-2-8 15,-4-10-19 1,-1-8 13-16,-3-11 13 15,-6-15 1-15,-1-17 0 16,-7-9 2-16,-4 2-2 0,1 15-23 16,1 18-65-1,3 16-24-15,1 6 28 0,0 4 26 16,0 1 35 0,0 2 13-16,2 7 10 0,1 1 0 15,1 9-1-15,1 13-8 16,0 18 9-16,5 17 53 15,8 5 31-15,5 4 3 16,4-2 27-16,3-3-49 16,2-4-33-16,-4-2 15 0,-6-19-47 15,-11-9-539-15</inkml:trace>
  <inkml:trace contextRef="#ctx0" brushRef="#br0" timeOffset="41720.31">6096 3583 1371 0,'0'0'358'0,"0"0"-96"0,0 0-50 0,0 0-100 15,0 0-57-15,13-60-21 16,-11 33-16-16,-1-4-11 16,-1-3 2-16,0 2 0 15,0 1-9-15,-3 6 9 16,0 5-3-16,0 8 0 0,2 7 8 15,-1 3 5 1,1 2-19-16,-2 6-20 0,3 6 20 16,-1 5 8-16,1 2-7 15,0 1 0-15,1-2-1 16,5-2-12-16,4-5 5 16,2-2-4-16,1-2-12 15,1-3-6-15,0 0 4 16,-4-4 6-16,-2 1 1 15,-3 0 17-15,-3-1-5 16,-2 2 6-16,0 1-2 16,0 2 2-16,0 4 9 15,0 0 10-15,0 3-4 0,0-1-4 16,2-1-4 0,1-1-5-16,1-2-1 0,2-2-1 15,2-4 0 1,4-1-1-16,1-5-39 0,3-9 3 15,-1-4-105-15,-2-3-22 16,-2-4-53-16,-6-2 26 16,-4 1 90-16,-1 2 101 15,0 3 44-15,-1 4 122 16,-2 4 21-16,0 5 5 16,1 2-40-16,1 5-26 15,0 0-46-15,1 1-52 16,0 2-20-16,2 9-7 15,4 3 20-15,1 2 0 16,1 2 8-16,1-1-12 16,-1-1-11-16,1-3-6 15,-2-3-1-15,-1-2-6 0,-2-5-20 16,-1-3-31-16,-3 0 13 16,1-6 13-16,-1-7-39 15,0-2-15-15,0-2 50 16,0-2 25-16,0 0 10 15,1 3 1-15,0-1 0 16,2 4 1-16,-1 3 8 16,0 2 6-16,1 3-1 15,0 0 1-15,0 5-13 0,0 0-1 16,1 0 6 0,-1 5 5-16,1 3 1 0,2 1-2 15,-2 2 3-15,2-1-5 16,-2-1-7-1,-1 0-1-15,2-3-1 0,-2-1 1 16,1-3 0 0,-2 1-1-16,1-3 1 0,-2 0 0 15,1 0 0-15,-1 0 0 16,0 0 5-16,0 0-6 16,-1 0 1-16,2-3 0 0,-1 0 0 15,0-1-1 1,1 1-11-16,-1-1-17 0,2 0-36 15,0 0-39 1,1 1-38-16,-1-1-57 0,2-1-80 16,-1 0-51-1,-1 0-62-15,-2 2-156 0</inkml:trace>
  <inkml:trace contextRef="#ctx0" brushRef="#br0" timeOffset="42022.09">6459 3295 297 0,'0'0'294'0,"0"0"-37"0,0 0 1 16,0 0-51 0,0 0-26-16,0 0-41 0,0 0-28 15,-8-45-23 1,12 36-11-16,1 0-6 0,1 1 11 16,0 0-8-16,-1 3-14 15,1 0-24 1,1 3-8-16,-1 1-5 0,1 1-8 15,1 0-1 1,-1 6-2-16,1 4 8 0,-1 1 1 16,-1 1-4-1,0 1-9-15,0-1-9 0,-2-1-7 16,-1-3-12-16,-1-1-90 16,-1-5-164-16,0-2-290 15,-1 0-469-15</inkml:trace>
  <inkml:trace contextRef="#ctx0" brushRef="#br0" timeOffset="42671.03">6539 3060 1558 0,'0'0'257'15,"0"0"33"-15,0 0-202 0,0 0-66 16,0 0 4-1,0 0 24-15,27 43-3 0,-12-23-13 16,-1 0-10-16,0 0-14 16,1-1-9-16,-4-4-1 15,-1-3-2-15,-3-4-17 16,-2-4-42-16,-2-4-14 16,-1-1 45-16,0-9 14 15,0-4 7-15,1-3 5 16,-1 2 4-16,2 0 0 15,1 2 1-15,0 4 0 0,1 0 5 16,0 4-6 0,1 1 0-16,-1 4 1 0,-1 0-1 15,0 0-2-15,-1 4-7 16,-3 5 1-16,-1 2 5 16,0 2 3-16,0-1 35 15,-4 2-5-15,-2-1-13 16,3-1-6-16,0-4-10 15,1-2 0-15,2-2-1 16,0-4-12-16,0 0 0 16,3-4-9-16,5-7 5 15,5-3 0-15,2-5 0 16,-1-2-46-16,-2-1-24 16,-4-2 19-16,-2 1 29 15,-4 0 25-15,-1 3 13 0,-1 2 13 16,0 5 41-1,0 4 21-15,-2 5 44 0,-1 3-29 16,1 1-19 0,-1 0-54-16,1 7 5 0,0 3-13 15,0 6 1-15,0 0-8 16,2 0 6-16,0 0-6 16,2-2-2-16,4-3-13 15,4-3 13-15,0-3-54 16,2-5-110-16,6-5-47 0,-3-5-194 15,-3-3-574-15</inkml:trace>
  <inkml:trace contextRef="#ctx0" brushRef="#br0" timeOffset="43450.15">6925 2963 180 0,'0'0'214'0,"0"0"15"15,0 0-43-15,0 0-22 0,0 0-2 16,0 0-10 0,0 0-4-16,-10-5 22 0,8 5-6 15,0 0-49 1,0 0-17-16,-1 0-28 0,-1 0 11 16,1 3-44-1,0 4-15-15,-1 2-12 0,2 3 8 16,2-2-18-16,0 2-5 15,0-1 5-15,0-2 3 16,5 0-3-16,-1-5-10 16,2 0 0-16,0-4-71 15,0 0 22-15,0-4 32 0,-1-7-3 16,-1-1-10 0,-1-5-4-16,-3-2 21 15,0-2 23-15,-1-5 0 16,-7-7 7-16,-4-10 14 15,0 2 20-15,1 5 9 16,3 8 29-16,2 11 49 0,1 3-17 16,0 3-12-16,3 5-14 15,2 6-38-15,0 6-46 0,0 9-1 16,3 7 0 0,6 6 11-16,2 2-10 15,2-1 1-15,3-1-2 16,2-3-9-16,-1-2 0 0,2-6-34 15,-2-7-88 1,0-4-125-16,-1-8-22 0,-3-9-203 16,-4 0-83-16</inkml:trace>
  <inkml:trace contextRef="#ctx0" brushRef="#br0" timeOffset="43852.22">7051 2836 381 0,'0'0'357'0,"0"0"-3"15,0 0-110-15,0 0 25 16,0 0-72-16,0 0-12 15,0 0-56-15,-30-28-73 16,26 34-5-16,0 4-31 16,1 4-4-16,1 1-15 15,2 1 16-15,0 0-9 16,0 0-8-16,3-2-7 16,3-2-2-16,-1-4 9 0,3-4-37 15,-1-4-64 1,-2 0 32-16,1-7 15 0,-2-5-7 15,-2-5-13-15,-2-3 54 16,0-4 20-16,-10-8 9 16,-3-13 33-1,-1 1 14-15,0 5 20 0,4 5 18 16,2 12 42-16,1 4-9 16,1 2 10-16,2 7-48 15,2 6-50-15,2 3-27 0,0 3-12 16,2 11-33-1,6 7 33-15,5 6 12 0,3 5-10 16,3 0-2 0,0-2-6-16,0-2-14 0,1 1-139 15,-5-7-213 1,-6-7-678-16</inkml:trace>
  <inkml:trace contextRef="#ctx0" brushRef="#br0" timeOffset="44040.42">7203 2758 2352 0,'0'0'571'0,"0"0"-444"0,0 0-65 16,0 0-22 0,0 0-17-16,0 0-10 15,0 0-7-15,0 0-6 0,0 1-14 16,-3 4-131-16,-3-1-692 15</inkml:trace>
  <inkml:trace contextRef="#ctx0" brushRef="#br0" timeOffset="50450.18">12746 2439 231 0,'0'0'226'0,"0"0"-80"16,0 0 37-16,0 0 4 15,0 0-25-15,0 0-9 16,5-17-1-16,-5 14 1 16,0-1 16-16,0 1-12 15,0 0-11-15,0-1-31 16,-3 3-60-16,-3 0-39 0,-3 1-11 15,-2 0-5-15,-6 7 0 16,-2 5 0-16,0 2 6 16,1 1-5-16,3 2 11 15,2 0 3-15,5-1 0 16,2 0-8-16,3 0 5 16,3 1-11-16,0 0 15 15,0 1 2-15,6 1-9 0,2 0-8 16,1 1 0-1,2 0 6-15,0 0-7 0,-1-1 1 16,-1 0-1 0,-2-1 0-16,-2-2 1 0,-3 0-1 15,-2-3 1-15,0-1 0 16,-7-1 1-16,-3-1-1 16,-3-3 7-16,-1 0-8 15,-2-2 1-15,0-2-1 16,2-3 0-16,2 0 0 15,3 0 0-15,2 0 1 16,4-3 0-16,2 0 6 16,1-1-7-16,0 2 1 0,0-1-1 15,7 2-1 1,2 1 0-16,-1 0-1 16,2 3 1-16,-1 7 0 15,-1 2 1-15,-1 5 0 16,-2 2 12-16,-1 4 4 15,0 3 30-15,-1 1 15 0,-1 3 2 16,-1 0 14-16,0 1-5 16,-1-1-16-16,0-1-2 15,0-1 0-15,0-2-24 16,0 0-6-16,0-1 6 16,-2-3-8-16,2 1 1 15,-1-4-6-15,1-1-5 16,-1-2 6-16,1-2-4 15,0-2-2-15,0-2-5 16,0-1-6-16,0-1 0 16,0 0 1-16,0-1 10 15,0 0-11-15,0 0 0 0,2-1 8 16,1 0-7-16,0-1-1 16,1-1 7-16,3-2-7 15,1 1 8-15,3-2 0 16,3-1 3-16,2 0 2 15,0 0-2-15,1 0-6 16,-1 0-5-16,1 0 5 16,-3-1-5-16,0-1-1 15,-2 0 0-15,-2 1 1 16,-1-1-1-16,-2 1 0 0,-2 0 1 16,-3 1-1-16,1-1 1 15,-2 0-1 1,-1 1-1-16,1 0-28 0,-1 0-41 15,0 0-66 1,-3-1-126-16,-3 0-233 0,-3-2-382 0</inkml:trace>
  <inkml:trace contextRef="#ctx0" brushRef="#br0" timeOffset="50670.2">12829 3425 1905 0,'0'0'363'0,"0"0"-177"0,0 0-22 15,0 0 4 1,0 0-35-16,0 0-88 0,0 0-45 16,-2 0-10-16,-11 1-226 15,0-1-380-15,-2 0-919 0</inkml:trace>
  <inkml:trace contextRef="#ctx0" brushRef="#br0" timeOffset="56388.59">5173 4705 334 0,'0'0'223'0,"0"0"-13"16,0 0 0 0,0 0-38-16,0 0-16 15,-2 0-8-15,2 0-9 0,0 0-20 16,0 0-20-16,0 0-15 15,0 0-23-15,0 0-28 16,0 0-13-16,0 0-11 16,4 0 1-16,3 0-4 15,4 0-5-15,3 0 12 0,3 2 10 16,2 0-10 0,0 1 3-16,4-1-4 15,0 0 2-15,1-2 7 16,0 2 1-16,-1-1-13 15,0-1-2-15,-3 0-1 16,1 0 5-16,-2 0-4 0,0 0-5 16,-1 0 9-1,1-3 6-15,0 1-7 0,-2 0-9 16,0-1 5 0,0 1-5-16,-2 1 0 0,-1-1 0 15,-1 0-1-15,-2 1 1 0,-2 1 0 16,0 0 0-1,-2-3-1-15,-3 3 1 16,1 0 0-16,-2 0-1 16,-1 0 0-16,0 0-1 0,-1 0-5 15,-1 0-7 1,0 0-20-16,-5 0-147 16,-2 5-152-16,-2-1-314 0</inkml:trace>
  <inkml:trace contextRef="#ctx0" brushRef="#br0" timeOffset="56922.18">5435 4813 634 0,'0'0'247'0,"0"0"-18"0,0 0-29 0,0 0-17 15,0 0-46-15,0 0-10 16,0 0 15-16,0 0-5 0,4 0-22 15,2 0-56 1,1 0-37-16,1 0-6 16,2 0-1-16,0-1-1 15,2 0-1-15,1 0-4 0,0 0-3 16,0 1 1-16,0-1 2 16,-1 1-3-16,-2 0 1 15,2 0 4-15,-2 0-4 16,-3 0 3-1,2 0 1-15,-2 0-2 0,-1 0 0 16,0 0-8-16,-1 0 9 16,0 0-10-16,-1 0 2 15,-1 0-1-15,0 0 0 0,-2 0-1 16,1 0 0 0,-2 0 0-16,0 0 0 15,0-1-7-15,0 1-8 16,-3-1-27-16,-6-1-215 0,0 1-455 0</inkml:trace>
  <inkml:trace contextRef="#ctx0" brushRef="#br0" timeOffset="57125.17">5621 4843 814 0,'0'0'484'0,"0"0"-201"0,0 0-49 15,0 0-39-15,0 0-80 16,0 0-76-16,0 0-39 16,-16 7-121-16,-1-2-722 0</inkml:trace>
  <inkml:trace contextRef="#ctx0" brushRef="#br0" timeOffset="63900.05">5789 4617 918 0,'0'0'317'0,"0"0"-47"15,0 0 5-15,0 0-22 0,0 0-67 16,-4-14-46-16,4 14-58 16,0 0-46-16,0 0-23 15,0 0-7-15,0 10-4 16,0 6-2-16,4 6 19 15,2 3 38-15,-2 4-11 0,2-2-27 16,-2-1-5 0,2 0-2-16,0-4-5 15,-2-2-6-15,0-3-1 0,0-2-2 16,-2-4-7 0,-2-4-55-16,0 1-79 15,-3-5-66-15,-4-1-109 16,-1-2-273-16</inkml:trace>
  <inkml:trace contextRef="#ctx0" brushRef="#br0" timeOffset="64138.07">5729 4851 845 0,'0'0'610'16,"0"0"-363"-16,0 0-96 15,0 0-18-15,0 0 52 0,0 0-27 16,0 0-27-1,46 33-29-15,-31-24-24 0,1 2-8 16,1-2-28 0,-1-2-27-16,-1 1-14 15,-3-3 1-15,0-1-2 0,-3-3-24 0,-2-1-112 16,0-2-87 0,-2-5-160-16,-3-3-427 15</inkml:trace>
  <inkml:trace contextRef="#ctx0" brushRef="#br0" timeOffset="64330.1">5905 4810 1313 0,'0'0'487'0,"0"0"-257"16,0 0-89-16,0 0-29 0,0 0 4 15,-6 41 10 1,4-22-42-16,-1 2-47 15,1 1-25-15,-2 0-11 0,0-1-1 16,-5 8-35-16,0-4-235 16,-2-4-641-16</inkml:trace>
  <inkml:trace contextRef="#ctx0" brushRef="#br0" timeOffset="74520.14">6917 4599 611 0,'0'0'199'15,"0"0"-1"-15,0 0-38 16,0 0-26-16,0 0-27 16,0 0 0-16,0-4-6 15,-2 4 5-15,-1 0-5 16,0-2-10-16,-1 0-25 15,-2 2-12-15,1 0-9 16,0 0 7-16,-1 0-2 16,-1 0-13-16,0 0-19 15,0 0-4-15,1 0 1 16,-1 4-4-16,2-2-1 16,0 2-9-16,1 1 8 15,-1-1-3-15,2 3 2 0,0 0-7 16,1-1 6-1,-1 3-1-15,2 0-5 0,0 1 5 16,0-3-5 0,1 1 8-16,0 0-8 0,0-1 7 15,0-1 0 1,1 1 0-16,1-3-1 0,1 0 7 16,1 1 3-16,0-1 10 15,1-1 15-15,0 0 2 16,1-2-10-16,2 1-11 15,0-1-4-15,-1-1-2 16,0 0-7-16,1 0-4 16,-3 0-6-16,0 0 1 15,-2 0-1-15,-1 0-1 16,-1 0 1-16,0 0-48 16,2 0-75-16,-1 0-117 15,0 0-422-15</inkml:trace>
  <inkml:trace contextRef="#ctx0" brushRef="#br0" timeOffset="75500.19">7890 4641 541 0,'0'0'283'0,"0"0"-15"0,0 0-58 16,0 0-12-16,0 0-35 16,0 0-41-1,0 0-27-15,-23-2-21 0,16 2-9 16,0 1 10-1,0 4-11-15,-2 1-2 0,1 3-25 16,-1 2-1-16,2 1 2 16,-1 0 19-1,3 0-13-15,2 2-13 0,0-2-2 16,3-1-1-16,0-1 0 16,0-1 6-16,6-1 2 15,1-1-3-15,3-3 1 16,1-1 3-16,2-1-13 0,1-2-9 15,1 0-3 1,0 0-3-16,-2-2-9 0,-2-2 1 16,-4 2-1-1,-4 1-11-15,-3 1-74 0,-7 0-118 16,-7 0-323-16,-1 0-802 0</inkml:trace>
  <inkml:trace contextRef="#ctx0" brushRef="#br0" timeOffset="76652.09">8956 4643 42 0,'0'0'944'16,"0"0"-717"-16,0 0-49 0,0 0-31 16,0 0-13-1,0 0-25-15,0 0-12 0,-27 0 7 16,19 5-12-16,2 2-15 0,-2 3-17 16,1 1-10-1,2 2-5-15,1 0-8 16,3 1-2-16,1-2-4 15,0 0-5-15,0-1-9 16,4-2 4-16,3-2 4 16,2 1-8-16,-1-4-5 15,1-1-5-15,1-1-5 16,-1-2-1-16,0 0-1 16,0 0-18-16,6-6-139 0,-5-2-219 15,3-1-789-15</inkml:trace>
  <inkml:trace contextRef="#ctx0" brushRef="#br0" timeOffset="77504.55">9969 4626 564 0,'0'0'243'0,"0"0"-13"0,0 0-54 0,0 0 10 16,0 0-3-16,0 0-36 15,0 0-8-15,-6-1-29 16,-1 1-34-16,-2 0-1 16,-1 5 0-16,-3 5-13 15,3 0-4-15,-2 4-6 16,2-1 12-16,2 1-11 16,1 0-8-16,3-1-8 15,2-1-10-15,1-2-8 16,1-1-6-16,0-3-1 0,5 1 0 15,1-2-1-15,2 0 4 16,3-2 1-16,1 0-6 16,2-3-4-16,1 0-6 15,2 0-5 1,-3-3-99-16,-2-1-104 0,-5 0-273 0,-2 3-731 16</inkml:trace>
  <inkml:trace contextRef="#ctx0" brushRef="#br0" timeOffset="78838.36">11131 4709 414 0,'0'0'208'0,"0"0"-39"15,0 0-8-15,0 0-13 0,0 0-21 16,0 0-11 0,0 0 25-16,-12-8-23 0,10 8-12 15,-1 0-15-15,-1-3-18 16,-1 3-12-16,-1 0 13 16,0 0-6-16,-4 4-6 15,0 3-12-15,-1 3-11 16,-1 3-2-16,1 1 13 15,2 1-4-15,2-1-6 16,2 1-10-16,4-2-7 0,1-3 1 16,0 1-9-1,3-1 0-15,3-1 1 0,4-1 4 16,1-1-9-16,3-2-9 16,1-4 8-16,2 1-4 15,1-2-4-15,0 0-1 16,-2-2 6-1,-2-1-6-15,-2 0-1 0,-4 0-6 16,-4 0-55 0,-4 2-65-16,-4 1-147 0,-7 0-422 0</inkml:trace>
  <inkml:trace contextRef="#ctx0" brushRef="#br0" timeOffset="83204.49">6615 4154 349 0,'0'0'168'0,"0"0"54"16,0 0-23-16,0 0-21 15,0 0-37-15,0 0-4 16,0 0 4 0,-9-5-17-16,8 5-12 0,0 0-31 15,-1 2-28 1,0 7-30-16,-2 4-5 0,1 6 2 16,2 1 29-16,0 3-4 15,1 0-6-15,0 0-15 16,0-1-8-16,0-1-7 15,3-2-8-15,-1-1 0 16,0-2-1-16,0-2-1 16,-1-4 1-16,-1-4 0 15,1-2-2-15,-1-2 1 0,1-2-7 16,-1 0 7 0,0 0 1-16,0-7-2 0,0-3-12 15,0-4 8-15,1-1 6 16,2-1 0-16,1 1 0 15,1 1 1-15,0 4 0 16,2 0 0-16,0 3 0 16,1 2 6-16,-1 2-6 15,1 3 1-15,-1 0-1 16,0 1 1-16,1 8-1 16,-1 3 5-16,-2 1-5 15,0 1-1-15,0 2 1 16,-2-3-1-16,1 0 0 15,-2-1 0-15,1-2-55 16,0-2-230-16,-2-4-485 0</inkml:trace>
  <inkml:trace contextRef="#ctx0" brushRef="#br0" timeOffset="84004.25">6814 4263 667 0,'0'0'231'0,"0"0"-39"0,0 0-33 0,0 0-35 16,0 0-7-16,0 0-11 15,0 0-23-15,-13-2-17 0,9 2 0 16,0 0-16-16,-2 4-12 16,-2 2 0-16,3 1-4 15,0 0-1-15,0 2-5 16,1 0-5-16,2 1 7 15,1-1-5-15,0-1-8 16,1 1-3-16,0 0 5 16,0-1-1-16,2-1-5 15,3 0 2-15,0-1 1 0,0-1 6 16,1-2-3-16,-1 0 3 16,2-1-1-1,-1 0 0-15,0-2-3 0,0 0 1 16,0 0-6-16,-1 0-2 15,0-2-1-15,0-1 0 16,0-2-4 0,-1 0-4-16,0-1 7 0,-1-1-3 15,0-1-5-15,-2 2 5 0,2-1-4 16,-2-1 5 0,0 1-7-16,-1 1 1 15,0-1 0-15,0 1 0 16,0 1 0-16,0-1-1 0,0 1 1 15,0 1-1 1,-2 0 0-16,-2 1 0 0,1 0-1 16,-3 2-19-1,-7 1-69-15,2 4-183 0,-2 2-405 0</inkml:trace>
  <inkml:trace contextRef="#ctx0" brushRef="#br0" timeOffset="95800.1">10846 4428 469 0,'0'0'212'0,"0"0"-42"16,0 0-4-1,0 0-22-15,0 0-26 0,0 0-7 16,0 0-14-1,0 0-10-15,0 0-4 16,0 0-4-16,3 0 0 0,3 0 0 16,1 0-4-16,2 0 3 15,1 3-14-15,2-2-7 16,2 1 2-16,0 1-5 16,0-2-7-16,2 0-10 15,-1 0 3-15,0-1-7 16,1 0-7-16,-2 0 0 15,0 0-9-15,-2 0-2 16,1 0-6-16,0 0-3 0,-2 0 2 16,-2 0-7-16,1 0 0 15,-3 0 0-15,0 0 0 16,-3-1 0-16,-1 0 1 16,0 1-1-16,-1 0-1 15,0 0-13-15,-2-1-62 16,0 0-70-16,0-1-163 15,-4 1-399-15</inkml:trace>
  <inkml:trace contextRef="#ctx0" brushRef="#br0" timeOffset="96600.38">11059 4303 503 0,'0'0'236'0,"0"0"-17"16,0 0-15-1,0 0-30-15,0 0-9 16,0 0-38-16,0 0-32 0,-6-1-28 15,6 1-29 1,0 1-10-16,0 5 58 0,0 2 11 16,0 1-24-16,2 1-6 15,3 2 6-15,2 1-15 16,1-1-5-16,0 1-10 16,2-1-1-16,0 1-9 15,1-3-5-15,-1 0-7 0,1-2-9 16,-2-1-1-1,1-1-2-15,-1-2-3 0,-2-1-4 16,-1 0-1 0,-1-2 0-16,-2 0 5 0,-1-1-5 15,-1 0-1-15,0 0 2 0,-1 0-1 16,0 0 7 0,0 0-8-16,0 0 2 15,0 0-1-15,0 1 0 16,-2 2 0-16,-4 2-1 0,-3 4 1 15,-3 0-1 1,0 3 1-16,1 2 0 16,0 0 0-16,2-2 5 15,0 0 0-15,2-1 1 16,2 0-1-16,1-1 6 16,0-2 0-16,0 0 3 15,3-2-2-15,-1 1 2 0,2-3-8 16,-2-2-1-1,2 1-4-15,0-2-1 0,0-1 0 16,0 0 0-16,0 0 0 16,0 0-1-16,0-8-32 15,0-3-192-15,0-1-419 0</inkml:trace>
  <inkml:trace contextRef="#ctx0" brushRef="#br0" timeOffset="101334.18">11543 4904 892 0,'0'0'292'0,"0"0"-63"15,0 0-65-15,0 0-56 16,0 0-24-16,0 0 41 16,0 46 49-16,0-5-40 15,0-1-21-15,2-3 21 16,1-4-49-16,0-9-13 16,0 2-23-16,0 3-25 15,-1-3-11-15,0-5-12 16,-2-3 0-16,1-4-1 15,-1-4 0-15,0-6-97 0,0-4-59 16,0-12-93 0,0-4-440-16,0-4-711 0</inkml:trace>
  <inkml:trace contextRef="#ctx0" brushRef="#br0" timeOffset="101820.22">11542 4904 1051 0,'0'0'198'0,"0"0"-60"0,0 0-31 0,0 0 18 16,0 0-39 0,0 0-48-16,-41 24-14 15,36-18-13-15,2-2-5 16,0 0-4-16,3-3 0 15,0 0-2-15,0-1 1 16,0 0 5-16,5-1 8 0,3-6 1 16,2-1-2-1,1-1 0-15,1 1 33 0,1 1 17 16,0 2-21 0,-1 3-8-16,2 2-6 15,-2 0-9-15,3 8-9 0,-4 3-8 16,1 3-1-16,-2 3-1 15,-3 1-1-15,-4 6-112 16,0-4-268-16,-2-5-1086 0</inkml:trace>
  <inkml:trace contextRef="#ctx0" brushRef="#br0" timeOffset="105671.8">10895 4959 340 0,'0'0'195'0,"0"0"-32"15,0 0-68-15,0 0-10 16,0 0 19-16,0 0-8 15,5 5-11-15,-2-3-8 16,0 1 4-16,0-2-11 16,2 2-4-16,-1 0 8 15,-2-1-20-15,1 0-9 16,2-1 1-16,-2 1-6 16,1-2-15-16,1 0-3 15,0 1 4-15,0-1-2 16,2 0-4-16,0 0-2 0,0 0-1 15,2-4 0-15,-1 0 0 16,3-3 2-16,-1 1 21 16,2 0-9-16,-2-1 1 15,-1-1-3-15,0 1 3 16,-2-1-4-16,0-1-9 16,0 1-4-16,-2-1 1 15,0 0 2-15,2 1-6 0,-2-2-5 16,-1 2-1-1,0-2-5-15,-1 2 1 0,0 0 5 16,-1-2-7 0,0 3 0-16,0 1 0 0,0 0 0 15,0 1 1 1,-1 2-2-16,-1 1 1 0,1 0 0 16,-1 1-16-16,0 1-21 0,1 0-46 15,-1 0-59 1,0-1-79-16,0 1-91 15,0-1-292-15</inkml:trace>
  <inkml:trace contextRef="#ctx0" brushRef="#br0" timeOffset="106070.05">11009 4770 880 0,'0'0'311'0,"0"0"-118"0,0 0-52 16,0 0-29-16,0 0 7 16,0 0-66-16,0 0-30 15,36-12-8-15,-21 9-9 16,2 0 3-16,-1 0 10 15,-1 0 6-15,-2 2-8 16,-1 1-5-16,-3 0-11 0,-4 0 0 16,1 0 0-1,-3 4 0-15,-1 2-1 16,0 14 20-16,-2-8-1 16,0 0 3-16,0 0-2 15,0-1-6-15,0-1-7 16,-1 0-6-16,0-2 0 15,-1 0-1-15,1-3-19 16,-1-1-106-16,-1-1-142 16,0 0-251-16</inkml:trace>
  <inkml:trace contextRef="#ctx0" brushRef="#br0" timeOffset="106250.14">11166 4886 1208 0,'0'0'232'0,"0"0"-105"16,0 0-88-16,0 0-39 16,0 0 0-16,0 0-293 0</inkml:trace>
  <inkml:trace contextRef="#ctx0" brushRef="#br0" timeOffset="122970.31">2078 3857 334 0,'0'0'57'0,"0"0"-41"15,0 0 63-15,0 0-39 16,0 0-22-16,0-2-11 15,0 2 6-15,0 0 23 16,0 0 13-16,-1-1 20 16,1 1-2-16,-1-1 8 15,0 0 26-15,0-3 10 0,0-1-2 16,-1-2 5 0,1-3-6-16,1-3 28 0,-1-2-18 15,-1-3-29 1,1-3-19-16,0-1-30 15,-1-1-23-15,-1-1-8 16,-1 2-8-16,1 1-1 0,0 6-9 16,0 1-35-1,3 6-115-15,0 0-436 0</inkml:trace>
  <inkml:trace contextRef="#ctx0" brushRef="#br0" timeOffset="123734.22">3152 3976 402 0,'0'0'730'0,"0"0"-537"16,-2-48-23-16,-1 22-32 0,1-2-64 15,1-2-37 1,-1 0-30-16,1 5-7 0,1 6-45 16,0 6-44-1,0 5-55-15,0 3-133 0,0 4-360 0</inkml:trace>
  <inkml:trace contextRef="#ctx0" brushRef="#br0" timeOffset="124020.2">3144 3728 706 0,'0'0'146'0,"0"0"-46"16,0 0 33-16,0 0-42 0,0 0-17 15,-45 40-28-15,36-33-17 16,2-1-16-16,1-2-5 15,2-3-1-15,2-1 64 16,2-1 26-16,0-8-71 16,3-2-10-16,6-2-15 15,1-1 7-15,3 1-8 16,3 2-5-16,6 3-5 16,27 3-83-16,-6 2-115 15,4 3-188-15</inkml:trace>
  <inkml:trace contextRef="#ctx0" brushRef="#br0" timeOffset="124720.25">4332 4069 584 0,'0'0'331'0,"0"0"-48"0,-6-47-54 0,-1 21-27 15,-4-7-50-15,0-1-5 16,2 0-22-16,-1-2-10 0,3 6-32 16,-1-1-33-1,2 3-7-15,2 5-13 0,0 4-12 16,2 7-4-16,0 5 4 16,0 4-4-16,0 3-14 15,-3 0 0-15,-2 9-10 16,-4 5 9-16,-1 5 0 15,-2 4-1-15,0 1-5 16,4-2 5-16,-1-3-14 16,5-3-6-16,-1-7 1 0,5-4 0 15,2-5 12 1,0-2 9-16,0-10-6 16,5-7-27-16,2-4 16 15,3 0 11-15,1 2 6 16,-1 4-1-16,2 5 0 0,-1 7 1 15,2 4-6-15,1 1-1 16,1 8-3-16,9 16-58 16,-2-3-195-16,-2-1-367 0</inkml:trace>
  <inkml:trace contextRef="#ctx0" brushRef="#br0" timeOffset="129900.31">1053 1840 424 0,'0'0'378'0,"0"0"-209"0,0 0-52 0,0 0-5 15,0 0 4 1,0 0 23-16,-5 1-8 0,5-1-22 15,0 0 1 1,0 0-5-16,2 0 16 0,4 0-46 16,6 0-51-1,10 0 22-15,19 2 103 0,19-1-28 16,7-1-33-16,5 0-21 0,-2-6-12 16,-7 0 8-1,4-2-4-15,1-2 0 0,-2 0-6 16,-3-1-11-1,-5-2-12-15,-1 1-9 16,-4 0 5-16,-3 3-1 16,-11 1 3-16,-11 3-11 0,-9 2-8 15,-4 1-9 1,-3 1 0-16,0-1 0 16,-2 2-7-16,-5 0-28 15,-5 0-71-15,-10 5-121 16,-7 2-140-16,-4 3-354 0</inkml:trace>
  <inkml:trace contextRef="#ctx0" brushRef="#br0" timeOffset="130370.02">1191 2028 751 0,'0'0'536'0,"0"0"-393"0,0 0 70 15,0 0-28-15,0 0-14 16,0 0-65-16,63-12 78 16,7 1 34-16,19-4-15 15,14-3-37-15,-2 2-33 16,-11 0-27-16,-6 2-18 0,-10 1-14 16,-11 0-9-1,-11 2-11-15,-15 1-15 0,-8 2-6 16,-9-1-1-16,0 3-4 15,0-2-8-15,0 0-10 16,-1-1-8-16,-6 3-1 16,-5 1-1-16,-5 2 0 15,-3 0-34-15,-6 1-70 16,-30 2-125-16,1 0-374 16,-7 0-727-16</inkml:trace>
  <inkml:trace contextRef="#ctx0" brushRef="#br0" timeOffset="158587.06">15242 4749 1238 0,'0'0'339'0,"0"0"-118"15,0 0-5-15,0 0-36 16,-46 31-58-16,27-14-45 0,-2 2-17 16,0-1-3-1,2 2-7-15,-1-2-8 0,5-2-15 16,-1-1-15-1,3 0-11-15,1-2-1 0,1-2-12 16,2-3-114 0,2-3-110-16,2-1-147 0,2-4-249 0</inkml:trace>
  <inkml:trace contextRef="#ctx0" brushRef="#br0" timeOffset="158937.26">15034 4778 1102 0,'0'0'368'0,"0"0"1"16,0 0-92-1,0 0-125-15,0 0-81 16,0 0-7-16,-14 44 3 0,5-20 7 16,-1 5 15-16,1-1-7 15,1-1-9 1,2-1-1-16,2-1-9 15,2-4-15-15,2-2-9 16,0-3-9-16,6-3-11 0,3-2-1 16,5-4 3-1,3-2 3-15,4-5-3 0,3 0-11 16,3-6-8-16,0-5-2 16,2-1-11-16,-4 2-11 15,-4 0-19-15,-5 3-71 16,-8 3-110-16,-8 4-76 15,-4 0-335-15,-6 0-555 0</inkml:trace>
  <inkml:trace contextRef="#ctx0" brushRef="#br0" timeOffset="183382.42">7562 7597 1303 0,'0'0'355'0,"0"0"-47"0,0 0-92 16,0 0-40 0,0 0-56-16,-1-22-56 0,12 18-40 15,5 0-23-15,5 0-1 16,1 0-2-16,1 3-17 16,1 1-92-16,-6 0-113 15,-5 0-171-15</inkml:trace>
  <inkml:trace contextRef="#ctx0" brushRef="#br0" timeOffset="183553.92">7518 7708 1191 0,'0'0'294'15,"0"0"-195"-15,0 0-65 0,49-25-34 16,-8 5-25-1,-6 3-167-15,-3 1-338 0</inkml:trace>
  <inkml:trace contextRef="#ctx0" brushRef="#br0" timeOffset="183820.3">7670 7461 189 0,'0'0'1165'16,"0"0"-884"-16,0 0-134 0,0 0-61 15,41 9 68 1,-20 1-23-16,0 3-28 0,-2 2 8 16,-3 3-13-16,-2-1-32 15,-6 2-22-15,-4 0 1 16,-4 0-17-16,-1 1-11 15,-10 1-10-15,-4 1-7 16,-12 7-12-16,3-4-167 16,2-4-421-16</inkml:trace>
  <inkml:trace contextRef="#ctx0" brushRef="#br0" timeOffset="186300.27">9604 8366 427 0,'0'0'257'15,"0"0"-21"-15,0 0 5 16,0 0 3-16,0 0-23 16,0 0-32-16,-14-23 34 15,14 22-35-15,0-1-41 16,1 1-28-16,6-1-14 15,7 0-4-15,1-2-17 16,5 0-27-16,3 0-11 0,3-2-13 16,1 2-17-1,0-1-5-15,0 1-11 0,-3 1 0 16,-3 0 0 0,-5 3-6-16,-2 0-17 0,-5 0-71 15,-2 0-95-15,-5 0-74 16,-2 2-131-16,-3 3-128 15,-6 1-386-15</inkml:trace>
  <inkml:trace contextRef="#ctx0" brushRef="#br0" timeOffset="186570.01">9581 8463 1508 0,'0'0'338'0,"0"0"-66"16,0 0-131-16,0 0 31 16,0 0 10-16,50-24-47 15,-27 14-33-15,2 0-47 16,2 2-18-16,-1 1-5 0,0-1-14 16,-5 1-11-1,-1 2-7-15,-4 2-1 0,-2 1-13 16,-4 1-56-1,1-1-118-15,2 0-76 0,-2 0-202 16,-1-1-247-16</inkml:trace>
  <inkml:trace contextRef="#ctx0" brushRef="#br0" timeOffset="195969.99">7325 3009 932 0,'0'0'140'0,"0"0"-100"16,0 0-40-16,0 0-60 0</inkml:trace>
  <inkml:trace contextRef="#ctx0" brushRef="#br0" timeOffset="196136.29">7461 2929 516 0,'0'0'123'16,"0"0"-80"-16,0 0-30 16,0 0-13-16,0 0-15 0,0 0-115 0</inkml:trace>
  <inkml:trace contextRef="#ctx0" brushRef="#br0" timeOffset="197950.41">7912 6252 1047 0,'0'0'679'15,"0"0"-558"-15,0 0-13 16,0 0-83-16,0 0-25 0,0 0-162 16,0 0-359-16</inkml:trace>
  <inkml:trace contextRef="#ctx0" brushRef="#br0" timeOffset="200450.4">8249 2892 712 0,'0'0'261'0,"0"0"-69"0,0 0-45 16,0 0-4-16,0 0-31 16,0 0-17-16,0 0 7 15,-10-19-5-15,7 18 2 16,-2-2-11-16,-1 1-16 16,0-1 0-16,-2 1-16 0,-1-1-5 15,1 2 2 1,-2 0-11-16,0 0 2 0,2 1-10 15,-1 0 8 1,-1 0-4-16,-2 0-8 0,0 0-7 16,-1 3-4-1,1 2 8-15,0 0-3 0,1 2-1 16,0-1-3 0,0 0-7-16,2 1 14 0,-2 0-5 15,2 1-4-15,-1 1-3 16,0-1 2-16,1 0-5 15,1 2-2 1,0-2 1-16,1 0-2 0,1 2-2 16,-1-1-1-16,3 1 1 15,-2 0 1-15,2 1-1 16,-1 1 1-16,1 0-2 16,0 1-5-16,0 1 11 0,0-1-4 15,0 0-7 1,1 2 1-16,0-1 7 0,1 0-2 15,-1 1-5 1,2 2 7-16,0-1 6 0,1 0 4 16,0 0-2-1,0 0-4-15,1-1 5 0,3-1-5 16,2 0 2-16,1 0-3 16,0-1 3-16,1 0-1 15,1-1-5-15,-2-2-3 0,1-1 0 16,0-2-5-1,-2 0 5-15,1-3 3 0,0 0 10 16,0-1 2 0,-1 0-6-16,2 1-4 0,-1-3-2 15,1 1 1-15,0-2-2 16,0 2-2-16,1-2 1 16,2 1 4-16,0-1 5 15,1 0 5-15,0 0-5 16,0 0-5-16,-1 0 1 15,0 0 0-15,0 0 0 16,1 0 12-16,1 0-3 16,-1-1 3-16,1-4 3 15,0 0-2-15,1-2-4 16,0 0-3-16,-3-2 3 0,2 0 2 16,-3-2-7-1,1-1 2-15,-1-1 2 0,1-1-13 16,-3 0 4-1,3-1-5-15,-2 0 0 0,-1 0-6 16,0-1 1 0,-2 1 7-16,2-2-7 0,-3 2 0 15,-1-1 1 1,-1 1 10-16,1-1-12 0,-3 1 7 16,1-1-5-1,0 1 13-15,-2-1 9 0,0 1-8 16,0-1-1-16,0 1-6 15,0 0 2-15,-1-1-5 16,-2 1 1-16,0 1 1 16,-1 0-7-16,-1 2 0 15,-2 0 5-15,1 2 0 16,-2-1-5-16,0 3 0 16,0-2 1-16,-1 2-1 15,0 2 0-15,1 0 0 0,0 0 0 16,-1 2 0-16,1 1-1 15,-1 0 0-15,0 2 0 16,-1-1-1-16,-1 2 1 16,-2 0 0-16,-1 0-1 15,0 0 0-15,-3 3 0 16,2 0-5-16,-2 0 0 16,2 1 5-16,1 0 1 15,1 0-9-15,2-1-6 16,1 1-11-16,4 0-97 0,-1 4-109 15,4 0-141 1,1-3-717-16</inkml:trace>
  <inkml:trace contextRef="#ctx0" brushRef="#br0" timeOffset="207105.26">8304 5830 892 0,'0'0'227'0,"0"0"-64"0,0 0-44 0,0 0-13 15,0 0-7 1,-22-30-32-16,17 24 0 0,-1-1 25 15,0 0-1 1,-1 2 10-16,-1 0-10 0,0 1-19 16,-1 0-13-1,-1 2 1-15,0 1-14 0,-1-2-6 16,0 2 3 0,0 0-3-16,-1 0-3 0,1 1 4 15,0 0 6 1,-1 0-3-16,2 0-8 0,-1 0-8 15,0 2-2-15,0 2-1 16,1-1-3-16,0 1-4 16,1 1-1-16,-1 0-2 15,1 0 3-15,1 0-2 0,0-1 2 16,0 0-5 0,0 0 4-16,1 1-4 15,1-2 1-15,0 1-5 16,0 0-2-16,2 1 1 15,0 1 1-15,-1 0-3 16,1 1 0-16,-1 2 1 0,0 0 1 16,2 1-2-1,-1 1 0-15,1-1 6 16,0 1-6-16,0 1 1 16,-1 1 3-16,2-1 4 0,1 1-4 15,1 1 5-15,0 0-4 16,0 2-2-16,0-1 0 15,5 1 3-15,2 1-5 16,1 0 1-16,2-1-2 16,1 1-5-16,0-1 5 0,1-2 0 15,1 1-5-15,-1-2-1 16,2-2 0 0,-1 1 1-16,-1-4-1 15,0 0 1-15,0-3 0 0,0-1 0 16,-1 0 0-16,1-2 0 15,-2-1 0-15,3-1 5 16,-2 0-5-16,3-1 5 16,0-3 0-16,0-1 0 15,1-1 5-15,1-2 4 16,-2 2 0-16,1-2 3 16,-1 2-3-16,-2-1 0 15,-1 0 4-15,1 0-1 0,-1 0 1 16,-3 0-2-1,1-1-1-15,-3 2 1 0,0 0-4 16,-3-2 11 0,2 1-9-16,-2-1 2 0,0-3-1 15,0-1-4-15,1-1-4 0,-3 1 2 16,1-2-8 0,-1 2 7-16,-1-2 3 0,0-1-3 15,0-1 4 1,0 0-7-16,-3-2-6 15,-2 0 1-15,-1 0-1 16,2 1 1-16,-1 1-1 0,0 3 2 16,1-1 4-1,-1 2-6-15,0 2 2 16,1 0-1-16,-1 2 0 0,-1 2-1 16,1 0 1-16,0 1 0 15,-1 0 0-15,0 0 0 16,0 1-1-16,0-1 1 15,0 1-1 1,-2 2 0-16,2-1 0 16,-1 1-1-16,-2 2-14 0,-2 0-40 15,-14 16-101-15,2 1-155 16,-1 1-732-16</inkml:trace>
  <inkml:trace contextRef="#ctx0" brushRef="#br0" timeOffset="-213215">10358 2876 979 0,'0'0'225'16,"0"0"-85"-16,0 0-27 16,0 0-36-16,0 0 8 15,-29-18 4-15,20 16-28 0,0-1 27 16,-1 2-14-16,1-1-19 16,1 0-1-1,-1 2-13-15,1 0 3 0,1 0 15 16,-2 0-27-16,1 0-14 15,-1 0 0-15,-2 0-2 16,4 0 5-16,-1 2 6 0,-1 1-4 16,-1 1-2-1,0 0-2-15,-1 0-1 16,1 1-3-16,1 1-2 16,-3 1 1-16,2 1 3 0,-1 1 6 15,2 0-3 1,0-1-5-16,1 2-9 0,1-1 6 15,0 0 3-15,2 0-3 16,2 1-3-16,-2 1-3 16,2 2 6-16,-1 1 4 15,1 2 6-15,-1-1 1 16,1 1-5-16,1-2 4 16,1 0-1-16,0 0-11 15,1-2-1-15,0 2-1 16,0 0 4-16,0-1-3 15,0 2 3-15,4 0 4 16,0-1-10-16,1 1 4 0,1 0-2 16,1-1-1-1,-1 0 14-15,3 0-3 0,0 1-3 16,-1-2 6-16,3-1 7 16,-1 0 1-16,1-2-1 15,1-1 2-15,1-2-6 16,-1-1-10-16,0-1-4 15,-1-2 3-15,1 0 7 0,0-3-1 16,0 0-2 0,2 0-1-16,-1 0-4 15,1-4 0-15,1-2-6 0,-2 1 2 16,1-1-1 0,0-2 1-16,0-1 1 0,0 1 0 15,0-2 3 1,-1 0 1-16,0 0 7 0,-1 0-7 15,-1 1 2-15,-1-1-3 16,-1 1 5-16,0 0 6 16,0 0-3-16,0-1-7 15,-2 1 1-15,0-1 4 16,0 1-5-16,-1-2-7 0,0 1-5 16,-1 0 0-1,-1-2 5-15,1 0-4 16,-2 0-2-16,1-1 1 15,-1-1-1-15,0 0-1 0,-2-1 0 16,-1-3-6 0,0 1 1-16,0-1-14 0,0 3-5 15,-1 0-10-15,-2 2 10 16,-2 0 6-16,1 2 7 16,-2 1 4-16,1 1 8 15,-2 0-6 1,-1 2 6-16,0 0-1 0,-2 1-13 15,3 1-2-15,-3 0-4 16,-2 2-7-16,-1-2 3 16,-1 2 2-16,-1 2-8 15,-2-2 13-15,1 3 11 16,1-1 5-16,0 1-20 16,1 0-8-16,3 0 11 15,-2 0-5-15,2 4-2 16,-2 7-8-16,4 0-31 0,3-3-596 15</inkml:trace>
  <inkml:trace contextRef="#ctx0" brushRef="#br0" timeOffset="-210496.42">10355 5748 803 0,'0'0'238'0,"0"0"-54"0,0 0-51 15,0 0 21-15,-44-34-16 16,30 27-27-16,0 2-14 16,-2 0 1-1,0 2 10-15,-1 1-27 0,0 0-16 16,-1 2-15-1,2 0-7-15,1 0-7 0,-1 3-1 16,1 3-2-16,2 2-6 16,0 0 5-16,2 3-2 15,1 3 0-15,-1 0 2 16,4 3-3-16,1 3 2 16,0 1 2-16,2 3 3 15,2 1 1-15,2 0-7 16,0 0-7-16,0 0 6 15,6 1-4-15,0-2 2 16,2 0-1-16,1-1 5 16,0-1-1-16,0-1-3 15,1-1-6-15,1 1 0 0,1-1 3 16,-2 0-7 0,3-2-5-16,-2-1 0 15,0-4 5-15,5 0 13 16,-2-5 6-16,2 0-5 0,2-4 1 15,0-3-11-15,1-1 0 16,0 0 0-16,2-4-3 16,0-2-2-16,-1-2-1 15,0-1-9-15,-1-3 3 16,0 0 1-16,-3 1 1 0,-1-2-4 16,-1 0 2-16,-1-1 0 15,-2 1 2-15,-2-3-2 16,0 0 3-1,-3-1-5-15,0-1-1 0,-2-1 0 16,-1 0-4-16,-3 0 4 16,0-1-5-16,0 1 0 15,0 0 0-15,-6 1 0 0,-2 2-1 16,-1-2 0 0,-1 2 0-16,-1 0 0 15,-1 0 0-15,-1 0-1 16,1 2 1-16,1 1 0 15,-2 1-6-15,2 1-12 16,-1 2-21-16,0 2-20 0,0 1-11 16,2 1-20-1,0 2-58-15,1 1-99 16,-5 2-98-16,4 0-295 0,1 2-423 0</inkml:trace>
  <inkml:trace contextRef="#ctx0" brushRef="#br0" timeOffset="-197294.68">1845 7141 979 0,'0'0'249'0,"0"0"4"16,0 0 7-16,0 0 16 16,0 0-71-16,0 0-83 15,-20-14-73-15,20 28-18 0,0 6 18 16,0 3 12-16,7 1-14 16,5 1-18-16,3-3-4 15,1-2-3-15,3-5-5 16,1-4-11-16,-3-5-6 15,-3-4-1-15,-2-2 0 16,-4-7 1-16,-1-8 9 16,-2-4 1-16,-4-4-2 15,-1 1 4-15,0 3 15 0,0 5-5 16,0 5 45-16,-1 5-3 16,-1 4-29-16,2 5-35 15,0 16-21-15,3 15 21 16,7 15 8-16,0 6 8 15,0-3 1-15,-2-11 7 16,-4-14-2-16,-1-7-5 16,-3-1-2-16,0 1-2 0,0 2-3 15,-2 0 4 1,-5-4 7-16,-3-5 6 0,-2-4-5 16,-2-4 7-1,-3-5-14-15,-2-2-11 16,-3-2-4-16,0-8-33 0,0-2-39 15,5 1-43 1,10-4-119-16,4 3-126 0,3 4-448 0</inkml:trace>
  <inkml:trace contextRef="#ctx0" brushRef="#br0" timeOffset="-196023.24">2209 7460 43 0,'0'0'997'0,"0"0"-710"15,0 0 11-15,0 0-90 0,0 0-67 16,0 0-36-16,0 0 44 0,-10 49-33 15,9-25-54 1,-2 3-28-16,1-2-21 16,1-3-13-16,2 0 0 15,7-5-130-15,1-8-499 0</inkml:trace>
  <inkml:trace contextRef="#ctx0" brushRef="#br0" timeOffset="-195446.51">2674 7180 966 0,'0'0'554'15,"0"0"-474"-15,0 0 127 16,0 0 23-16,0 0-83 0,0 0-82 16,0 0-34-1,-13 26 0-15,23-6-1 0,3 1-10 16,4-1-11-16,5-4-3 15,1-5-6-15,1-4-1 0,-3-6 0 16,-2-1 1 0,-5-8-2-16,-5-7-10 15,-1-3 12-15,-6-2 0 16,-2-2 1-16,0 1 6 16,0 3 13-16,-3 5 58 15,0 4 19-15,-1 6 21 16,4 3-50-16,0 8-66 15,0 15 10-15,4 13 20 0,5 14 9 16,5 5-13 0,-2-9-3-16,-4-11-1 0,-5-14-9 15,0-3-3-15,-2 3 0 16,-1 2-10-16,0 0-1 16,-8-3-1-16,-2-3 0 15,-2-5-19-15,-1-6-5 16,2-6-49-16,1-10-131 15,3-8-135-15,4-2-485 0</inkml:trace>
  <inkml:trace contextRef="#ctx0" brushRef="#br0" timeOffset="-195126.38">2994 7358 1393 0,'0'0'187'0,"0"0"-92"0,0 0 26 16,0 0 74-16,0 0-56 16,0 0-38-16,0 0-18 15,33 35-26-15,-32-27-11 0,-1 1 6 16,0 2 20-16,0 2 29 16,-6 1-55-1,-1 0-16-15,-1 2-8 0,4-2-4 16,-1-1-1-16,5-2-15 15,0-2 6-15,6-3-7 16,6-1 14-16,7-4 4 16,12-1-19-16,11-9-34 15,7-11-216-15,-7 3-354 0,-11-1-774 0</inkml:trace>
  <inkml:trace contextRef="#ctx0" brushRef="#br0" timeOffset="-194496.4">3488 7134 852 0,'0'0'330'0,"0"0"-20"0,0 0-33 0,0 0-131 16,0 0-39-1,0 0 14-15,0 0-22 0,-34 56-31 16,40-36-9-16,7-2-24 16,4-3-6-16,2-1-7 15,2-6-22-15,0-5 0 0,-2-3-12 16,-2-4 5-1,-4-8 7-15,-2-4 0 0,-6-2 1 16,-2-1 12 0,-3 2 1-16,0 2-7 0,0 4 72 15,-1 6 27-15,-1 5-12 16,2 1-64-16,0 13-29 16,2 8 26-16,7 12 17 15,6 10-6-15,3 10 15 16,-1-4-14-16,-5-11 0 15,-6-12-17-15,-3-9-9 16,-3 3-11-16,0 1-2 16,-4 0 0-16,-5-5-1 15,-1-6-65-15,-3-5-37 16,3-6-88-16,0-15-61 0,3-6-468 16,5-3-528-16</inkml:trace>
  <inkml:trace contextRef="#ctx0" brushRef="#br0" timeOffset="-194096.64">3764 7264 1157 0,'0'0'256'0,"0"0"-33"0,0 0-74 16,0 0 10-16,38 3-18 15,-29 4-31-15,-2 1-25 16,-2 1-25-16,-3 2-17 15,-2 1 5-15,0 1 8 16,-4 0-10-16,-3 1-16 16,0-3-18-16,0-2-6 15,1-3-5-15,3-2 0 16,3-1 0-16,0-3-1 0,0 1 0 16,6 0-27-1,4 1 27-15,1 3 1 0,4 0 0 16,0 3 6-1,3 0-6-15,1 2 0 0,0-1 9 16,-1 3-9-16,-2 0 11 16,-7-2 2-16,-3 3-13 15,-6 0 23-15,-4 0 13 16,-10 1 11-16,-5-1-30 16,-3-2-18-16,1-5-31 15,5-6-104-15,8-2-197 16,7-11-606-16</inkml:trace>
  <inkml:trace contextRef="#ctx0" brushRef="#br0" timeOffset="-193596.36">4312 7014 1368 0,'0'0'563'0,"0"0"-344"0,0 0-30 16,0 0-129-16,0 0 5 15,0 0 34-15,18 38-2 0,-3-15-39 16,0-2-34 0,3-1-15-16,-1-4-8 15,-2-4-1-15,-1-6-9 16,-1-4 9-16,-2-2 0 0,-2-8 0 15,-1-9-25 1,-2-3 13-16,-2-5 6 0,-2 0 5 16,0 0 1-16,-2 6 2 15,0 6 11-15,0 5 40 16,0 7 14-16,0 1-33 0,0 15-34 16,0 6 9-1,5 12 14-15,3 11 4 16,4 8-1-16,-2 2 4 15,-2-5-11-15,-6-11-4 16,-2-10-7-16,0-6-8 16,-6-4-1-16,-3 2 0 15,-4 0-19-15,-2-3 20 16,0-5-26-16,0-7-25 16,2-5-46-16,1 0-101 15,9-23-105-15,1 2-348 0,2-2-275 0</inkml:trace>
  <inkml:trace contextRef="#ctx0" brushRef="#br0" timeOffset="-193216.56">4584 7236 1153 0,'0'0'255'0,"0"0"-29"0,0 0-13 0,0 0 10 16,0 0-58-1,13 44-44-15,-7-32-35 0,1 1-22 16,1-2-28 0,1-2-7-16,-2-3-3 0,1-4-11 15,0-2-7-15,-1 0 7 16,1-8 0-16,2-6-9 16,-2-2-5-16,2-4-1 15,-2-1 2-15,-1 1 4 16,-1 3 4-16,-4 5 9 0,1 4 40 15,-3 6 47 1,0 2-39-16,0 3-25 16,1 9-17-16,4 8 25 0,0 3-7 15,1 6-19-15,2 1 0 16,-1 0-14-16,-1-1-9 16,0-3-1-16,0-4-5 15,-2-5-8-15,-1-5-128 16,2-5-236-16,-1-7-551 0</inkml:trace>
  <inkml:trace contextRef="#ctx0" brushRef="#br0" timeOffset="-192464.44">4708 6820 751 0,'0'0'233'0,"0"0"-11"0,0 0-39 16,-46-50 18-16,26 36-75 15,-6 1 16-15,-10 1-14 16,-11 4-5-16,-7 7-14 15,3 1 2-15,12 4-50 0,10 6-20 16,8 4-7 0,-2 8 5-16,-3 5 11 0,-3 13 25 15,2 10 14-15,7 12 5 16,7 4-16-16,10 0 16 16,3-1-24-1,12-4-1-15,4 2 23 0,4 0-29 16,0-3-17-1,3-6 9-15,2-7-5 0,-1-11-8 16,-4-7-8-16,-2-8-1 16,1-4-1-16,11 4-11 15,10 0-2-15,12-7 23 0,1-8-7 16,-2-6-10 0,-3-17-7-16,-5-4 2 0,0-3-11 15,-5 1-9-15,-9 3 2 16,-5 1-1-1,-3 1 0-15,3-4 0 0,2-5 1 16,0-4-1-16,0-7-1 16,-3-7-6-16,-4 5-8 15,-6 2-5 1,-4 1-1-16,-8-1-1 0,-1-12-4 16,-8-9-10-1,-9 3-7-15,-6 2-18 0,-1 7-25 16,3 8-2-16,2 9 36 15,4 7-19-15,1 4 22 16,-1-2 4-16,-3 4-8 16,-3-1 1-16,1 7 8 15,-1 4-16-15,2 5-15 0,0 2 9 16,1 0 22 0,0 10 27-16,2 1-22 0,0 5 15 15,1 2-6-15,2 8-1 16,3-3-16-16,0-7-696 0</inkml:trace>
  <inkml:trace contextRef="#ctx0" brushRef="#br0" timeOffset="-192260.79">4839 6807 1975 0,'0'0'256'0,"0"0"-103"0,0 0-85 0,0 0-10 16,0 0-46-1,0 0-12-15,0 0-112 0,33 24-400 16,-25-16-759-16</inkml:trace>
  <inkml:trace contextRef="#ctx0" brushRef="#br0" timeOffset="-187995.78">4304 7631 414 0,'0'0'153'15,"0"0"-42"-15,0 0 22 0,0 0 21 16,0 0-38 0,0 0-25-16,-4-6-20 15,4 11 18-15,0 2-8 16,0 4 7-16,0 0 8 0,0 3-11 15,0 0-11-15,0-1-28 16,0 2-7-16,1-1-7 16,0-1-14-16,-1-2-5 15,0 0-1-15,0 0-6 16,-5-2 0-16,1 1 1 16,-4-1-1-16,-3 0 5 15,0-2 3-15,-4 0-1 16,-3-2 3-16,0 0 6 15,-3-2-3-15,-2-1-6 0,-1-1 2 16,-3-1 4 0,-3 0-7-16,-3 0-2 0,0 0-9 15,0 0 10-15,1 1-1 16,3 1 6-16,4 0-1 16,3 0-6-1,4 0 8-15,3-1 0 0,4-1 3 16,1 0 5-16,1 0-1 15,2 0 18-15,1-1-2 16,-1-3-3-16,0-1 0 0,1-4-6 16,0 2-7-1,-1-3-4-15,2-1-5 0,0 1 0 16,0-2 0-16,1 0-5 16,1 1 1-1,1 1-5-15,0 0-5 0,1 1 9 16,1 2-2-1,-1 0-8-15,1 2 1 0,0-1 0 16,-1 5 0-16,1-2 0 16,-1 1-1-16,1 2 0 15,0 0-6-15,0 0-2 16,0 0 7-16,-1 0-7 16,-1 0 7-16,-1 0-5 0,-1 6 5 15,-1 2-1 1,0 2 1-16,1 0 1 0,0 3-1 15,2 0 0 1,-1 1 0-16,1 2 0 16,2 1 0-16,0 0 0 15,0 1 1-15,0-2-1 16,0 0 0-16,0-2 1 0,-1-3-1 16,0-1 0-16,-1-3 1 15,-2-1-2-15,-1-2 2 16,-3-2 2-16,-2-2-1 15,-5 0 0-15,-3 0 5 16,-4-3-5-16,1-3-1 16,-2 0 6-16,1-2-5 15,2 0 0-15,1 1 0 16,1 1 0-16,1-1 0 16,1 2 0-16,0 0-1 15,1 1 1-15,-1-2-1 16,-1 1 1-16,1 0-1 15,0 0 0-15,-1 0 0 0,1-2-1 16,1 1 1-16,0-1 0 16,1-2-1-16,-1 0 1 15,0-3 0-15,0 0 1 16,2 1-1-16,2-1 0 16,-1 2 1-16,2 1-1 15,0 1 0-15,-1 0 0 16,1 2 0-16,0 0 1 15,4 1-1-15,0 4 0 16,3 0 2-16,3-1-2 16,-1 2-1-16,1 0 0 0,0 0 0 15,0 2-8-15,0 5 8 16,0 2 1-16,0 2-1 16,0 2 1-16,1 1 0 15,0 1 0-15,1 1-1 16,0 1 1-16,0 2 0 15,0 0-1-15,0 1 1 16,-1-1 0-16,0 0 0 0,1-1-1 16,-2-2 0-1,0-3 1-15,0-3-1 16,0-2 1-16,0-3-1 16,0-1 1-16,0-2 0 0,-4 1 0 15,-1-2 1-15,-2 1-1 16,-3-1 1-1,-1-1 0-15,-1 1-1 0,-1-1 1 16,-2 0 6 0,0 0-7-16,-1 0 0 0,0 0 1 15,-3 0 0-15,-1-1 0 16,1 0-1-16,-3-1 1 16,0 2-1-16,-2 0 0 15,-2 0 0-15,-2 0 1 16,-6 0-1-16,-9 1 1 15,-7 3-1-15,-2 0-1 16,2-3 0-16,11 3-1 16,8-4 1-16,8 0 1 15,-5 0 0-15,-1 0 1 16,-4 0 0-16,-4 0 0 0,4-4 5 16,-1 1-5-16,0-4 0 15,2 0 5-15,0-2-5 16,0-1 1-16,2 0-1 15,0 0 1-15,4-2-2 16,0 0 1-16,4-1 12 16,2 1-7-16,4 0 13 0,1 2-1 15,5 0 5 1,0 3-1-16,3-2 14 16,0 2-15-16,3-1-9 15,1 1-4-15,0 1-8 16,1 0-6-16,1 0 4 0,1 1 1 15,-1 0-14 1,1 0-14-16,-1 0 10 0,1 0-8 16,-1-2-1-1,0-2-12-15,-1-1-17 0,-1-3-22 16,-5-8-7-16,1 4-75 16,-4 1-464-16</inkml:trace>
  <inkml:trace contextRef="#ctx0" brushRef="#br0" timeOffset="-164076.33">2000 3647 928 0,'0'0'191'0,"0"0"-45"16,0 0-35-16,-26 37-30 0,21-27-22 16,1-3-24-1,1-1-20-15,3-3-14 0,0-3 0 16,0 0 5-16,0 0 4 15,0-7 3-15,0-2-1 16,0-7 11-16,5-3 30 16,-1-1-2-16,0 1-7 15,1 2 16-15,1 4-16 16,1 4-31-16,0 6-12 16,3 3-1-16,1 0 1 0,-1 10-1 15,2 5-2 1,-4 2-15-16,3 9-67 0,-4-4-210 15,-2-4-287-15</inkml:trace>
  <inkml:trace contextRef="#ctx0" brushRef="#br0" timeOffset="-162928.95">3197 3690 484 0,'0'0'215'0,"0"0"-38"0,0 0-2 16,0 0-17-16,0 0-39 16,0 0-9-16,0 0-8 15,-2-5-5-15,0 4-15 16,-1 0-12-16,0 0-10 15,0 0-15-15,1 0 4 16,-1 1-11-16,0 0-10 16,-3 0-5-16,-1 0-9 15,0 4-8-15,-2 5-5 16,-1 1-1-16,2 3-1 16,-1 2 1-16,1 0 0 15,0 0-1-15,1-2 0 0,2-1-6 16,0-2 6-16,2-5-13 15,2-1-10-15,0-3-1 16,1-1 12-16,0-2 12 16,2-10 1-16,4-3-1 15,2-5 1-15,3-1 1 16,1 1 5-16,0 4 1 16,1 4 2-16,0 6-8 15,1 5 0-15,1 1 0 0,0 8 1 16,1 5-2-1,-2 4 0-15,1 1-5 0,6 5-3 16,-2-4-157 0,-2-6-480-16</inkml:trace>
  <inkml:trace contextRef="#ctx0" brushRef="#br0" timeOffset="-162010.62">4239 3853 320 0,'0'0'222'0,"0"0"-21"16,0 0-16-16,0 0 6 0,0 0-16 15,0 0 21-15,0 0-3 0,0-30-20 16,0 30-57 0,0 0-45-1,0 2-33-15,0 7-20 0,0 8 1 16,-2 4 50-16,1 4-26 15,0-1-18-15,1-2-13 16,0-2-10-16,0-4-1 16,0-3-1-16,0-3-2 15,0-3-66-15,0-7-151 16,0 0-156-16,0-3-221 0</inkml:trace>
  <inkml:trace contextRef="#ctx0" brushRef="#br0" timeOffset="-161661.87">4226 3729 998 0,'0'0'246'0,"0"0"-22"0,0 0-37 16,0 0-69 0,0 0 2-16,-43 25-29 15,31-13-24-15,2-2-27 16,0-1-20-16,1-2-14 0,4-1-5 15,2-3 0 1,0-2-1-16,3-1 0 0,0 0 1 16,0-1 0-16,0-5-1 15,6-4 0-15,3 1 1 16,2-1 0-16,2 3 1 16,1 2-1-16,1 4 0 15,1 1-1-15,0 0 0 0,1 8 0 16,-3 1 0-1,-2 0-1-15,0 2-56 0,-1 4-112 16,0-3-175 0,-4-2-384-16</inkml:trace>
  <inkml:trace contextRef="#ctx0" brushRef="#br0" timeOffset="-161516.64">4452 3749 905 0,'0'0'0'15,"0"0"-144"-15</inkml:trace>
  <inkml:trace contextRef="#ctx0" brushRef="#br0" timeOffset="-141316.52">1951 3243 416 0,'0'0'283'0,"0"0"-97"16,0 0 22 0,0 0-10-16,-23-46-18 0,17 36-41 15,-1 3 3-15,3 1-32 16,-1 0-21-16,2 3-25 16,2 1-3-16,-1 1 5 15,1 1-44 1,1 0-22-16,0 0 0 0,0 7-7 15,0 2 6-15,2 3 1 16,1 1 0-16,-1 0 0 16,1 1 0-16,0-2-1 15,-1 1-7-15,-1-1-12 16,1 1-15-16,-1 1-19 16,-1-1-2-16,1 0 5 15,-1 0-6-15,0-2-9 0,0-1-9 16,0-2 8-16,0-1 5 15,-1-3 1-15,-2-1 4 16,-2 1-6 0,-1-3 4-16,-3-1 11 0,1 0 6 15,-2 0 25-15,0 0 15 16,-1-3 2-16,1-2 0 16,0-1 18-16,3 1 18 0,3 1 38 15,1 1 22 1,2 1-15-16,1 1-21 15,0 1-27-15,4 0-20 16,7 0 3-16,2 0 11 16,6 2 11-16,-1 3 4 15,1 0-17-15,0 0-8 16,-2 0-5-16,-1 0-9 0,-2-1-3 16,-1-1 2-16,-2-2-2 15,-2-1 0-15,-2 0 0 16,-1 0-17-16,-2-2-9 15,-2-5-8-15,-1-1-1 16,-1-3 3-16,0-1 1 16,0-2 5-16,-4 0 10 15,-1 1 6-15,0 1 9 0,0 4 0 16,3 5 1 0,-1 3 10-16,-1 2-10 0,1 11 0 15,-2 5 0-15,1 4-1 16,1 0 1-16,0 0-2 15,2 3-60 1,1-6-142-16,0-3-202 0</inkml:trace>
  <inkml:trace contextRef="#ctx0" brushRef="#br0" timeOffset="-134946.67">5363 4079 1 0,'0'0'69'0,"0"0"-15"15,0 0 53-15,0 0-25 16,-37-1-9-16,28 1-13 16,-1 0-26-16,0 0-14 15,0 0 5-15,-2 0 67 16,1 0-12-16,-3 0-2 0,-1 0-34 16,1 0-22-1,-3 0-7-15,0 0 11 16,-1 0-11-16,2 2 3 0,1-1-12 15,-1 1-6 1,2 1 2-16,1-1 0 0,0 1-1 16,3 1 0-16,0 1-1 15,0 0 1-15,0 2-1 16,-1 1-1-16,-1 1 1 16,-1 3-1-16,0 0 0 15,1 2 0-15,-1-2 1 0,0 3-1 16,0 0 1-1,1-1-2-15,0-1 2 0,1 0-1 16,2-1 1 0,2 0 1-16,-1 2-1 0,5 0 0 15,-2 2 2-15,2-1-1 16,0 2 0-16,3 2 12 16,-1 0-4-16,1 1 3 0,0 1 5 15,0 2-1 1,1 1-3-16,3-3 0 15,0 0-7-15,1 0-5 16,1-2 6-16,-1 1-6 16,3 0 0-16,-1 0 5 15,2 0-5-15,-1-2-1 16,0-1 2-16,1 0-1 0,0-2 0 16,1-3 0-1,0 0 0-15,2-1-1 0,-2-4 1 16,3 1 1-1,1-4-1-15,0 1 1 0,4-2-1 16,-1-2 2 0,3 0-2-16,0 1 0 0,1 0-1 15,1 1 0-15,-1 0-1 0,2 0-7 16,2 1-49 0,0 0 37-16,1 0-19 15,0-1 22-15,5 0 8 16,-1-1 0-16,-2 1-21 15,2 0-15-15,-2 1 11 16,-1-2-14-16,0 2 31 16,2-3 10-16,0 0 7 15,1-1 6-15,2 0 1 0,-1 0-7 16,1 0 0 0,-1-1 0-16,0-2-1 0,0-1 1 15,1 0-1-15,0 0-11 16,1 0-15-16,-1 1-8 15,-1-1 11-15,0 2-7 16,-4-1-12-16,0 1 11 16,-4 1 6-16,1-2 5 15,-3 1 9-15,-2 1 5 16,1-2-36-16,-2-1 20 16,-1-1-29-16,0 1 39 0,-2 0 12 15,0 0-6 1,-2-1 5-16,0 1 2 0,0-1 2 15,-1 3 8 1,0-2 0-16,-2 2-9 0,2 0 14 16,-2 0-5-1,1-1-3-15,-1 0-1 16,2-1-5-16,-2-1 6 0,2 1-1 16,-1 0 19-1,-1-3 5-15,0 4 3 0,-1-3 5 16,-1 3 11-16,0-2-3 15,0 0-11-15,-1-2-11 16,-1 1 1-16,1-3 6 16,-1 0 11-16,-2-2-16 15,-1-1-1-15,-2-3-5 16,-1-1 0-16,0-2-10 16,-4-2-1-16,-3-2 8 15,-4-1-1-15,-1-3-4 16,-3-3 1-16,-3 0-2 15,0 1 8-15,-3 0-4 16,-3-1 8-16,-3 4-10 0,-4 0-3 16,-5-1-9-16,1 3 6 15,-1 1-7-15,-1 1 0 16,6 3 0-16,-4-1 0 16,1 1 0-16,1 0 0 15,-1 2 0-15,-1 2 1 16,0 1-1-16,2 1 0 15,0 4 0-15,1 1 0 0,-1 1 0 16,5 1 0 0,-4 1 0-16,2 2-6 0,1 2 5 15,0 0-1-15,1 0-6 16,2 0-14-16,0 2-4 16,0 1-9-16,-1 1-11 15,0-1 11-15,0 0 9 16,1 1 15-16,0 0 10 15,0 1 1-15,3-2-1 16,0 2 1-16,6-1-2 16,-2 0-6-16,3 1-12 15,-1 0 11-15,0 0 7 0,3 1-5 16,1 0 6-16,1 1 0 16,1-1 0-1,2 1 0-15,1-1-6 0,1 1 1 16,1 1-4-16,2-2-41 15,2-1-99-15</inkml:trace>
  <inkml:trace contextRef="#ctx0" brushRef="#br0" timeOffset="-134766.59">5215 4105 1266 0,'0'0'71'0,"0"0"-71"0,0 0-155 16,0 0-614-16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0:26:32.6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11714 1092 577 0,'0'0'337'0,"0"0"-104"0,0 0-33 16,0-41-6-16,-3 31-45 15,-3 3-43-15,-3 2 14 16,-4 5-27-16,-5 0-33 16,-4 10-31-16,-2 9 6 0,-2 6 23 15,2 3 8-15,6 4-20 16,3-1-19-16,10 2-15 16,3-1 0-16,2 1-4 15,9 0 1-15,6 2-7 16,2-1 3-16,2 0-5 15,-3-1-2-15,-3 0 1 16,-6 2-1-16,-4-1-4 16,-3-1 5-16,-9-2 0 15,-5-2 0-15,-4-4-8 0,-2-6 9 16,1-4 3 0,2-5-2-16,1-6 1 15,5-4 4-15,1 0-5 16,4-8 7-16,4 0-8 0,2-1-1 15,0 1-8 1,7 5-1-16,4 3 9 16,2 0-5-16,1 10 4 15,0 8 1-15,-2 15 1 0,-1 15 12 16,-6 20 13-16,-4 10 60 16,-1 5-23-16,-5-1 35 15,-7-7-26-15,-2-1-39 0,-3-5-19 16,1-5-2-1,-1-1 5-15,0-5 3 0,4-4-7 16,-2-4-1 0,4-3-4-16,2-9-6 15,4-9-1-15,2-9 2 16,3-7-1-16,0-1 8 16,0 0 11-16,4-3 4 15,2-5-10-15,4-2-2 16,0-2 5-16,2 0-2 15,1 0-9-15,2-2-6 0,1-2 1 16,0 1-1-16,-2-1-1 16,0 0 0-16,-2-1-9 15,-2 0-23-15,-2 0-39 16,-1-1-80-16,-2-6-96 16,-1 1-410-16,-3-2-881 0</inkml:trace>
  <inkml:trace contextRef="#ctx0" brushRef="#br0" timeOffset="198.97">11739 2749 2167 0,'0'0'320'0,"0"0"-236"0,0 0-84 0,0 0-29 15,-63 9-87-15,35-4-235 16,-2 0-495-16</inkml:trace>
  <inkml:trace contextRef="#ctx0" brushRef="#br0" timeOffset="4198.93">13441 1113 147 0,'0'0'187'0,"0"0"-31"0,0 0-3 16,0 0-34-16,0 0 12 16,0 0-15-16,-16-2 15 15,14 2-2-15,1-1 16 16,-1 1-10-16,1 0-21 15,0 0 7 1,1 0-4-16,0-1-19 16,0 1-4-16,0 0-16 0,0 0-22 15,0 0-11 1,3 0-5-16,4 0 11 0,3 1 65 16,3 2 11-16,3 0-20 15,-1-1-27-15,1 0-14 16,1 0 0-16,0-1-12 15,1 0-24-15,-1-1-9 16,0 1 1-16,-1-1-7 16,1 0-2-16,-2 0-2 15,0 0-10-15,2 0 5 16,-2 0-4-16,-3-1-1 16,-1 0 1-16,-2 0-1 15,-3 0 0-15,-2 1-1 0,-2 0 0 16,-1 0-7-16,-1 0-13 15,0 0-84-15,0 0-159 16,-11 3-198-16,0 1-151 16,-2-1-590-16</inkml:trace>
  <inkml:trace contextRef="#ctx0" brushRef="#br0" timeOffset="4780.06">13452 1208 748 0,'0'0'276'0,"0"0"-51"15,0 0-36-15,0 0-25 0,0 0-44 16,0 0-28-16,0 0 7 16,0 0-6-16,0 0-5 15,0 0 9-15,0 0-3 16,0 1 9-16,3 3 29 15,4-1-4-15,2 1-10 16,0 1-29-16,4-1-11 16,1 1-30-16,3-1 22 15,2-1-18-15,2-1-7 0,2 0-10 16,2-2 2 0,0 0-5-16,0 0-10 0,-1 0-7 15,-2 0-3 1,-4 0-3-16,-3-1-8 0,-4 1 1 15,-1-1-1 1,-3 1 0-16,0 0-1 16,-1 0 2-16,-2 0-1 15,-1 0-1-15,0 0-1 16,-3 0 1-16,0 0-7 16,0 0-23-16,0 0-80 0,-2-1-129 15,-2-1-264-15,1-3-640 0</inkml:trace>
  <inkml:trace contextRef="#ctx0" brushRef="#br0" timeOffset="6317.58">13950 893 503 0,'0'0'215'15,"0"0"18"-15,0 0 1 16,0 0 18-16,0 0-14 0,0 0-22 16,0 0-39-1,-16-11-53-15,16 11-56 16,0 0-28-16,0 0-18 0,6 0-12 16,5 3 5-16,4 4 7 15,4-3-8-15,3 1-13 16,2-2-1-1,1-2-8-15,2-1-62 0,-4 0-240 16,-7-6-350-16</inkml:trace>
  <inkml:trace contextRef="#ctx0" brushRef="#br0" timeOffset="6598.74">14072 799 1153 0,'0'0'274'0,"0"0"-127"16,0 0-93-16,0 0-16 0,0 0 19 0,0 0-18 15,0 0-7 1,30 47-4-16,-24-35-12 16,-2 1-1-16,-1 0-5 15,-3-1 12-15,0 0 4 16,-5 0 4-16,-3 1 14 15,-3-2-27-15,-1 0-3 0,1-1-14 16,2-2 0 0,3-3-28-16,2-1-186 15,4-3-315-15</inkml:trace>
  <inkml:trace contextRef="#ctx0" brushRef="#br0" timeOffset="6879.01">14269 701 1448 0,'0'0'319'15,"0"0"18"-15,0 0-114 16,0 0-110-16,0 0-58 15,0 0-35-15,0 0 0 0,-2 31 15 16,2-7 14 0,0 2-8-16,0 3-9 15,2-1-18-15,-1 1-13 0,1 0-1 16,0-1-15-16,2 0-122 16,0-7-186-1,1-8-360-15</inkml:trace>
  <inkml:trace contextRef="#ctx0" brushRef="#br0" timeOffset="7280.94">14413 741 1370 0,'0'0'292'15,"0"0"-26"-15,0 0-155 0,0 0-42 16,0 0 8-1,-29 39-8-15,19-21-27 0,3 2-21 16,1-2-11 0,2 1-10-16,2-3-12 0,2-3 5 15,0-4 1-15,0-5-6 0,0-4 12 16,5 0-12 0,2-5 11-16,0-8-1 0,2-1 1 15,-1 0 1 1,1-1 0-16,-1 3 1 0,-2 3 12 15,-1 3-7 1,-2 2 9-16,-1 4 0 0,-1 0-15 16,-1 2-3-16,1 7 3 15,1 5 1-15,0 4 7 16,-1-1-8 0,1 3 0-16,1-1-7 0,2 0-6 15,9-3-70-15,0-5-230 16,-1-5-388-16</inkml:trace>
  <inkml:trace contextRef="#ctx0" brushRef="#br0" timeOffset="7578.6">14588 765 905 0,'0'0'523'0,"0"0"-386"15,0 0 6 1,0 0-28-16,0 0-12 15,-42 27-59-15,40-15-28 16,1 1-6-16,1 0 3 0,0-1-5 16,6 0-7-16,2-2 6 15,-1 0-5-15,0-2-1 16,0 2-1-16,-1-5-1 16,-2 0-8-16,-3 0-2 15,-1-3-3-15,0 1-10 16,-4-1 9-16,-4 0 15 15,-4 0 0-15,-2-2-30 16,1 0-43-16,-3 0-85 16,3 0-115-16,5-2-302 0</inkml:trace>
  <inkml:trace contextRef="#ctx0" brushRef="#br0" timeOffset="7867.9">14696 726 556 0,'0'0'939'0,"0"0"-675"16,0 0 65-16,0 0-138 0,0 0-64 16,0 0-62-1,0 0-47-15,0 0 18 0,1 24 13 16,2-6-18-1,-1 2-6-15,0-1-17 16,0 2-8-16,0-4-1 16,0-1-9-16,-1-3-18 0,0-3-93 15,0-5-106-15,-1-2-125 0,0-3-321 16</inkml:trace>
  <inkml:trace contextRef="#ctx0" brushRef="#br0" timeOffset="8038.87">14659 795 854 0,'0'0'712'0,"0"0"-591"16,0 0-32-16,0 0-13 16,0 0 6-16,44 3-38 15,0-3-36-15,15 0-8 16,-7 0-142-16,-9-6-769 15</inkml:trace>
  <inkml:trace contextRef="#ctx0" brushRef="#br0" timeOffset="8866.45">14989 692 1068 0,'0'0'283'0,"0"0"46"0,0 0-42 0,0 0-64 15,0 0-93-15,0 0-71 16,0 0-50-16,-8 5-1 16,8 15 9-16,0 7 16 0,0 1-11 15,0 2-13 1,0 0-3-16,2-3-6 16,1-2-2-16,1-2-7 15,-2-6 0-15,0-4-4 0,1-6-39 16,-1-6-9-1,2-1 29-15,1-5 8 0,3-7 18 16,-1-2-7 0,1-1 11-16,0 1 1 0,-1 2 1 15,0 3 6-15,-2 1-5 16,-1 6-1-16,-1 2 0 16,1 0-8-16,0 1 1 0,2 8 6 15,0 3 0 1,3 0 1-16,2 4-1 15,0-2 1-15,0-2-1 16,1-3 1-16,-2-3-1 16,0-4-9-16,-2-2 10 15,-2-3-46-15,-1-6 30 0,-1-1 16 16,-1-2 2-16,-2 1 12 16,1 3 20-16,-2 2 25 15,1 3-8-15,-1 2-8 16,0 1-37-16,2 1-6 15,0 8 0-15,1 4 0 16,0 0 6-16,1 1-6 16,-2-1-1-16,1-1-12 15,-2-4-12-15,0-5-165 0,0-3-118 16,-1 0-259-16</inkml:trace>
  <inkml:trace contextRef="#ctx0" brushRef="#br0" timeOffset="9016.7">15194 707 839 0,'0'0'124'0,"0"0"-84"0,0 0 4 0,9 42-38 16,10-11-6-16,-2-4-110 15,0-4-280-15</inkml:trace>
  <inkml:trace contextRef="#ctx0" brushRef="#br0" timeOffset="9434.59">15348 833 1038 0,'0'0'282'16,"0"0"41"-16,0 0-119 0,0 0-12 15,0 0-88 1,0 0-67-16,-38-16-22 0,28 26-2 15,-2 2 2 1,2 5-6-16,1 3 8 0,3 1-11 16,2 0-6-1,4 0-5-15,0-4 4 0,1-3 1 16,7-4-13-16,2-5 4 16,0-5-16-16,3-4-10 15,0-9 4-15,1-6 12 0,-1-5 19 16,0-12 0-1,1-14 10-15,-2 4 1 0,-1 3 6 16,-3 7 13 0,-3 16 35-16,-1 4 13 0,-1 3 10 15,-3 9-21-15,0 4-61 16,0 8-6-16,-1 10 0 16,-3 13 16-16,-1 11-8 15,1-2-8-15,2-4 0 16,1-2-11-1,1-8-64-15,0 6-172 0,1-4-307 16,4-8-521-16</inkml:trace>
  <inkml:trace contextRef="#ctx0" brushRef="#br0" timeOffset="10398.56">15471 871 1047 0,'0'0'317'0,"0"0"-74"0,0 0-93 0,0 0-61 16,0 0-34 0,0 0-11-16,0 0-3 0,-39 45-7 15,34-28-9-15,1 1-11 0,3-1-13 16,1-3-1 0,0-2 0-16,1-1-1 0,6-7 0 15,3-4 0 1,0 0-47-16,3-9-37 0,0-5-20 15,0-7 11 1,0-9 71-16,1-12 23 0,-1-15 4 16,0-1 5-1,-3 7 10-15,-4 15 25 0,-4 16 20 16,0 8 21-16,-2 1 36 16,0 0 18-1,0 6-43-15,0 2-6 0,-2 3-53 16,-3 4-36-16,-3 12-1 15,0 5 9-15,-1 6-3 16,2 5-6-16,2 0 0 16,2 2 0-16,3-1-6 15,0-3-5-15,4-4-3 16,5-6-4-16,4-6-58 16,-1-7-49-16,1-5-4 15,-1-2 7-15,-2-6 40 16,-1-8 49-16,-1-1 21 15,-3-6 12-15,0 2 9 16,-3 0 16-16,-2 4 38 16,0 2 34-16,0 5 30 15,0 4-7-15,-2 3-33 0,0 1-50 16,-1 2-36-16,1 9-1 16,1 3 11-16,1 2-10 15,0 3-1-15,2-2 0 16,5 0 0-16,4-3-1 15,2-3-6-15,1-5-23 16,0-3-67-16,1-3-30 16,-2-4 44-16,-2-6 16 0,-1-2 26 15,-3-3 31-15,-1 1 10 16,-1 2 15-16,-3 2 33 16,-1 3 39-16,-1 4 39 15,0 1-22 1,0 2-54-16,0 0-42 0,0 5-7 15,0 6-1-15,0 2 1 16,0 1 6-16,0 2-1 16,0-1-5-16,-1-2 0 15,1-1 0-15,-2-2-1 16,1-4-8-16,0-3-2 0,0-3 10 16,1-1 16-1,0-10-7-15,0-5-1 0,0-8-1 16,6-1 3-1,1-3-2-15,2 1-1 16,0 5 4-16,-2 6 12 16,0 8 28-16,-3 6-18 0,2 2-26 15,0 9-7-15,4 9 0 16,1 7 18-16,2 5 9 16,-1 2-13-1,0 5-14-15,-5 11-18 16,-4-8-69-16,-3-9-504 0</inkml:trace>
  <inkml:trace contextRef="#ctx0" brushRef="#br0" timeOffset="12660.93">13452 1614 153 0,'0'0'1370'16,"0"0"-1096"-16,0 0-56 15,0 0-73-15,0 0-19 16,0 0-31-16,9 0-30 16,1 0-34-16,3 0-10 15,1 0-15-15,1-1-5 16,-4-1-1-16,1 1 0 16,-4-1-63-16,-1 2-49 15,-1 0-78-15,-5 0-86 0,0 0-267 16,-1 0-195-16</inkml:trace>
  <inkml:trace contextRef="#ctx0" brushRef="#br0" timeOffset="12832.97">13427 1683 366 0,'0'0'1054'0,"0"0"-874"16,0 0-3-1,0 0-38-15,0 0 31 0,41 1-142 16,-13-3-28 0,-3-4-301-16,-6 1-815 0</inkml:trace>
  <inkml:trace contextRef="#ctx0" brushRef="#br0" timeOffset="14279.03">12220 1572 192 0,'0'0'368'0,"0"0"-182"0,0 0 16 0,0 0-33 15,0 0-41-15,0 0 2 16,0 0 17-16,-10 0-12 15,10 0 2-15,0 0-12 16,0 0-4-16,0 0-25 16,0 0-27-16,0 0-10 15,2 0-11-15,3 1 5 16,4 3 28-16,3 1 19 16,4 1-11-16,4-2-25 0,3 0-11 15,3-2-3 1,2-1-11-16,1-1-7 0,0 0-15 15,0 0-5 1,0 0-6-16,-5 0-5 0,-1 0-1 16,-4 0 0-1,-5 0-1-15,-4 0-10 0,-4 0-9 16,-3 0-40-16,-1 0-24 16,-2 0-26-16,0 0-37 15,-6 0-87-15,-3 0-253 0,-3 0-206 16</inkml:trace>
  <inkml:trace contextRef="#ctx0" brushRef="#br0" timeOffset="14766.32">12199 1673 691 0,'0'0'250'0,"0"0"-21"15,0 0-57-15,0 0 7 16,0 0-34-16,0 0-18 15,0 0 5-15,10 1 20 16,1 1-7-16,2 1-3 16,6 1-22-16,4 0 5 15,4-1 0-15,6 0-20 0,6-2-13 16,8 1-39-16,-5-2 2 16,-5 0-15-16,-7 0-13 15,-10 0-6-15,1 0-6 16,-3 0-7-16,-4 0-7 15,-5 0 7-15,-3 0-7 16,-3 0 0-16,-1 0 1 16,-2 0-1-16,0 0 0 0,0 0 0 15,0 0-1 1,0 0-29-16,0 0-90 16,-11 0-186-16,-3 4-333 0,-5 1-618 15</inkml:trace>
  <inkml:trace contextRef="#ctx0" brushRef="#br0" timeOffset="18417.43">12233 2174 462 0,'0'0'257'16,"0"0"33"-16,0 0-15 0,0 0-40 16,0 0-44-1,0 0-51-15,0 0-19 0,0 0-26 16,3 0-13-16,4 0 45 16,2 4-5-16,4 0-8 15,2-1-10-15,3-1-16 16,3 0-5-16,1-2-26 15,2 0-21-15,-1 0-15 16,-1 0-8-16,-1 0-7 16,-2-3-5-16,-2 1 0 15,-2-1 0-15,-3 0-1 16,-3-1 0-16,-3 4-21 16,-2-2-72-16,-2 2-69 15,-2 0-54-15,-3 0-136 16,-5 0-261-16,-5 2-319 0</inkml:trace>
  <inkml:trace contextRef="#ctx0" brushRef="#br0" timeOffset="18850.14">12220 2269 528 0,'0'0'302'0,"0"0"-110"0,0 0 3 16,0 0-49-16,0 0 35 16,0 0-21-16,0 0-5 0,-10 0-37 15,10 0 19-15,0 0 1 16,0 0-38-16,0 0-32 15,6 0-18-15,3 0 26 16,3 0 25-16,5 0 1 16,3 3-37-16,3-3 3 0,1 2-15 15,0-1-9 1,-2-1-17-16,-1 0-6 0,-3 0-8 16,0 0 2-1,-3 0-6-15,-1 0-8 0,-3-3 0 16,-1 0 0-1,-2 1 0-15,-1-2-1 0,-3 3-1 16,-1 0-22 0,-2-1-57-16,-1 0-87 0,-4 0-146 15,-5 1-395-15</inkml:trace>
  <inkml:trace contextRef="#ctx0" brushRef="#br0" timeOffset="25678.57">13799 2197 345 0,'0'0'252'0,"0"0"-61"0,0 0 8 0,0 0-46 16,0 0-37-16,0 0-30 15,0 0-9-15,0 0-5 16,0 0-1-16,0 0 8 15,0 0 7-15,0 0-3 16,0-1 1-16,0 1-1 16,3 0-11-16,4 0-19 15,1-1-12-15,0 1-5 16,2 0-10-16,-1 0 7 16,3-1-5-16,0-1 0 15,2 2 1-15,1-2-5 16,-1 1-3-16,2-1-8 0,1 1-5 15,-1 0-2 1,-1 0-5-16,2-1 6 0,-3 2-6 16,0-1 0-16,1 0 0 0,-2 1 0 15,-1 0 1 1,0 0-1-16,-1 0 0 0,0 0 0 16,0 0 0-1,-1 0 1-15,0 0-1 16,-1-1-1-16,0 0 1 15,0 1 1-15,-1 0-1 16,0-1-1-16,-1 1 1 16,-1 0 0-16,2-3 0 15,-2 3 0-15,3 0 0 16,-1-1 10-16,1 0 2 16,1 1 6-16,-2-1-1 15,0 1-5-15,0 0-4 16,-2 0-3-16,0 0-5 0,0 0 5 15,-2 0-5-15,0 0-1 16,-1 0 1-16,0 0 1 16,-1-1 5-16,-1 1-5 15,1 0 4-15,-1 0 0 16,0 0 2-16,-1 0-2 16,0 0-5-16,0 0 5 15,1 0-4-15,-1 0-1 0,0 0 8 16,0 0-7-1,1 0 4-15,-1 0-5 0,1 0 8 16,-1 0-3 0,1 0 0-16,0 0-4 0,-1 0 6 15,0-1 0-15,1 1-7 16,-1 0 1-16,0 0-1 16,0 0 0-16,0 0 0 0,0 0 0 15,0 0-1 1,-1 0-1-16,-28 2-33 15,0 5-281-15,-8-1-1070 0</inkml:trace>
  <inkml:trace contextRef="#ctx0" brushRef="#br0" timeOffset="36548.96">14608 2203 115 0,'0'0'795'0,"0"0"-574"0,0 0 8 16,0 0 14-1,0 0-55-15,0 0-39 16,0 0-8-16,0 0-32 16,1 0-32-16,6 0 0 0,4 0 7 15,6 0-30-15,2 0-19 16,5 0-2-16,2 1-5 16,-1 0-4-16,2 0-3 15,0 1-6-15,0-1-6 16,0 0 1-16,1 0-4 15,-3 0 0-15,-1-1 2 16,-3 0 1-16,-4 0-2 16,-3 0-6-16,-2 0 0 15,-5 0-1-15,-2 0 1 16,-1 0 0-16,-3 0 0 16,0 0-1-16,-1 0 0 15,0 0-6-15,0 0-74 0,-6 0-117 16,-16 5-188-1,0 0-269-15,-1-1-299 0</inkml:trace>
  <inkml:trace contextRef="#ctx0" brushRef="#br0" timeOffset="37398.92">14632 2268 209 0,'0'0'196'0,"0"0"-28"0,0 0-10 16,0 0-15-16,0 0-11 15,0 0-12-15,0 0-9 16,-1-11-14-16,1 9 4 16,0-1 5-16,1 0-23 15,0 1-15-15,0 1-5 16,-1 0-18-16,0-1-14 0,1 2-9 15,-1 0-9 1,0 0-1-16,0 0 4 0,0 0-2 16,0 0-2-1,0 0-2-15,0 0-1 0,0 0 4 16,1 0-4-16,0 0 7 16,2 0 5-16,1-1 20 15,0 1 12-15,3 0 3 16,1 0 1-16,1 0 2 15,1 0-3-15,2 0-5 16,2 0 5-16,1 0 1 16,2 0 4-16,2-1-5 0,0 0-22 15,-1-1-10-15,-2 2-12 16,1 0-3-16,-2-1-3 16,-1 1-4-16,0 0 12 15,-1-2-5-15,0 2 0 16,0-1 3-16,-1-1 2 15,0 2-4-15,-2-1 2 16,0 0-6-16,-2 1-5 16,0 0 1-16,-2-1-1 15,-1 1 0-15,0-1 0 16,-1 1-1-16,-1 0 2 0,0 0-2 16,-1 0 1-1,-1 0 0-15,0 0-1 16,-1 0 0-16,0 0 1 15,1 0-1-15,-1 0 1 16,0 0-1-16,0 0 0 16,0 0 0-16,0 0 1 0,0 0-1 15,0 0 0-15,0 0-1 16,0 0-5-16,0 0-4 16,-3 0-33-16,-19 0-154 15,1 0-330 1,-3 0-234-16</inkml:trace>
  <inkml:trace contextRef="#ctx0" brushRef="#br0" timeOffset="39878.75">15410 2177 232 0,'0'0'322'0,"0"0"-111"15,0 0 11-15,0 0-40 0,0 0-31 16,0 0 4-16,0 0-6 16,1-5-12-16,2 3-22 15,0 1 7-15,2 0 7 16,1-1-12-16,0 1-35 16,3-1-24-16,1 1-6 15,0 0-7-15,2 0-11 0,-1-2-10 16,1 2-7-1,-1-1-5-15,-1 1-4 0,-1 0-7 16,0 1-1 0,-3-2 0-16,-2 0 0 0,0 2-1 15,-3 0-48-15,-1 0-64 16,0 0-145-16,-7 0-235 16,0 2-164-16</inkml:trace>
  <inkml:trace contextRef="#ctx0" brushRef="#br0" timeOffset="40361.53">15434 2178 115 0,'0'0'362'0,"0"0"-124"0,0 0-21 0,0 0-14 15,0 0-44 1,0 0-42-16,0 0 8 16,0 0-10-16,0 0-7 15,0 0-10-15,3 0-1 0,1 0 2 16,1 0-4 0,1-1-8-16,0 1-15 0,2 0-17 15,1 0-8-15,0 0-4 16,1 0-2-16,-1 0-6 15,2-3-7-15,-1 3-1 16,1 0-4-16,-2-1-6 16,1 0-5-16,-2 1-10 0,-3 0-1 15,-2 0-1-15,-7 0-29 16,-8 2-216 0,-6 2-994-16</inkml:trace>
  <inkml:trace contextRef="#ctx0" brushRef="#br0" timeOffset="42862.55">12059 2020 232 0,'0'0'317'0,"0"0"-204"0,0 0-42 16,0 0-18-16,0 0-22 0,0 0-18 15,0 0-6-15,3 0-6 16,3-1 9-16,2-3 0 15,2 1-2-15,1 0-8 16,-1 0 1-16,0 1 0 16,0 0-1-16,0 2-1 15,-1 0-7-15,-1 0-25 0,-2 0-64 0</inkml:trace>
  <inkml:trace contextRef="#ctx0" brushRef="#br0" timeOffset="43048.73">12032 2105 576 0,'0'0'160'0,"0"0"-80"0,0 0-21 16,0 0-26-16,0 0 29 16,0 0-11-16,42 9 7 15,-22-11-24-15,1-6-16 0,3-1 9 16,7-6-27-1,-5 3-13-15,-5 0-393 0</inkml:trace>
  <inkml:trace contextRef="#ctx0" brushRef="#br0" timeOffset="43299.84">12164 1940 767 0,'0'0'109'16,"0"0"-72"-16,0 0 5 16,0 0-7-16,0 0-22 15,0 0-12-15,39 5 5 16,-22 7 20-16,-1 3 2 16,-2 5 35-16,-7 4 8 15,-7 8 2-15,-14 11-18 0,-26 9-55 16,1-8-26-1,-5-9-583-15</inkml:trace>
  <inkml:trace contextRef="#ctx0" brushRef="#br0" timeOffset="44818.87">13996 1942 79 0,'0'0'494'0,"0"0"-426"0,0 0-39 16,0 0-15-1,0 0-14-15,0 0-57 16,0 0-103-16</inkml:trace>
  <inkml:trace contextRef="#ctx0" brushRef="#br0" timeOffset="45278.76">14651 2001 511 0,'0'0'275'0,"0"0"-103"0,0 0-41 16,0 0-16-1,0 0-36-15,0 0-28 0,0 0-34 16,2 0-9-16,-1 0-8 16,5 1-2-16,1-1-92 15,2 0-272-15</inkml:trace>
  <inkml:trace contextRef="#ctx0" brushRef="#br0" timeOffset="45765.08">15421 2022 538 0,'0'0'143'0,"0"0"-59"16,0 0-27-16,0 0-26 16,0 0-18-16,0 0-13 15,0 0-68-15,-4 2-552 0</inkml:trace>
  <inkml:trace contextRef="#ctx0" brushRef="#br0" timeOffset="51300.82">8993 4856 983 0,'0'0'340'0,"0"0"-10"0,0 0-86 15,0 0-61 1,0 0-68-16,0 0-59 0,0 8-32 16,2 7 5-1,1 5 35-15,0 3 6 16,-1 0-32-16,1-1-21 16,0-2-10-16,1-2-7 0,-2-1 2 15,1-4-2-15,-2-1-1 16,1-5-62-16,-2-6-117 15,0-1-162-15,0 0-283 0</inkml:trace>
  <inkml:trace contextRef="#ctx0" brushRef="#br0" timeOffset="51666.09">8996 4806 989 0,'0'0'217'0,"0"0"-50"0,0 0-14 15,0 0-31 1,0 0 9-16,0 0-72 16,-41 15-33-16,36-13-11 15,1-2-7-15,1 0 9 0,0 0 50 16,3-1-4-1,0-6-16-15,0-2-18 0,3 0-8 16,4 0 2 0,2 2 10-16,1 4-12 0,0 0-11 15,4 3-3-15,-2 0-6 0,2 3 1 16,-2 5-1 0,0 2-1-16,-1-1-1 0,0 3-33 15,2 0-152 1,-2-1-114-16,-2-2-351 0</inkml:trace>
  <inkml:trace contextRef="#ctx0" brushRef="#br0" timeOffset="51803.44">9226 4849 1039 0,'0'0'201'15,"0"0"-98"-15,0 0-103 0,0 0-143 0</inkml:trace>
  <inkml:trace contextRef="#ctx0" brushRef="#br0" timeOffset="52330.69">8065 5297 202 0,'0'0'822'0,"0"0"-507"16,0 0-23-1,0 0-71-15,0 0-22 0,0 0-77 16,0 0-47-16,-9 0-33 0,9 0-24 16,7 0-4-1,2 0 12-15,7 0 24 0,1 0-20 16,2-1-29-1,1-1-1-15,-2-2-51 0,3-1-123 16,-5 2-146 0,-4-3-310-16</inkml:trace>
  <inkml:trace contextRef="#ctx0" brushRef="#br0" timeOffset="52628.79">8068 5366 657 0,'0'0'95'0,"0"0"-60"16,0 0-22-16,0 0 3 16,0 0 23-16,0 0 57 15,0 0 11-15,0 0 9 16,13 10 3-16,-8-10 6 15,1-3 16-15,1 1-35 0,2-3-36 16,2 1-13 0,3-2-7-16,2 1-14 0,1-2-17 15,2 0-7-15,2-1-11 16,0 1-1-16,1-2 0 16,4 0-51-16,-5 1-201 15,-8 0-465-15</inkml:trace>
  <inkml:trace contextRef="#ctx0" brushRef="#br0" timeOffset="52899.57">8221 5185 1189 0,'0'0'243'16,"0"0"-80"-16,0 0-36 15,0 0-21-15,48-5-13 16,-27 11-42-16,0 5-19 16,-3 3-1-16,0 5-12 15,-8 1-10-15,-3 4-3 0,-7 1 1 16,-4 2-6 0,-11 0-1-16,-6 1 0 0,-17 7-16 15,3-6-186 1,3-8-547-16</inkml:trace>
  <inkml:trace contextRef="#ctx0" brushRef="#br0" timeOffset="54528.57">14557 2553 533 0,'0'0'189'15,"0"0"-24"-15,0 0 20 0,0 0-4 16,0 0 13 0,0 0-21-16,-18-13-46 15,18 13-60-15,0 0-32 16,0 0-13-16,0 0-4 0,0 0-8 15,0 0 3 1,5 0 2-16,5 0 22 0,4 3 19 16,3 1-11-1,5-1-19-15,2 0-11 0,1 0-14 16,1-2 0-16,0 2 0 16,-1-2-1-16,-2 1 0 15,-3-2 0-15,-7 0-117 16,-6 0-261-16,-5-5-529 15</inkml:trace>
  <inkml:trace contextRef="#ctx0" brushRef="#br0" timeOffset="54948.58">14588 2448 960 0,'0'0'237'0,"0"0"3"16,0 0-91-16,0 0-79 0,0 0-28 15,0 0-19 1,0 0-8-16,3-14-1 16,-3 14-6-16,0 0-7 15,0 1 6-15,-6 7-6 16,-5 5 6-16,-1 3 33 15,-4 3 30-15,1 1-17 16,0 1-9-16,2-2 14 16,4-1 5-16,3-2-11 15,3-2-14-15,3-2-7 0,0-2-4 16,4 0 3 0,6-2 17-16,3-1-10 15,2-1-15-15,4-2-4 0,3-3-11 16,3-1 17-16,3 0-3 15,-1 0-12-15,-1 0-9 16,0 0-1-16,-6 0-94 16,-10 2-619-16</inkml:trace>
  <inkml:trace contextRef="#ctx0" brushRef="#br0" timeOffset="59400.17">14599 2461 244 0,'0'0'174'16,"0"0"37"-16,0 0 8 15,0 0 14-15,0 0-113 0,0 0-68 16,0 0-23 0,0-22-11-16,-2 21-8 15,-1 1-4-15,-3 0-6 0,-3 0 1 16,-5 4-1-16,-2 2 1 16,-3 3 6-16,-3 2 5 15,1-1 17-15,0 0-7 16,3 0 10-16,2-2-5 15,3-1-1-15,4-2-7 16,5-2 2-16,2-1-7 16,1-2 5-16,1 0 1 15,0 0 7-15,5 0-3 16,2 0-3-16,2 0-5 16,0 0-3-16,3 0-6 15,-1 4 8-15,1 4 7 16,0 3 11-16,0 0 18 15,0 3 0-15,-1-1-1 16,-1 1 2-16,0-1-10 16,-1-1-14-16,0-1-11 15,-1-2-9-15,-2-2 15 0,0-1 7 16,-1-2-13 0,-1-2-1-16,0 0-14 0,1-1-2 15,-1-1 0-15,-1 0-74 16,-1 0-325-16</inkml:trace>
  <inkml:trace contextRef="#ctx0" brushRef="#br0" timeOffset="62128.63">13750 3370 226 0,'0'0'299'16,"0"0"-51"-16,0 0 99 16,0 0-16-16,0 0-87 0,0 0-42 15,0 0-16-15,-5 0-25 16,5 0-27 0,8 0-5-16,4 0 31 0,6 0-29 15,6 0-49-15,4 0-13 16,5 0-18-16,1 0-20 15,1 0-15-15,0-3-14 16,-2 1-1-16,-3-1 0 16,-6 1-1-16,-4 1-5 15,-8-1-38-15,-5 2-89 16,-5 0-108-16,-7 0-99 16,-4 0-346-16,-5 0-402 0</inkml:trace>
  <inkml:trace contextRef="#ctx0" brushRef="#br0" timeOffset="62410.27">13725 3452 1484 0,'0'0'241'0,"0"0"-107"15,0 0 30-15,0 0 33 16,0 0-13-16,47 5-28 15,-6-4 3-15,14-1-54 16,4 0-34-16,-6 0 3 16,-11-3-25-16,-13 0-21 0,-8 0-16 15,-4 1-3 1,1-1-7-16,0 1 4 0,-1-1-6 16,-7 2 0-16,-2 1-10 15,-8 0-113-15,-8 0-333 16,-8 1-627-16</inkml:trace>
  <inkml:trace contextRef="#ctx0" brushRef="#br0" timeOffset="64578.73">15275 3108 37 0,'0'0'52'0,"0"0"45"0,0 0-18 16,0 0-27-16,0 0-27 15,0 0-15 1,-10 0-3-16,10 0-7 0,-2 0-2 16,1 0-83-16,1 0-187 0</inkml:trace>
  <inkml:trace contextRef="#ctx0" brushRef="#br0" timeOffset="67278.96">12345 2512 174 0,'0'0'152'0,"0"0"-22"0,0 0 67 16,0 0-35-16,0 0 19 15,0 0-31-15,0 0-5 16,9-40-55 0,-9 34-36-16,-3 2-14 0,-3 1-22 15,-2 0-12-15,-3 2-6 16,-3 1-7-16,-4 0 6 16,-3 7-8-16,-1 4 9 15,1 2 10-15,0 3-9 0,3 1 18 16,4 1-7-1,2 2 21-15,7 0 2 0,2 2-1 16,3 1-5 0,0 2 17-16,6 2-2 0,1 1 13 15,3-1-6 1,-3-1-4-16,-1-1-19 16,-4-2-25-16,-2 0 7 0,0-2-4 15,-8 0-5-15,-2-2 0 16,-3-2 2-16,-1-4 3 15,1-3-5-15,1-4 0 16,2-4 0-16,2-2 10 16,3-1-4-16,1-5-1 15,3-1 3-15,1 1-1 16,0 0 3-16,0 1 0 16,3 2-2-16,2 3-8 0,3 0-1 15,-1 0 1-15,1 9 0 16,1 5 0-16,-3 4 1 15,0 4 8-15,-3 4 2 16,-2 4 19-16,-1 2 25 16,0 0 9-16,-1 2-3 15,-3-3-15-15,1 2 8 16,0-3-3-16,1 1-12 16,2-1-2-16,0-3-15 0,0-1-13 15,0-5 5 1,1-4-6-16,5-3 1 0,1-3-2 15,1-1-2 1,0-3-5-16,2-1 7 0,-1-2-7 16,2-3 5-16,-1-1-5 0,2 0 0 15,-1-5-1 1,2-3-36-16,1-10-142 16,-3 2-289-16,-5 1-611 0</inkml:trace>
  <inkml:trace contextRef="#ctx0" brushRef="#br0" timeOffset="67978.92">11714 3100 60 0,'0'0'986'0,"0"0"-653"0,0 0-20 0,0 0-69 16,0 0-51 0,0 0-54-16,37-25-29 15,-1 17-38-15,10 0-31 16,10-3-3-16,3-1 4 0,-5 1-29 15,-12 4-1 1,-14 2-3-16,-8 1-7 16,-5 2-1-16,-1 1-1 15,-3-2-33-15,-11 1-138 0,-5 1-320 16,-13-2-523-16</inkml:trace>
  <inkml:trace contextRef="#ctx0" brushRef="#br0" timeOffset="68350.7">11576 2935 1330 0,'0'0'169'0,"0"0"-70"16,0 0 37-16,0 0-29 0,0 0-3 15,0 0-53 1,0 0-9-16,19 4-5 0,-19 17 45 16,0 4 3-16,0 4-17 15,-2 1-6-15,1 1 8 16,1 0-11-16,0-1-23 16,3-2 13-16,8-3 6 15,5-2 7-15,12-1 0 0,13-7-13 16,17-8-6-1,7-7-20-15,2-5 24 16,-5-11-9-16,-12 0-23 16,-9 2-8-16,-13 3-7 0,-11-4-93 15,-9 3-275-15,-8-1-911 0</inkml:trace>
  <inkml:trace contextRef="#ctx0" brushRef="#br0" timeOffset="68914.42">10717 2903 1114 0,'0'0'153'0,"0"0"-6"0,0 0 8 0,0 0-34 15,-39 9 11-15,31 7-28 16,1 5-12-16,3 4-1 0,3 2-35 16,1 1 1-1,1-3-17-15,6-4-12 0,4-4-13 16,2-4-13-16,1-5 4 16,0-4-5-16,0-4 6 15,0 0-6-15,-3-8 1 16,0-5 7-16,-3-4-8 15,-2-4 0-15,-5-4 0 16,-1-3-1-16,-3-1 0 16,-9 3 0-16,-2 3-1 15,0 5 0-15,-5 7-5 0,2 7-26 16,0 4 1 0,4 2-5-16,3 8-7 0,5 1-4 15,5 5-104 1,4 2-82-16,7-4-256 0,0-3-471 0</inkml:trace>
  <inkml:trace contextRef="#ctx0" brushRef="#br0" timeOffset="69110.66">10802 2814 1185 0,'0'0'258'16,"0"0"0"-16,0 0-75 15,0 0-109-15,0 0-47 16,0 0-17-16,0 0 9 16,33 55 57-16,-19-27-11 0,-1 2-18 15,-1-1-38-15,6 6-9 16,-4-6-213-16,-1-9-486 16</inkml:trace>
  <inkml:trace contextRef="#ctx0" brushRef="#br0" timeOffset="69348.66">10980 2917 1265 0,'0'0'508'0,"0"0"-221"15,0 0-166 1,0 0-51-16,0 0-6 16,9 54 4-16,-3-26-19 15,3 1 3-15,1 1-19 0,0-3-12 16,0-1-15-1,0-2-6-15,-1-2-2 16,-1-4-54-16,-2-4-139 16,-3-11-172-16,-2-3-283 15,-1-4-311-15</inkml:trace>
  <inkml:trace contextRef="#ctx0" brushRef="#br0" timeOffset="69528.63">11026 2908 1121 0,'0'0'365'0,"0"0"-31"15,9-38-131-15,1 30-53 16,4 4-61-16,3 4-58 16,2 4-15-16,0 10-3 15,0 5 2-15,-5 6 7 0,-2 2-4 16,-8 4-10-16,-4-1-7 16,-6 1-1-16,-26 3-83 15,1-7-294-15,-3-6-711 0</inkml:trace>
  <inkml:trace contextRef="#ctx0" brushRef="#br0" timeOffset="69980.42">10621 2548 1081 0,'0'0'110'0,"0"0"-70"0,0 0-15 15,0 0-25 1,0 0 0-16,0 0 10 0,7 56 11 15,-2-38 12-15,-1-2-4 16,-1-3 17-16,-1-4-9 16,-1-4-23-16,0-4-5 15,-1-1 17-15,0 0 53 16,0-9-17-16,0-5-46 16,0-4-16-16,0-2-19 15,4 3-3-15,2 1-15 16,1 5 25-16,3 3 3 0,2 6-7 15,1 2 15 1,1 3 1-16,1 10 14 0,0 2 32 16,-2 3-3-16,-2 0-19 15,-2 7-24-15,-2-4-8 16,-4-6-354-16</inkml:trace>
  <inkml:trace contextRef="#ctx0" brushRef="#br0" timeOffset="70301.37">10810 2478 1066 0,'0'0'156'0,"0"0"-97"16,0 0-31-16,0 0 44 16,0 60 11-16,3-35 16 15,6 0 26-15,1-4-47 16,0-3-21-16,2-6 1 15,-2-6-7-15,1-4-11 16,0-2 26-16,1-8-15 16,-2-8-26-16,1-3-17 15,-2-6-8-15,-3-1-18 16,-3-1-57-16,-3 3-1 0,0 3 11 16,-5 6 23-1,-4 6 10-15,-1 6-44 0,-1 3-34 16,1 6 58-1,3 12 33-15,4-1-106 0,3-1-454 0</inkml:trace>
  <inkml:trace contextRef="#ctx0" brushRef="#br0" timeOffset="70698.73">11067 2449 932 0,'0'0'282'0,"0"0"53"0,0 0-207 15,0 0-62 1,0 0-34-16,0 0-16 16,0 0-9-16,-41-21-6 15,32 36 5-15,1 5-3 16,3 4 17-16,1 0 2 16,3-2 8-16,1-1 50 15,0-3-27-15,5-5-14 0,0-6-18 16,3-5-14-16,1-2 17 15,-1-9-1-15,1-8-14 16,-2-7-9-16,0-12-7 16,-4-16-41-16,-2-14-21 15,-1 8-83-15,0 13 4 16,0 21 40-16,0 16-58 16,-1 4 98-16,0-1 54 15,0 5 14-15,0 1-11 16,1 13-47-16,0 14 39 0,0 13 19 15,0 0 49 1,4-3 13-16,9 0-62 0,-1-17-8 16,-1-3-662-16</inkml:trace>
  <inkml:trace contextRef="#ctx0" brushRef="#br0" timeOffset="71098.58">11238 2378 1031 0,'0'0'237'0,"0"0"-19"0,0 0-121 15,0 0-41-15,0 0-30 16,0 0-16-16,0 0 0 16,-12 39-1-16,15-37-6 15,-1-2 10-15,0 0 38 16,0-3 11-16,1-6-29 15,-1-5-20-15,-1 3-13 16,-1-1 1-16,0 2-1 16,0 3 1-16,0 4 0 15,-3 3 0-15,-6 5-1 16,-2 10-10-16,-5 7 10 16,2 5 30-16,1 2 26 15,2-1 10-15,9-1 12 0,2-3-14 16,4-4-2-1,11-4-8-15,6-4-7 16,3-4-4-16,11-5 1 16,11-3-29-16,11-11-15 15,-4-4-103-15,-13 0-240 0,-18 1-719 0</inkml:trace>
  <inkml:trace contextRef="#ctx0" brushRef="#br0" timeOffset="72058.91">6039 3199 1577 0,'0'0'387'0,"0"0"-164"0,0 0-111 16,0 0-53-16,2 78 60 0,3-8 73 15,-1 12-46 1,0 3-67-16,1-11-16 16,-3-10-12-16,0-5-28 15,-1-8-13-15,-1-12-10 0,0-9 0 16,0-13-6-1,0-8-55-15,0-2-72 0,-4-10-91 16,-2-7-97 0,1-9-469-16</inkml:trace>
  <inkml:trace contextRef="#ctx0" brushRef="#br0" timeOffset="72598.78">5967 3149 1630 0,'0'0'261'16,"0"0"-181"-16,71-43 7 0,-2 24 28 16,17-1-16-1,7 4-26-15,-5 2-8 16,-13 2-27-16,-9 2-20 16,-16 0-7-16,-14 4-11 0,-13 1 11 15,-9 2-4-15,0 1 2 16,-2 1 7-16,-3 1 14 15,-4 0-9-15,-2 6-8 16,1 8 38-16,-1 7 70 16,0 12-30-16,0 11-9 15,-1 18-24-15,-1 10-13 16,0-1 3-16,2-2-15 16,0-10-14-16,0-4-8 0,2-4-10 15,0-10 5 1,-1-11-5-16,-1-10 0 0,0-4 1 15,0-2-1 1,0-2-1-16,-3-1-1 0,0-5-1 16,-2-3 1-16,-9-1 0 15,-14-1-7-15,-17 0 7 16,-27 4-5-16,-16 2 0 16,-8 4-14-16,-2 3-10 15,16 1 17-15,10 1 11 16,19-5 1-16,18-3-7 15,14-3 8-15,7-3-1 0,2 2 0 16,4-4 0 0,4 0-42-16,1-4-118 15,23-19-140-15,-1-1-188 0,1 1-359 0</inkml:trace>
  <inkml:trace contextRef="#ctx0" brushRef="#br0" timeOffset="72998.73">6291 3251 1685 0,'0'0'250'0,"0"0"62"0,0 0-94 15,0 0-87-15,0 0-90 0,0 0-29 16,-6 40-4-1,6-10-7-15,0 2 17 0,0-1-6 16,0-1-9 0,0-1 6-16,3-4-8 15,0-4 0-15,0-5-1 0,0-5 0 16,-1-7-10-16,1-4-3 16,3-2 4-16,0-10 7 15,3-1-5-15,1 0 6 16,0 1 0-16,0 3 0 15,0 5-6-15,1 3 6 16,-1 1 0-16,1 4 1 16,0 6 0-16,0 0-1 15,-1 1-5-15,-1 1-14 0,-1-2-134 16,-1-4-105-16,-3-3-316 16,-2-3-580-16</inkml:trace>
  <inkml:trace contextRef="#ctx0" brushRef="#br0" timeOffset="73268.94">6483 3310 65 0,'0'0'1484'0,"0"0"-1137"16,0 0-52 0,0 0-130-16,0 0-57 15,0 0-68-15,0 0 45 16,11 27 4-16,-5-6-22 0,3 2 24 15,-1 1-22 1,0 1-24-16,-1-1-21 0,0-1-12 16,1-2-11-16,0-4 0 0,-2-4 0 31,-1-5-1-31,0-4-2 0,-1-3-37 16,0-1-62-16,0-16-104 15,0 0-284-15,-3-3-518 0</inkml:trace>
  <inkml:trace contextRef="#ctx0" brushRef="#br0" timeOffset="73428.85">6422 3401 102 0,'0'0'1517'15,"0"0"-1338"-15,0 0-95 16,77-46-40-16,-25 13-33 15,-7 5-11-15,-13 1-390 16</inkml:trace>
  <inkml:trace contextRef="#ctx0" brushRef="#br0" timeOffset="74014.62">6291 3077 1053 0,'0'0'260'0,"0"0"114"16,0 0 15-16,0 0-100 16,0 0-112-16,0-48-18 15,0 15-36-15,0-15-19 16,0-18-20-16,0-15-47 15,1-8-37-15,0-4-7 16,-1-4-18-16,0-4-19 16,-5-6-25-16,-1-4-31 15,2 8-74-15,0 12 62 16,-1 20-131-16,1 23-39 16,0 16 180-16,-1 9-22 15,1 6 22-15,-1-2 33 16,-3-1-5-16,3 3 41 15,-1 3 20-15,0 3-29 16,2 3 7-16,0 2 6 16,2 3-12-16,0 0-5 15,0 2 4-15,1 1-6 0,-1 0-49 16,-3 0-7-16,-7 18 1 16,0-1 27-16,-1 0 60 0</inkml:trace>
  <inkml:trace contextRef="#ctx0" brushRef="#br0" timeOffset="74578.84">5827 1449 869 0,'0'0'293'16,"0"0"84"-16,0 0-54 16,0 0-86-16,0 0-143 15,0 0-63-15,4 73 6 16,4-7 54-16,3 8 17 16,2 1 26-16,2-7-43 15,-5-11 7-15,1 0-5 16,-4-13-49-16,-2-16-22 15,-3-8-22-15,0-8 0 0,-2-4-12 16,0-5-76 0,-7-10-93-16,-4-9-106 0,-3-6-556 0</inkml:trace>
  <inkml:trace contextRef="#ctx0" brushRef="#br0" timeOffset="75148.78">5740 1247 1077 0,'0'0'19'0,"38"-35"-19"0,15 12-16 16,25-2 16-1,15 5 0-15,7 4 18 0,-3 4-12 16,-11 3 3 0,-4-1 0-16,-7-1 2 0,-11 1 18 15,-16 2-22-15,-15 2-7 16,-12 1 0-16,-6 3 2 15,-2-2-1-15,-1 3-1 16,-1 1 2-16,-3 0 8 16,-3 5 6-16,1 8 14 15,-2 15 37-15,1 16 60 16,-2 19 62-16,-1 10-24 16,1 3-45-16,2 1 62 0,-1-4-45 15,1-2-32 1,-1-3 24-16,0-8-53 15,-3-9 23-15,2-11-14 16,-3-12-26-16,0-8-30 0,0-5-14 16,-1 1-3-16,-5-3-10 15,-1 0-1-15,-6-3 7 16,-4-3-7-16,-14-1 1 16,-22 0 5-16,-26 2-5 15,-17 1-1-15,-5 3 0 16,5 0 8-16,15 2 34 15,11-2-19-15,10 0-9 0,14-2 3 16,14-4-9 0,13-1 0-16,6-2 1 15,5 0-9-15,0-2 3 0,4 0-4 16,4-1-18-16,0 0-21 16,19-19-118-1,0 2-173-15,3-6-403 0</inkml:trace>
  <inkml:trace contextRef="#ctx0" brushRef="#br0" timeOffset="75528.89">6152 1484 1089 0,'0'0'501'0,"0"0"-341"0,0 0-7 0,-37-7-90 16,29 7-34 0,4 7-10-16,-1 5-2 0,0 6 2 15,2 3 8-15,2 2 30 16,1 1-2-16,3-2-17 16,7-3-5-16,4-5 1 0,0-4-9 15,4-7-3 1,-1-3 2-16,0-3-11 0,-4-12-4 15,-1-4-8 1,-5-5-1-16,-3-3-23 0,-4-2-9 16,0-1-11-1,-7 4-22-15,-2 4 3 0,-1 6 1 16,1 7 5 0,1 3-2-16,2 5 11 0,3 1-13 15,3 7-23 1,4 1-110-16,5-1-487 0</inkml:trace>
  <inkml:trace contextRef="#ctx0" brushRef="#br0" timeOffset="76162.64">6351 1387 865 0,'0'0'205'0,"0"0"71"0,0 0 24 0,0 0-113 15,0 0-112-15,0 0-38 16,0 0-11-16,0-30-8 0,0 30-11 16,0 0 2-1,0 0-8-15,0 1 0 0,0 8 1 16,0 6-2-1,0 6 23-15,4 6 28 0,1 5 11 16,1 2 12 0,2 1-15-16,1-3 0 0,-1-2-7 15,3-7-16-15,-2-4-16 0,1-7-5 32,-1-4-6-32,1-4-3 15,1-4-6-15,2-6-8 0,-1-5-167 16,-5-4-508-16</inkml:trace>
  <inkml:trace contextRef="#ctx0" brushRef="#br0" timeOffset="76308.96">6230 1542 1409 0,'0'0'189'15,"0"0"-79"-15,0 0-64 16,41 0 22-16,3-6-68 15,-5-2-47-15,-3-3-915 0</inkml:trace>
  <inkml:trace contextRef="#ctx0" brushRef="#br0" timeOffset="77150.58">6327 1188 1001 0,'0'0'182'16,"0"0"72"-16,0 0 47 0,0 0 36 15,0 0-191 1,0 0-72-16,-12-39-34 16,1 8-27-16,-6-16-13 15,-9-19-17-15,-5-10-29 16,-3-3-22-16,3 5-36 15,5 9-46-15,3 8-18 0,7 13-47 16,6 14 0 0,4 11 91-16,3 7 63 0,1 2-52 15,1 1 25-15,-1 2-3 16,2 5 20-16,0 2-43 16,0 2-59-16,2 9 66 15,1 17 69-15,-2-3 38 16,-1-1-2-16</inkml:trace>
  <inkml:trace contextRef="#ctx0" brushRef="#br0" timeOffset="77930.38">6041 618 872 0,'0'0'396'0,"0"0"-84"0,0 0-49 16,0 0-127-16,0 0-48 15,0 0-53-15,0 0 21 16,-11 42 26-16,8-19-37 16,0 0-11-16,0 0-13 15,2-5-12-15,1-4-3 16,0-3-5-16,0-5-1 16,0-4 0-16,0-2 3 15,0-3 4-15,0-9 4 16,0-7-11-16,0-4 8 15,0-6-8-15,5 0 30 0,0-3 11 16,1 6-30 0,1 6-11-16,-1 6-31 0,2 8 1 15,2 5 4-15,2 1 12 16,3 7 13-16,3 6 0 16,0 3 1-16,2 0 0 15,-4 1 0-15,-9 5-8 16,-4-4-307-16,-3-5-581 0</inkml:trace>
  <inkml:trace contextRef="#ctx0" brushRef="#br0" timeOffset="78382.82">5587 502 1204 0,'0'0'227'0,"0"0"-99"0,0 0 3 15,0 0-30-15,0 0-44 16,45 54-1-16,-29-35-4 16,3-1 1-16,0-2 6 0,-2-6-11 15,-1-3-20 1,-3-7-15-16,-2 0-2 0,-2-12 9 15,-4-4-12 1,1-4-7-16,-5-2 1 0,-1 1-1 16,0 2 0-1,0 3 0-15,0 4-1 0,0 5 1 16,0 4 0-16,0 3 5 0,0 0-6 16,0 9-1-1,0 8 0-15,4 6 1 0,3 5 22 16,2 3 17-1,2 2 7-15,0 0-2 0,-2-2-8 16,-1-1-2 0,-2-5-6-16,-4-2-21 0,-2-5-6 15,-3-3-1 1,-7-4-7-16,-6-4-71 16,-14-7-143-16,3 0-364 15,1-10-688-15</inkml:trace>
  <inkml:trace contextRef="#ctx0" brushRef="#br0" timeOffset="78783.03">5663 269 1029 0,'0'0'156'0,"0"0"-96"0,0 0-36 16,0 0 8-16,-13 38 7 16,9-21 15-16,-2-1-19 15,1-2 4-15,1-2 13 16,0-3-7-16,1-4-14 0,2-2-8 16,1-3-5-16,0 0 17 15,-1-10 4-15,1-6-39 16,0-4-7-16,0-4-34 15,4-1-17-15,3 3 4 16,3 5 16-16,-3 6 16 16,5 6 8-16,-1 5 13 15,2 2 1-15,1 11 0 16,2 5 1-16,-1 6 6 0,-2 4 19 16,-3 2 38-1,-1 1-17-15,-6 6-47 0,-2-7-2 16,-1-6-1495-16</inkml:trace>
  <inkml:trace contextRef="#ctx0" brushRef="#br0" timeOffset="78948.78">5926 337 1368 0,'0'0'215'16,"0"0"-90"-16,0 0-49 0,0 0-39 15,0 0-36 1,0 0-1-16,28 43-70 0</inkml:trace>
  <inkml:trace contextRef="#ctx0" brushRef="#br0" timeOffset="79614.27">6779 1435 1077 0,'0'0'309'0,"0"0"-136"0,0 0-89 0,0 0-36 16,0 0-16-1,0 0-7-15,0 2 6 0,13-1 20 16,5 0 13-1,6-1-14-15,5 0-1 16,2 0 7-16,3-5-28 16,-3-2-4-16,1 0-2 0,-2 0-22 15,-2-2-31-15,3-5-2 0,-8 2-54 16,-8-1-302-16</inkml:trace>
  <inkml:trace contextRef="#ctx0" brushRef="#br0" timeOffset="79933.61">7037 1293 1212 0,'0'0'188'15,"0"0"-63"-15,0 0-32 0,0 0-40 16,0 0-18-16,0 0-12 16,0 0-5-1,17 12 24-15,3-2 19 0,3-1-14 16,2-1-17-16,-1 2 11 15,-4-2-13-15,-3-1-17 16,-4 1-3-16,-5-1-7 16,-4 1 0-16,-3 2 10 15,-1 1-2-15,-3 4 28 16,-7 3 1-16,0 1 8 16,-4 2-14-16,-2 3-7 15,0 0-8-15,0-2 2 16,1 0-13-16,3 0-6 15,3-5-99-15,6-5-641 0</inkml:trace>
  <inkml:trace contextRef="#ctx0" brushRef="#br0" timeOffset="82380.87">7624 1348 624 0,'0'0'234'0,"0"0"23"16,0 0-48-16,0 0 41 0,0 0-65 15,-38-38-65 1,23 36-76-16,-1 2-28 0,0 2-10 15,1 6-5 1,2 3 6-16,2 3-1 0,4 0 0 16,2 2 11-1,5 1 11-15,0-1-2 0,10 1 11 16,3-1 6 0,3 0 4-16,2-2-29 15,-1-2-7-15,-5-2-3 16,-2-2-7-16,-5-1 0 0,-5-1 5 15,0 0 1 1,-7 0 0-16,-6-1 5 0,-3-1 3 16,-1 0-14-16,1-3 0 15,3-1-1-15,3 0-56 16,6-4-81-16,7-10-150 16,9 2-255-16,3-3-116 0</inkml:trace>
  <inkml:trace contextRef="#ctx0" brushRef="#br0" timeOffset="82698.77">7721 1355 880 0,'0'0'291'0,"0"0"31"16,0 0-139-16,0 0-68 16,0 0-9-16,0 0-14 15,-37 53-19-15,33-37-21 16,3 1-27-16,1-3-11 15,3-5-12-15,6 0 10 16,1-5-5-16,2-4 3 16,1 0 13-16,1-10 12 0,-1-2-14 15,-2-4-14 1,-3-2-5-16,-3-3-1 16,-3 2 1-16,-2 0-2 15,-3 2 0-15,-7 1-16 0,0 6-26 16,0 3-30-16,1 5-32 15,3 2-54-15,3 0-117 16,2 0-75-16,1 3-152 0</inkml:trace>
  <inkml:trace contextRef="#ctx0" brushRef="#br0" timeOffset="83128.81">7776 1255 698 0,'0'0'283'16,"0"0"72"-1,0 0-59-15,0 0-28 0,0 0-144 16,0 0-71 0,0 0-37-16,9-7-4 0,-4 27 11 15,2 7 59 1,0 9 2-16,4 11-10 0,1 8-9 16,1 1 5-1,-3-10-15-15,-1-13-3 0,-3-13-9 16,-1-6-25-16,0-2-7 0,0-1-11 15,-1-1 1 1,-1-8-1-16,-1-2 0 0,0-2 12 16,-1-11-12-1,1-7-22-15,-2-3-26 0,0-5-10 16,-4 0-4-16,-6 2 11 16,-4 3 14-16,-2 6 8 15,1 5 6-15,1 4 9 16,3 2 13-16,4 5 0 15,4 0-5 1,3 0-40-16,2 0-86 0,10 0 41 16,5-2 25-16,5 0-17 15,4-1-23-15,-2-2-94 16,4-2-51-16,-8 1-95 16,-6 0-311-16</inkml:trace>
  <inkml:trace contextRef="#ctx0" brushRef="#br0" timeOffset="83848.78">7969 1264 404 0,'0'0'241'0,"0"0"65"0,0 0-34 16,0 0 8-16,0 0-32 0,0 0-86 15,0 0-82 1,-3 9-43-16,3 10 59 0,0 5 9 15,4 3-25 1,1 1-11-16,-1-1-17 0,1-2-18 16,0-3-14-16,-1-3-13 15,-1-5-7-15,-1-5 0 16,0-3 0-16,-2-5 1 0,0-1 7 16,0-9 1-1,-2-7-9-15,-3-6-8 0,1-5-8 16,0-3-11-1,1-1 4-15,3 1 11 0,0 6 6 16,0 5 5 0,0 6-8-16,4 7 8 0,2 5-9 15,2 1 1 1,1 4 3-16,2 9 6 0,2 5 1 16,0 2 0-16,-1 1 0 15,0 1 4-15,-3-3-5 16,-2-3 0-1,-4-3 0-15,-1-4-1 0,0-4 1 16,-2-4 0-16,0-1 8 16,0-2 45-16,0-9-29 0,0-5-15 15,0-3-3 1,0-3-4-16,5 0-1 0,4 3 0 16,-1 5-1-1,3 4 0-15,0 7-6 0,3 3 6 16,1 6-2-1,2 7 2-15,0 5 0 0,1 1 0 16,-3 1 0 0,-2-2-7-16,0-1-10 0,-2 0-116 15,-2-5-206-15,-2-6-354 0</inkml:trace>
  <inkml:trace contextRef="#ctx0" brushRef="#br0" timeOffset="84212.13">8320 1239 1047 0,'0'0'225'0,"0"0"8"0,0 0-67 0,0 0-62 16,-40 32 10-16,33-13-35 16,3 3 0-1,3 0-26-15,1-1-24 0,0-2-17 16,5-3-11-16,1-5 0 15,1-3 0-15,0-6-1 16,2-2-1-16,-2-5 1 16,1-6-31-16,-1-5-4 15,0-1 20-15,-2 0 14 16,0 0 1-16,-3 4 1 16,0 3 18-16,-1 6 53 0,-1 3-4 15,0 1-40 1,1 3-21-16,0 7-5 0,2 3-1 15,1 2 5 1,2 1-6-16,1-1 0 0,-1-1 0 16,2 0-84-16,-2-1-226 0,-3-7-415 15</inkml:trace>
  <inkml:trace contextRef="#ctx0" brushRef="#br0" timeOffset="84678.96">8405 1287 645 0,'0'0'544'0,"0"0"-323"16,0 0-51-16,0 0-88 15,0 0-2-15,40-1 1 0,-29 13 6 16,-2 2-22-16,-1 3-27 16,-2 2 3-16,-4-1-16 15,-2-1-9-15,0-1-6 16,0-3-9-16,0-3 0 15,-1-4-1-15,0-4-2 16,1-2-9-16,0-4 10 16,0-8-44-16,5-5-38 15,1-4 23-15,1-5 23 16,-2 0 20-16,2-1 15 0,-2 1 2 16,-1 3 0-1,-2 6 25-15,1 4 50 0,-2 6 49 16,-1 4 19-1,0 3-52-15,0 5-56 0,-4 8-21 16,-2 7 6 0,1 4 22-16,0 3-1 15,1-1 29-15,2-3-1 0,2-1-28 0,0-4-8 32,7-4-3-32,4-1-6 0,3-5-5 15,5-3 1-15,5-4-3 16,2-1-9-16,3-1-8 15,9-14-66-15,-7 2-159 16,-6-1-431-16</inkml:trace>
  <inkml:trace contextRef="#ctx0" brushRef="#br0" timeOffset="85678.72">8872 997 739 0,'0'0'227'0,"0"0"19"0,0 0-4 16,0 0 1-1,-34-38-30-15,25 38-135 0,-2 4-53 16,-9 19-15 0,-3 18-1-16,-2 19 17 0,8 7 48 15,10 0 47-15,7-7-22 16,15-13 14-16,9-2-14 16,12-5-21-1,8-8-41-15,5-7-16 0,3-8-20 16,-1-11-1-16,-5-6-48 15,-14-6-237-15,-10-4-655 0</inkml:trace>
  <inkml:trace contextRef="#ctx0" brushRef="#br0" timeOffset="86598.82">9085 1067 1021 0,'0'0'231'0,"0"0"28"0,0 0 31 0,0 0-103 15,0 0-86 1,0 0-48-16,-9 38 45 16,9-9-21-16,0 6-8 15,0 1-8-15,5-4-18 0,1 2-15 16,0-3-4-1,2-6-12-15,-1-2-11 0,-1-4-1 16,0-5-1 0,-2-5 0-16,0-3-9 15,-3-6-14-15,1 0 10 0,1-5 8 16,2-6-1-16,1-4-9 16,2 0 7-16,-3 1 8 15,2 4 1-15,-3 3 1 16,-1 2-1-16,-1 4 1 15,1 1-1-15,-2 0 0 16,5 2 0-16,-1 5 1 16,3-2 0-16,0 1 5 15,2 1-6-15,0-3-1 16,2 0 1-16,0-2 0 0,0-2 0 16,-1 0 0-16,-3 0 0 15,-2-2 0-15,-1-4 0 16,-2-2-13-16,-1 0-26 15,-2 1-4-15,0-2-28 16,0 0-37-16,-5 1-74 16,0 0-13-16,-2 0-94 15,0 2-72-15,2 2-300 0</inkml:trace>
  <inkml:trace contextRef="#ctx0" brushRef="#br0" timeOffset="88878.66">9041 1185 609 0,'0'0'342'16,"0"0"-19"-16,0 0-34 15,0 0-41-15,0 0-7 0,0 0-55 16,0 0-51-1,-7-3-37-15,9 1-19 0,9 0-20 16,8-3-22 0,5-1-13-16,8-1-12 0,2 0-10 15,-1 0 6 1,-1 1-7-16,-8 1-1 0,-3 1 0 16,-8 2-5-16,-6 1 5 15,-3 0 2-15,-4 1-1 16,0 0 0-16,0 1 1 15,-7 6 4 1,-7 5-5-16,-3 5 5 0,-4 4 5 16,-2 5 1-16,2 2 6 15,1 0 9-15,4-1-1 16,4-2-8-16,6-3-6 16,4-3-6-16,2-3-4 15,2-3-1-15,8-3-1 16,5-4 11-16,4-2 1 15,2-4 1-15,1 0-1 16,0-3-6-16,-2-4-5 16,-2-2-1-16,-1 0 0 0,-4 0-1 15,-3-1-12-15,-1 0-62 16,-5-1-50-16,-1-6-122 16,-1 1-281-16,-2 1-354 0</inkml:trace>
  <inkml:trace contextRef="#ctx0" brushRef="#br0" timeOffset="89199.79">9384 1013 1605 0,'0'0'259'0,"0"0"55"0,0 0-26 16,0 0-84-16,0 0-126 15,0 0-53 1,0 0-19-16,-5 0-5 0,12 15 0 16,0 4 20-16,2 4 4 15,-1 2-14-15,1 0-2 0,-1 0 24 16,-1-3 11 0,0 0-20-16,-2-4-15 0,1-3-8 15,-3-4-1 1,1-4-1-16,-3-3-59 15,2-4-132-15,-1-6-82 16,-2-6-310-16,2-3-591 0</inkml:trace>
  <inkml:trace contextRef="#ctx0" brushRef="#br0" timeOffset="89358.96">9355 1105 1242 0,'0'0'338'15,"0"0"-87"-15,0 0-71 16,0 0-23-16,0 0-83 16,44-21-52-16,-19 12-22 0,5-2-52 15,4-8-138-15,-4 3-333 16,-9 0-487-16</inkml:trace>
  <inkml:trace contextRef="#ctx0" brushRef="#br0" timeOffset="89609.56">9502 819 1580 0,'0'0'282'16,"0"0"64"-16,0 0-176 16,0 0-72-16,49-3-61 15,-16 26-5-15,11 17 11 16,5 20-12-16,-2 4 79 15,-12 0-28-15,-15-10-3 16,-15-8-20-16,-6 2-23 16,-20-1-5-16,-15-1-11 0,-17 1-20 15,-19-5-26-15,12-13-346 16,-4-8-1227-16</inkml:trace>
  <inkml:trace contextRef="#ctx0" brushRef="#br0" timeOffset="94778.65">6669 2029 151 0,'0'0'351'16,"0"0"-62"-16,0 0-64 15,0 0-40-15,0 0-40 16,0 0 21-16,-5-6 7 16,5 5-37-16,0 1-5 15,-1 0-19-15,1 0-28 16,0 0-30-16,0 2-24 16,0 8-14-16,0 6 6 15,0 3 28-15,0 3 2 16,3-1-19-16,1-2-18 0,0-2-9 15,1-3-6 1,0-3 1-16,1-3 1 0,-1-4-2 16,1-2-2-1,-2-2-7-15,1 0-1 0,0-3-8 16,0-4-1-16,-1-2 3 16,0 0 14-16,0 0 1 15,-2 1 1-15,-1 1 0 16,0 3 1-16,-1 2 18 15,1 2 1-15,0 0-7 0,1 5-13 16,2 4 6 0,2 4 3-16,1 2-1 0,2-1 1 15,0-1-3-15,0-3-4 16,2-4 5-16,-1-3 2 16,1-3 6-16,-1 0 12 15,1-4 7-15,-1-6-9 16,0-5-10-16,-2-4-9 15,-1-3-4-15,-3-4-1 16,-3-2 0-16,-1-2-1 16,0 2 0-16,-5 4-14 15,-2 3-12-15,-1 6-28 16,-1 4-34-16,0 6-45 0,-1 5-114 16,3 3-81-1,1 5-239-15</inkml:trace>
  <inkml:trace contextRef="#ctx0" brushRef="#br0" timeOffset="95498.91">6971 1974 1416 0,'0'0'383'0,"0"0"-22"0,0 0-141 16,0 0-70-16,0 0-83 15,0 0-42 1,0 0-14-16,-3 25 2 0,7-3 5 16,1 3 3-16,1 1-3 15,1 0-18 1,0-2 1-16,-1-4-1 0,1-3 0 15,-3-6-1-15,0-4-1 16,-1-4-18-16,-2-3-6 16,2 0 26-16,0-6 1 15,1-3-1-15,1-2 0 16,0 0 0-16,0 3 2 16,-1 2-1-16,-1 3 0 15,0 1 1-15,2 2-1 16,0 0 0-16,5 0-1 0,0 2 1 15,3 0 0 1,0-1-1-16,1 1 0 0,0-2 0 16,-2 0-9-16,1-2-26 15,-3-6-67-15,-1-1-8 16,-2-3 6-16,-3-3 2 16,0 1 34-16,-2 0 45 15,-2 1 23-15,0 1 6 16,0 4 41-16,-3 3 42 15,-1 1 9-15,1 4 1 0,-2 0-28 16,0 9-44 0,0 5-15-16,1 4-2 0,3 2-2 15,1 0-2-15,0-1-5 16,1-5 5-16,5-1-4 16,0-4 4-1,0-4-5-15,-1-5 8 0,2 0 8 16,1-4 19-16,-2-6-5 15,1-4-17-15,-1-3-8 16,-2-3-6-16,-2 1 0 16,-2 1-1-16,0 3-25 15,-1 6-25-15,-6 5-96 16,-6 4-114-16,1 0-229 16,2 1-302-16</inkml:trace>
  <inkml:trace contextRef="#ctx0" brushRef="#br0" timeOffset="95648.64">7397 2012 1913 0,'0'0'497'0,"0"0"-250"16,0 0-150 0,0 0-70-16,0 0-27 15,0 0-107-15,0 0-229 16,33 16-1582-16</inkml:trace>
  <inkml:trace contextRef="#ctx0" brushRef="#br0" timeOffset="135028.81">9949 4104 728 0,'0'0'105'16,"0"0"-73"-16,0 0-9 16,0 0 2-16,0 0-11 15,0 0 11-15,-1-29-1 16,0 29-8-16,1 3-10 15,-1 10-6 1,-1 8 0-16,2 5 52 0,0 3 60 16,-1 1-5-16,-1-1-39 0,1-4-6 15,-2-1-15 1,-1-4-1-16,-2-2-27 0,-1-7-19 16,0-1-6-1,-8-8-69-15,4-2-134 0,1 0-140 0</inkml:trace>
  <inkml:trace contextRef="#ctx0" brushRef="#br0" timeOffset="135378.53">9848 4239 832 0,'0'0'270'15,"0"0"-183"-15,0 0-41 0,0 0-15 16,0 0-18 0,0 0-6-16,0 0 8 0,10 6 25 15,-1 4 33 1,0 1-6-16,3 0-24 0,1-1 14 15,1 0-15 1,0-3-23-16,0 1-6 0,-1-3 18 16,-3-4-17-1,-1 2-6-15,-4-3-7 16,0 0-1-16,0-4 0 0,-1-4 0 16,-1-2-12-1,0-2 10-15,-2 0 1 0,1-2 1 16,-2 4 1-16,0 1-1 15,0 5-12-15,0 1 12 16,0 3 0-16,0 0-15 16,-3 3-12-16,-3 8-5 15,-5 7 32-15,-1 4 22 16,-1 3 10-16,0 0-1 16,-3 9-12-16,4-6-19 15,-1-7-133-15</inkml:trace>
  <inkml:trace contextRef="#ctx0" brushRef="#br0" timeOffset="137160.6">9951 4072 645 0,'0'0'93'15,"0"0"-70"-15,0 0-16 16,0 0-7-16,0 0-9 15,-10 40 9-15,6-14 45 16,-1 3 53-16,0 1 38 16,0-1-42-16,0-2-16 15,-1-5-2-15,0-2-15 16,-1-5-37-16,1-1-15 0,0-6-8 16,-1-4 0-1,1-4 0-15,0 0-1 0,-1-1-15 16,0-7-28-1,1-2-2-15,1-3 20 0,-1-1 17 16,4-1 7 0,0 1 1-16,2 2 1 0,0 3 1 15,0 4-1-15,0 3-1 0,0 2 2 16,4 0-2 0,2 2 1-16,3 7 14 0,0 1 17 15,1 2 29 1,2 1-5-16,0-1 28 0,2 1-23 15,-2 0-17 1,2-3 23-16,-1-2-17 0,0-1-9 16,-1-4-15-1,-2-1-14-15,-2-2-4 16,-1-1-7-16,-1-6 1 0,-2-4-2 16,-1-2 0-16,0-2-14 15,-1-2-10-15,-2 0-12 16,0 0-18-16,0 3-16 15,0 5 13-15,0 1 22 16,0 6 25-16,0 1 3 16,-2 1-9-16,2 3-12 15,-5 9 11-15,0 4 17 16,-1 4 17-16,-2 3 47 16,1-2-14-16,0-1-21 15,1-1-22-15,-1 1-7 16,2-5-47-16,0-4-338 0</inkml:trace>
  <inkml:trace contextRef="#ctx0" brushRef="#br0" timeOffset="137331.75">10050 4295 1202 0,'0'0'230'0,"0"0"-82"15,0 0-65-15,0 0-39 0,0 0-26 16,0 0-18 0,0 0-18-16,7 15-644 0</inkml:trace>
  <inkml:trace contextRef="#ctx0" brushRef="#br0" timeOffset="139810.6">9291 4551 778 0,'0'0'622'0,"0"0"-263"15,0 0 13 1,0 0-111-16,0 0-40 0,0 0-51 16,14 0-66-16,5 0-41 0,7-2-27 15,3 0-21 1,3-1-8-16,-2-1-6 0,0 0 0 16,-5 1-1-1,-3 1 0-15,-6-1-12 16,-4-1-14-16,-5 0-83 15,-7-4-153-15,-2-1-272 16,-8 1-449-16</inkml:trace>
  <inkml:trace contextRef="#ctx0" brushRef="#br0" timeOffset="140228.63">9320 4365 1170 0,'0'0'321'0,"0"0"-36"16,0 0-10-16,0 0-105 16,0 0-12-16,0 0-54 15,0 0-59-15,-16 8-32 0,3 12 2 16,-3 5 24-1,-5 3 14-15,-2 3-7 0,3-2-20 16,0-6-13 0,4-3-7-16,5-7-6 0,4-4 0 15,5-3 0-15,2-2 0 16,7-1 12-16,11 0 19 16,5-1 61-16,8 0-45 15,2 2-20-15,2-3-10 16,-1 2-5-16,-1-1-3 15,-2 0 1-15,-4-1-4 16,-4 2-5-16,-6-1 0 0,-4-1-1 16,-6 1-6-1,-6 0-82-15,-1 0-188 0,-1-1-480 16</inkml:trace>
  <inkml:trace contextRef="#ctx0" brushRef="#br0" timeOffset="143798.54">10121 7591 577 0,'0'0'213'0,"0"0"-70"0,0 0-23 16,0 0 21 0,0 0 25-16,0 0-31 0,0-9-15 15,0 6-28-15,0 0 2 16,-4-2 7-16,-1 1-2 16,-1-1-5-16,-2 0-20 15,-1 0-5-15,-1 0 2 16,0 4-9-1,-3 0-4-15,-1 1-15 0,-1 0 2 16,0 1 1-16,-1 4 2 16,-1 1-11-16,0 2-6 0,1 0-1 15,1 2-6 1,1 1-8-16,-1 2 4 0,2 1 0 16,0 1-2-1,1-1-3-15,0 2 2 0,2-2-4 16,-1 0 10-1,2 1-10-15,2 0-1 0,1-1-3 16,2 1-2 0,1 1 2-16,2-1-7 0,1 1 5 15,1 4-5-15,5 0 4 0,1 2-5 16,3 0-1 0,0 0 8-1,3-1-2-15,-1-1-5 0,1-2 10 16,2-3-2-16,0-2 0 15,0-1-3-15,0-4 1 16,1-2 10-16,-1-4 15 16,3-2-9-16,0 0-8 15,-1 0-2-15,1-6-4 16,0-2 0-16,-2 1 2 16,1-2 2-16,-3 1-2 15,0 0 2-15,1-2 1 0,-3 1-8 16,0-2-5-1,0-1 9-15,0 0-2 0,-1-1-7 16,0-2 8 0,-1 0 2-16,-1 0-1 0,0-1-2 15,-1-2 2-15,-1 1 2 16,-1 0-6-16,-1-3 2 16,-1 1-7-16,-2-1 12 15,0-1-4-15,-2 0 9 16,0 0-12-16,0-2 6 0,-4 1-11 15,-2 1 1 1,0 1-1-16,-1 2 0 0,-2 3 5 16,-2 2-6-1,0 4 0-15,-1 3 0 0,-1 2 0 16,1 1 0-16,1 3-2 16,1 0-7-16,3 0-25 15,0 3-24-15,1 1-34 16,0-1-71-16,-1-1-115 15,3 0-247-15,1-2-346 0</inkml:trace>
  <inkml:trace contextRef="#ctx0" brushRef="#br0" timeOffset="143981.96">10234 7508 2051 0,'0'0'307'0,"0"0"-170"0,0 0-18 16,0 0-85-16,0 0-34 0,-45 10-30 15,35-6-492-15</inkml:trace>
  <inkml:trace contextRef="#ctx0" brushRef="#br0" timeOffset="157078.79">14898 4241 313 0,'0'0'137'16,"0"0"15"-16,0 0 157 0,0 0-91 16,0 0 18-16,0 0-10 15,0 0-6-15,-22-27-84 16,22 27-85-16,0 0-30 0,0 0-11 16,8 0-10-1,6 4 9-15,5 1 3 0,5 0 10 16,2-3-9-1,1 1-13-15,-3-3-7 0,8 0-84 16,-8-5-270 0,-4-3-571-16</inkml:trace>
  <inkml:trace contextRef="#ctx0" brushRef="#br0" timeOffset="157329.43">15080 4123 1081 0,'0'0'299'15,"0"0"-53"1,0 0-134-16,0 0-59 0,0 0-14 16,0 0 18-16,0 0 4 0,21 53-13 15,-8-33 1 1,2 0 15-16,-1-2-16 16,-1-1-20-16,-3-1-10 15,-4-2-6-15,-5 0 12 0,-1-1 10 16,-8 0 3-1,-16 2-3-15,-17 4-15 16,-22 7-14-16,-19 4-5 16,15-7-156-16,4-2-666 0</inkml:trace>
  <inkml:trace contextRef="#ctx0" brushRef="#br0" timeOffset="199128.93">10100 8120 885 0,'0'0'373'0,"0"0"-116"15,0 0-21-15,0 0-8 16,0 0-29-16,0 0-18 16,-7-24-29-16,7 24-42 15,0 10-56-15,0 16-16 16,0 13 26-16,0 2 40 15,0-2-34-15,0-4-39 16,0-11-17-16,0 3-14 16,0 1 0-16,1-7 0 15,1-1-11-15,-2-7-49 0,0-5-143 16,0-6-99 0,0-2-238-16,0-4-216 0</inkml:trace>
  <inkml:trace contextRef="#ctx0" brushRef="#br0" timeOffset="199428.57">10075 8132 1213 0,'0'0'321'16,"0"0"-127"-16,0 0-63 15,0 0-3-15,0 0-26 16,0 0-53-16,-42 34-26 15,39-30-6-15,2-4-6 16,1 0 3-16,0 0 33 16,0-7 42-16,1-7-52 0,5-1-22 15,4-1 4 1,2 1-6-16,3 6-5 0,4 5-7 16,0 4-1-16,4 10 0 15,0 9 0-15,-1 6-9 16,11 18-45-16,-7-4-247 15,-5-5-347-15</inkml:trace>
  <inkml:trace contextRef="#ctx0" brushRef="#br0" timeOffset="201478.59">12773 8134 872 0,'0'0'737'0,"0"0"-511"0,0 0-16 0,0 0-92 16,0 0-14-16,-9 52-4 0,9-10 0 15,0-2-30 1,0-3-27-16,0-7-27 0,0-7-5 15,0-1-10 1,0 1-1-16,0-7-9 0,0-5-101 16,1-11-172-16,2 0-287 15,-3-11-267-15</inkml:trace>
  <inkml:trace contextRef="#ctx0" brushRef="#br0" timeOffset="201748.94">12761 8072 1078 0,'0'0'238'16,"0"0"-26"-16,0 0-30 15,-48 20-32-15,33-12-55 16,2 0-19-16,1-1-18 16,3-3-33-16,4-1-11 15,1-3 1-15,4 0 22 16,0-4 18-16,4-8-29 15,4-4-17-15,4-1-3 16,4 3-5-16,3 5 0 16,3 5 1-16,3 4-2 15,4 8 0-15,1 8-2 16,10 15-4-16,-10-4-32 0,-10-3-450 0</inkml:trace>
  <inkml:trace contextRef="#ctx0" brushRef="#br0" timeOffset="202280.76">11531 8059 1310 0,'0'0'351'0,"0"0"-145"0,0 0-54 16,-17 44-10-16,13-4-2 0,3 12-30 16,-1-4-27-1,2-10-13-15,0-14-33 0,0-8-25 16,0 1-12 0,0-1-1-16,1-1-51 0,1-9-159 15,-1-5-297-15,0-1-269 0</inkml:trace>
  <inkml:trace contextRef="#ctx0" brushRef="#br0" timeOffset="202563.22">11496 8020 145 0,'0'0'962'16,"0"0"-722"-16,0 0-85 15,0 0 11-15,-46 39-46 16,34-26-40-16,2 0-25 15,2-2-20-15,1-3-23 16,3-3-5-16,2-4-6 16,2-1 25-16,0-9 22 15,8-6-33-15,2-3-8 0,5-2 1 16,2 4-1-16,2 4 3 16,2 6-4-16,1 6 0 15,1 4 0-15,-2 12 4 16,-1 5-8-16,-3 6-2 15,0 3-1-15,-5 11-43 16,-3-7-200-16,-5-5-582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0:30:37.8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7321 2625 404 0,'0'0'201'0,"0"0"-45"0,0 0 17 16,0 0-21-16,0 0-31 15,-14-13 26-15,8 10-37 16,-2 0-37-16,-2 1-2 16,-3-1 9-16,-2 1-16 15,-3 0-21-15,-4 1-1 0,-3 1-4 16,-2 0 2-16,-2 0 10 16,0 0-12-1,-2 4-23-15,1 1-8 0,1 1 0 16,1 0 9-16,0 2-10 15,3 1 0-15,0 0-5 16,1 4 0-16,1-3 5 16,-1 4-6-16,0 1 1 15,2-1 0-15,0 2-1 0,2 0 3 16,0 1-3 0,3-1 8-16,1 0-7 0,2 0 6 15,2 0 7 1,2 1-12-16,2 3 14 15,2 2-1-15,3 1-2 16,3 3 0-16,0 0-1 0,4-2 6 16,7 1-6-1,4-2 10-15,3-1-2 0,6-1 1 16,4-1 1-16,4-2-1 0,7 1 10 16,7 2 8-1,-3-2-4-15,-5-2-9 0,-6-5 18 16,-5-2-4-1,5-1-17-15,5 2 2 0,-1-4 5 16,0-1 1 0,-1-4 11-16,1-2-11 0,-1 0-3 15,-1-1-2-15,1-5 3 16,-3-1-2 0,0 1-3-16,-2-1-6 0,-2-1 10 15,-3 3 1 1,-1-2-7-16,-2-1 8 0,0 0 2 15,0-1-4 1,0-2 0-16,0 0-4 0,0-1-1 16,0 1-4-16,-2-3-2 15,0 0 1-15,-2-1 7 16,-1-2 1-16,-3-2-8 16,-1-1 10-16,-2-3-7 15,-3-2-4-15,-2-1 2 16,-3-3 0-16,-3-1-5 15,0-1-4-15,-8 0-8 16,-5 0-2-16,-4-2-12 16,-6 0 4-16,-3 0-23 0,-3 3-20 15,-2 2 15-15,1 4-6 16,-1 4-7-16,-1 4-1 16,0 2 4-1,1 6 10-15,-1 0-10 0,2 3 17 16,-2 5 17-16,3 0-23 15,-1 0-25-15,1 3-4 16,1 6 31-16,-1 0 3 16,0 5 3-16,-6 8-23 15,6-2-66-15,6-3-526 0</inkml:trace>
  <inkml:trace contextRef="#ctx0" brushRef="#br0" timeOffset="30200.14">13806 7643 1298 0,'0'0'331'0,"0"0"-62"0,0 0-93 16,0 0-2 0,0 0-27-16,0 0-51 0,42-5-16 15,-16 3-16-15,5-2-37 16,2 1-15-16,1 0-1 16,-1 0-11-16,-3 0 0 0,-6 0 0 15,-5 0-18 1,-8 1-94-16,-5 0-66 15,-6-1-114-15,-1 0-207 16,-6 0-292-16</inkml:trace>
  <inkml:trace contextRef="#ctx0" brushRef="#br0" timeOffset="30568.91">13782 7513 621 0,'0'0'869'0,"0"0"-654"15,0 0-12-15,0 0-8 0,0 0-62 16,0 0-56 0,0 0 0-16,-9-3-49 15,-3 14 11-15,-4 2 7 16,-7 5 4-16,-1 1-5 15,0 0-12-15,3 0-8 16,6-3 1-16,5-2-22 16,7 0-4-16,3-1 0 0,8 1 0 15,15 2 1 1,19 0 9-16,16-2-9 0,6-4 5 16,-3-6-6-16,-15-1-8 15,-17-3-108-15,-1 1-99 16,-10-1-403-16,-4 0-942 0</inkml:trace>
  <inkml:trace contextRef="#ctx0" brushRef="#br0" timeOffset="36631.83">10251 8213 1046 0,'0'0'291'0,"0"0"-79"15,-12-42 24-15,4 29-6 16,-1 1-17-16,-2 5-97 15,-2 5-54-15,-3 2-19 16,-3 4 2-16,2 9-23 16,0 5-7-16,2 3-9 15,3 3 1-15,5-3-7 16,4-1-1-16,2-4-9 16,1 0-11-16,0-8 20 15,3-1-16-15,2-6-56 0,0-1 10 16,1-3 41-1,0-7 21-15,1-5 1 0,0-3 1 16,-1 3-1 0,1 1 6-16,-1 5-5 0,2 5 5 15,0 4-5 1,4 10 0-16,4 18 10 0,3 14 21 16,0 15 24-1,-2 6-16-15,-7-2 9 0,-6-13 8 16,-4-14-17-16,0-10-22 15,-1-7-17-15,-5 1-1 16,-3-1-1-16,2-4 1 16,-1-7 0-16,0-6 1 15,3-3-1-15,0-13-12 16,5-8-24-16,0-5 2 16,5-5 4-16,9 0 2 15,5-1-5-15,3 3 12 0,1 2 1 16,1 5 6-1,0 1 7-15,-4 3-11 16,-3 1-3-16,-3 2 11 16,-6 2 2-16,-2 0 8 0,-6 2 0 15,0 1 9-15,0 3 9 16,-4 2 22-16,-1 1 6 16,1 2 0-16,1 3 20 15,1 2 1-15,1 0-23 16,-2 0-35-16,3 8-9 0,0 6 15 15,0 2-6 1,0 5 1-16,8 1 8 0,2 0 0 16,5-2-18-1,4 0-3-15,4-2 2 0,3-3 0 16,1-5-16-16,0-5-108 16,-1-5-45-16,-6-2-90 15,-3-12-117-15,-6-6-224 16,-6-2 84-16,-2-7 374 15,-3 2 143-15,-3 1 181 16,-4 3 111-16,-2 5-20 16,-2 4 5-16,0 4-4 15,1 7-37-15,1 3-99 0,1 1-63 16,2 12-43 0,1 4 20-16,1 3-1 0,4 4-25 15,0 0-25 1,5-1 27-16,7-3-17 0,2-2-9 15,1-5-1 1,0-5 0-16,-1-8-1 0,1 0-40 16,-5-8 11-16,0-8-2 15,-3-2-1-15,-4-6 5 16,-2-1 16-16,-1-2 0 0,0 2-16 16,-3 4 7-1,-2 7 20-15,-2 6 0 16,1 8-25-16,1 3-1 15,0 11 21-15,2 4-1 16,3 3 7-16,0 1-15 16,7-2-106-16,5-1-53 15,14-4-68-15,-3-5-84 16,-2-5-357-16</inkml:trace>
  <inkml:trace contextRef="#ctx0" brushRef="#br0" timeOffset="37669.19">10780 8220 164 0,'0'0'943'0,"0"0"-556"0,0 0-76 16,0 0-70-16,0 0-132 15,0 0-49-15,0 0 11 16,-3 40 14-16,3-19-24 16,5 3-23-16,2-1-15 15,3-2-12-15,2-2-9 0,-1-3-2 16,1-6-7-1,-1-4-14-15,-1-6-90 0,-3 0-34 16,-1-11 25 0,-3-8 9-16,0-5 16 0,-1-2 49 15,0-4 8 1,0 1 22-16,0 4 16 0,1 7 16 16,-1 7 24-16,0 7 21 15,1 4-25-15,0 7-3 16,2 10 30-16,3 4-17 0,4 1-21 15,0 2-12 1,1-3-13-16,1-1-10 0,-3-5-76 16,-3-5-59-16,0-4-93 15,-4-6-29-15,-2-3 81 16,0-7 101-16,-2-6 85 16,0-1 4-16,0-1 77 15,0 2 45-15,1 2 51 16,2 7-12-16,-1 2-13 15,0 5-75-15,3 0-47 16,-1 10 64-16,3 1 8 16,1 6-24-16,2 0-32 15,1 2-21-15,1-3-17 16,0 2-8-16,0-6 0 16,1-3-30-16,1-6-109 15,1-3-48-15,0-1-53 16,3-10-10-16,-4-1 61 15,0-2 121-15,-2 0 52 16,-4-1 16-16,0 3 12 16,-1 1 30-16,-2 1 33 15,1 2-7-15,1 2-13 0,-1 2-4 16,1 2-23-16,-1 2-18 16,1 0-9-16,0 0 0 15,0 2 1-15,0 0-2 16,-2 2-1-16,0-3 1 15,-1 1-1-15,1-2 1 16,-2 0 9-16,-2 0 6 16,1-2 33-16,-2-3 62 0,0-1 41 15,0 1 29-15,-3 1 11 16,-4 1-40-16,-1 2-23 16,0 1-36-16,-2 1-19 15,2 6-24-15,-1 4-10 16,3 3-6-16,3-2-19 15,1 2-9-15,2 0-5 16,3-3-9-16,6-2 2 16,3-5 6-16,2-4-9 15,-1 0-47-15,-1-11-41 16,-2-6 41-16,-3-12 27 16,-4-17 22-16,-3-23 7 15,-11-9 2-15,-2 1-1 0,0 19 24 16,6 26 34-1,2 16 60-15,3 11-66 0,0 4-22 16,0 1-29 0,1 13-1-16,1 20 0 0,4 22 12 15,4 10 29-15,4 2 32 16,-3-5 14-16,-4-8-32 16,0-6-55-16,2-5-66 0,0-14-312 15,0-9-718-15</inkml:trace>
  <inkml:trace contextRef="#ctx0" brushRef="#br0" timeOffset="38099.73">11932 8034 1610 0,'0'0'373'0,"0"0"-107"0,0 0-165 0,0 0 57 31,11 69 9-31,4-13-55 16,4 10-21-16,2-1-3 0,0-9-16 15,-5-10 19-15,-3-9-52 16,-6-10-31-16,-3-9-8 15,-2-6-6-15,0-2-12 16,-2-3-67-16,-5-8-139 16,-5-9-91-16,-3-7-477 0</inkml:trace>
  <inkml:trace contextRef="#ctx0" brushRef="#br0" timeOffset="39219.71">11880 8269 1204 0,'0'0'217'0,"0"0"-56"16,74-16-8-16,-35 11-88 15,-2 5-26-15,-5 0-30 16,-10 0-9-16,1 5-34 16,0 0-103-16,-6 2-110 15,-5 0-121-15,-7 2 74 0,-5 0 186 16,0-1 108-1,-4 2 156-15,-3-1 74 0,1 0-39 16,3-1-71 0,2-3 11-16,1-2-85 0,4 0 93 15,8-3-21 1,2 0-5-16,2-3-25 0,1-8-11 16,-3 0-11-1,-1-4 8-15,-2-4 1 0,-3-2-33 16,-4-1-20-16,-2 1-10 15,-2 4 10-15,-1 1-13 16,-5 4 12-16,1 2-11 16,0 2-4-16,1 4 8 15,2 2 18-15,2 2-22 16,0 0-10-16,0 7-7 16,0 7 7-16,4 4 6 15,0 3 6-15,2 0 8 16,1 2 9-16,0-2-9 15,2-2-9-15,1-2-11 0,2-5 0 16,1-2 0 0,2-6-9-16,0-4-50 0,2 0-30 15,-2-9-31-15,1-4-47 16,-3-3 6-16,-3-2 46 16,-4-1 90-16,-2 2 25 15,-3 0 43-15,-1 4 48 16,0 3 49-16,0 2 6 0,-1 3-32 15,0 2-23 1,-1 3-44-16,2 0-35 16,0 4-11-16,0 7 11 15,0 2 26-15,1 3-11 0,4 1 0 16,2 0-6-16,2-1-11 16,1-2-5-16,2-3-5 15,0-2-6-15,1-4-4 16,0-3-62-16,0-2-8 15,0-2-19-15,-2-8-36 16,-1-2-19-16,-1-2 36 16,-5-3 30-16,-1 2 44 15,-2 1 32-15,-1 0 12 0,0 3 14 16,0 3 43 0,0 5 36-16,-1 1 40 15,-1 2-59-15,1 0-74 16,-1 8 33-16,2 4-7 0,-1 1 4 15,1 3-4 1,0 0-9-16,1 0 6 0,5-1-5 16,3-1 13-16,1-3-20 0,4-2-5 15,1-4 0 1,2-3-6-16,0-2-1 0,0-1-42 16,-2-9-47-1,-2-4-43-15,-1-5-3 0,-3-3 40 16,-3-4 40-1,0-3 39-15,-3 0 17 16,-3 2 8-16,0 4 51 16,0 5 84-16,-2 7 48 15,-1 4-22-15,0 4-15 16,1 3-67-16,0 3-77 16,1 9 12-16,1 4-5 0,0 5-7 15,0 3 2-15,6 0-10 16,1 0-2-16,0 0 0 15,0-4-3-15,0-1-15 16,-1-5-134-16,-1-4-138 16,-2-6-361-16</inkml:trace>
  <inkml:trace contextRef="#ctx0" brushRef="#br0" timeOffset="39730.74">12643 8231 1238 0,'0'0'180'0,"0"0"50"16,0 0-150-16,0 0 3 0,59-14-52 15,-34 9-30-15,1-3-1 16,0-1 0-16,1-4 0 16,-2-4 1-16,-1-2-1 15,-2-5-6-15,-3-1 5 16,-4-2 1-16,-3 1 13 15,-2 5-5-15,-4 5 31 16,-5 8 68-16,-1 8 56 0,0 0-107 16,-7 14-19-16,0 7-20 15,1 5 5 1,1 4 0-16,2 1-7 16,3 0-8-16,0-1 1 0,0 0-8 15,4-3-8 1,1-4 8-16,1-4-18 0,0-5-13 15,3-5-77-15,-1-6-17 16,3-3 28-16,0 0 36 16,-1-5 42-16,0 0 19 15,-2 3 9-15,0 1 22 0,-2 1 15 16,2 0 19 0,0 3 25-16,0 2 1 15,1 0-14-15,1-1-9 16,0 0-4-16,2-3-10 0,1-1-17 15,3 0-18 1,1-1-11-16,1-4-8 0,0-7-60 16,-2 3-198-1,-5-4-544-15</inkml:trace>
  <inkml:trace contextRef="#ctx0" brushRef="#br0" timeOffset="48735.01">3044 7989 402 0,'0'0'52'0,"0"0"-49"16,0 0-3-1,0 0-7-15,0 0-6 0,0 0-9 16,-1 0 14 0,12 0 7-16,5 0 1 0,4 1 13 15,6-1-3 1,9 0 26-16,9 0 31 0,12-2-8 16,3-2-26-16,-5 1 15 15,-11 1 18-15,-13 2-15 16,-8 0-7-16,-3 0-9 15,3 0-12 1,-1 0-14-16,-1 0-8 0,-4 2 0 16,-7 2-1-1,-6 1-16-15,-3-2-131 0</inkml:trace>
  <inkml:trace contextRef="#ctx0" brushRef="#br0" timeOffset="49049.85">3464 7906 463 0,'0'0'16'0,"0"0"-1"16,0 0-15-16,0 0 34 16,0 0-21-1,0 0-4-15,0 0 26 0,42 15 8 16,-24-6 10-16,2-1 11 15,0 0-11-15,0 0-11 16,-2-1-10-16,-2 1 0 16,-4-2 1-16,-3 0-11 15,-3-1-1-15,-5 0 2 16,-1 1 12-16,0 0-3 0,-7 1-19 16,-3 1-6-1,-6 5-7-15,2-1-10 16,2-1-113-16</inkml:trace>
  <inkml:trace contextRef="#ctx0" brushRef="#br0" timeOffset="49582.67">3101 8020 37 0,'0'0'78'0,"0"0"-16"0,0 0-7 0,0 0-10 16,0 0-8-16,55 13 9 15,-4-24-30-15,-3-2-6 16,2-3-10-16</inkml:trace>
  <inkml:trace contextRef="#ctx0" brushRef="#br0" timeOffset="50399.75">8996 8014 1138 0,'0'0'208'0,"0"0"-12"0,0 0-58 0,0 0-40 16,0 0 6-16,0 0-19 15,29 15 5-15,1-9-19 16,13 0-19-16,10-2-8 15,1-2-19-15,-9-1-1 16,-11 0 4-16,-12-1-3 16,-6 1-16-16,1-1-9 0,-3 0-1 15,-1 2-45-15,-8-2-184 16,-5 0-292 0,0-3-329-16</inkml:trace>
  <inkml:trace contextRef="#ctx0" brushRef="#br0" timeOffset="50631.77">9316 7906 1177 0,'0'0'305'0,"0"0"-112"16,0 0-123-16,0 0 9 15,0 0-10-15,0 0 7 0,34 55 4 16,-18-37-13-1,0 2-10-15,-1-1-1 0,0-2-7 16,-5 1-10 0,-3 0-22-16,-5-1-16 0,-2-1-1 15,-12 2-12 1,-24 8-68-16,2-7-239 0,-5-2-555 0</inkml:trace>
  <inkml:trace contextRef="#ctx0" brushRef="#br0" timeOffset="51133.84">8974 7947 594 0,'0'0'234'0,"0"0"12"0,0 0 3 0,0 0-28 15,0 0-114-15,0 0-48 16,0 0-40-16,-27-26 4 0,18 30-13 16,-2 5 2-16,-3 2-3 15,-2 3 4-15,0 2 4 16,0 2 17-16,1-1-5 16,3 5 15-16,1-1 8 15,5-1 4-15,4-1 15 16,2-2-17-16,0-4-12 15,10-1-8-15,5-2-6 16,2-2-7-16,6-4 2 16,2-2-8-16,2-2-14 15,2 0-1-15,8-1-15 0,-8-3-233 16,-6-1-498-16</inkml:trace>
  <inkml:trace contextRef="#ctx0" brushRef="#br0" timeOffset="56300.05">7366 7548 731 0,'0'0'227'0,"0"0"-59"0,0 0-33 15,0 0-22 1,0 0-7-16,0 0-3 0,-31-35-22 16,16 30-16-16,-2-2-30 15,-1 1-22-15,-1 1-12 16,-1 0 0-16,2 1-1 0,-1 1 0 16,0 1-1-1,0 0-14-15,0 2 14 0,0 0-9 16,0 0 1-1,-1 0 9-15,0 4-28 16,1 0-3-16,1 1 5 16,0 1 9-16,0 1-5 0,2 1 22 15,-2 0 0 1,-1 0 0-16,2 0 1 16,-2 1 0-16,2-2 7 15,1 2-7-15,1-1-1 0,0 0 1 16,1 2 1-16,1 1 5 15,0 1 2-15,1 2 1 16,2 2 10-16,1 0 2 16,2 2 9-16,1 5-3 15,2 0 2-15,3 3 17 16,1 1-6-16,0 3 34 0,2-2 7 16,6 2-6-1,1 0-17-15,4-1-3 16,1-1 3-16,3-2 1 15,3-2-1-15,1-2-4 0,2-3 16 16,1-1-14 0,3 0-19-16,1-4 7 0,3-1 16 15,1-1 11-15,2-2-12 16,2-3-7-16,-1-2-11 16,2-3-12-16,-2-2-6 15,-1 0-4-15,0-2-3 16,-1-6-3-16,0 1-7 0,-2-3-5 15,-1-1-1 1,0 0 5-16,-4-1-5 0,-2 1-1 16,-2-2 0-1,-2 0 1-15,-2-1-1 0,-1-1 0 16,-2-1-1-16,-2-3-4 16,0-3 5-16,-2-3 0 15,0-3-20-15,-3 1-9 16,0-1-6-1,-3 1 7-15,-1-1 1 0,-2 1 3 16,-2 1-6-16,0 0-6 16,-1 1-13-16,-6 0-2 15,-2 1 9-15,-2 0-4 16,-2 1 0-16,-2 1-2 16,-1 4-8-16,0 0 17 0,-2 3-7 15,0 4 0 1,-1 1 3-16,0 3-1 0,0 2 19 15,-2 2 3 1,0 3 10-16,0 0 0 0,1 0 2 16,0 2-36-1,0 5-4-15,0 1 1 0,-1 2 12 16,1 1-3-16,1 1-3 16,1 2-4-16,-4 3 16 15,4-3-15-15,2-6-672 0</inkml:trace>
  <inkml:trace contextRef="#ctx0" brushRef="#br0" timeOffset="70683.56">6109 5702 389 0,'0'0'91'0,"0"0"-55"0,0 0-17 0,0 0 16 0,0 0 1 15,-2-11-9 1,2 9-7-16,0 0-4 0,0 1 22 16,2-1 15-16,0-1 53 15,2 0-31-15,1 0-3 16,1-1 13-16,1 0 2 0,5 0-13 16,-1 2-6-1,1 1-4-15,2 1 0 16,-2 0-3-16,1 7-4 15,-2 2-8-15,0 3-1 0,-5 4 19 16,1 4 12 0,-6 6 33-16,-1 2-13 0,-1 4-15 15,-6 1-5 1,0 1-25-16,0-1-15 0,0-3 0 16,3-2-18-16,2-3-8 15,2-5-10-15,0-3-2 16,4-6 7-16,6-5-7 15,2-2 8-15,-1-4-3 16,4-2-5-16,-2-9-1 16,-1-3-18-16,-3-3-23 15,-2-1 8-15,-1 3 19 16,-3 3 13-16,-2 3 0 0,1 6 1 16,-1 3 0-1,0 3 0-15,1 11 1 16,0 7 34-16,-1 10 17 15,-1 15 19-15,1 14 9 16,3 3 23-16,5 1-21 16,1-7 6-16,3-9-52 0,0 1-12 15,0-1 20 1,1 0-18-16,-1-4-7 0,-3-7 1 16,-2-8-7-1,-3-6-7-15,-2-2 2 0,1 4-7 16,-1 4 8-16,0 6 10 15,-3-2-5-15,0-2 2 16,-3 2 11-16,-4-2-6 0,0 1-5 16,-2 0 1-1,-1 1 2-15,2 1-10 16,0-2 0-16,0-2-7 0,2 0-1 16,0-3 7-16,0-3-8 15,2-1 0-15,-1-5 0 16,0-5 0-16,-1-4 0 15,1-3 1-15,-1-4-1 16,-4-2 6-16,-2-3-4 16,-2-5-1-16,-1-3 5 15,0 0-6-15,0 2 0 0,1 3 0 16,0 1-2 0,-2 2-14-16,1 3-23 0,0 0-52 15,0 0-69 1,-3-3-131-16,4 1-308 0,3-2-629 0</inkml:trace>
  <inkml:trace contextRef="#ctx0" brushRef="#br0" timeOffset="70863.35">6285 7005 2060 0,'0'0'257'0,"0"0"-85"0,0 0-76 16,0 0-60-16,0 0-36 16,0 0-33-16,-41-28-141 15,32 17-591-15</inkml:trace>
  <inkml:trace contextRef="#ctx0" brushRef="#br0" timeOffset="71659.66">5693 5737 1059 0,'0'0'165'0,"0"0"-35"0,-7-51-25 16,1 10 17-16,3-15-38 15,0-10-37-15,3-1-19 16,0 1-21-16,0 2-7 16,0-1-28-16,0 6-119 0,-1 17-24 15,-2 15-752-15</inkml:trace>
  <inkml:trace contextRef="#ctx0" brushRef="#br0" timeOffset="72112.03">4490 5864 874 0,'0'0'224'0,"-13"-51"-1"0,5 0-50 0,3-23-27 16,2-15-69 0,0-4-57-16,-3-3-20 0,-2 30-189 15,-3 12-522-15</inkml:trace>
  <inkml:trace contextRef="#ctx0" brushRef="#br0" timeOffset="72569.95">3078 5790 1079 0,'0'0'146'0,"-7"-49"-82"16,2 1-36-16,-6-23-28 15,1 8-53-15,-4 6-241 0</inkml:trace>
  <inkml:trace contextRef="#ctx0" brushRef="#br0" timeOffset="73080.11">1805 5614 586 0,'0'0'157'0,"0"0"-57"16,0 0 60-16,-42-26-3 0,31 10-24 16,2-5-84-1,3-9-49-15,5-15-78 0,5-21-54 16,16-13-72-1,0 13-98-15,-1 7-107 0</inkml:trace>
  <inkml:trace contextRef="#ctx0" brushRef="#br0" timeOffset="79951.73">6660 5768 66 0,'0'0'630'16,"0"0"-415"0,0 0-8-16,0 0-22 15,0 0 15-15,0 0-67 16,-33-15-22-16,21 15 0 15,0 0 7-15,-2 3-27 16,1 3 5-16,-1 4-19 16,1 0-8-16,-1 3 2 15,3 2 0-15,2 0-22 0,2 2-5 16,2 0-10 0,4 0-4-16,1-2-2 0,0 0-7 15,5-3-6-15,4 0-2 16,2-1 6-16,1-3-4 15,4-1-3-15,-2-2 0 0,1-2-1 16,0-1-2 0,0-2-3-16,-1 0-5 0,-1-2 8 15,0-2-8-15,-1-1-1 16,-3 0 1-16,-1 1-1 16,-3 0 0-1,-2 3-1-15,-2 0-8 0,-1 1-61 16,-5 2-131-16,-5 5-372 15,-3 0-388-15</inkml:trace>
  <inkml:trace contextRef="#ctx0" brushRef="#br0" timeOffset="87399.86">7544 7060 586 0,'0'0'282'0,"0"0"-16"16,0 0 0-16,0 0-26 16,0 0 38-16,-1-9-73 0,1-3-93 15,0-3-32 1,0-5-1-16,0-4-5 0,0-10 2 16,0-9-21-1,0-15-18-15,0-5-21 0,0 1-10 16,0 6-6-1,-2 9-76-15,0 9 1 16,-1 8-2-16,2 10-19 16,0 4-33-16,0-1 7 0,1 0 43 15,0 1 27-15,0 4 6 0,0 4-17 16,0 3 23 0,0 3 30-16,0 2 0 15,-2 0 1-15,-2 3-9 16,-1 8-21-16,-2 6 27 0,-2 3 12 15,0 2 1 1,0-1 33-16,1-2-4 16,3-4 4-16,0-3-6 15,2-5-11-15,2-3-8 16,1-4 10-16,0 0-4 16,0 0 4-16,0-9 15 15,0-4-27-15,1-5-7 0,5-3-41 16,0 0-21-16,2 3 20 15,0 3-3-15,0 6-18 16,1 6 29-16,1 3 23 16,2 5 3-16,0 9 1 15,0 5 7-15,-2 5 1 16,1 12 10-16,-3-7-11 16,-2-3-543-16</inkml:trace>
  <inkml:trace contextRef="#ctx0" brushRef="#br0" timeOffset="88649.9">8736 7015 996 0,'0'0'251'0,"0"0"-82"16,0 0 11-16,19-43 9 15,-13 21-25-15,-1-6-18 0,2-10-32 16,0-16-51 0,-2-14-33-16,-2-3-2 0,-1 5-12 15,-2 18-4-15,0 18-12 16,0 10-9-16,0 7-47 16,-1 1-25-16,0 2-2 15,-2 4 34-15,0 6 32 16,-4 2-1-16,-4 13-5 15,-3 7 23-15,-1 5 20 16,-1 3 28-16,3-1-5 16,2-4 20-16,3-3-8 15,2-4-23-15,1-6-17 16,4-7-9-16,1-2 2 0,0-3 8 16,0-3 18-1,1-11-6-15,6-3-16 16,2-4-12-16,1-5-20 15,5 4-14-15,-2 2-12 16,0 4-3-16,-1 6 8 16,1 6-5-16,-3 4 21 15,0 4 16-15,0 9 3 16,-3 5-1-16,4 15 1 0,-3-3-41 16,1-4-497-16</inkml:trace>
  <inkml:trace contextRef="#ctx0" brushRef="#br0" timeOffset="89529.97">10287 7179 79 0,'0'0'934'0,"0"0"-559"16,0 0-83-16,0 0-59 0,-2-38-51 15,2 15-50 1,0-12-28-16,6-10-30 0,4-13-37 16,0-7-7-1,-1-2-17-15,1 2-13 0,-3 5-32 16,-3 4-36-16,-1 15-61 16,-3 14-43-16,0 11 15 15,0 9 30-15,0 2 48 0,0 3 50 16,0 2 13-1,-5 3-12-15,-2 12 2 0,-2 5 26 16,-1 6 24 0,0 3 23-16,-1 0 7 0,4-2 10 15,0-5-7-15,2-5-13 16,2-7-17-16,2-5-10 16,1-4 2-16,0-1 9 15,0-8 12-15,0-7-29 16,2-5-11-16,5-5-29 15,2-1-4-15,0 0-47 16,3 3 16-16,0 5 0 16,0 7 5-16,0 6 27 15,0 5 23-15,5 0 9 16,3 9-1-16,12 11 1 16,27 10 1-16,-8-4-1 15,4-2-638-15</inkml:trace>
  <inkml:trace contextRef="#ctx0" brushRef="#br0" timeOffset="90251.06">11593 7125 1193 0,'0'0'483'0,"0"0"-248"0,-1-39-11 16,-2 17-60-16,3-4-50 15,0-8-44-15,0-8-30 16,0-11-20-16,4-3-10 0,1 1-10 16,-1 5 0-1,-1 12-24-15,-2 12-37 0,0 9-26 16,-1 6-20-16,0 5-5 16,0 2 62-16,0 4 29 15,-2 3-8-15,-7 13-9 0,-3 6 38 16,-3 6 24-1,-1 4 20-15,1-1-20 16,3-2 27-16,0-6 8 16,3-7-37-16,2-5-11 0,4-5-11 15,1-5 6 1,2-1 13-16,0-3 19 0,3-10 10 16,5-6-35-1,1-5-13-15,4-1-20 0,1 0-20 16,1 4 12-16,0 4-17 15,1 5-14-15,1 9 36 16,2 3-14-16,12 8 24 16,14 14 2-16,15 10 10 15,-4-5-21-15,-7-3-666 0</inkml:trace>
  <inkml:trace contextRef="#ctx0" brushRef="#br0" timeOffset="91035.46">12859 7122 1177 0,'0'0'379'0,"0"0"-66"15,0 0-55-15,10-50-60 16,-6 29-58-16,2-4-44 0,-1-2-27 15,4-9-38 1,2-9-31-16,4-14-22 0,0-3-57 16,0 2-12-16,-5 13-1 15,-3 16-60-15,-4 13 25 16,-2 5 38-16,0 4-10 0,0 1 36 16,-1 1 21-1,0 6 13-15,0 1-2 0,-6 2-49 16,-5 12 73-1,-3 3 7-15,-1 3 13 0,-3 3-2 16,3-1 48 0,1-1 11-16,2-4-25 0,4-5-13 15,2-3-17-15,3-4-3 16,1-3 7-16,2-2 1 16,0-2 10-1,0-7-11-15,6-5-19 0,2-3-9 16,3 1-9-1,0-2-21-15,2 3-26 0,-3 5 5 16,-1 3 6 0,0 4 25-16,-3 3 23 0,0 2 6 15,0 10-1-15,-3 2-1 16,-1 5 2-16,-2 3 0 16,-1 10 2-16,-5-4-2 15,-2-4-700-15</inkml:trace>
  <inkml:trace contextRef="#ctx0" brushRef="#br0" timeOffset="91199.87">13060 6841 1428 0,'0'0'300'0,"0"0"-113"15,0 0-99-15,0 0-37 16,0 0-32-16,0 0-19 0,-67 18-82 15,27-10-1159-15</inkml:trace>
  <inkml:trace contextRef="#ctx0" brushRef="#br0" timeOffset="96163.57">14531 5077 1008 0,'0'0'559'0,"0"0"-386"16,0 0-10-16,0 0-17 15,0 0 7-15,0 0-26 16,51 0-36-16,-28 0-18 15,3 2-30-15,3-2-11 16,1 0-6-16,0 0-13 16,0 0-7-16,-2-2-5 0,-7 0 0 15,-5-1-1 1,-8-1-28-16,-6 1-81 0,-12-6-184 16,-6 3-306-16,-4-1-335 0</inkml:trace>
  <inkml:trace contextRef="#ctx0" brushRef="#br0" timeOffset="96599.93">14621 4895 218 0,'0'0'999'16,"0"0"-751"0,0 0-60-16,0 0-51 0,0 0-5 15,0 0 39-15,0 0-37 0,-47 47-41 16,23-26-24 0,-1 1-13-16,2 0-14 15,3-1-14-15,3-2-9 16,5-1-10-16,2-6 0 0,4-1-8 15,3-4 1 1,2-1 5-16,1-3-1 0,0 0-5 16,8-1 11-1,3 2 13-15,4-1 0 0,3 2-8 16,1-1-11-16,2 1-5 16,-1 0 0-16,-3-1 0 15,0-1 0-15,-4-1 0 16,-1 0-1-16,-4 1 0 15,-1-2-13-15,-2-1-88 16,-3 1-143-16,-2-1-151 16,0 0-627-16</inkml:trace>
  <inkml:trace contextRef="#ctx0" brushRef="#br0" timeOffset="96829.85">14704 5278 1655 0,'0'0'306'0,"0"0"-167"0,0 0-15 16,0 0-21-16,0 0-46 15,0 0-57-15,0 0-6 16,-32 19-343-16,11-13-1091 0</inkml:trace>
  <inkml:trace contextRef="#ctx0" brushRef="#br0" timeOffset="102218.33">7090 5962 794 0,'0'0'272'0,"0"0"-88"16,0 0-106-16,0 0-31 0,0 0 63 16,0 0 5-1,-11 36-28-15,8-23-39 0,1 1-14 16,-1-2 0-1,0-2-12-15,2 1-6 16,-2-3-8-16,1-3-6 16,1-1 4-16,-1-2-5 0,0-2 15 15,-2 0 2-15,0-3 2 16,-1-6-6 0,1-5-4-16,1-2 0 0,1-5 0 15,2 1-9-15,0 0-1 16,0 2 2-1,5 2-1-15,2 4 7 0,0 4-7 16,0 3 1-16,0 2-1 16,0 3-1-16,0 0-1 15,-2 3-5-15,1 5 0 16,-2 2 0-16,-2 1 5 16,-2 2 1-16,0 0 0 15,0-1 1-15,-2 0 0 16,-3-2 0-16,0 0 1 15,-1-4-1-15,2-1 0 0,-1 0 1 16,1-3-1 0,3 0 1-16,0-1-1 0,1-1-1 15,0 0 0 1,0 1 0-16,0-1 0 0,2 0 7 16,6 0 5-16,2 0-5 0,1 0 0 15,4-2-6 1,-1-2-1-16,0-1-1 15,-3 0-86-15,0-1-135 16,-3 3-162-16,-4-1-493 0</inkml:trace>
  <inkml:trace contextRef="#ctx0" brushRef="#br0" timeOffset="102729.63">7190 5924 660 0,'0'0'361'0,"0"0"-186"16,0 0-18-16,0 0-13 16,0 0-19-16,-13 42-39 0,12-32-38 15,0-1-13 1,-1-2-18-16,2-2-9 15,-1-1-7-15,0-2 0 16,1-1 5-16,0-1 3 16,-1 0 8-16,0-6 2 15,1-4-11-15,0-2-8 16,0-2 2-16,0 0-1 16,0 2 1-16,4 2 5 0,-1 2-1 15,2 5 3-15,-1 2-8 16,1 1-1-16,0 1 0 15,1 7 1-15,0 0 15 16,0 3 0-16,0-1-3 16,0 0-7-16,-1-3-4 15,-1-1-1-15,-1-3 5 16,0-2 4-16,-1-1 4 16,1 0 8-16,0-3-1 0,0-6-15 15,-1-2-6 1,0-3 0-16,-2 0-2 0,0-2-37 15,0 2-40 1,0 3-54-16,0 5-85 0,0 2-116 16,-2 4-291-16</inkml:trace>
  <inkml:trace contextRef="#ctx0" brushRef="#br0" timeOffset="103231.94">7312 5867 979 0,'0'0'180'0,"0"0"-51"16,0 0 4-16,0 0 30 15,0 0-60-15,0 0-47 16,-11 43-23-16,9-35-14 15,1-2-13-15,-1-1-4 16,1-2-1-16,1-2 2 16,0-1-2-16,0 0 15 15,0-5-16-15,0-5-1 16,0-1-1-16,0-3 2 0,0 2 1 16,3 0-1-1,0 2 9-15,1 5-2 16,-1 1 2-16,2 2-8 15,0 2 5-15,1 0 0 0,-1 6 9 16,2 1 11 0,0 1-1-16,-2 2-6 0,1-3-4 15,-1 0-6-15,-2-2 1 16,0-4-3-16,-1-1 6 16,0 0 15-16,2-1 15 0,0-8-20 15,1-3-15 1,0-4-8-16,-2-1-7 15,0-2-18-15,-1 0-43 16,-1 2-34-16,-1 6-30 16,0 4-143-16,-2 6-297 0</inkml:trace>
  <inkml:trace contextRef="#ctx0" brushRef="#br0" timeOffset="104261.77">8336 5976 1172 0,'0'0'256'0,"0"0"-64"16,0 0-66-16,0 0 36 15,-7 48-25-15,7-30-25 16,0 2-41-16,0-1-29 15,0-2-19-15,3-2-5 16,0-3-6-16,-1-3-11 16,0-3 0-16,-1-4 0 15,0-2 7-15,0-2 10 16,-1-9-18-16,0-7-20 16,0-5-11-16,0-3 18 15,0-3 1-15,0-2 2 0,1 3-2 16,3 2-1-16,0 5 2 15,4 5 4-15,-2 6 1 16,2 3 4-16,1 6-5 16,-2 1 6-16,-1 0 0 15,-1 6-7-15,-3 5 2 16,-2 2 6-16,0 0 5 16,-6 4 6-16,-2 1 0 15,-2-1 3-15,0-1 0 16,1 0-2-16,1-2-3 0,5-3-7 15,0-2-1 1,3-3 7-16,0-2-8 0,4-2 1 16,7-2-1-16,4 0-22 0,2-4-103 15,9-8-165 1,-4-1-53-16,-4 2-407 0</inkml:trace>
  <inkml:trace contextRef="#ctx0" brushRef="#br0" timeOffset="104683.98">8490 5964 698 0,'0'0'247'0,"0"0"-36"16,0 0-56-16,0 0 12 0,0 0-20 15,0 0-51-15,0 0-36 16,-32 44-17-16,30-35-13 16,-1-1-8-1,1-1-6-15,1-3-10 16,0 0-5-16,1-4 0 15,0 0 7-15,0 0-8 0,0-7-10 16,0-4-29-16,4-3 17 16,0-1 16-16,0 0 5 15,0 1 1-15,2 5 0 16,0 2 10-16,-2 3-1 16,2 4-3-16,0 0 1 15,1 4 14-15,-1 5 9 16,0 2 4-16,1 0-2 15,-2 0-1-15,-1-1 1 0,1-4-10 16,-2-1-6 0,-1-3-5-16,0-2 6 0,0 0 10 15,1-2 16 1,-1-7-26-16,1-1-17 0,-1-3 0 16,0-2-37-16,-2-1-86 15,3-2-84-15,0 3-163 16,-1 6-216-16</inkml:trace>
  <inkml:trace contextRef="#ctx0" brushRef="#br0" timeOffset="105132.71">8622 5928 894 0,'0'0'235'0,"0"0"-48"15,0 0-29-15,0 0 7 0,0 0-49 16,0 0-44 0,-20 45-18-16,17-39-20 0,-1-1-18 15,2-1-7-15,0-3 0 0,1-1-1 16,0 0 1 0,0 0 6-16,1-4 2 0,0-5-16 15,0-1-1 1,2-1-7-16,1 0 5 15,1 4 2-15,-1 3 0 16,1 2-1-16,1 2 1 0,-1 0 0 16,2 5 0-1,1 3 7-15,-1 0 9 0,0 0 3 16,0-1 0-16,-1-3 0 16,0 0 0-16,0-3 2 15,-1-1 11-15,2 0 15 16,-1-8-16-16,-1-2-19 15,3-4-11-15,-3-1-1 16,-1-2 0-16,0-2 0 16,-3 0-21-16,0 4-31 15,-1 3-54-15,-11 9-71 0,2 3-359 16,-2 0-508-16</inkml:trace>
  <inkml:trace contextRef="#ctx0" brushRef="#br0" timeOffset="107368.24">5250 2321 1102 0,'0'0'487'0,"0"0"-213"0,0 0 50 16,0 0-102-16,0 0-112 15,-25 61-4-15,16 16 110 16,2 18-69-16,4 8-14 0,3-3-40 16,4-11-29-1,2-1-19-15,2-8-26 0,-3-11-13 16,-3-9-5-1,1-17-1-15,-3-13-15 0,0-12-33 16,0-9-64 0,0-6-113-16,0-15-96 0,-5-7-220 15,0-10-268-15</inkml:trace>
  <inkml:trace contextRef="#ctx0" brushRef="#br0" timeOffset="107911.97">5195 2378 1491 0,'0'0'230'0,"39"-18"-135"16,8 6 19-16,16 0 3 0,7 0-21 16,-2 3-22-1,-7 1-36-15,-11 0-14 0,-10 1-14 16,-10 1-1-16,-10 1-1 15,-8 2-7-15,0 0 12 16,-3 0 33-16,-2 1 39 16,-5 2 20-16,-2 0 3 15,0 5-19-15,0 9-10 16,0 6 35-16,1 13-27 16,4 14-28-16,4 15-9 0,3 8 7 15,0 3-15 1,0-1-14-16,0-5-5 0,-2-5-16 15,-2-6-7 1,-3-8 0-16,-1-12 0 16,-1-10 0-16,-2-8-1 0,-1-4-5 15,0-3 5-15,0 1 0 16,-5-1 0-16,-4-5 0 16,-4-2 0-16,-7-3-7 15,-12-1 1-15,-18 0-2 16,-24 0 8-16,-19 0-7 15,-9 6 2-15,1 8 0 16,12 1 6-16,11 0 1 16,20-3 6-16,18-2-6 15,17-3-1-15,8-2 0 0,6-1-9 16,1-1-23-16,2-1-50 16,9-4-140-16,6-6-149 15,5-4-393-15</inkml:trace>
  <inkml:trace contextRef="#ctx0" brushRef="#br0" timeOffset="108785.04">5226 2605 1347 0,'0'0'328'0,"0"0"-173"15,0 0 11 1,4 41 13-16,0-18-42 15,3 2-38-15,0-1-33 16,0 1-19-16,0-5 2 16,-2-3-17-16,0-4-19 0,-2-6-12 15,-1-4 1-15,-2-3-1 16,0 0 19-16,0-7-5 16,-3-9-14-16,-4-11-1 15,-3-14 0-15,5 3-1 16,0 2 1-16,4 7 0 15,1 12 0-15,0-1 1 0,4 4-1 16,3 5 0 0,0 3-7-16,2 4 6 0,-1 2-1 15,2 0-7-15,-3 5-6 16,0 7 1-16,-3 2 9 16,-4 5 5-16,0 2 2 15,-2 3 8-15,-5 1 5 16,1-1 1-16,-1 0 1 15,1-3-4-15,2-4 2 16,4-3-14-16,0-4 0 16,0-4-1-16,7-4-7 15,6-2 7-15,5-5-8 16,3-9-93-16,3-4-98 0,5-15-85 16,-8 5-262-1,-5 3-352-15</inkml:trace>
  <inkml:trace contextRef="#ctx0" brushRef="#br0" timeOffset="109199.98">5438 2582 911 0,'0'0'381'0,"0"0"-66"0,0 0-165 0,0 0-74 15,0 0 27-15,-13 38 14 0,10-21-39 16,2 1-16 0,-1 0-5-1,0-2-23-15,1-2-14 0,0-3-13 16,0-4-6-16,1-2-1 15,0-4 0-15,-1-1 0 16,1-6 0-16,0-6-43 16,0-6-8-16,0-2 15 15,0-1 19-15,0 2 17 16,0 4 0-16,0 4 7 16,3 4 9-16,0 4-8 0,0 3-8 15,2 1 0-15,0 8 0 16,2 3 22-16,0 2-1 15,0 0 0-15,0-1-3 16,0-3-10-16,-3-3 1 16,0-3 0-16,0-3-1 15,0-1 9-15,0-5-2 16,0-5-9-16,-1-4-5 16,-1-4 0-16,1-1-1 15,-2 1-8-15,-1 2-5 16,0 3-45-16,0 4-56 0,1 5-63 15,0 3-138 1,2 1-412-16</inkml:trace>
  <inkml:trace contextRef="#ctx0" brushRef="#br0" timeOffset="109630">5554 2572 1383 0,'0'0'237'0,"0"0"-80"0,0 0-10 16,0 0-29-16,-10 43-41 15,9-31-18-15,1 1-12 16,0-4-25-16,0-1-9 16,0-3-11-16,0-2-1 0,0-3 5 15,0 0 2 1,0-4 17-16,0-6-17 0,1-4-8 15,2-2 0 1,1 0 0-16,-1 3 1 0,0 3-1 16,0 3 6-1,-1 6 8-15,2 1-6 0,2 0-8 16,2 9 0-16,1 2 24 0,2 1 3 16,-2 1-5-1,1-2-10-15,-1-3 3 0,0-3 8 16,-3-4-8-1,-1-1 13-15,3-3 54 0,-2-8-33 16,-1-5-31 0,2-4-12-16,-3-5-6 15,1-2-56-15,-5-16-115 0,0 7-370 16,-8 3-1053-16</inkml:trace>
  <inkml:trace contextRef="#ctx0" brushRef="#br0" timeOffset="111351.54">5599 2287 554 0,'0'0'280'0,"0"0"-6"16,0 0-4-16,0 0 69 0,0 0 42 15,0 0-56-15,0-17-81 16,-3 0-84-16,-2-9-47 15,-1-16 8-15,-1-14-49 16,0-7-16-16,1-7-28 16,-1 1-23-16,0 0-5 15,0-1-29-15,-2 2-52 16,2 1-17-16,1 16-3 16,2 13-15-16,1 14-15 15,3 13-11-15,-1 1 68 0,1 5 52 16,-1 2 8-1,-1 3-21-15,2 9-23 0,0 24 8 16,0-2 30 0,0-1-655-16</inkml:trace>
  <inkml:trace contextRef="#ctx0" brushRef="#br0" timeOffset="112079.71">5584 1067 750 0,'0'0'202'0,"0"0"73"0,-53-26-45 0,29 16-39 16,2 0-121-16,-1 5-51 15,0 5-18-15,-3 0 0 0,-2 9 0 16,2 8 9-16,-2 6 0 16,-1 12 18-16,2 14 38 15,3 15 13-15,7 6 39 16,10-2-20-16,7-4 29 15,10-9-16-15,10 3-33 16,12-6 22-16,8-8-35 16,8-7 10-16,5-11 11 15,6-8-21-15,-1-8 9 0,-2-9-18 16,-2-4-10 0,-4-13-12-16,-4-7-7 15,-10-1-10-15,-3-16-7 16,-6-8-4-16,-8-9-6 0,-4-14-7 15,-13-5-14 1,-3-3-14-16,-14 0-24 0,-8 7-39 16,-6 9-26-16,0 17-29 15,-11 7 52-15,-8 8 22 16,-8 15 39-16,-14 8-49 16,-2 13-16-16,-1 21 12 15,8 9 12-15,14 10 14 16,15 5 5-16,14 3 23 15,11 1 30-15,5-12 9 16,3-10-243-16</inkml:trace>
  <inkml:trace contextRef="#ctx0" brushRef="#br0" timeOffset="112529.8">5488 1308 1122 0,'0'0'293'0,"0"0"40"0,0 0-77 0,0 0-53 15,0 0-120-15,0 0-8 16,0 0-49-16,-36 16-13 16,29 2 0-16,0 2 11 15,3 3-5-15,4-2-17 0,0 0 31 16,5-3-1-16,4-3 13 16,2-5-24-16,1-2-8 15,0-6 2-15,1-2-3 16,2-7-5-16,-1-6-5 15,-4-7-1-15,-1-4 5 16,-2-4-6-16,-4-2-22 0,-3 0-9 16,0 5-20-16,-6 3-11 15,-1 7 14-15,-3 7 8 16,0 6-6 0,0 2-19-16,4 5-100 0,3 3-137 15,3 0-362-15</inkml:trace>
  <inkml:trace contextRef="#ctx0" brushRef="#br0" timeOffset="112849.69">5620 1099 1370 0,'0'0'302'16,"0"0"-102"-16,0 0-87 0,0 0-31 15,0 0-35 1,0 0-19-16,0 0-12 0,-3 0-16 16,5 17 51-1,2 7 8-15,3 3-8 0,-2 3-8 16,3 1 26-16,-1-1-4 0,1-4-16 16,1-2-4-1,0-5-14-15,-1-4-12 0,1-5-19 16,0-4-1-1,-2-4 1-15,0-2 0 0,3-3-22 16,-3-18-121 0,0 4-219-16,-2-3-526 0</inkml:trace>
  <inkml:trace contextRef="#ctx0" brushRef="#br0" timeOffset="113049.94">5538 1233 1317 0,'0'0'319'15,"0"0"-81"-15,0 0-132 16,0 0-26-16,42-24-39 16,-23 17-29-16,1 0-12 15,-1 1 0-15,2 0-58 16,-6 2-255-16,-5 1-589 0</inkml:trace>
  <inkml:trace contextRef="#ctx0" brushRef="#br0" timeOffset="113234.47">5804 1183 1518 0,'0'0'365'15,"0"0"-109"-15,0 0-172 16,0 0-54-16,0 0-30 0,0 0-67 16,0 0-219-16,0 32-806 0</inkml:trace>
  <inkml:trace contextRef="#ctx0" brushRef="#br0" timeOffset="114115.68">6039 1347 789 0,'0'0'178'0,"0"0"82"15,0 0 3-15,0 0 12 16,0 0-17-16,0 0-170 16,0 0-44-16,-32-15-20 15,32 15-11-15,0 0-4 16,2 0 0-16,6 0-8 16,8 0 21-16,10 2-3 15,13 0-5-15,0-2 5 16,-3 2 5-16,-3-2-10 15,-7 0-14-15,1-2 0 0,1-2 0 16,-4-1-2 0,-7-7-30-16,-5 0-283 0,-8 0-527 0</inkml:trace>
  <inkml:trace contextRef="#ctx0" brushRef="#br0" timeOffset="114434.92">6231 1189 1265 0,'0'0'284'16,"0"0"-45"-16,0 0-145 16,0 0-46-16,0 0-21 15,0 0-12-15,0 0 43 0,14 40 15 16,2-22-18-16,5 1-8 16,5-1-6-16,0 0 22 15,2-3-23-15,-1-3-8 16,-3 0-10-16,-2-3-5 15,-5-2-5-15,-8-2 1 16,-2-1-6-16,-6 1 8 16,-1 0-13-16,-1 1 8 15,-10 3 32-15,0 3-2 16,-6 2-18-16,-1 3-1 16,0 0-3-16,-1 1-8 15,1 0-4-15,2 3-6 16,1 6-10-16,6-5-92 0,1-3-609 0</inkml:trace>
  <inkml:trace contextRef="#ctx0" brushRef="#br0" timeOffset="122379.94">5565 1768 53 0,'0'0'312'0,"0"0"-83"16,0 0-28-16,0 0 26 0,0 0 0 16,-3-13 30-16,1 13-37 15,-1 0-57-15,-2 0-53 16,-3 7-6-16,-3 5-59 15,-4 3-20-15,-1 5 10 16,-1 0 20-16,0 1-24 16,1-3-13-16,4-3-8 15,2-3-1-15,5-5-2 16,1-4-7-16,4-3 1 0,0 0 26 16,0-7 66-1,4-8-58-15,4-3-22 16,3-4-13-16,1-2-7 15,3 5-6-15,-1 2-7 16,3 6 5-16,-1 4 1 16,1 6-6-16,2 1 5 15,1 10-45-15,8 14-147 16,-6-1-168-16,-1-1-453 0</inkml:trace>
  <inkml:trace contextRef="#ctx0" brushRef="#br0" timeOffset="125267.83">5754 1808 1187 0,'0'0'333'0,"0"0"-72"16,0 0-60-16,0 0-41 0,0 0-73 15,0 0-37-15,0 0 17 16,3 50 14-16,2-27-14 16,-1-2-15-16,-1 0-19 15,3-3-9-15,-3-2-10 16,2-5-14-16,0-2-7 15,-1-3 1-15,-1-3-3 16,-2-2-5-16,1-1-2 16,-1 0-6-16,1-1 1 0,2-5 20 15,0-3-7 1,2 0 8-16,-3 1-1 0,0 1 1 16,-1 4-1-1,0 3 1-15,-1 0 0 0,2 1-5 16,1 6 5-1,1 3 17-15,1 0 10 0,1 1-7 16,-1-2 3 0,1 0-13-16,-1-5 2 0,2-1 1 15,-2-2 5-15,2-1 6 16,0-1 10-16,0-6-2 16,0-5-2-16,0-4-1 0,-1-3-5 15,-3-3-12 1,1-4-10-16,-4 1-2 0,-1-3-18 15,0 6-15 1,0 1 3-16,-6 7 8 16,0 2-11-16,-2 7-3 15,-2 3-34-15,0 4-74 16,1 6-218-16,2 2-344 0</inkml:trace>
  <inkml:trace contextRef="#ctx0" brushRef="#br0" timeOffset="126849.81">6044 1784 895 0,'0'0'257'0,"0"0"9"0,0 0-21 16,0 0-46-16,0 0-28 16,0 0-26-16,0 0-57 15,-6-33-52-15,6 47-26 16,0 14 32-16,5 2 15 15,0 3 4-15,1 1-4 0,-3-5-10 16,2-1-9 0,-3-3-19-16,1-6-18 15,-2-6-1-15,1-4 0 16,0-5 0-16,-1-2 0 16,0-2 9-16,1-3 7 15,1-5 48-15,0-4-35 0,2-1-20 16,0 0-2-1,-1 3 6-15,-1 2 5 0,-1 4-4 16,-1 3-13-16,1 1-1 16,1 0 0-16,3 1-1 15,1 7 1-15,2-1 2 16,1 1 4-16,0-1-6 16,0-1-1-16,0-2-8 15,2-3 1-15,0-1-10 0,1-3-62 16,-1-7-18-1,-1-3 13-15,-2-4 16 0,0-3 22 16,-4-1 17 0,-1 0 24-16,-3 2 6 0,-1 1 2 15,0 3 16 1,0 6 65-16,0 1 48 0,-2 5 21 16,0 3-76-1,0 0-70-15,0 5 12 0,1 7-14 16,0 3 17-16,1 3 6 0,0 3-11 15,1-3 8 1,6-2-7-16,0-1-11 16,2-5-5-16,-2-5 0 15,1 0 9-15,0-5-2 16,-1 0 4-16,0-5 6 0,-1-6-8 16,0-4-4-16,-4-4-6 15,0 0 0-15,-2-2-9 16,-1 4-4-16,-8 2-7 15,-12 6 1-15,-37 9-28 16,5 3-245-16,-11 5-773 0</inkml:trace>
  <inkml:trace contextRef="#ctx0" brushRef="#br0" timeOffset="139915.24">13089 5164 1121 0,'0'0'318'16,"0"0"-85"-16,0 0-31 15,0 0-58-15,0 0-43 16,0 0-26-16,11 9 39 15,7-3 0-15,4-2-44 16,4-1-20-16,4-1-17 16,1-2-17-16,0 0-10 15,-1 0-6-15,-3 0-1 0,-3-2-51 16,-6-1-100 0,-4-2-157-16,-6 0-275 15,-5 0-429-15</inkml:trace>
  <inkml:trace contextRef="#ctx0" brushRef="#br0" timeOffset="140333.64">13212 5061 943 0,'0'0'326'0,"0"0"-120"16,0 0-29 0,0 0 51-16,0 0-18 0,0 0-92 15,0 0-27-15,0-31-14 16,-1 31-43-16,-3 0-17 16,-5 7 5-1,-2 6-12-15,-6 3 11 0,-1 3 16 16,0 0-5-16,1 0-4 15,2 0-10-15,3-2 4 16,4 0-10-16,5-1-2 16,3-1-4-16,2-1 2 15,10 0-2-15,4 0 1 16,6-2 7-16,2-2-3 16,3-1 0-16,2-2-2 15,0-2-8-15,0-1-1 16,2-2 0-16,-2 1 0 15,-2 0-76-15,0 0-117 0,-8-1-336 16,-7 2-759-16</inkml:trace>
  <inkml:trace contextRef="#ctx0" brushRef="#br0" timeOffset="172999.88">6573 5159 515 0,'0'0'278'0,"0"0"-120"16,0 0 24-16,0 0 24 0,-8 0-35 16,8-1-56-16,0-1-27 15,0 2-32-15,0-1-31 16,1-2-12-16,6 1-11 15,2-2-1-15,1 2-1 16,1 1-13-16,-1 1-78 16,1 0-79-16,-3 3-112 15,-3 3-288-15</inkml:trace>
  <inkml:trace contextRef="#ctx0" brushRef="#br0" timeOffset="173149.67">6544 5261 73 0,'0'0'580'0,"0"0"-484"0,0 0-62 15,0 0 31-15,0 0-23 16,51-25-42-16,-31 12-24 16,-1 0-246-16</inkml:trace>
  <inkml:trace contextRef="#ctx0" brushRef="#br0" timeOffset="173399.62">6611 5087 849 0,'0'0'277'0,"0"0"-9"16,0 0-102-16,0 0-96 15,0 0-12-15,0 0-2 0,48-1-21 16,-29 11-12 0,-3 5-5-16,-1 3-5 0,-7 8-6 15,-7 8-5-15,-6 16-1 16,-27 18-1-16,0-10-125 16,-5-7-535-16</inkml:trace>
  <inkml:trace contextRef="#ctx0" brushRef="#br0" timeOffset="-205531.15">14215 5388 869 0,'0'0'555'0,"0"0"-366"0,0 0-9 15,0 0 32-15,0 0-58 16,0 0-64-16,4-6-45 16,5 6-19-1,1 2-14-15,5 2-4 0,1-1-8 16,1-1-1-16,0 0-17 15,0-2-94-15,1-1-154 16,-5-5-107-16,-2-2-472 0</inkml:trace>
  <inkml:trace contextRef="#ctx0" brushRef="#br0" timeOffset="-205246.9">14310 5283 1057 0,'0'0'268'16,"0"0"-163"-16,0 0 28 0,0 0 12 15,0 0-21-15,12 48-41 16,-1-36-5-16,0 0-12 16,2-1-37-16,0-1-13 0,-2-2-8 15,-2 0-7 1,-3-2 0-16,-2 3 0 15,-3-1 0-15,-1 2 0 16,-5 1-1-16,-9 2 2 16,-4 0-2-16,-10 8-1 15,4-4-175-15,5-3-354 0</inkml:trace>
  <inkml:trace contextRef="#ctx0" brushRef="#br0" timeOffset="-198696.93">7625 5192 141 0,'0'0'562'16,"0"0"-357"0,0 0-34-16,0 0-22 0,0 0 23 15,0 0-29-15,-2 0-31 16,2 0-26-1,0 0-13-15,4 0 7 0,1 3 14 16,3-1-16-16,0 1-30 16,2-2-20-16,0 1-16 15,0-2-11-15,0 0-1 16,0 0 0-16,0 0-64 16,-2 0-78-16,0-7-90 15,-2 2-133-15,-2-1-392 0</inkml:trace>
  <inkml:trace contextRef="#ctx0" brushRef="#br0" timeOffset="-198317.14">7668 5104 475 0,'0'0'551'0,"0"0"-374"0,0 0 60 16,0 0-23-1,0 0-59-15,0 0-36 0,0 0-34 16,-3-3-33-16,-7 10-18 16,0 2 4-16,-3 3 17 15,0 0-18-15,-1 2-6 16,3-2-2-16,1 1-8 15,3-2-3-15,3 0-12 16,2-1-5-16,2-1 5 16,0 0-5-16,3 0 0 15,6-2 0-15,1 0 0 0,2-2 1 16,-1-2-2 0,1 1 0-16,1-2-18 0,-2 0-81 15,1 3-155 1,-3-1-235-16,-4 0-426 0</inkml:trace>
  <inkml:trace contextRef="#ctx0" brushRef="#br0" timeOffset="-196716.82">13055 1715 774 0,'0'0'367'0,"0"0"-157"0,0 0 61 0,0 0-54 15,0 0-63 1,0 0-72-16,0 0 2 0,-23 69 27 15,19-10-9 1,1 2-34-16,3-2-16 16,0-16-22-16,0-13-23 0,-1-8-7 15,1-4 0-15,-1 0-21 16,0-2-97-16,-4-3-85 16,1-7-133-16,-3-6-185 15</inkml:trace>
  <inkml:trace contextRef="#ctx0" brushRef="#br0" timeOffset="-196066.88">12958 1636 1106 0,'0'0'228'16,"0"0"66"-16,85-32-115 15,0 19-26-15,26 3-82 16,19 4-53-16,13 2-12 15,-2 1-6-15,4 2 0 16,-7-2-1-16,-12-2-13 16,-15-2-18-16,-16-4 26 0,-18-1-14 15,-22 1 10 1,-20 3-7-16,-15 2-21 0,-10 0 38 16,-1 2 0-16,-1 1 8 15,-2-1 14-15,-3 4 0 16,-2 0 7-16,-1 0-11 15,0 4-3-15,0 16-6 16,1 17 25-16,0 17 50 16,0 10-6-16,1 2-25 15,0 0 64-15,1-5 8 0,2 1-34 16,0-2-3-16,1-6-33 16,1-4-33-16,-2-9-16 15,-1-11-6 1,-2-12 0-16,-2-2-2 0,0-3 2 15,0-2-1-15,0-1 1 16,-9-4 0-16,-4-2 0 16,-14-3 1-16,-20-1 5 15,-27 0-5-15,-18-8-1 16,-17-2 1-16,-9-2-1 0,-1 0-1 16,-7 2 1-1,5 1 0-15,4 3 7 0,10 4-7 16,13 2-1-1,11 0 1-15,17 3 1 0,18 2 5 16,16 3 12 0,12-4-5-16,4 0-11 0,0 1-1 15,-1 2 1-15,1-1-2 0,2-2 1 16,3 1-1 0,2-2-2-16,2-2-38 15,1-1-44-15,0-5-68 16,1-6-127-16,3-4-496 0</inkml:trace>
  <inkml:trace contextRef="#ctx0" brushRef="#br0" timeOffset="-195346.83">13172 1942 1223 0,'0'0'241'0,"0"0"-40"15,0 0-111-15,0 0-12 0,0 0 40 16,-6 49-17-1,6-30-26-15,0 2-30 0,0-2-22 16,0-1-14 0,0-3-3-16,0-3-6 0,0-2-10 15,0-3-64-15,0-4-89 16,0-3-59-16,-2-5-120 16,-1-4-758-16</inkml:trace>
  <inkml:trace contextRef="#ctx0" brushRef="#br0" timeOffset="-194966.73">13157 1921 879 0,'0'0'270'16,"0"0"-106"-16,0 0-71 16,0 0 13-16,42 0 7 15,-24 0-15-15,0 0-21 16,1 0-30-16,-2 0-6 15,-3-1-9-15,-3-2-5 0,-3 2 12 16,-2-1 2 0,-2 0 12-16,-2 2 22 0,-2-1 9 15,0 1-23-15,0 0-11 16,0 0-20-16,0 0-18 16,0 0-12-16,0 5 1 0,0 3 8 15,0 3-8 1,0 4 5-16,2 3 0 0,0 1-5 15,-1 2 1 1,1 3 4-16,-1-2-6 0,1 2 1 16,-2-4-1-16,2 0-1 15,-2-5-6-15,1-4-27 16,-1-3-95 0,0-8-105-16,0-1-91 15,1-9-277-15</inkml:trace>
  <inkml:trace contextRef="#ctx0" brushRef="#br0" timeOffset="-194564.54">13380 1738 138 0,'0'0'222'0,"0"0"-69"16,0 0-17-16,0 0-55 0,0 0-44 16,0 0-24-16,0 0-11 15,-16 16-2-15,14-5-17 16,0-1-103-16,1-2-67 0</inkml:trace>
  <inkml:trace contextRef="#ctx0" brushRef="#br0" timeOffset="-193846.72">13334 1975 425 0,'0'0'253'0,"0"0"13"15,0 0-48-15,0 0-41 0,0 0-3 16,0 0-7 0,0 0 34-16,2 8 2 0,0-16-58 15,0-2-48 1,0-5 9-16,-1-5-42 15,2-5-24-15,-1-9-27 16,0-8-4-16,0-10-9 16,-1 4 0-16,0 10 1 15,-1 11-1-15,0 9 0 16,0-1 1-16,0-1 5 0,0 2-5 16,-1 3 8-16,1 5-3 15,0 5-4-15,0 3-1 16,0 1-1-16,0 1-11 15,1 0-10-15,7 0 21 16,3 4 5-16,4 2-5 16,3-1 0-16,1-1 1 15,1 0-1-15,0-2 0 16,-1-2-5-16,-3 0 4 16,-3 0 2-16,-4 0-1 0,-2 0 2 15,-3 0 4 1,-3 0-5-16,0 0-1 0,-1 0 0 15,0 0 0 1,0 2-29-16,0 6 14 0,-1 3 15 16,-2 6 6-16,0 4 1 0,-1 5 7 15,1 2 8 1,0 4 9-16,1 7 3 16,0 9-5-16,1 6 0 15,1 0 10-15,0-9-15 0,0-12-12 16,0-12-11-1,0 0-1-15,0 0 0 16,0 1-1-16,0-1-5 16,0-2 4-16,0-8-23 15,0-4-27-15,0-6-47 16,0-1-2-16,0-17-145 0,0-1-425 16,0-2-430-16</inkml:trace>
  <inkml:trace contextRef="#ctx0" brushRef="#br0" timeOffset="-193496.68">13563 1873 985 0,'0'0'295'0,"0"0"21"15,0 0-111-15,0 0-55 0,0 0-68 16,0 0-8-16,0 0 20 16,-6 57-7-16,5-31 1 15,1 0-17-15,0 0-18 16,0 0-24-16,0-3-17 15,0-2-6-15,1-5-6 16,0-5 0-16,0-2-35 16,-1-5-76-16,2-4-58 15,-2-16-67-15,1-2-386 16,-1-5-449-16</inkml:trace>
  <inkml:trace contextRef="#ctx0" brushRef="#br0" timeOffset="-193180.54">13559 1865 236 0,'0'0'720'0,"0"0"-519"16,0 0-30-16,0 0-61 15,0 0-27-15,44-10-32 16,-27 8-11-16,1 1 3 16,-1 0-14-16,-2-2 6 15,-2 3 20-15,-5-1-9 16,-4 1-5-16,-3 0 4 0,-1 0 36 15,0 4-19 1,0 4 31-16,0 7-38 16,-2 1-11-16,1 4 5 15,-1 0-3-15,2 2-9 0,0 0-16 16,0-1-5-16,4 0-15 0,0-1 0 16,0-2-1-1,-1-3-37-15,-2-4-85 0,0-4-132 16,-1-6-145-1,0-1-319-15</inkml:trace>
  <inkml:trace contextRef="#ctx0" brushRef="#br0" timeOffset="-192414.85">13701 1932 1011 0,'0'0'229'0,"0"0"64"0,0 0-118 15,-10-48-4-15,10 29-9 16,0-5-54-16,0-2-35 0,2-9-28 16,4 2-10-16,1-1-7 15,0-1-16-15,0 8-6 16,1 0 7-16,-2 5 1 15,1 5 7-15,0 5 2 16,0 5-3-16,2 3-12 16,2 3-8-16,1 1 0 15,2 0 1-15,2 5-1 16,-1 2 10-16,1 0-9 0,1 0-1 16,-1-1 0-1,-3-2 0-15,0-2 0 0,-3-2-1 16,-1 0 0-1,-4 0 1-15,-2 0 9 0,-1 0 0 16,-2-2-8 0,0-1 37-16,0 2 8 0,0 0-11 15,0 1-9-15,0 0-2 0,0 0-15 16,0 0-9 0,-2 6-1-16,-1 3 1 0,0 5 1 15,-1 2 0 1,0 3 11-16,2 4 6 0,0 3 15 15,1 1-9 1,1 1-9-16,0 1-8 0,0-3-5 16,0 2-2-16,4-3 0 15,-1 0-1-15,1-1-11 16,-2 1-30-16,1-2-43 16,0 1-22-1,-1-2-21-15,-1 0-23 0,0-4-33 16,1-3-28-16,0-4 13 15,-1-9-16-15,0-2-3 16,-1 0-152-16</inkml:trace>
  <inkml:trace contextRef="#ctx0" brushRef="#br0" timeOffset="-191867.06">13981 1966 946 0,'0'0'260'0,"0"0"-41"16,0 0-77-16,0 0 14 16,0 0-2-16,-4 43-18 15,4-22-22-15,0 0-21 0,0 1-29 16,0-1-20-1,1-3-23-15,1-2-9 0,-1-4-12 16,0-4 0 0,0-2-1-16,-1-4-62 0,1-2-57 15,1-11-62-15,-1-5-319 16,-1-1-359-16</inkml:trace>
  <inkml:trace contextRef="#ctx0" brushRef="#br0" timeOffset="-191465.95">13972 1904 627 0,'0'0'319'0,"0"0"-112"0,0 0-48 15,0 0-56-15,0 0-23 16,51-18-32-16,-32 15-9 16,-1 1-11-16,0 0 7 15,-4 0 22 1,-3-1 10-16,-3 0 6 0,-3 2 33 15,-3 0-16-15,-2 1 7 16,0 0-8-16,0 1-33 16,-1 6-29-16,-3 5-11 15,0 3 3-15,0 2 17 16,1 3 4-16,0 0 6 16,1 1-5-16,0 0-2 0,2 0-15 15,0 0-14 1,0-1-8-16,4-1-1 15,-1-3-1-15,0-1 0 16,-1-4 0-16,-1 0-1 16,0-5-23-16,-1-1-15 0,0-1-19 15,0 0-22-15,-3-4-43 16,-4 0-82 0,2 0-151-16,0-4-283 0</inkml:trace>
  <inkml:trace contextRef="#ctx0" brushRef="#br0" timeOffset="-190667.05">14162 2013 10 0,'0'0'765'0,"0"0"-545"15,0 0 107-15,0 0-77 0,0 0-55 16,0 0-72 0,0 0-67-16,-5-8-30 15,5 8-16-15,0 5 8 16,0 0 9-16,0 0-2 0,0-1-8 15,0-1-7 1,0-1-1-16,0-2 7 0,1 0 27 16,3 0 47-1,3 0-2-15,3-2-12 16,3-2-36-16,2 0-16 16,1-1-15-16,1-1 0 15,0 0-8-15,-1 2 5 16,-2-2 4-16,-2 3-1 0,-4-1 6 15,-2 2 14-15,-4 1 3 16,-2 1-14-16,0 0 7 16,0 0-9-16,0 0-16 15,0 4-12-15,-2 3 12 16,-1 3 2-16,0 3-1 16,1 1 0-16,0 1 5 15,1-2-4-15,0 1-2 16,1-1 1-16,0 0 0 0,0-1 5 15,0-2-6 1,0-1 1-16,1-3-1 16,0 1 0-16,-1-2 0 0,0 0-1 15,0-1 1-15,0-1-8 16,0 1 8-16,-2-1 0 16,-4 1-1-16,-3 0 1 15,-3-1 0-15,-2-2-8 16,-3-1-53-16,-11-1-50 15,4-7-219-15,2-1-704 0</inkml:trace>
  <inkml:trace contextRef="#ctx0" brushRef="#br0" timeOffset="-188865.97">13653 2359 363 0,'0'0'565'0,"0"0"-330"0,0 0 23 16,0 0-13 0,0 0-18-16,0 0-41 15,-6-17-73-15,6 19-58 0,-1 9-33 16,0 5 24-16,1 6 36 15,0 1-20-15,0 2-35 16,0-2-13-16,4-2-12 16,0-3-2-16,0-3-6 15,1-3-92-15,0-6-177 16,0-4-292-16,-2-2-433 0</inkml:trace>
  <inkml:trace contextRef="#ctx0" brushRef="#br0" timeOffset="-188585.59">13661 2312 979 0,'0'0'216'0,"0"0"-26"16,0 0-22-16,-44 13-45 16,29-6-29-16,3-1-47 15,0-2-13-15,2 0-15 0,4-2-6 16,2-2 63-1,4 0 72-15,0-7-64 0,4-4-42 16,5 0 4 0,2-1 4-16,2 3-35 0,0 3-14 15,1 4 0-15,-1 2-1 16,-1 4-15-16,1 8 6 16,5 10-110-16,-3-2-185 15,-1-4-429-15</inkml:trace>
  <inkml:trace contextRef="#ctx0" brushRef="#br0" timeOffset="-187714.56">13910 2385 1127 0,'0'0'338'0,"0"0"-37"16,0 0-81-16,0 0-113 15,0 0-54 1,0 0 29-16,-2 50 4 0,2-25-33 16,0 1-35-16,0-1-9 0,0-3-8 15,0-2-1 1,0-2-24-16,0-5-137 16,0-5-197-16,0-6-292 0</inkml:trace>
  <inkml:trace contextRef="#ctx0" brushRef="#br0" timeOffset="-187496.96">13886 2332 1117 0,'0'0'206'0,"0"0"31"16,0 0-44-16,0 0-51 16,51-25-10-16,-34 25-31 15,-1 11-5-15,-1 3-37 16,-3 5-20-16,-3 3 8 15,-3 1-7-15,-6 1-25 16,0-1-15-16,-5-2-30 0,-3-3-43 16,-5-1-127-1,2-5-140-15,2-5-326 0</inkml:trace>
  <inkml:trace contextRef="#ctx0" brushRef="#br0" timeOffset="-186980.2">14051 2378 1367 0,'0'0'276'15,"0"0"28"-15,0 0-169 16,0 0-19-16,39-6-26 16,-27 13-44-16,-3 2 11 0,-1 3-44 15,-5-1-7 1,-3 3 35-16,0-2-24 0,-2 0-16 15,-4-2-1 1,0-1 0-16,1-4-35 0,1-3-13 16,3-2 5-16,1-2-32 0,0-7-71 15,7-2 5 1,3-3 15-16,2 0 75 0,1 0 33 16,-1 3 18-1,1-1 2-15,-3 4 6 0,-2 1 11 16,-2 3 4-1,-3 2 14-15,-1 2-2 0,-1 0-23 16,-1 5 40 0,0 4 26-16,0 3 4 0,0 4-21 15,0 0-35 1,0 0-17-16,5 0-3 0,2-2 10 16,1-4-5-1,3-3-5-15,-1-4 1 0,0-3 8 16,-2 0 1-16,-1-9 2 15,0-3-17-15,-3-4-1 16,-2-2-23-16,-2-2-42 16,0 0-36-16,-8 3-72 0,-2 1-16 15,-1 6-12 1,-1 5-7-16,1 5-80 16,4 0-263-16</inkml:trace>
  <inkml:trace contextRef="#ctx0" brushRef="#br0" timeOffset="-186582.9">14324 2306 758 0,'0'0'539'0,"0"0"-425"0,0 0-25 0,0 0-2 0,0 0 12 0,0 52-13 15,4-31-4-15,2-1-14 16,0-1-32-16,0-4-17 16,-1-1-8-16,-1-4-10 15,-1-4 0-15,-1-3 0 16,1-3 17-16,0 0 65 0,2-3 19 16,1-4-64-16,1 2-10 15,-1-2-3-15,1 5-7 16,0 1-12-16,-2 1-6 15,1 0 1-15,-2 3 14 16,0 2-9-16,-2 2-6 16,-1 0 1-16,-1 2 20 15,-1-2-7-15,-8 2-6 16,-1-2-7-16,-4 0-1 16,-2-3-8-16,-5-2-65 0,4-2-147 15,3 0-355-15</inkml:trace>
  <inkml:trace contextRef="#ctx0" brushRef="#br0" timeOffset="-186416.82">14490 2390 1345 0,'0'0'245'15,"0"0"-93"-15,0 0-104 0,0 0-36 16,0 0-12-1,0 0-12-15,0 0-179 0,25 21-388 0</inkml:trace>
  <inkml:trace contextRef="#ctx0" brushRef="#br0" timeOffset="-185796.85">14770 2353 1094 0,'0'0'304'0,"0"0"-8"0,0 0-67 15,0 0-46 1,-46-3-56-16,34 12-51 16,0 1-17-16,3 3-24 15,1 1-18-15,4 3-10 16,3 0-5-16,1-1-2 15,4-1 0-15,8-3 0 16,2-3-17-16,3-5-55 16,1-4-24-16,1-4-40 15,-1-9-53-15,-2-6-12 0,-3-12 108 16,-2-13 57-16,-2-12 35 16,-3-7 1-1,-2 2 10-15,-4 14 22 0,0 17 70 16,0 13 69-16,0 9 20 15,0 3-41-15,-4 5-51 16,-2 3-71-16,0 20-22 16,1 2-5-16,2 6 0 15,2 4 0-15,1-5 0 16,7 5-1-16,3-2-1 16,3-5-16-16,2-6-49 15,0-6-70-15,-1-7-39 0,-2-8 62 16,-1-1 45-1,-2-6 56-15,-1-3 12 0,-3 2 23 16,-3 3 71 0,-1 3 43-16,-1 1-51 0,0 5-30 15,0 8-3-15,0 4-17 16,0 1-7-16,0 1-11 16,0-4-11-16,0 0-7 0,0-5-6 15,0-4-143 1,-1-8-127-16,-2-8-118 0,2-4-1013 15</inkml:trace>
  <inkml:trace contextRef="#ctx0" brushRef="#br0" timeOffset="-185696.72">14943 2210 518 0,'0'0'103'0,"0"0"-63"15,0 0-26-15,35 46-14 16,-19-28-289-16</inkml:trace>
  <inkml:trace contextRef="#ctx0" brushRef="#br0" timeOffset="-185166.68">15060 2281 1127 0,'0'0'236'16,"0"0"4"-16,0 0-109 15,0 0-52-15,0 0-53 16,0 0-10-16,0 0-10 0,-19 43-6 16,27-32 0-1,0-1 1-15,-1-1 5 0,0 0-6 16,-2 0-1-16,-2-2-6 16,-3 1 7-16,0-2 0 15,-4 3 1-15,-4-2 7 16,1 0-2-16,0 0 0 15,1-1-5-15,3-1 0 0,3-1-1 16,0-1 0 0,4-2-7-16,8-1 7 0,1 0-6 15,4-6-13-15,0-5-44 16,-1-5-7-16,0-5 18 16,-1-9 26-16,-3-1 24 15,-2-3 2 1,-1 1 73-16,-4 7 73 0,-2 1 47 15,-3 6 9-15,0 7-13 16,0 6-21-16,0 5-61 16,0 1-61-16,-2 9-37 15,-1 7-8-15,0 5 6 16,2 5-6-16,1 3 0 0,0 1-1 16,0 2 0-1,4-2-9-15,0-4-13 0,-2-3-99 16,0-6-69-1,-2-5-78-15,0-11-103 16,0-1-178-16,-7-2-397 0</inkml:trace>
  <inkml:trace contextRef="#ctx0" brushRef="#br0" timeOffset="-185032.62">15113 2290 913 0,'0'0'249'0,"0"0"-5"0,0 0-13 16,0 0-164-16,0 0-21 0,60-18-46 15,-21 18-29 1,-7 0-284-16,-3 0-722 0</inkml:trace>
  <inkml:trace contextRef="#ctx0" brushRef="#br0" timeOffset="-184914.86">15460 2256 1273 0,'0'0'324'0,"0"0"13"16,0 0-217-16,0 0-109 15,0 0-11-15,0 0-240 16,-54 25-601-16</inkml:trace>
  <inkml:trace contextRef="#ctx0" brushRef="#br0" timeOffset="-184237.14">14901 2575 1378 0,'0'0'241'0,"0"0"-10"16,0 0-1-1,0 0-75-15,-47-7-40 16,32 14-42-16,-2 7-14 15,2 2-13-15,4 4-22 16,2 1-9-16,6 2-14 16,3-2 5-16,5-2-6 15,9-1-8-15,5-6-27 16,3-6-54-16,3-6 5 16,0-1-9-16,-2-13 22 15,-5-5 55-15,-4-5 16 0,-5-3 1 16,-6-2 12-16,-3 3 1 15,-1 4 36-15,-8 5 21 16,-1 4-28-16,0 7-27 16,0 4-14-16,4 2-1 15,3 0-1-15,3 8-11 16,0 2-17-16,9 2-76 16,6 0-67-16,2-3-67 15,2-4-29-15,-2-5 21 16,-2 0 88-16,-2-6 70 15,-3-5 88-15,-4-1 135 0,-1 0 117 16,-2 2 25 0,-3 3 11-16,0 4-63 0,0 3-68 15,0 0-93-15,0 8-53 16,3 9 14-16,0 4-4 16,2 4-2-16,1 1-9 15,0-2 5-15,1-2-7 16,0-6-7-16,-1-6 1 0,0-7 4 15,0-3 22 1,3-6-6-16,0-10-22 0,1-5-40 16,0 0-59-16,1-1-122 15,3 0-133-15,-2 5-10 16,-1 6-420-16</inkml:trace>
  <inkml:trace contextRef="#ctx0" brushRef="#br0" timeOffset="-183616.72">15206 2599 915 0,'0'0'141'0,"0"0"20"0,0 0-86 0,0 0 39 15,0 0-49 1,0 0-48-16,40 18 7 15,-28-24 12-15,-2-4-10 16,-1 0 37-16,-2-2-15 0,-2 1-6 16,-3 0 68-1,-2 2 47-15,0 5 25 0,-3 1-79 16,-5 3-36 0,-4 0-23-16,-1 10 12 0,-2 4 2 15,1 3-9-15,4 2 10 16,4 0-9-16,6 1-7 15,2-4-11-15,13-3-4 16,8-5 15-16,5-6-14 16,3-2-8-16,2-5-11 15,-3-8-8-15,-3-4-2 0,-5-2-3 16,-6-2-6 0,-4-1 1-16,-7 3 5 0,-3 4 3 15,-2 4 0 1,-2 3-12-16,-5 4-3 0,-1 2 5 15,1 2 1 1,1 0 1-16,2 3-1 0,2 4-1 16,2 3 9-1,0 0-1-15,4 3 1 0,2 0 0 16,-2 2 0 0,1 2 1-16,-2-1 2 0,-2 2 20 15,1 1 6-15,-1-2 11 16,2-2 13-16,0-2-1 15,1-2-10-15,3-4-1 16,6-2 12-16,2-5-13 16,5 0-22-16,4-2-17 0,16-14-60 15,-6 1-163-15,0-2-576 0</inkml:trace>
  <inkml:trace contextRef="#ctx0" brushRef="#br0" timeOffset="-182666.94">14979 2876 1094 0,'0'0'383'0,"0"0"106"0,0 0-285 0,0 0-101 15,0 0-35-15,0 0 42 16,2 55 16-16,5-27-7 16,1 1-37-16,1-2-5 15,1-6-31-15,-1-4-27 16,2-7-4-16,-1-6-9 0,2-4-6 15,1-7 15 1,1-9-15-16,1-5-19 0,-1-3-36 16,0-2-31-16,-1 1-57 15,0 4-65-15,1 4 5 16,1 8-62-16,1 4 33 16,1 5-22-16,-2 0 71 15,-1 0-8-15,-3 4 91 0,-4 0 64 16,-2-2 36-1,-3 0 65-15,-2-1 110 0,0-1 91 16,0 1 0 0,-3 1 15-16,-2 0-88 0,-2 4-91 15,-3 1 14 1,-2 2 4-16,0 4-17 0,1 1-22 16,2 1-25-16,3 1-6 15,4-3-22-15,2 0-13 16,0-3-9-16,8-3-5 15,6-4 1-15,2-3 16 16,3-1-18-16,1-9-6 16,0-4-9-16,-3-2-10 15,-2-4-13-15,-5 0-7 16,-4-2 8-16,-3 1-11 16,-3 5 10-16,0 4 11 15,-3 7-52-15,-2 5 2 0,0 0 5 16,0 8-52-1,3 4-93-15,3 6-126 0,7-2-211 16,4-2-248-16</inkml:trace>
  <inkml:trace contextRef="#ctx0" brushRef="#br0" timeOffset="-181694.62">15450 2957 564 0,'0'0'350'0,"0"0"16"0,0 0-39 15,0 0-29 1,0 0-12-16,-13-41-79 15,8 38-97-15,-3 3-68 16,0 0-10-16,-1 8-6 16,-1 3 9-16,2 4-6 15,1 3-16-15,4 2-4 16,3-1-9-16,1 2 0 16,10-2-10-16,6-1-60 15,5-5-39-15,2-5-97 0,3-5-144 16,1-3-14-16,-2-6-140 15,-5-7 98 1,-4-5 181-16,-4-1 225 0,-5 0 307 16,-3-2 47-16,-2 4-10 15,-3 3-49-15,0 2-9 16,-1 4-62-16,-5 5-36 16,1 3-63-16,0 0-88 0,-2 8-18 15,-1 7-10 1,0 3-1-16,2 2 1 0,2 3-3 15,3-3-6 1,1-2 0-16,2-3-5 16,7-5-15-16,1-5-76 15,2-5-47-15,1 0 26 0,0-6-6 16,0-4 4 0,-3-1 43-16,-2-1 25 0,-1-1 32 15,-5 1 19-15,0 1 10 0,-2 0 22 16,0 3 15-1,0 3 34-15,-2 1 35 16,-2 3-11-16,1 1-50 16,-1 0-40-16,0 6-14 15,1 3 7-15,1 3-8 16,2-1 1-16,0 2 0 16,2-2-1-16,6-2-6 15,2-2-27-15,1-4-51 0,1-3-40 16,2 0 55-16,0-7 25 15,1-4 6-15,-3-5 6 16,-1-2 32-16,-2-5 4 16,-3-3 37-16,-2-2 22 15,-3 1 22-15,-1 3 10 16,0 8 29-16,0 6 11 16,0 8-32-16,-3 2-73 15,-1 8-30-15,0 9 3 0,2 4-2 16,2 4 0-1,0 1-1-15,0 0 0 0,3 0-1 16,2-3-7 0,0-2-28-16,-1-4-47 0,0-6-30 15,0-6 12-15,3-5 58 16,0 0 43-16,1-8 28 16,3-2 23-16,0 0 17 15,0 1-7-15,1 3-4 16,0 2-21-16,1 3-12 15,0 1-18-15,0 1-5 16,-3 5-1-16,-2 3 0 16,-3 2 8-16,-3 0 21 15,-2 0 24-15,-1 1-16 16,-7-2-17-16,-3 1-13 0,-2-3 2 16,-4-2-7-1,-3-4-2-15,-16-2-23 0,5-1-113 16,-2-7-451-16</inkml:trace>
  <inkml:trace contextRef="#ctx0" brushRef="#br0" timeOffset="-169897.07">6356 4309 1106 0,'0'0'334'0,"0"0"-73"15,0 0-43-15,0 0-47 16,0 0-66-16,26-22-36 16,-14 17-24-16,4 1-16 15,4-1-23-15,0-1 1 16,1 3-7-16,-3 0-14 15,-3 0-57-15,-4 2-82 16,-5 1-130-16,-4 0-105 16,-2 0-423-16</inkml:trace>
  <inkml:trace contextRef="#ctx0" brushRef="#br0" timeOffset="-169717.15">6306 4391 756 0,'0'0'344'0,"0"0"-136"16,0 0-23-16,0 0-41 0,0 0-16 0,42-2-26 31,-19-4-53-31,4-2-49 16,1-2-15-16,6-5-141 0,-7 1-165 15,-6 2-514-15</inkml:trace>
  <inkml:trace contextRef="#ctx0" brushRef="#br0" timeOffset="-169417.13">6428 4136 1306 0,'0'0'289'16,"0"0"20"-16,0 0-115 15,0 0-81-15,0 0-26 16,0 0 45-16,0 0-19 16,51 21-39-16,-30-9-16 0,1 0-13 15,-2 1-18 1,-1-1-8-16,-5 0-4 16,-4 0-8-16,-4 0-7 15,-5 3 0-15,-1 1-8 0,-10 2 7 16,-10 4-1-1,-11 9-8-15,-25 14-99 0,6-6-184 16,-1-3-684-16</inkml:trace>
  <inkml:trace contextRef="#ctx0" brushRef="#br0" timeOffset="-155214.99">7433 4649 199 0,'0'0'306'16,"0"0"-26"-16,0 0-48 16,0 0-20-16,0 0 36 15,0-19-30-15,0 17-40 0,0 2 19 16,0 0-29 0,0 0-72-16,0 0-40 15,0 4-23-15,0 6-2 16,1 2 31-16,5 3 2 15,1 2-16-15,2-2-26 16,0-2-13-16,2-2-3 16,-2-3-5-16,1-2 0 0,-2-3 4 15,0-3-5-15,-1 0-20 16,-2 0 11 0,0-2 0-16,-1-4 0 0,-2-3-1 15,0-1 9-15,-2 0-1 16,0-1 2-16,0 3 0 15,0 1 10-15,0 4-1 16,0 3-3-16,0 0-6 16,0 5 0-16,0 6 1 15,1 6 32-15,3 1-2 16,0 3 4-16,1-2-14 0,1 1-2 16,0-3-9-16,0-2-8 15,0-4-1-15,-1 2 0 16,-2-4 0-16,-1 0-1 15,-2-3 0-15,0 1-1 16,-2 0-15-16,-7-2 15 16,-2 0-1-16,-3 1-8 15,-2-2-17-15,-1-1-34 16,1-2-39-16,3-1-52 16,4-4-136-16,5-4-264 15,3-1-503-15</inkml:trace>
  <inkml:trace contextRef="#ctx0" brushRef="#br0" timeOffset="-154914.97">7630 4718 1247 0,'0'0'492'0,"0"0"-304"0,0 0-14 0,0 0 40 15,0 0-57-15,2 39-33 16,3-25-42 0,-1 0-45-16,0-2-24 15,-1-2-11-15,0-2-2 16,-1-4-91-16,-1-4-131 0,-1 0-311 15,0 0-224-15</inkml:trace>
  <inkml:trace contextRef="#ctx0" brushRef="#br0" timeOffset="-154584.42">7549 4508 1212 0,'0'0'342'16,"0"0"-130"-16,0 0-22 15,0 0-2-15,0 0-51 16,-39 32-39-16,30-21-18 0,2-1-25 16,0-2-30-16,3-2-10 15,1-2-9-15,3-4-5 16,0 0 0-16,0 0 14 15,1-2 29-15,5-6-9 16,3-1-23-16,-2-2-6 16,6 1-5-16,-3 2-1 15,4 3 0-15,0 5-7 16,1 0-1-16,2 7 0 0,0 4 7 16,1 4-13-1,8 5-81-15,-5-2-211 0,2-6-893 0</inkml:trace>
  <inkml:trace contextRef="#ctx0" brushRef="#br0" timeOffset="-153566.96">8733 4607 454 0,'0'0'837'0,"0"0"-521"0,0 0 5 16,0 0-91-16,0 0-85 16,0 0-77-16,-9 14 1 15,9 2 17-15,0 2-25 0,0 3-15 16,5-3-9 0,4-1-13-16,1-1-9 0,2-5-8 15,0-3-7 1,0-4-54-16,-1-4-22 0,-1 0 15 15,-1-8 27 1,-2-3-2-16,-2-2-1 0,-3-1 29 16,0 1 8-16,-2 3 1 15,0 1 23-15,0 5 47 16,0 4 12-16,0 0-11 16,-2 5-29-16,0 9-13 15,0 6 10-15,2 3 6 0,0 2-17 16,0 1-1-1,3 0-4-15,1-3-15 0,0-1-8 16,1-2-1 0,-3-3 0-16,-2-4 0 15,0-3 1-15,-4-3-1 16,-6-2-28-16,-3-2 16 16,-4-3-15-16,0 0-10 15,-1-2-36-15,3-6-39 16,7-7-52-16,3 1-132 0,5-1-364 0</inkml:trace>
  <inkml:trace contextRef="#ctx0" brushRef="#br0" timeOffset="-153216.83">8946 4707 1223 0,'0'0'318'0,"0"0"-70"0,0 0-94 0,0 0-34 15,0 0-64-15,44-10-2 16,-34 10-21-16,-4 0-11 16,-3 7 0-16,-3 2 21 0,0 3 77 15,0 3-7 1,-7 2-27-16,-2 1-38 0,-1-1-17 15,3-2-7 1,0-1-8-16,3-3-2 0,3-3-8 16,1-3-5-16,1-4 5 15,7-1-5-15,3 0-1 16,4-6-61 0,5-13-150-16,-3-1-363 0,-5-2-589 0</inkml:trace>
  <inkml:trace contextRef="#ctx0" brushRef="#br0" timeOffset="-152796.93">8976 4442 1285 0,'0'0'332'16,"0"0"21"-1,0 0-98-15,0 0-132 0,0 0-77 16,0 0 51-16,0 0 2 0,-44 50-35 16,35-34-21-1,4-4-16-15,2-1-13 0,0-4-5 16,2-1-9-1,1-3 0-15,0-3-6 16,0 0-26-16,6-2-17 16,3-7 42-16,2-3 7 15,2-4 7-15,0-1-6 16,2 2 0-16,-3 2 8 16,1 6-9-16,-1 6 0 0,-1 1-14 15,1 9 5-15,-2 8-1 16,-1 3-15-16,2 9-34 15,-4-6-137-15,-1-3-364 0</inkml:trace>
  <inkml:trace contextRef="#ctx0" brushRef="#br0" timeOffset="-151947.08">10119 4616 892 0,'0'0'561'0,"0"0"-264"0,0 0-32 15,0 0-146-15,0 0-53 0,0 0 21 16,0 0-2-16,-12 53-21 16,18-35-30-16,4-1-15 15,2-3-7-15,2-4-12 16,0-4 0-16,-2-6-35 15,-2 0 14-15,-1-3 21 16,-2-7 0-16,-2-2 11 16,0 0-2-16,-3 0 1 15,0 3 26-15,-2 2 8 0,0 3 31 16,0 4-1 0,0 0-32-16,0 6-25 15,0 6-1-15,2 3 18 16,-1 6 1-16,4 2-11 0,-2 1-7 15,2 0 1 1,-1-1 0-16,-1-2 14 0,-1-3-19 16,-2-1-7-16,0-4-5 15,-2-3-1-15,-5-3-11 16,-2-2 2-16,-2-4-16 16,-1-1-41-16,2-5-73 15,3-19-117-15,3 0-374 0,3 0-554 0</inkml:trace>
  <inkml:trace contextRef="#ctx0" brushRef="#br0" timeOffset="-151566.95">10350 4643 1247 0,'0'0'323'0,"0"0"-60"16,0 0-153-16,0 0-23 15,0 0-25-15,0 0-3 16,37 11-16-16,-34-1-28 16,-3-1 7-16,0 1 22 0,0 0-7 15,-4 0-22 1,-1-1-14-16,1-2-1 16,0-2 1-16,1-2 0 15,3-2-1-15,0-1 2 0,0 0 8 16,0 0 21-1,6 3-16-15,0 2-2 0,2 1-7 16,1 1-5 0,0 2-1-16,-1 0 1 0,-2 2-1 15,-3-2 0-15,-3 3 0 0,0-3 1 16,-6 1-1 0,-4-2 0-16,-4 0 0 15,-3-3-21-15,-5-5-109 16,3-2-233-16,2-5-532 0</inkml:trace>
  <inkml:trace contextRef="#ctx0" brushRef="#br0" timeOffset="-151217.12">10366 4451 809 0,'0'0'364'0,"0"0"-106"16,0 0 10-16,0 0-18 16,-19 49-68-16,12-35-66 15,1-1-37-15,0-4-49 0,1 0-19 16,0-3-5 0,2-4 0-16,2-2-5 0,1 0 8 15,0-8 6 1,0-4-15-16,6-3 0 0,4-3 9 15,0 1 9 1,2 3-9-16,-1 4 24 0,-1 8-13 16,2 2-20-1,-1 6 0-15,-1 7 22 0,3 5-22 16,-3 2-6-16,3 10-7 16,-2-5-114-16,-2-6-423 0</inkml:trace>
  <inkml:trace contextRef="#ctx0" brushRef="#br0" timeOffset="-150186.8">11456 4618 674 0,'0'0'556'0,"0"0"-256"0,0 0-5 0,0 0-92 16,0 0-67-16,0 0-79 0,0 0-26 0,-6 21 64 31,9-5-6-31,3 1-41 16,2-1-13-16,1-1-11 0,1-3-3 15,0-3-13-15,-1-5-8 16,1-1-32-16,-2-3 0 15,0-3 32-15,-1-6 0 16,-2-3-6-16,1 0-11 16,-2 0 8-16,-1 2 9 15,-3 2 6-15,0 3 8 16,0 4 27-16,0 1-1 16,0 2-17-16,0 10 2 15,-2 6 20-15,1 3 2 0,1 4-14 16,0 1-9-16,0 0-8 15,0 0-8-15,0-4-7 16,0-1 0-16,0-4 0 16,0-2 0-16,0-6-1 15,-4 0 0-15,-3-5-8 16,-4-3 7-16,0-1-22 16,-1 0-46-16,-1-5-58 15,3-6-51-15,4-5-187 16,3 1-253-16,3 1-381 0</inkml:trace>
  <inkml:trace contextRef="#ctx0" brushRef="#br0" timeOffset="-149786.9">11635 4734 606 0,'0'0'797'0,"0"0"-526"0,0 0-18 16,0 0-107-16,0 0-38 16,0 0 5-16,0 0-19 15,-10 47-31-15,7-30-33 16,3 0-5-16,0-3-10 16,0-1-7-16,0-4-8 15,4-2 1-15,3-5 0 0,0-2 0 16,2-1 0-1,1-7 5-15,-2-4-6 0,3-2-11 16,-4-2 10 0,1 0 0-16,-1 2 1 0,-2 5 5 15,-2 1 3-15,0 4 21 0,-3 4-12 16,2 0-17 0,1 9-12-16,1 3 12 0,0 5 8 15,0 0-1 1,0 0-5-16,0-1-2 15,-1 0-1-15,-1-5-57 16,-2-2-179-16,0-4-321 16,0-5-390-16</inkml:trace>
  <inkml:trace contextRef="#ctx0" brushRef="#br0" timeOffset="-149416.74">11690 4451 1394 0,'0'0'246'0,"0"0"-3"0,0 0-135 0,0 0-4 16,0 0 45 0,-25 51-31-16,18-35-39 0,1 1-42 15,-1-3-20 1,4-4-10-16,0-3-6 0,1-4 0 15,2-3 0 1,0 0 13-16,0-3 16 0,1-9-9 16,4-3-21-16,3-4 0 15,3-1 0-15,-1 2 9 16,3 3 8-16,-1 7-16 16,-1 8-1-16,1 2 6 15,-1 12-3-15,1 4-3 0,-2 5-16 16,1 1 14-1,-1-1-11-15,11 7-57 0,-3-6-192 16,0-6-513-16</inkml:trace>
  <inkml:trace contextRef="#ctx0" brushRef="#br0" timeOffset="-148464.98">12792 4589 951 0,'0'0'343'0,"0"0"-36"0,0 0-40 16,0 0-83-16,0 0-76 16,0 0-51-16,0 0 56 0,0 30-26 15,0-16-30-15,4-1-23 16,3-1-22-16,1-2 3 16,1-2-2-16,2-5-6 15,-2-3 2-15,1 0-8 16,0-6-1-16,-1-3 0 15,-1-6-2-15,-1 2 1 16,-1-1 1-16,-3 1 0 16,-1 5 1-16,-1 2 30 0,-1 6 12 15,0 0-13-15,0 2-12 16,0 10-6 0,-2 7 18-16,0 2 7 0,0 6-9 15,2-2-16-15,0 1-1 16,0-1-4-16,0-4-6 15,0-2 1-15,0-4-1 16,0-4 0-16,0-3-1 16,0-4-1-16,0 0-23 15,-5-4 5-15,-3 0-12 16,-3-1-90-16,-8-8-98 16,2 0-326-16,3 0-352 0</inkml:trace>
  <inkml:trace contextRef="#ctx0" brushRef="#br0" timeOffset="-147887.11">13046 4692 1099 0,'0'0'304'0,"0"0"-54"0,0 0-56 16,0 0-81-16,0 0-6 0,0 0 2 15,0 0 5 1,-36 31-43-16,32-22-37 15,4-2 8-15,0-1 24 16,7 1 33-16,2-2-13 16,4 2-31-16,1 2-21 15,0-1-20-15,0 2-13 0,-3 0 0 16,-1 0-1-16,-3-2-1 16,-4 1-17-16,-3-1 18 15,0-1-18-15,-6 0-30 16,-5-1 12-16,-3-2-37 15,-2-1-71-15,-9-3-134 0,5-2-276 16,3-5-428-16</inkml:trace>
  <inkml:trace contextRef="#ctx0" brushRef="#br0" timeOffset="-147787">13038 4679 985 0,'0'0'185'0,"0"0"-94"16,57-21-87-16,-30 11-4 0,-4 1-249 0</inkml:trace>
  <inkml:trace contextRef="#ctx0" brushRef="#br0" timeOffset="-147378.78">13099 4490 1125 0,'0'0'306'0,"0"0"-188"16,0 0 35-16,0 0 5 0,0 0-22 16,-30 49-53-16,26-35-24 15,2-2-31-15,0-2-19 16,1-3-3-16,0-2-6 15,1-3-2-15,0-2-19 16,0 0 21-16,3-2-4 16,3-6 4-16,1-3-6 15,1-1 6-15,0-1 12 16,1 2 37-16,0 3 35 0,0 2-32 16,-1 6-29-1,0 0-9-15,1 5-8 0,-1 6 22 16,2 3-19-1,-3 1-4-15,1 2-5 0,0-1-6 16,-2 5-41 0,-2-4-182-16,1-5-393 0</inkml:trace>
  <inkml:trace contextRef="#ctx0" brushRef="#br0" timeOffset="-147227.09">13354 4609 1945 0,'0'0'352'0,"0"0"-42"16,0 0-149-16,0 0-98 15,0 0-39 1,0 0-24-16,0 0-62 0,-48-5-314 16,22 4-1743-16</inkml:trace>
  <inkml:trace contextRef="#ctx0" brushRef="#br0" timeOffset="-144447.14">14208 2904 827 0,'0'0'363'16,"0"0"-73"-16,0 0-80 16,0 0-17-16,0 0-31 15,26-40-41-15,-13 33-15 0,1 2-23 16,1 1-18-1,-1 4-8-15,-3 0-10 0,0 6-17 16,-3 5-3 0,-3 5 1-16,-4 3 0 0,-1 4 8 15,-5 3-11-15,-5 0 14 16,0-1-1-16,-1-1 0 16,3-3-14-16,4-2-7 0,3-4-11 15,1-3-5 1,0-1 5-16,9-5 1 0,2-1 4 15,3-3-3 1,2-2-2-16,0 0-5 0,1-9-1 16,-3-1 2-16,-1-2-2 15,-3 1 1-15,-3 0 0 16,-2 4 0 0,-3 1 7-16,0 4 13 15,-2 2 36-15,0 0-17 16,0 1-24-16,-1 10-5 0,-3 4 29 15,-1 5 31-15,-1 4-5 16,1 6 7-16,2 1 2 16,1 8 3-16,2-3-23 15,0 0-8-15,0-2-11 16,3-7-9-16,0 0-11 16,0-5-1-16,-1-5-9 15,-1-4-5-15,-1-4 1 16,0-3 4-16,0-3-5 0,0-2 5 15,-1-1 11 1,-7 0 17-16,-2 0-8 0,-6-2-8 16,-2-2-18-16,-4-2 2 15,-1 2-2-15,-1 0-1 16,-1 0-5 0,2 2-3-16,0 1-26 0,0 0-79 15,-9 1-91-15,5 0-116 16,2 0-622-16</inkml:trace>
  <inkml:trace contextRef="#ctx0" brushRef="#br0" timeOffset="-134916.73">4467 3904 325 0,'0'0'611'0,"0"0"-372"16,0 0 3-16,0 0-47 0,0 0-33 16,-39-12-28-1,26 12-2-15,-4 5-17 0,1 5-18 16,-4 2-12 0,1 2-4-16,-2 4-17 0,2 2 6 15,1 3-7-15,1 1-8 16,2 5-6-16,2 2 0 15,2 1-4-15,4 6-5 16,0-2-1-16,5-2-3 16,1 3-2-16,1-5-2 15,0 3-2-15,2 0 4 0,4-1 0 16,0-4-5 0,4 0-7-16,0-4 7 0,1-1-1 15,1-3 8 1,2-5-6-16,0-1-1 0,5-3 20 15,2-2-6 1,0-4-2-16,0-4-2 0,2-1 0 16,0-2-3-16,1-2 4 0,2-9-2 31,-3-1-10-31,1-5-7 16,-3-1-9-16,0-3 2 15,-3-1-8-15,-1 0-5 0,-4 0 5 16,-2 1 0-16,-1 1-5 15,-3 1 0-15,-3 0 0 16,-2-1 0-16,-2-3 1 16,0 1 4-16,0-3-5 0,-3-3-1 15,-3 0-10 1,-1-3-20-16,-2 0-3 0,1 0-6 16,-2 2 3-1,1 3 4-15,2 3 4 0,-3 2 7 16,2 3-2-16,-1 4-1 15,-1 0 2-15,0 2-10 16,0 3 4-16,-2 1 8 16,2-1-2-16,0 4-6 15,0 2 5-15,0-1-1 16,1 4 3-16,1 0 3 16,0 0 3-16,0 0-10 15,1 0 2-15,-2 7-1 16,3-2 3-16,1 4-31 15,2-1-199-15,3 1-132 16,6-2-404-16,1-2-687 0</inkml:trace>
  <inkml:trace contextRef="#ctx0" brushRef="#br0" timeOffset="-134716.71">4555 3947 1228 0,'0'0'379'0,"0"0"-109"0,0 0-79 0,0 0-100 0,0 0-70 16,0 0-21-16,0 0-43 0,22 26-236 16,-6-16-357-16</inkml:trace>
  <inkml:trace contextRef="#ctx0" brushRef="#br0" timeOffset="-134116.85">5160 4809 979 0,'0'0'668'0,"0"0"-455"0,0 0 113 16,0 0-12-16,0 0-53 0,0 0-85 16,0 0-63-16,2-4-35 15,36 2-12-15,21-4 26 16,10-2-6-16,0 0-17 16,-8-1-16-16,-12 1-2 15,-5 2-8-15,-7 0-11 0,-9 3-16 16,-10 0-7-1,-4 1-7-15,1-2-1 0,-2 2-1 16,-1 0-17 0,-3 0-44-16,-5 2-49 0,-4 0-62 15,-9 0-68 1,-6 2-279-16,-7 2-442 0</inkml:trace>
  <inkml:trace contextRef="#ctx0" brushRef="#br0" timeOffset="-133797.2">5150 4945 2041 0,'0'0'326'15,"0"0"-100"-15,0 0-44 0,0 0 8 16,0 0-35-1,64-5 18-15,2-5-31 16,9-3-43-16,-2 1-24 16,-10 0 0-16,-16 3-12 0,-9 1-21 15,-10 2-15-15,-9 2-5 16,-2 0-7-16,-3 1-9 16,0-1-4-16,-2 0-1 15,-5 2-1-15,-4 2-34 16,-3 0-73-16,-7 0-80 0,-8 3-104 15,-3 1-477-15</inkml:trace>
  <inkml:trace contextRef="#ctx0" brushRef="#br0" timeOffset="-3632.08">6400 5483 842 0,'0'0'262'16,"0"0"-61"-16,0 0 17 15,0 0-39-15,0 0-54 16,0 0-63-16,0-6-40 16,0 15-10-16,0 7 21 0,3 3 22 15,0 2 40 1,-1 1-27-16,1 1-24 0,-1-2-6 16,0 0-20-1,0-4-5-15,-2-1-12 0,1-3 0 16,-1-4-1-1,1-1 0-15,-1-3-27 0,0-1-97 16,0-2-83-16,0-2-38 16,-6 0-40-16,1-3-99 15,-3-2-31-15</inkml:trace>
  <inkml:trace contextRef="#ctx0" brushRef="#br0" timeOffset="-3236.85">6359 5653 135 0,'0'0'295'15,"0"0"8"1,0 0-29-16,0 0-28 15,0 0-53-15,0 0-52 16,0 0-46-16,-16-4 19 0,16 13 47 16,0 1-40-16,5 2-35 0,2-2-15 15,1 1-17 1,3-2-6-16,1 0-7 0,1-2-23 16,0-3-9-1,1 0-3-15,-1-3-6 16,0-1 1-16,-2 0-1 15,-2-1-25-15,-1-5-22 0,-1-2-12 16,-1-2-23 0,-3-1 8-16,-1-1 35 15,-1 1 21-15,-1 0 18 16,0 2 0-16,0 2 7 16,0 4 18-16,-3 2 19 15,-1 1-10-15,-2 3-15 16,-1 7-10-16,0 2 4 0,-1 1-1 15,0 1 4-15,2-2-14 16,2 1-1-16,-1-2 0 16,3 0-1-16,-1-1-30 15,2 0-193-15,-1-3-317 16,2-3-392-16</inkml:trace>
  <inkml:trace contextRef="#ctx0" brushRef="#br0" timeOffset="-3079.41">6577 5714 1480 0,'0'0'322'0,"0"0"-201"0,0 0-121 15,0 0-79-15,-45 20-853 0</inkml:trace>
  <inkml:trace contextRef="#ctx0" brushRef="#br0" timeOffset="4782.96">1357 7874 691 0,'0'0'184'15,"0"0"-45"-15,0 0-24 16,0 0-9-16,0 0-32 16,0 0-28-16,-1 7 27 0,5-1 24 15,3 2-10-15,2 3-6 16,2 1-1 0,4 1-7-16,-1-1-1 0,6 0-15 15,0-2-7 1,3-1 5-16,2-2 6 15,0-3-1-15,3-1-7 0,-1-1-11 16,2-1-5-16,-3-1-9 16,1 2-4-16,-2-2-1 15,-1 0 1-15,0 0 1 16,-1 0 1-16,0-2 2 16,-2 0-3-16,-1-2 3 15,-1 0 1-15,-2 0-7 16,0-1-3-16,-1-1-5 0,-2 1-7 15,0-1 7 1,0-1-5-16,-1-1 5 0,-1-1 4 16,3-2 3-1,-1 0-1-15,0-1-2 0,1-1-1 16,-1 1 0 0,-2-2-1-16,-1 0 1 0,-2 1-1 15,-1 0-1-15,-1-1 2 0,-2 1 3 16,-2-1 6-1,-3 0-5-15,0-1-3 16,0-1 3-16,-2 0 1 16,-5 0-1-16,-3-1-12 15,0-1 3-15,-3 2-6 0,0 0-6 16,-2 1 6 0,-1 1 0-16,-3 2-4 15,1 1-1-15,-3 1 7 16,0 2-7-16,-2 2 5 0,-1 0-6 15,0 1 1 1,2 0 1-16,-1 1-1 0,1 0-1 16,-1 1 0-16,2 0 0 0,-2 0-8 15,0 1 1 1,0-1-7 0,0 2-1-16,0 0-1 0,0 1-2 15,1 0 2-15,0 0-10 0,0 0-5 16,1 2 2-1,0 1 14-15,1 1 3 0,0 0-1 16,2 1 12 0,0 1-5-16,0 0 6 0,0 2 0 15,0 0-1-15,2 1 0 16,-3 0 1-16,3 2-1 16,-2-1-7-16,-1 0-8 15,4 2 7-15,-1 0 9 16,0 0 0-1,3-1-1-15,0 0 1 0,2 2 0 16,1 0 1-16,1 2-1 16,2 0-1-16,1 3 0 15,-1 2 1-15,6 1 0 16,-2 2 1-16,3 2 9 16,0 2 11-16,0 0-3 15,4-1-2-15,3 1 14 16,0-2-6-16,3-5-9 15,1-1-6-15,0-3-3 0,2-4 0 16,1-1 0 0,5-2-4-16,1-2 13 0,2-3 3 15,2-3-3-15,1-1-2 16,1 0 0-16,-1-1 4 16,-1-5-7-16,-2-1 1 15,-1-1-1-15,-1 0-4 16,-2 0-5-16,-1 1 0 15,-2-2 0-15,-2 3 0 16,-3 0 0-16,-2 2-1 16,-4 1-1-16,-1 2 0 0,-2 0-22 15,-1 1-56 1,0 0-81-16,-4 0-134 0,-3 1-308 16,-5 2-695-16</inkml:trace>
  <inkml:trace contextRef="#ctx0" brushRef="#br0" timeOffset="4936.34">1594 8023 1585 0,'0'0'273'0,"0"0"-273"0,0 0-192 0,0 0-371 0</inkml:trace>
  <inkml:trace contextRef="#ctx0" brushRef="#br0" timeOffset="-211033.82">1630 5717 748 0,'0'0'770'0,"0"0"-366"16,0 0-119 0,-3-53-29-16,1 29-40 15,0-5-77-15,0-10-56 16,2-9-39-16,0-12-25 16,0-6-7-16,0 1-3 0,0 5-9 15,0 8 0 1,-1 11-1-16,-1 9-5 0,1 10 5 15,-1 5 0 1,1 1 0-16,-2 1 1 0,2 4 1 16,-2 5 0-16,1 6-1 15,-2 1-6-15,-1 18-6 16,-4 15 12-16,-1 13 6 0,0-1 2 16,1-7-2-1,3-12-5-15,2-9 0 16,-2-1 5-16,2 1-6 15,1-4 0-15,1-5 1 16,1-6 1-16,1-3 10 16,0-3 3-16,0-12 7 15,0-12-13-15,0-1-8 0,0-5-1 16,6 1 1-16,3 9-1 16,2 3 0-16,0 8-1 15,4 8-11-15,2 4-4 16,1 16-7-16,3 5-40 15,16 19-176-15,-2-4-352 16,-1-7-807-16</inkml:trace>
  <inkml:trace contextRef="#ctx0" brushRef="#br0" timeOffset="-210215.32">3057 5781 1114 0,'0'0'565'0,"0"0"-278"0,-2-38-24 15,2 14-44-15,0-11-73 16,0-12-66-16,1-16-28 16,0-3-20-16,-1-6-13 0,-2 4-7 15,-7 2-5-15,-2-1-7 16,0 2 0-16,0 3-1 16,2 14 1-16,1 14 2 15,4 15-1-15,0 11 7 16,1 5 4-16,1 3-6 15,-4 1-5-15,-1 23-1 0,-5 16 8 16,0 11-2 0,3-1-6-16,2-11 2 0,3-13-1 15,3-10-1 1,0-1 1-16,0-3 0 0,0-3-1 16,1-6 0-16,0-3 8 0,0-8 5 15,0-10 5 1,0-6-16-16,0-6-2 0,5-2 2 15,3 4-2 1,2 4 0-16,3 6 0 0,1 7-3 16,2 9-7-1,3 2-4-15,1 13 2 0,1 7-1 16,18 15-132-16,-6-4-213 16,0-4-519-16</inkml:trace>
  <inkml:trace contextRef="#ctx0" brushRef="#br0" timeOffset="-209218.86">4457 5667 981 0,'0'0'556'0,"0"0"-339"0,0 0 38 15,0 0 14-15,10-43-48 16,-8 21-45-16,3-6-41 15,-1-9-36 1,0-12-41-16,-2-15-20 0,-2-8-14 16,0 0-14-16,-7 6-9 15,-3 11 1-15,2 10-2 16,0 13 0-16,2 12 1 16,0 7 9-16,1 4-9 15,-1 1 0-15,-1 6-1 0,0 2-16 16,-2 11 16-1,-1 8 0-15,-3 3 1 0,3-1-2 16,0 2 2 0,1-5-1-16,2-3 2 15,1-6-1-15,5-3 0 0,1-4 1 16,0-2 9-16,0-6-2 16,0-5-9-16,4-5 0 15,2-5 0-15,5-1-1 16,3 0 0-16,1 4 0 15,1 5 0-15,0 8 0 16,2 5-6-16,1 7 1 0,2 9 6 16,1 5 1-16,-1 2 0 15,-1 1 0-15,-4-2-1 16,0-1-23 0,-6 7-194-16,-3-7-370 0,-6-6-684 15</inkml:trace>
  <inkml:trace contextRef="#ctx0" brushRef="#br0" timeOffset="-206383.73">1506 4848 29 0,'0'0'160'0,"0"0"-46"15,0 0-52-15,0 0-10 16,0 0-21-16,0 0 1 16,0 0-4-16,-9-2-28 15,9 2-3-15</inkml:trace>
  <inkml:trace contextRef="#ctx0" brushRef="#br0" timeOffset="-204001.65">1415 4788 501 0,'0'0'412'0,"0"0"-166"0,0 0-26 15,0 0 30-15,0 0-57 16,0 0-53-16,0 0-67 16,-15-20-65-16,20 31 27 15,3 1-6-15,2 2-5 16,2 0-2-16,0-3-13 15,0-1-2-15,0-4-7 16,-2-2 6-16,-3-3-5 16,0-1 9-16,-4 0-4 0,1-8 6 15,-2-5-11 1,-2 0 0-16,0-3 0 0,0-2 0 16,-3 1 0-1,-1 1 7-15,-1 3 4 0,4 4 18 16,-1 4 16-16,2 3 3 15,0 2-38-15,0 3-11 16,6 7 0 0,3 7 10-16,3 2 5 15,1 2-6-15,0 1 3 0,-1-1-12 16,-2-3 1-16,-2-1-1 16,-2-2-2-16,-3-2 1 15,-3-3 1-15,0-2 0 16,0 0 8-16,-5-2 2 15,-3-1 4-15,-3-2-13 16,-1 0 5-16,-1-1-6 16,0-2-76-16,4 0-91 0,4 0-112 15,4-3-291-15</inkml:trace>
  <inkml:trace contextRef="#ctx0" brushRef="#br0" timeOffset="-203765.98">1615 4815 1000 0,'0'0'557'0,"0"0"-473"0,0 0 71 0,8 37 25 15,0-16-51 1,2 3-64-16,2 2-18 15,-1 0-28-15,1-2-9 0,-2 0-10 16,0 2-27-16,-2-5-196 16,-4-5-322-16</inkml:trace>
  <inkml:trace contextRef="#ctx0" brushRef="#br0" timeOffset="-201981.69">1462 4785 442 0,'0'0'730'16,"0"0"-543"-16,0 0-7 16,0 0-52-16,0 0-52 15,-41 21-10-15,38-14-12 16,1-1-19-16,2-1-16 15,0-3-19-15,0 0-28 0,7-2 28 16,2 0 0 0,4-5 22-16,1-3-22 0,1-3-2 15,-2 0-40-15,-3 3 16 16,-3 1 24-16,-3 4 2 16,-3 0 0-16,-1 3 14 15,0 0 17-15,0 0 20 16,-3 1 10-16,-4 6-28 0,0 1-11 15,1 3-6 1,1 1 5-16,2-1-2 16,3 0-3-16,0-1-16 0,1-2 0 15,6-1 0 1,1-2 2-16,3-2-1 16,1-2 5-16,0-1-6 15,-1 0-12-15,-3 0-7 0,0 0 7 16,-2 0 5-16,-3 0 6 15,0 0 1-15,-3 0 0 16,0 0 1 0,0 0-1-16,0 3-2 0,0 3 2 15,0 2 33-15,0 0 1 16,0 3 3-16,0-1-5 16,0 0-8-16,3-2-9 0,1-2-14 15,3-3-1 1,1 0 6-16,1-3 0 15,0 0-6-15,1-3-7 16,-2-4-27-16,-1-4-1 0,-2 0 13 16,-3-1 0-16,-1-1 2 15,-1 0 12-15,0 2 8 16,-2 0 0 0,-4 3 1-16,0 2 10 0,0 3-3 15,-1 3 1-15,0 0 20 16,-1 2-13-16,0 7-1 15,4 2 1-15,-1 2-1 16,4 2-5-16,1 0-2 16,0-1-8-16,3-2 0 15,4-2-1-15,1-5 1 16,0-1 0-16,1-4-10 0,-1 0-16 16,-2-6-4-1,-3-5 14-15,-1-3 4 0,-2-2 12 16,0-4 5-16,-2 1-4 15,-6-3-1 1,-3 1 6-16,-2 2-6 0,0 1-1 16,-2 6-14-16,0 6-74 15,-8 8-137-15,5 9-99 16,-1 2-475-16</inkml:trace>
  <inkml:trace contextRef="#ctx0" brushRef="#br0" timeOffset="-200213.68">1214 6171 898 0,'0'0'220'0,"0"0"-20"0,0 0 50 16,0 0-34-16,0 0-26 15,0 0-20 1,-9-9-49-16,9 6-39 0,0-2-19 16,6-3-21-16,4-5-21 15,3-2-15-15,3-2-6 16,0 0 0-16,1 1-49 16,3-5-105-16,-4 8-120 15,-5 1-271-15</inkml:trace>
  <inkml:trace contextRef="#ctx0" brushRef="#br0" timeOffset="-199933.91">1245 5962 1478 0,'0'0'233'0,"0"0"-151"16,0 0-19-16,0 0-27 0,0 0 7 16,0 0-2-1,49 9-23-15,-30-7-2 16,-2 0-16-16,-4 1 0 16,-3 2-1-16,-5 4-9 0,-3 0-9 15,-2 4-26-15,-4 8-30 16,-3-2-110-1,-1-4-199-15</inkml:trace>
  <inkml:trace contextRef="#ctx0" brushRef="#br0" timeOffset="-198731.78">1519 5184 480 0,'0'0'175'16,"0"0"-55"-16,0 0 56 0,0 0 13 16,0 0-34-16,0 0-10 15,0 0-25-15,-11-20-21 16,9 11 16 0,-2-5-14-16,0-3 7 0,-3-5 4 15,-6-10-21 1,-10-13-23-16,-12-11-13 0,-9-2-12 15,-6 6-5-15,-2 6-1 16,2 14-6-16,1 8-5 16,-1 5-7-16,1 6-4 15,1 6 7-15,8 4-4 16,9 3-17-16,11 0 7 16,4 0-7-16,0 4 5 15,1 0 0-15,1 0-6 0,5-1 1 16,4-2 0-1,2 0 0-15,2-1-1 16,1 0-1-16,0 0-1 0,0 0-22 16,0 0-62-1,0 0-53-15,4 0-92 0,1-1-249 16,0-2-119-16</inkml:trace>
  <inkml:trace contextRef="#ctx0" brushRef="#br0" timeOffset="-198283.78">805 4686 46 0,'0'0'1032'0,"0"0"-812"0,0 0-40 0,0 0-23 16,0 0-32-16,-6 51-18 15,11-30-10-15,1 2-4 16,3 1-34-16,2-1-26 16,0-2-16-16,2-1-8 0,-2 0-8 15,0-2-1 1,-2-5-48-16,-3 0-91 16,-3-6-49-16,-3-5-71 15,0-2 97-15,-3-5-87 0,-4-9 47 16,-4-4 73-1,0-6 103-15,-3-11 26 0,-2-8 49 16,3 1 82 0,3 6 75-16,5 6 24 0,3 11-41 15,2-2-40-15,0 3-38 16,3 5-29-16,8 4-37 16,4 3-10-16,5 4 5 15,10 2 4-15,11 0-12 16,-2 0-7-16,-3 3-25 15,0 5-82-15,-13-1-265 16,-7-2-758-16</inkml:trace>
  <inkml:trace contextRef="#ctx0" brushRef="#br0" timeOffset="-196871.28">125 4607 121 0,'0'0'144'0,"0"0"-36"0,0 0 25 16,0 0 26-16,0 0-94 15,0 0 55-15,0 0 59 16,-13-33 32-16,9 28 4 16,0-1-22-16,-2 3-7 15,0 0-7-15,1 3-18 16,-3 0-57-16,1 2-42 16,-1 8-28-16,0 5-12 15,4 5 0-15,2 4-10 0,2 2 0 16,1 1-2-1,9-2-1-15,4-3-7 0,3-1-1 16,3-4-1 0,2-5-50-16,11-8-120 0,-7-2-187 15,-3-2-498-15</inkml:trace>
  <inkml:trace contextRef="#ctx0" brushRef="#br0" timeOffset="-196551.9">198 4551 526 0,'0'0'782'15,"0"0"-625"-15,0 0 42 0,0 0-58 16,-17 40-23-16,17-22-37 16,4 2-17-1,5 0-26-15,3-3-17 0,2-4-12 16,0-4-8-1,-1-4 8-15,-1-5-7 16,-3 0 6-16,-3-10 6 16,-1-1-7-16,-4-4-7 0,-1-3-9 15,-1 0-1-15,-8 0-5 0,-2 2-3 16,-4 3-15 0,1 1-9-16,-2 6 2 15,3 5-16-15,2 1-55 16,1 6-85-16,6 10 30 15,4 0-173-15,0-5-437 0</inkml:trace>
  <inkml:trace contextRef="#ctx0" brushRef="#br0" timeOffset="-195933.95">260 4514 1145 0,'0'0'264'16,"0"0"-10"-16,0 0-185 16,0 0-56-16,0 0 22 15,0 0 9-15,20 45-4 0,-9-30-10 16,-2 0-15 0,1-1-9-16,-3-3-5 0,-1-3-1 15,-2-2-1 1,-1-6-34-16,-1 0 6 0,-1-8 19 15,0-6-31 1,-1-5-6-16,0-2 31 0,0-1 15 16,0 0 1-16,0 2 1 0,0 3 29 15,0 5 18 1,0 6 7-16,0 3-6 0,0 3-21 16,0 1-28-1,2 9 0-15,5 3 33 0,2 2 10 16,4 0-26-1,1 0-7-15,0-4-8 0,1-4 4 16,-1-4-6 0,0-3-16-16,-2-1-16 15,-3-8-2-15,-2-5-30 16,-5-3-24-16,-2-5 47 16,-5-2 24-16,-8-3 16 0,-4-2 1 15,-9-9 29-15,3 3 21 16,-2 0 23-16,4 2 39 15,8 11-29-15,1 2 73 16,4 9-45-16,7 6-47 16,1 5-55-16,0 8-9 15,11 7-1-15,5 8 1 16,3 4 6-16,2 2-5 16,3 3 5-16,-3-2-5 15,0-1-1-15,-2-3-100 16,-1 2-142-16,-2-6-117 15,-7-6-366-15</inkml:trace>
  <inkml:trace contextRef="#ctx0" brushRef="#br0" timeOffset="-195730.35">317 4409 1094 0,'0'0'214'0,"0"0"-83"16,0 0-61-16,0 0-47 15,0 0-14-15,36-38-9 16,-10 19-6-16,-3 2-192 16,-3 4-341-16</inkml:trace>
  <inkml:trace contextRef="#ctx0" brushRef="#br0" timeOffset="-194483.77">535 4313 888 0,'0'0'210'16,"0"0"-3"0,0 0-39-16,0 0-86 15,0 0-37-15,0 0-39 0,0 0 8 16,3 0-1-16,3 0 0 15,1-3 8-15,0-1-2 16,-1-1-10-16,-1-1 12 16,-2-2 0-16,-3 2-2 15,0-2 13-15,0 1 34 16,-6 2 29-16,0 1 10 0,-2 2-10 16,0 2 2-1,2 0-19-15,1 9-17 0,1 8-42 16,3 4-5-16,1 5-8 15,2 3 4 1,6-2-8-16,6-2-2 0,1-4-2 16,4-5-4-16,-1-5-83 15,5-7-137-15,-4-4-159 16,-6 0-322-16</inkml:trace>
  <inkml:trace contextRef="#ctx0" brushRef="#br0" timeOffset="-193831.94">618 4271 837 0,'0'0'284'0,"0"0"-154"0,0 0 13 15,0 0-60-15,0 0-25 16,23-41 12-16,-11 41-7 16,1 0-28-16,-2 8-2 15,0 3 2-15,-4 3 30 16,-1 2-4-16,-3 2-30 15,-2 2 20-15,-1-4-29 16,0 0-10-16,0-4-6 16,-2-4-3-16,0-4-3 15,0-4-29-15,1-1-68 16,-2-10-28-16,3-5-41 0,-2-3 51 16,2-4 3-1,0 1 78-15,0-1 26 0,0 0 8 16,0 2 10-1,0-1 15-15,0 5 31 0,0 1 2 16,0 4 28 0,0 4 9-16,0 3 19 15,0 5 3-15,0 0-35 16,0 0-37-16,0 8 3 0,0 3-28 16,0 3-3-16,5 3-3 0,3-3-7 15,4 2 5 1,2-4-5-16,0-4 3 0,2-4-10 15,-2-3-10 1,-1-1-55-16,-3-4-28 0,-4-8-14 16,-2-2 1-16,-4-5-29 15,0-2 54 1,-7-1 63-16,-3-4 18 16,-6-2 32-16,-2-2 26 15,-2-1 32-15,1 3 56 16,4 5-44-16,4 8 49 0,5 7 14 15,4 5-73-15,2 3-91 16,2 6-1-16,9 8-3 16,4 5 3-16,7 3 6 15,1 1-4-15,-2 1-2 16,1-2 0-16,-2-2-134 16,-2 4-148-16,-5-6-120 15,-4-5-437-15</inkml:trace>
  <inkml:trace contextRef="#ctx0" brushRef="#br0" timeOffset="-192546.22">741 4083 1076 0,'0'0'260'0,"0"0"-215"0,0 0-17 16,0 0-12-1,0 0-6-15,47-10 0 16,-28 2-4-16,1 0-4 16,-5-3-2-16,-1 0-8 15,-5-1-16-15,-3 0-13 0,-5-1 26 16,-1 1 11 0,0 1 11-16,-1 2 30 15,-3 1 45-15,1 1 77 0,0 5 5 16,1 1-14-16,1 1-11 15,1 0-50 1,0 0-66-16,0 7-20 0,4 6 8 16,5 2 7-16,2 1 8 15,4 1-8-15,1-1-7 16,-1-1-6-16,1-2-8 16,-1-4 0-16,-4-1-1 15,-2-5-6-15,-3-3-28 0,-2 0-3 16,-2-7 28-1,-1-6-15-15,-1-5-10 0,0-1 19 16,0-1 14 0,1 1-1-16,0 3 1 15,1 2 1-15,4 2 0 0,-1 3 0 16,5-1 0-16,3 3 2 16,0 1 5-16,4 1-5 15,2 2 4-15,-2 3-6 16,0 0 0-16,-4 0-1 15,1 0-27-15,-5 0-160 16,-3-2-48-16,-4-1-3 16,0-3 1-16,-2-3-50 0,0-1 96 15,-4-1 166 1,0 0 26-16,-2 0 124 0,1 3 71 16,-3 3-5-16,2 0 7 15,1 4 3-15,-1 1-45 16,0 0-57-1,2 6-57-15,1 6-11 0,0 3-5 16,3 3-6 0,0 1-2-16,0-2-11 0,6 1 2 15,3-5-8-15,1-3 0 16,1-4-1-16,-1-5-52 16,0-1-52-16,-3-4-11 15,-1-7-32-15,-3-3-6 16,-3-2 55-16,0-1 53 0,0 0 46 15,-3 5 6 1,-2 2 66-16,1 4 53 0,-1 2 17 16,2 3 10-16,1 1-20 15,1 0-74-15,1 8-46 16,0 1 0-16,0 4 4 16,3-1 12-16,3 1-15 15,3-3-4-15,0 0-9 16,2-4 0-16,0-4-1 15,-1-2-38-15,-3-2-41 16,-1-7-2-16,-4-6-23 16,-2-3-44-16,0-4 37 15,-8-4 78-15,-11-12 25 0,-8-12 8 16,-12-18 1 0,-2-6 7-16,6 13 38 15,9 16 76-15,14 24-61 16,4 11 75-16,1 2 10 15,1 5 11-15,5 3-94 16,1 5-62-16,3 11 0 16,11 9 7-16,9 10 4 0,1-1-4 15,5 2-5-15,2 0-1 16,-3-8-1-16,2 1-63 16,0-6-120-16,-4-4-49 15,-4-9-14-15,-5-6 115 16,-6-4 8-16,-3 0 81 15,-2-9 42-15,-2 1 45 16,0 1 58-16,-1 3 61 16,2 2-50-16,1 2-40 15,4 1 9-15,3 8 57 16,0 2-23-16,0 1-23 0,1 2-43 16,-4-1-26-16,-2-3-19 15,-2-1-6-15,-4-3-8 16,-2-6-198-16,-2-3-149 15,-5-7-756-15</inkml:trace>
  <inkml:trace contextRef="#ctx0" brushRef="#br0" timeOffset="-191581.87">1400 3595 710 0,'0'0'176'0,"0"0"25"0,0 0-45 16,0 0-18-16,3 40-34 0,3-32-3 15,0 0-33 1,2 0-33-16,1 0 3 0,-1-1-10 16,2 2-9-1,-1 1-12-15,-1 0 0 16,-2 2 1-16,-3 0 1 16,-1 0 8-16,-2-2-5 0,0 1 1 15,-5-3-4-15,-2-4 4 0,1-3-12 16,1-1 4-1,2-6 2-15,0-7-14 16,3-4 7-16,0-1-13 16,6-4-1-16,2 1-3 15,4-2 4-15,-1 2-5 16,-2 0-1-16,-2 1 10 16,-1 4 9-16,-3 2 1 15,-2 2 0-15,-1 4 17 16,0 4 18-16,0 3 70 15,0 1 15-15,-3 1-41 16,0 5-61-16,-1 5-12 0,0 0 7 16,4 1 2-16,0 0-10 15,0-3-6-15,8-3-11 16,4-3-3-16,4-3-91 16,3-6-63-16,5-7-59 15,0-5 156-15,1-3-179 16,-4 0-122-16,-6 0 54 15,-6 3 318-15,-6 4 12 0,-3 2 301 16,0 4 66 0,-6 5-35-16,-2 2-40 0,-1 1-126 15,2 2-70 1,0 7-52-16,1 4-20 0,3 1-20 16,2 3-4-16,1 1-2 15,0-1 2-15,6-2-3 16,3-2-8-16,2-4 0 15,1-6-1-15,0-3-28 16,1 0-52-16,-4-12-30 16,-1-5-8-16,-5-4 20 15,-3-7 48-15,-4-9 39 16,-14-16 11-16,-13-18 19 16,-2-7 30-16,-4 6 36 15,9 18 48-15,10 24-3 0,9 15 20 16,3 10 19-1,4 2-75-15,-1 3-53 0,3 3-41 16,1 18-26 0,15 18 26-16,14 21 48 0,8 7 18 15,5 2-3-15,1-9-2 16,-6-14-37-16,-7-8-24 16,-3 1-8-16,-9-11-222 15,-8-8-523-15</inkml:trace>
  <inkml:trace contextRef="#ctx0" brushRef="#br0" timeOffset="-190450.15">89 5355 1076 0,'0'0'249'0,"0"0"-81"0,0 0 14 15,0 0-21-15,0 0 1 16,0 0-49-16,-4-38-57 15,-3 8-34-15,-5-12-10 16,-8-11-1-16,0-2 0 16,6 10 0-16,5 11 8 15,9 16-4-15,0 6 4 16,0 3 18-16,0 2 1 16,0 3 16-16,0 4-44 15,0 0-10-15,0 9-46 0,0 5 46 16,0 5 8-1,0 1-7-15,0 1 5 16,0-7-5-16,4-3 5 16,10-4-6-16,1-4-20 0,2-3 3 15,-4 0-2-15,-1 0-10 16,-5 0 15-16,-3-1 7 16,-1 0 6-16,-3 1 0 15,0 0-5-15,2 0-13 16,-1 7-42-16,3 3 61 0,1 4 7 15,3 4 2 1,0-1 5-16,2 0-3 0,-1-3 4 16,3-3-7-16,1-4-7 15,2-3 6 1,2-4-7-16,0 0 0 0,0-11-37 16,4-17-112-16,-4 2-144 15,-5-1-377-15</inkml:trace>
  <inkml:trace contextRef="#ctx0" brushRef="#br0" timeOffset="-189951.65">179 4988 1127 0,'0'0'165'0,"0"0"-14"16,0 0-117-16,0 0-33 0,0 0 46 15,0 0 14-15,37 41-19 16,-23-27-15-16,1-1-8 15,-1 1-3 1,-1-4-9-16,-2-1-7 0,-3-2 1 16,-2-2-1-16,-3-3-7 0,-3-2 7 15,0-2 0 1,-4-7-15-16,-4-5 0 0,0-2 13 16,0 0 1-1,3-1 1-15,2 2 12 16,2 4 4-16,1 2-9 15,0 0-5-15,1 5 6 0,5 1-6 16,4 1-1 0,2 2 0-16,-1 0 0 0,3 6 0 15,-2 0-1 1,-3 3 0-16,-1-3-1 0,-2 1 0 16,-2-1-20-16,-1-3 21 0,-3-2 8 15,0-1 35 1,-2-1 17-16,-3-7-29 0,-4-5-12 15,2-2-9 1,1-2 11-16,1 1-7 0,2 4 7 16,3 3-8-1,0 3-12-15,0 2-1 16,6 4-10-16,3 0-6 16,2 0 4-16,1 4-6 15,5 1-71-15,-3-2-166 16,-3-1-282-16</inkml:trace>
  <inkml:trace contextRef="#ctx0" brushRef="#br0" timeOffset="-189553.6">356 4737 1187 0,'0'0'158'0,"0"0"-116"16,0 0-41-16,0 0 21 15,30 38 16-15,-15-21-14 16,0-1-8-16,-2 1-1 16,-2-2-6-16,-2-1-1 15,-1-4-2-15,-3-2-5 0,-2-6 0 16,-3-2 30 0,0 0 94-16,0-7-38 0,0-4-54 15,0-2-14-15,3-1-5 16,3 2 1-16,0 0-9 15,2 4-5-15,1 3 1 16,0 2 8-16,0 3-9 16,0 0 1-16,0 4 4 15,-4 7-5-15,1 2 31 0,-4 0 6 16,-2 5-23 0,0-2 5-16,-5 2-8 0,-2-3-12 15,-2-3-47 1,-3-8-126-16,1-2-115 0,3-2-378 0</inkml:trace>
  <inkml:trace contextRef="#ctx0" brushRef="#br0" timeOffset="-189098.23">538 4703 807 0,'0'0'243'0,"0"0"-172"0,0 0-61 16,0 0 16 0,0 0 23-16,0 0 5 0,0 0 0 15,29 6-17-15,-24-6-5 16,0 0 3 0,-1 0 19-16,-1-5 8 0,0-2 14 15,-3-2-3 1,0 0-12-16,0-1-7 0,0 1-6 15,-4 0 17-15,-2 1-12 16,1 4 30-16,2 2 20 16,0 1-3-16,0 1-12 0,1 1-29 15,-1 9-16 1,2 4-13-16,0 6-6 0,1 0 1 16,0 2 0-1,4-1-9-15,3-4-4 0,3-3-3 16,2-3-7-1,2-4-1-15,0-3 8 16,-1-4-8-16,1 0 0 16,-3-1 5-16,-2-8 2 0,-1 0-8 15,-4-2-22-15,-3 1-82 16,-1-3-112-16,-1 3-273 16,-6 3-433-16</inkml:trace>
  <inkml:trace contextRef="#ctx0" brushRef="#br0" timeOffset="-188232.58">749 4587 524 0,'0'0'286'0,"0"0"-2"0,0 0-41 15,0 0-30 1,0 0-28-16,0 0-18 0,0 0-40 16,-36 19-28-16,33-8-24 15,0 0-22-15,3 4-19 16,0-3-17-16,1 1-8 16,4-2 1-16,5-2-10 15,0-3 2-15,0-3-1 16,0-3 11-16,-2 0-12 15,-3-6-9-15,-2-4-3 0,-2-5-6 16,-1-2 5 0,-1-2 11-16,-7-1 1 0,-4-1 1 15,-2-2 1-15,-2 1-1 16,-1 0 8-16,1 1 11 16,2 3 12-16,2 6 9 15,5 5 12-15,4 4-18 16,3 3-22-16,0 0-12 0,9 9-15 15,4 3 15 1,4 3 1-16,2 1-1 16,0 0 0-16,-2-2-1 0,0-1 0 15,1 0-131 1,-4-3-188-16,-5-5-350 0</inkml:trace>
  <inkml:trace contextRef="#ctx0" brushRef="#br0" timeOffset="-187983.6">822 4440 1255 0,'0'0'283'0,"0"0"-200"0,0 0 3 0,0 0 32 15,0 0 37 1,0 0-26-16,0 0-37 0,9 24-36 15,-9-24-18 1,0 0 8-16,0 0 5 0,0 0-17 16,0-5-34-16,-3-2-6 15,2-1-89 1,-1-2-131-16,2 3-156 16,0 1-515-16</inkml:trace>
  <inkml:trace contextRef="#ctx0" brushRef="#br0" timeOffset="-187170.66">999 4264 1325 0,'0'0'232'0,"0"0"80"16,0 0-48-16,0 0-112 16,0 0-69-16,0 0-49 15,0 0-26-15,5-6-7 16,8 8 14-16,4 4 7 15,3 5 7-15,0 2-10 0,-1 3-4 16,-3 2-6 0,-3 2-8-16,-4 0 5 15,-4-1-5-15,-3 1-1 0,-2-4-2 16,0-2 2-16,-5-7 8 16,0-3-8-16,-2-4 0 15,0-7-26-15,-1-11-18 16,1-5 1-16,3-5-34 15,3-4 9-15,1 0 3 16,0 3 26-16,0 0 26 16,1 3 11-16,-1 1-5 0,0 3 7 15,0 4 1 1,0 5 10-16,-2 5 23 0,-1 4 19 16,2 3 23-1,-2 1-15-15,2 4-38 0,-1 6 13 16,1 8-21-1,1 3-3-15,0 2 1 0,3 0 0 16,5-2-5 0,4-3-8-16,2-3 1 15,2-5 0-15,3-1-1 0,-2-6 0 16,3-3-1-16,-3 0 0 16,-3-8-30-16,-4-4-34 15,-2-2-14-15,-4-2 17 16,-4-3 10-16,0 0 30 15,-7 0 21-15,-3 3 1 16,3 2 7-16,-1 4 42 0,4 4 32 16,1 4 33-16,2 2-26 15,1 0-46-15,0 10-35 16,8 2 4 0,4 3-1-16,4 3 1 0,4-2-3 15,3 0-7-15,-2 2-1 16,2 7-48-16,-7-3-228 15,-8-5-634-15</inkml:trace>
  <inkml:trace contextRef="#ctx0" brushRef="#br0" timeOffset="-186631.61">844 4497 835 0,'0'0'342'0,"0"0"-180"16,0 0-93 0,0 0 23-16,0 0 11 15,0 0-21-15,0 0-24 16,19 37-13-16,-15-32-8 0,-1-1-6 15,-2-3-15-15,-1-1 38 16,0 0 53-16,0-1 25 16,-3-8-34-16,-4-3-64 15,-2-4-22-15,-2-5-5 16,-1-5 2-16,1 0-3 16,-2-2-6-16,4 2 8 15,2 3-7-15,5 5 0 0,2 4-1 16,2 4-7-1,7 5-15-15,2 3-52 16,1 2-86-16,5 5-94 16,-3 5-240-16,-4 0-282 0</inkml:trace>
  <inkml:trace contextRef="#ctx0" brushRef="#br0" timeOffset="-185903.58">816 4483 419 0,'0'0'81'0,"0"0"-29"15,0 0-51-15,41-50 90 16,-31 37-19 0,-3 2-4-16,-3 1 13 15,0 4 32-15,-2 1 37 0,-2 3 28 16,0 0-8-1,0 2-11-15,0 0-62 0,0 2-50 16,0 5-46 0,1 4 47-16,2 4 30 0,2 3-20 15,0-2-20-15,2 2-20 16,2-4-2-16,1-2-15 16,0-2 11-16,1-5-12 15,-2-3 1-15,-2-2-1 16,-2-1-5-16,-2-6-2 0,-3-6-19 15,0-3-14 1,0-2 19-16,-7-1 13 0,-1 1 7 16,1 2 1-1,0 3 2-15,1 4 21 0,2 4 34 16,1 4 12-16,1 1 11 16,1 3-73-16,1 7 18 15,0 3-9-15,2 1 1 0,3-2-17 16,1-4 9-1,3-2-8-15,-1-5 0 16,0-1 7-16,0-5 5 16,-1-7-4-16,-1-3-7 0,-2-2-2 15,-3-3 0 1,-1-1-8-16,0 4-2 16,-1 1 3-16,-2 6 7 0,-1 2 1 15,1 6 5-15,2 1 1 16,1 1-2-16,0 0-5 15,0 0-24 1,0 2-7-16,0 5 24 16,3 4 7-16,2 0 2 0,2 4 7 0,1-1 5 15,-1 3 21 1,0 0-5-16,2-1 1 0,-1-3 0 16,0-3-6-1,-1-2-9-15,-1-2-7 0,-1-3-3 16,1-2 2-1,-2-1-1-15,1 0-7 16,1-10-27-16,-1 1-156 16,-4-2-402-16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0:30:21.1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6630 1844 627 0,'0'0'143'15,"0"0"37"-15,0 0 68 16,0 0-44-16,0 0-18 16,0 0-28-16,-9-7-50 0,9 7-41 15,0 0-14 1,0 0-16-16,3 0-7 15,4 3 11-15,6 3 15 16,3 1-10-16,4 2 0 0,3 0 3 16,4-2-14-16,0 2 2 15,5-1-7-15,1-2-5 16,0-1 0 0,1-1 2-16,2-1-14 0,-3-2-5 15,0 1-1-15,-2-2-1 0,1 1-4 16,-3-1-1-1,-1 0 0-15,-2 0 1 0,-1 0-1 16,-1 0 6 0,-1 0-6-16,2 0 6 0,-1 0 2 15,1 0 0-15,0 0-3 16,2-3 0-16,1 0 3 16,0-1 0-1,3 1-2-15,-1 0-5 0,-2 1-1 16,2 0 5-1,-3 1-6-15,0 1 0 0,2-1 0 16,0 1 0-16,0-2 1 16,-1 1 0-16,2-1 6 15,-2 1-7-15,2-1 1 16,-2 2 0-16,1-1 0 16,-2-1 7-16,2 2-7 15,-3 0 8-15,2 0-3 16,-1 0 1-16,1 0-5 15,0 0 5-15,-2 0-6 0,2 0 1 16,-2 0-2 0,1 0 1-16,-1 0-1 15,0 0 2-15,0 0-2 0,2 0 1 0,1 0 1 16,-1 2-1 0,1-1 5-1,0-1-5-15,0 0 0 0,1 0 8 16,0 1 0-16,0 0-7 15,3-1 8-15,-3 0 3 16,3 0 2-16,-3 0-4 16,2 0-4-16,-2 0-5 15,-1 1 5-15,0-1-5 16,-1 0 7-16,2 2-8 16,0-2 5-16,0 1 1 15,-1-1 2-15,2 2-3 0,-2-2 7 16,0 1-1-1,-1 0 3-15,0 1 5 0,-1-2-5 16,-1 2 7 0,1-1 3-16,-1 1-2 0,0-1-4 15,-1 1-2-15,1-1-2 16,-1 1-9-16,-1-1 9 16,-2 0-3-16,1 0 1 0,-2-1-1 15,0 1 3 1,-3-1-2-16,0 0-11 0,-3 0 4 15,-1 0-6 1,-1 0 2-16,-1 0 4 0,-1 0 6 16,-1 0-2-1,-3 0-2-15,0 0 1 0,-1 0-9 16,-3 0 1-16,-3 0 0 16,0 0-1-16,0 0 0 15,0 0-26-15,0 0-63 16,-6-5-195-16,3-3-678 0</inkml:trace>
  <inkml:trace contextRef="#ctx0" brushRef="#br0" timeOffset="1201.83">10246 1862 978 0,'0'0'234'0,"0"0"-82"0,0 0-86 16,0 0 12-16,0 0 43 16,0 0 7-16,0 0 11 0,39 26-33 15,-17-18-8 1,10 1 29-16,13 0-24 15,12-1-23-15,5 0-17 16,-3-3-10-16,-7-2-2 16,-6 0-5-16,-2-1-10 15,2 0-12-15,-3-1-1 0,0-1-6 16,-1 0-11 0,0 0 1-16,-1 0 20 15,-1 0-15-15,-6-3 1 0,-5 2-5 16,-8-1 4-16,0 2-11 15,3-2 5-15,4 1-5 16,3-1 5-16,2 0 9 16,0 0 3-16,-2 1-11 15,1-2-1-15,0 3-6 16,-3-1 1-16,3-1 1 16,-2 2 8-16,0-1 6 0,0 1-4 15,-2-1-6 1,0 1-4-16,-2 0-1 0,0-1-1 15,-1 1 1 1,-1-2 5-16,1 0 7 0,0 2 1 16,1-3-8-16,0 3 0 15,2-1-5-15,-2 0 0 16,3 1 0-16,2 0-1 0,-1 0 6 16,2 0 3-1,1 0 3-15,2 0-6 0,-2 0 4 16,0 0-2-1,-3 0 8-15,-2 0-7 0,-3 0 1 16,-5 0 5 0,-2 0-1-16,-3 0-2 0,-2-1 3 15,-4-1 0 1,-1 1 1-16,-1 0-1 0,-2 0 0 16,-2 0-1-1,-1 1-4-15,0 0 1 0,-1 0 1 16,-1-1-5-16,0 1 1 15,0 0-2-15,0 0-5 16,0 0 5-16,0 0-5 16,0 0 0-16,0 0-1 15,0-2 0-15,0 2-8 16,-13-7-8-16,-3-1-58 16,-5-3-432-16</inkml:trace>
  <inkml:trace contextRef="#ctx0" brushRef="#br0" timeOffset="-97269.02">6895 4565 490 0,'0'0'631'0,"0"0"-337"16,0 0-16-16,0 0 27 16,0 0-81-16,0 0-75 15,6-4-21-15,21 4 46 16,19 2-20-16,20 1-27 15,11-1-20-15,2-2-29 16,-7 0-15-16,-13 0-16 16,-5 0-11-16,-14 0-14 0,-11 0-10 15,-12 0-11 1,-8 0-1-16,-2 0-7 16,1 0-30-16,1 0-68 15,13 0-105-15,-1-2-291 0,2-3-610 0</inkml:trace>
  <inkml:trace contextRef="#ctx0" brushRef="#br0" timeOffset="-96673.33">8867 4625 1159 0,'0'0'335'0,"0"0"-22"0,0 0-63 16,0 0-46-16,-41-5-10 0,39 5-54 0,2 0-45 15,0 0-28 1,9 5 24-16,7 0 11 16,12 3-2-16,15-1-22 15,15-3-20-15,5 0-13 0,-1-4-13 16,-8 0-14-1,-14 0-9-15,-8 0-3 16,-11 0-6-16,-3 0 0 16,-2 0 0-16,0 0-15 0,-6 0-45 15,-1 0-74 1,-6 1-181-16,-2 2-389 16,-1-1-981-16</inkml:trace>
  <inkml:trace contextRef="#ctx0" brushRef="#br0" timeOffset="-96057.11">10309 4649 1087 0,'0'0'368'0,"0"0"-50"0,0 0-100 0,0 0-40 15,0 0-8-15,0 0 38 16,58 8-19-16,-16-6-49 16,12-2-35-16,6 0-10 15,0 0-21-15,-4-2-19 16,-10-1-8-16,-7 0-20 15,-10 1-8-15,-9 1-5 16,-4 0-8-16,-1 0-5 0,-3 0 5 16,-2 1-6-16,-7 0-38 15,-19 3-65-15,-7 3-183 16,-11 1-432-16</inkml:trace>
  <inkml:trace contextRef="#ctx0" brushRef="#br0" timeOffset="-94637">2825 5384 713 0,'0'0'383'0,"0"0"-114"15,0 0-43-15,0 0-47 16,0 0 8-16,0 0-12 15,-2-8-42-15,12 5-25 16,5 0-24-16,4-2-17 16,6-1-18-16,5-1-16 0,3-1-15 15,2 0-17-15,0 1 0 16,-3 0-1-16,-4 3-8 16,-6 0-90-16,-5 3-97 15,-10 1-165-15,-5 0-238 16,-2 0-318-16</inkml:trace>
  <inkml:trace contextRef="#ctx0" brushRef="#br0" timeOffset="-94433.8">2817 5474 1351 0,'0'0'231'0,"0"0"-129"16,0 0 36-16,0 0 7 15,50-17 14-15,-28 9-29 16,4 0-44-16,2-1-44 16,4 1-29-16,0 0-13 15,-1 2-3-15,6 3-121 0,-5 0-257 16,-9 2-555-16</inkml:trace>
  <inkml:trace contextRef="#ctx0" brushRef="#br0" timeOffset="-92251.42">7813 5234 130 0,'0'0'93'16,"0"0"10"-16,0 0 2 16,0 0 21-16,0 0 11 0,0 0 1 15,-36 1 10 1,33-1 5-16,0 0 44 0,1 0-2 16,1 0-38-16,1 0-53 15,0 0-52-15,0 0-20 16,0 0-8-16,6 0 1 15,6 0 7-15,5 0 27 16,5 0-20-16,5-2-21 16,9-1-8-16,8-2 2 15,-2 1-1-15,-5 2-3 16,-6-2-7-16,-10 3-1 0,-1 0-1 16,-2-1-1-1,-7 1-8-15,-5 1-19 0,-6 0-19 16,-10 0-101-1,-7 3-145-15,-3 1-338 0</inkml:trace>
  <inkml:trace contextRef="#ctx0" brushRef="#br0" timeOffset="-92006.8">7771 5283 877 0,'0'0'212'0,"0"0"10"15,0 0 13-15,0 0-38 16,39-1-102-16,-22-1-16 16,5 1-9-16,2 0-28 15,10-3-15-15,-2 3-5 16,1-3 3-16,-1 1-15 0,-8-1-8 16,1 3 4-16,-7 0-6 15,-5 1-1-15,-11 0-18 16,-2 4-322-16,-7 1-631 0</inkml:trace>
  <inkml:trace contextRef="#ctx0" brushRef="#br0" timeOffset="-89637.11">7236 5727 505 0,'0'0'144'0,"0"0"24"0,0 0-18 15,0 0-16-15,0 0-32 16,0 0-34-16,0 0 17 15,-1-15 7-15,6 11-21 16,1 0-13-16,0-1-6 16,1 1-9-16,-1-2-20 0,2 2-11 15,-1 0-11 1,1 1-1-16,-1 1-9 16,0 0-49-16,1 0-35 15,0 2-67-15,-2 0-8 0,1 0-48 16,0 0 46-1,-1 0 86-15,-1 0 65 16,1 0 19-16,0-1 18 16,0 0 34-16,-2-1 39 0,0 1-3 15,0 0-14-15,-1 0-14 16,1 1-29-16,-1 0-15 16,-1 0-8-16,4 0-7 15,-2 3-1-15,2 3-7 16,3 3-149-16,-1-2-90 15,-2 1-164-15</inkml:trace>
  <inkml:trace contextRef="#ctx0" brushRef="#br0" timeOffset="-89456.82">7505 5754 419 0,'0'0'105'0,"0"0"43"15,0 0-10-15,0 0-19 16,0 0-21-16,0 0-33 15,0 0-33-15,21 22-22 16,-14-14-10-16,2 0 0 16,2 6-93-16,-1 0-137 15,-1 0-131-15</inkml:trace>
  <inkml:trace contextRef="#ctx0" brushRef="#br0" timeOffset="-89274.21">7625 5964 522 0,'0'0'109'0,"0"0"60"0,0 0-11 16,0 0-41-16,0 0-52 15,0 0-22-15,0 0-15 16,20 40-21-16,-14-31-7 0,-2 0-37 16,3 7-109-1,-2-3-160-15,-2 1-423 0</inkml:trace>
  <inkml:trace contextRef="#ctx0" brushRef="#br0" timeOffset="-89086.8">7701 6213 520 0,'0'0'177'0,"0"0"-113"0,0 0 28 15,0 0 6-15,0 0-12 16,1 39-52-16,1-31-19 15,0 0-15-15,0 2-18 16,0 4-99-16,-1-2-129 16,0-1-142-16</inkml:trace>
  <inkml:trace contextRef="#ctx0" brushRef="#br0" timeOffset="-88921.09">7763 6482 545 0,'0'0'85'16,"0"0"-38"-16,0 0-18 0,0 0-3 15,11 38-17-15,-5-26-9 16,-1-2-32-16,0-1-142 0</inkml:trace>
  <inkml:trace contextRef="#ctx0" brushRef="#br0" timeOffset="-88706.76">7844 6748 743 0,'0'0'113'0,"0"0"-5"15,0 0-33-15,0 0-7 16,0 0-1-16,6 42-41 15,-2-34-15-15,2-1-11 16,0 2-43-16,1 2-55 16,-1-1-181-16,-2-2 90 0</inkml:trace>
  <inkml:trace contextRef="#ctx0" brushRef="#br0" timeOffset="-88501.16">7920 6939 577 0,'0'0'129'0,"0"0"18"16,0 0-7-16,0 0-27 0,0 0-45 31,0 0-35-31,6 41-17 0,-3-34-14 0,-1 1-2 16,1 0-30-1,-1-1-58-15,2 3-61 16,-1-3-114-16,0-1-53 0</inkml:trace>
  <inkml:trace contextRef="#ctx0" brushRef="#br0" timeOffset="-88334.91">7975 7100 332 0,'0'0'181'16,"0"0"-85"-1,0 0 80-15,0 0-64 16,0 0-38-16,0 0-6 0,0 0-20 15,24 19-32-15,-18-19-16 16,1 0-56-16,4 1-113 16,-2-1-83-16,-2 1-95 0</inkml:trace>
  <inkml:trace contextRef="#ctx0" brushRef="#br0" timeOffset="-88154.89">8097 7167 592 0,'0'0'159'0,"0"0"17"16,0 0-35-16,0 0-26 0,0 0-54 15,0 0-32-15,0 0-10 16,18 3-12-16,-11-3-6 16,1 0-1-16,6-4-56 15,-4 1-163-15,2 0-178 0</inkml:trace>
  <inkml:trace contextRef="#ctx0" brushRef="#br0" timeOffset="-87956.95">8266 7139 862 0,'0'0'163'0,"0"0"-47"15,0 0-76-15,0 0 43 16,0 0-34-1,0 0-30-15,39-8-9 0,-30 2-10 16,1 0-5-16,5-6-63 16,-3 4-137-16,-1-1-203 0</inkml:trace>
  <inkml:trace contextRef="#ctx0" brushRef="#br0" timeOffset="-87801.3">8405 7052 419 0,'0'0'204'0,"0"0"32"15,0 0-20 1,0 0-51-16,0 0-30 0,0 0-56 16,0 0-29-16,23-13-30 15,-20 13-20-15,3-4-58 16,-2 1-119-16,-2 0-354 0</inkml:trace>
  <inkml:trace contextRef="#ctx0" brushRef="#br0" timeOffset="-87406.88">8303 6915 1463 0,'0'0'201'15,"0"0"-40"1,0 0-72-16,0 0-11 0,0 0 30 15,45 15-27 1,-20-13-23-16,4 1-32 0,-1-2-11 16,-3 0-12-16,-4-1-2 15,-6 0 5-15,-4 2-5 16,-4 0 0-16,-4 2-1 0,-3 3 0 16,0 4 9-1,-1 3 25-15,-7 4 43 0,0 2 21 16,-1 3-6-1,0 0-20-15,3-1-19 0,-1-1-12 16,2-2-10 0,3-1-18-16,1-3-12 15,0-3 6-15,1-2-7 16,0-4-6-16,0-3-47 16,2-3-77-16,0-2-90 0,1-5-339 0</inkml:trace>
  <inkml:trace contextRef="#ctx0" brushRef="#br0" timeOffset="-86657.14">8826 5744 824 0,'0'0'157'0,"0"0"-18"16,0 0 4-16,0 0-3 0,0 0-23 15,0 0-60 1,-5-18-29-16,12 16-18 0,2-2-10 16,4 1-1-16,9-5-72 15,-3 3-142-15,-1-1-329 0</inkml:trace>
  <inkml:trace contextRef="#ctx0" brushRef="#br0" timeOffset="-86470.2">9026 5688 1031 0,'0'0'197'16,"0"0"-102"-16,0 0-13 15,0 0-56-15,0 0 17 16,0 0-8-16,0 0 23 15,31 10-34-15,-16-5-24 16,2 0-21-16,6 5-123 16,-4-2-83-16,-2 1-325 0</inkml:trace>
  <inkml:trace contextRef="#ctx0" brushRef="#br0" timeOffset="-86287.19">9269 5829 803 0,'0'0'128'15,"0"0"4"-15,0 0 5 16,0 0 10-16,0 0-20 0,8 43-57 16,-3-33-31-1,-1 1-24-15,3 2-15 0,2 0-17 16,3 9-117-16,-1-4-86 16,-3-1-165-16</inkml:trace>
  <inkml:trace contextRef="#ctx0" brushRef="#br0" timeOffset="-86104.93">9416 6212 351 0,'0'0'640'0,"0"0"-538"16,0 0 3-16,0 0-16 0,-4 41-11 15,4-30-45 1,0-2-20-16,0 1-13 0,3 2 0 15,1 0-81 1,-1 10-72-16,-1-5-153 0,0 0-247 0</inkml:trace>
  <inkml:trace contextRef="#ctx0" brushRef="#br0" timeOffset="-85903.13">9484 6531 571 0,'0'0'269'0,"0"0"-142"16,0 0 28-16,0 0-37 16,0 0-63-16,7 40-26 0,-2-30-13 15,2-1-10-15,-2 2-6 16,0-1 0 0,2 2-50-16,0 6-86 0,-1-2-186 15,-1-1-315-15</inkml:trace>
  <inkml:trace contextRef="#ctx0" brushRef="#br0" timeOffset="-85687.03">9591 6841 905 0,'0'0'156'16,"0"0"9"-1,0 0-78-15,0 0 66 0,0 44-72 16,0-34-30-1,2 1-12-15,0 0-27 0,1-1-11 16,0 0 0 0,0 1-1-16,-1 0-74 0,1 3-98 15,0-3-131 1,-1-1-15-16</inkml:trace>
  <inkml:trace contextRef="#ctx0" brushRef="#br0" timeOffset="-85486.86">9683 7073 774 0,'0'0'159'0,"0"0"16"15,0 0-65 1,0 0-19-16,0 0-46 16,0 0-29-16,0 0 5 15,13 40-7-15,-10-35-11 0,1-3-2 16,2 0-1-1,1 0-97-15,5-1-38 0,-1-1-222 16,-1 0 42-16</inkml:trace>
  <inkml:trace contextRef="#ctx0" brushRef="#br0" timeOffset="-85086.74">9869 7151 746 0,'0'0'622'0,"0"0"-468"16,0 0-20-16,0 0-61 0,0 0 81 16,0 0-69-1,0 0-38-15,35-6-21 0,-22 0-16 16,-1 0-9 0,0 0-1-16,2-2-7 0,-3 2-68 15,0 2-60-15,-1 0-24 16,-3 0-61-16,0 2 21 15,-1-3 40-15,-3 2 88 16,3 0 71-16,-2-1 52 16,-1 0 58-16,-1 2 44 15,-1 0 40-15,0 1-42 0,-1-1-19 16,3 2-18 0,-3-1-21-16,1-1-21 0,1 1-18 15,-1 0-26 1,1-1-15-16,2 1-13 0,-2-1-1 15,0 0-17 1,2 0-61-16,-3 0-76 0,1-2-58 16,-1 1-115-16,-1 0-312 15</inkml:trace>
  <inkml:trace contextRef="#ctx0" brushRef="#br0" timeOffset="-84657.08">9902 7000 1617 0,'0'0'258'0,"0"0"49"0,0 0-193 15,0 0-36-15,0 0 2 16,0 0-14-16,54-1 4 15,-31-2-33-15,-3 2-10 16,-2 0 17-16,-3-1 24 16,-3 1-15-16,-4 1-3 15,-2 0-10-15,-1 0 0 16,-3 6 11-16,-2 6 22 0,0 3-1 16,0 2 0-1,-2 2-10-15,-3-1 0 0,1 1-12 16,0-3-13-1,0 0-8-15,2-1-10 16,0-3-1-16,0-1-6 16,0-3-10-16,0-2-1 15,2-3-1-15,0-1 0 0,0-2-12 16,0 0-31-16,0-4-49 16,0-4-69-16,0-4-110 15,0 2-264-15,4 1-329 0</inkml:trace>
  <inkml:trace contextRef="#ctx0" brushRef="#br0" timeOffset="-84449.66">10074 7129 2016 0,'0'0'293'15,"0"0"-45"-15,0 0-110 16,0 0 18-16,0 0-46 15,0 0-77-15,0 0-33 16,-8 12-6-16,-4-5-149 16,0-1-185-16,-4 0-665 0</inkml:trace>
  <inkml:trace contextRef="#ctx0" brushRef="#br0" timeOffset="-75606.84">3642 8045 85 0,'0'0'89'0,"0"0"1"0,0 0 14 15,0 0-24-15,0 0 23 16,0 0 21-16,-45-19 22 16,38 15 50-1,1 1-28-15,1-1 67 0,2-1-42 16,0 2 10-16,3 0 8 15,0-1-90-15,2-1-71 16,7 0-25-16,4-1-9 16,8-4 6-16,0 0 0 15,5-2 1-15,0-1-10 16,0 1-4-16,-2 0-2 0,-2 0-7 16,-4 4 2-16,-1 0-2 15,-5 2 0-15,-3 2-9 16,-3 1-32-16,-4 3-113 15,-2 0-101-15,-7 9-41 16,-3 3-109-16,-5-1-218 0</inkml:trace>
  <inkml:trace contextRef="#ctx0" brushRef="#br0" timeOffset="-75350.85">3556 8118 892 0,'0'0'267'15,"0"0"-2"-15,0 0-42 16,0 0-30-16,0 0 63 16,0 0-40-16,0 0-86 0,53-8-51 15,-28-5-24-15,2-1-18 16,0-1-10-16,1-3-14 16,1 3-4-16,1-2-7 15,1 1-1-15,-2 0 5 16,-3 4-6-16,-3 2-2 0,-4 2-20 15,0 8-65 1,-5 0-178-16,-6 5-372 0</inkml:trace>
  <inkml:trace contextRef="#ctx0" brushRef="#br0" timeOffset="81512.98">12196 2435 849 0,'0'0'182'0,"0"0"-19"15,0 0 23-15,0 0 6 16,0 0-58-16,0 0-47 16,-13-16-12-16,13 16-34 15,0 0-22-15,0 0-7 16,0 0-6-16,0 0-6 0,4 0 1 15,5 0 1 1,3 0 5-16,3 0 3 0,1 0 6 16,1 0 9-16,0 0-5 15,1 0-12-15,-3 0-8 16,-1-1 0-16,-1-2 1 16,-4-1-1-16,-1 0-1 15,-3 0 1-15,-2 0 0 0,-2-2 2 16,-1 3 8-1,0-2-9-15,0 1 7 16,-1-2-7-16,-2 4 1 16,1-1 7-16,0 1 1 15,1 1-3-15,0 1 2 0,0 0-8 16,1 0-1 0,0 0-1-16,0 0-8 15,0 0 2-15,0 0-5 0,0 0 5 16,0 0-4-16,0 0 3 15,0 0 0 1,0 0 7-16,0 2-12 0,0 0-2 16,0 0-20-16,0-1-12 15,0 0 3-15,0-1-22 16,0 3-15-16,0-3-30 16,0 0-14-16,0 1 19 15,0-1 1-15,0 0-12 0,0 0-3 16,-2 1-16-1,-2 0 7-15,0 0-136 0,0-1-58 0</inkml:trace>
  <inkml:trace contextRef="#ctx0" brushRef="#br0" timeOffset="83513.84">12313 2411 657 0,'0'0'182'0,"0"0"53"0,0 0-15 0,0 0-11 16,0 0-33 0,0 0-15-16,0 0-30 15,-8-15-50-15,8 15-45 0,0 8-29 16,0 13-7-16,0 3 12 16,0 8 16-16,0 4 15 15,2-3-17 1,1 3-2-16,1-3-9 0,-2-3-8 15,1-4-7-15,0-1 0 16,-1-7 0-16,-1-2 0 16,1-6-1-16,-1-3-8 15,0-3 8-15,-1-2-7 16,0-2 7-16,0 0-23 16,0 0 23-16,-5-8 1 15,-3-1-28-15,1-2-5 0,-3-1 5 16,1 1 23-1,-1 1 5-15,2 1 0 0,-2 2-1 16,1 2 0 0,1 4 1-16,-1 0 0 0,2 1 13 15,-1 0-13-15,0 5-7 0,2 3 7 16,1 2 7 0,1-1 2-16,2-2-8 15,2 1 7-15,0-3 8 16,3-1-1-16,7-1 14 15,6-1 23-15,3-2 7 16,5 0 2-16,2-3-17 16,-1-3-8-16,2-1-8 0,-2 0-3 15,-1 0-11-15,-5 2-13 16,-2 0 1 0,-5 1-1-16,-5 3 0 15,-3 0-1-15,-1 1-7 16,-3 0-26-16,0 0-62 15,0 0-100-15,0 0-277 16,3 0-377-16</inkml:trace>
  <inkml:trace contextRef="#ctx0" brushRef="#br0" timeOffset="85130.48">12985 2507 383 0,'0'0'308'15,"0"0"-87"-15,0 0 14 16,0 0-9-16,0 0 27 15,0 0-70-15,-15-33 12 0,4 27-38 16,-5 0-47 0,-2 3-8-16,-3 3 6 0,-1 0-32 15,1 9-28-15,1 5-16 16,3 3-14-16,4 2-7 16,3 3-2-16,4-1-9 15,6 0-12-15,0-2 0 16,9 0 6-16,5-4 0 0,5-4-5 15,4-3 11 1,3-6-15-16,1-2-22 16,-1-4-33-16,-3-8-18 15,-4-4 14-15,-4-3 18 0,-5-2 25 16,-4-2 22-16,-5-3 8 16,-1-1 1-1,0 4 0-15,-1 2 1 0,-2 5 5 16,0 7 11-16,3 5 17 15,-2 4-10-15,0 7-24 16,2 10-5 0,-1 8 5-16,1 3 0 0,1 1 0 15,9-1-1-15,1-3 0 0,5-4-8 16,1-5-15 0,2-4-98-16,-2-9-90 15,0-3-10-15,-2-6 15 16,-3-8 49-16,-4-3 81 0,-4-2 71 15,-1-2 6 1,-3 3 70-16,0-1 44 0,0 3 30 16,0 3 5-16,0 4 3 0,0 5-7 15,0 2-46 1,0 2-68-16,0 2-31 0,0 7 1 16,0 5-1-1,2 0 1-15,2 2 0 16,0-2 1-16,-1 1-1 15,-1-2-1-15,0-4 0 16,-1-2-1-16,0-2-16 16,0-4-23-16,-1-1 24 15,0-2 16-15,0-9 0 16,0-4-1-16,0-2 1 16,0-1 1-16,0 3 7 0,0 3 3 15,3 3-2 1,2 6-1-16,2 1-7 15,1 2-1-15,2 0 0 0,0 8 0 16,0 2 0-16,-3 2 0 16,0 1-1-16,-2-2 0 15,-3 1-1-15,-1-2 1 16,-1-2-1-16,0-3 1 16,0-3 1-16,0-2 18 15,-1 0 42-15,-1-7 5 16,2-6-28-16,0-4-13 15,0 0 13-15,0-1 3 0,4 4-9 16,3 4-8 0,-1 5-9-16,1 4-8 15,1 1-4-15,1 5 4 0,1 6-5 16,-2 2-1-16,0 3 1 16,0 1-1-16,0 4-1 15,3 1-5-15,4 1 5 16,21 3-81-16,-3-4-202 15,-1-8-466-15</inkml:trace>
  <inkml:trace contextRef="#ctx0" brushRef="#br0" timeOffset="86222.94">13769 2434 1501 0,'0'0'206'0,"0"0"-141"0,0 0 66 15,0 0-43-15,-47-9 11 16,38 11-64-16,-1 5-9 16,0 4-18-16,2 2-8 15,0 1 1-15,3 0-1 16,2-1-16-16,2-1-1 15,1-3-6-15,0-2-32 16,0-3-6-16,4-4 27 16,0 0 21-16,1-4 13 15,0-6 1-15,1-3 9 16,-2-2 18-16,1 0 61 16,-2 3 4-16,-1 3 12 0,0 4 0 15,-1 5-38-15,2 0-43 16,2 12-23-16,6 15 0 15,6 13 5-15,4 15-5 16,1 6 7-16,-2 0-1 16,-8-6 2-16,-7-8 3 15,-4-8-5-15,-1-11-6 16,-1-7 0-16,-4-5-1 16,-4 0 0-16,-3-4-10 15,-4-3 2-15,-1-9-8 16,0-3-5-16,-4-21-8 0,1-14-7 15,2-17-1-15,9-5 0 16,7 8 9-16,2 12 4 16,11 20-1-16,2 3-19 15,6-1-42-15,5-1 8 16,5 1 4-16,0 3 3 16,-2 1-9-16,-1 3 7 15,-6-1 3-15,-3 1 41 0,-4-1 27 16,-6 0 2-1,-2 0 12-15,-4 1 29 0,-1 0 33 16,0 3 14 0,-1 2-6-16,-4 2 22 0,-1 4-15 15,-1 0-31-15,-3 8-42 16,1 7-4-16,0 5 4 16,2 3 14-16,4 2-14 15,3 0-6-15,0-2-9 16,8-2-1-16,5-3 0 15,1-3 0-15,3-6-7 16,-1-3-27-16,1-6-53 0,-3 0-34 16,-2-11 10-16,-3-4-51 15,-3-4 39-15,-4-1 78 16,-2-1 38-16,0 1 7 16,-1 5 35-1,-5 4 37-15,0 2 23 0,1 5-7 16,2 3-15-1,0 1-27-15,0 0-39 16,3 6-5-16,0 3-2 16,3 1 0-16,7 0 0 15,4 0 0-15,2-4-1 0,3 0-5 16,-1-1-7-16,-1-5-16 16,-2 0-23-16,-4 0 14 15,-3 0 27-15,-2 0 11 16,-4 0 16-16,-2 0 46 15,0 0-12-15,0 0-27 16,0 8 6-16,0 4 61 0,0 1-34 16,0 0-25-16,0 0-19 15,1-1-12-15,-1-3 0 16,0-3-28-16,0-4-119 16,0-6-89-16,-5-8-86 15,-2-2-321-15</inkml:trace>
  <inkml:trace contextRef="#ctx0" brushRef="#br0" timeOffset="86343.07">14007 2379 653 0,'0'0'301'0,"0"0"-164"0,0 0 31 0,0 0-98 16,0 0-70-16,0 0-2 16,0 0-22-16,28 9-160 0</inkml:trace>
  <inkml:trace contextRef="#ctx0" brushRef="#br0" timeOffset="86892.85">14176 2513 1228 0,'0'0'196'16,"0"0"-49"-1,0 0-86-15,-5 40 67 0,5-26-63 16,0-1-36-1,0-1-12-15,0-3-15 0,1-1-1 16,2-5-1 0,0-2-1-16,0-1 0 15,4-4-8-15,0-8 2 0,4-2-15 16,-2-2 9-16,0-1 13 16,-2 2 0-16,-1 4 31 15,-2 3 23-15,-2 4 52 16,-1 3 9-16,0 1-51 15,0 0-48-15,2 9-4 16,1 1-2-16,0 3 5 16,3-2-5-16,0 3-8 15,1-4 4-15,1-1-5 16,0-3 0-16,1-3-1 0,0-3 0 16,-3 0-12-1,1-6-30-15,-2-7-25 0,-2-4 24 16,-3-13 27-1,-1-14 16-15,0 0 6 0,0 4 5 16,0 5 35 0,-3 17 47-16,0 1 28 0,1 7 10 15,0 7-34-15,1 3-73 16,1 11-24-16,0 9-1 16,0 12 1-16,4 0-2 15,3 4 1-15,1 0-5 16,-1-6 6-16,0 2-27 15,-2-2-77-15,-3 1-130 16,-2-10-151-16,0-6-362 0</inkml:trace>
  <inkml:trace contextRef="#ctx0" brushRef="#br0" timeOffset="87295.22">14280 2474 1296 0,'0'0'160'0,"0"0"-115"0,0 0-29 16,55-1 6-16,-27 1-6 15,1 4-6-15,-1-2-4 16,-4 1-5-16,-6-2 0 16,-6-1 7-16,-4 1 16 0,-6-1 37 15,-2 1 40 1,0 2-17-16,-2 3 10 0,-4 3 3 15,0 1 6 1,-1 3-25-16,1 0-25 0,2-1-7 16,2 0-24-16,1-1-7 15,1-3-6-15,0-2-3 16,3-2 1-16,4-3-1 16,2-1-4-16,2-1 4 15,1-8-5-15,-1-5 8 0,0-2-8 16,-3-5-1-1,-3 0-1-15,-1 0-6 16,-4 3-12-16,0 4-11 16,-3 4-69-16,-3 6-176 15,0 2-449-15</inkml:trace>
  <inkml:trace contextRef="#ctx0" brushRef="#br0" timeOffset="87844.88">14740 2279 1142 0,'0'0'494'0,"0"0"-433"0,0 0-36 0,0-45 67 16,1 42 81-16,1 3-87 16,2 6-76-16,2 13-2 15,1 12-8-15,2 11-1 0,-1-1 1 16,-2-4 0-16,-2-5 0 16,-2-8 0-16,-1 1-9 15,0-2-9-15,-1-7 0 16,0-6 16-16,1-7 2 15,0-3 29-15,2-4 10 16,1-8 6-16,2-4 19 16,2 2 2-16,1-3-17 15,1 4-19-15,1 3-9 16,-1 4-5-16,2 2-7 16,0 4-8-16,-1 0 0 0,1 2 0 15,-2 6-1-15,-3 1 0 16,-2 2-6-1,-4 0 0-15,-1 1-3 0,-2-1 8 16,-8 1-25-16,-4-3-30 16,-3-1-46-16,-4-2-54 15,1-3-36-15,-2-3-63 16,6 0-152-16,7-5-387 0</inkml:trace>
  <inkml:trace contextRef="#ctx0" brushRef="#br0" timeOffset="88844.87">15067 2367 1153 0,'0'0'193'0,"0"0"125"15,0 0-85-15,0 0-13 0,0 0-107 16,0 0-54-1,0 0 12-15,-46 18-26 0,39-3-26 16,-1 2 6 0,3 2-8-16,2-1-10 15,3 0-7-15,0-2 0 0,5-2-1 16,3-4-7 0,2-4-2-16,1-4-26 0,0-2-11 15,-1-3-8 1,-2-8-1-16,-1-4 6 0,-2-4 22 15,-1-3 16-15,-1 0 12 16,-3 3 1 0,0 3 8-16,0 5 19 0,0 4 19 15,0 3-7-15,0 4-16 16,0 0-24-16,0 4-10 16,0 9 9-16,0 2-5 15,5 2 0-15,3 0-16 0,2 0-89 16,1-3-40-1,2-3-36-15,1-5-67 16,-1-4 26-16,0-2-24 16,-3-3 107-16,0-7 116 0,-4-2 29 15,0-1 110 1,-2 1 80-16,-1 3 1 16,-1 2-9-16,-1 3-61 0,-1 4-38 15,0 0-55-15,0 5-28 16,-1 3 8-16,-2 6 0 15,-1-1-2-15,-1 1-6 16,2-2 3-16,-1-2-3 16,1-4-1-16,2-1-6 15,0-4-9-15,1-1 15 16,0-4-24-16,4-8-40 0,2-4 28 16,2-2 26-1,2-3 10-15,0 0 1 0,0 1 0 16,-1 5 12-1,-2 2 6-15,0 5 25 16,-3 4 0-16,-1 4-13 0,-1 0-16 16,0 7-1-16,1 6 4 15,1 4 5-15,1 2-7 0,0 0-6 16,3 0-8 0,0-3 1-16,1-2-1 15,0-4 0-15,0-5-1 16,0-3 1-16,0-2 0 0,-2-4-1 15,-1-7 1 1,1-5-1-16,-2-4 1 0,-1-5-1 16,1-9 7-1,-2 0 2-15,-1-1 54 0,-1 1 59 16,-1 10 23-16,0 1 9 16,0 6 11-16,0 10-33 15,-1 5-75-15,0 2-39 16,0 1-18-1,1 13-15-15,0 6 15 0,0 7 0 16,0 5 1-16,1 2 1 16,4 2-2-16,-1-1 0 15,1-1-6-15,-1-3-5 16,-1-5-97-16,2-2-99 16,-2-7-173-16,0-8-418 0</inkml:trace>
  <inkml:trace contextRef="#ctx0" brushRef="#br0" timeOffset="89178.48">15566 2291 1381 0,'0'0'214'0,"0"0"-84"0,0 0-16 16,0 0 38-16,0 0-38 15,0 0-34-15,-42 41-27 16,34-27-20-16,-1 0 1 16,2-3 10-16,2 0-22 15,1 0-11-15,2-1-10 16,2-2 0-16,0 0 6 0,0 1-5 16,9-2 8-16,2 0-1 15,4 0 3-15,3-1-3 16,1-2-2-16,0 1-6 15,-1-1-1 1,-1-1 1-16,-2-1-1 0,-2 1 0 16,-4-2-38-16,-3-1-95 0,-3 0-160 15,-2 0-333-15</inkml:trace>
  <inkml:trace contextRef="#ctx0" brushRef="#br0" timeOffset="89364.88">15726 2499 1323 0,'0'0'372'0,"0"0"-264"15,0 0-74-15,0 0-34 16,0 0-44-16,0 0-647 0</inkml:trace>
  <inkml:trace contextRef="#ctx0" brushRef="#br0" timeOffset="114644.63">14944 2702 127 0,'0'0'112'15,"0"0"30"-15,0 0-49 0,0 0-38 16,0 0 87-16,0 0-48 16,-26-6-11-16,23 5-8 15,-1 0 56-15,1 0-32 0,0 1-35 16,-1-2-2 0,2 2 24-16,1 0-18 0,1 0 6 15,-1 0-16 1,1 0-8-16,0 0-14 0,0 0-4 15,0 0 3 1,2 0 9-16,5 0 73 16,5 0 37-16,5 4-22 15,4-1-39-15,5-1-17 16,3 0-14-16,3 0-22 0,2 0-7 16,1 0-6-16,0-1 2 15,0 1 2-15,0-2 1 16,-1 0-3-16,2 0 0 15,-1 0 1-15,-2 0-7 16,-1 0-3-16,-2-2-7 16,-2 1 4-16,-4-1-2 15,-1 0-2-15,-4 0-3 16,-2 0-4-16,-2 1-5 16,-3 1 0-16,-1-3 6 0,-3 3-7 15,-2-1-1 1,-1 1 1-16,-4 0 0 0,0 0 0 15,-1 0-61 1,-10 0-121-16,-5 0-156 0,-5 0-456 0</inkml:trace>
  <inkml:trace contextRef="#ctx0" brushRef="#br0" timeOffset="115092.71">14967 2770 1057 0,'0'0'209'0,"0"0"-141"0,0 0-4 0,0 0 40 15,0 0 118-15,44 13 38 16,5-6-82-16,17 2-64 16,7-2-30-16,-4 0-7 15,-11-3-9-15,-17-2-8 0,-11 0-15 16,-7-2-7-1,-4 0 0-15,2 0 0 0,1 0-12 16,2 0-7 0,-4-3-6-16,-1 1-11 0,-3-1-1 15,-5 1-1-15,-1 0 0 16,-6 0-5-16,-4 0-85 16,-11-3-113-16,-5 0-371 15,-6-2-595-15</inkml:trace>
  <inkml:trace contextRef="#ctx0" brushRef="#br0" timeOffset="115843.07">15246 2393 596 0,'0'0'310'0,"0"0"-149"0,0 0-57 0,0 0 39 16,0 0 18-16,-14 39-49 15,10-26-32-15,0 1-21 16,0-1-21-16,1-2 0 15,1-2-16-15,0-2-11 16,1-2-9-16,1-3-1 16,0 0 0-16,0-2 1 15,0 0 9-15,0-4-2 16,0-5-8-16,0-3 0 0,0-3 7 16,5-2 44-1,2-1 24-15,2 0 13 0,0 3 0 16,0 2-8-1,1 4-18-15,-1 2-26 0,-1 4-14 16,-1 3-8 0,2 0-5-16,-2 6-9 0,0 5 7 15,1 3-7-15,-2 1 1 16,-2 3-2-16,-1 1 0 16,-2 11-65-16,-1-4-229 0,0-3-507 15</inkml:trace>
  <inkml:trace contextRef="#ctx0" brushRef="#br0" timeOffset="116213.02">15136 2886 1613 0,'0'0'386'0,"0"0"-274"0,0 0-70 0,0 0 20 15,0 41 107 1,3-5-4-16,2 1-40 15,0-1-35-15,0-5-37 16,-1-6-14-16,0 2-13 16,0 2-13-16,-3-4-12 15,0-4-1-15,-1-4-9 0,0-5-104 16,0-7-157 0,-3-3-243-16,-1-2-166 0</inkml:trace>
  <inkml:trace contextRef="#ctx0" brushRef="#br0" timeOffset="116496.45">15139 2891 1076 0,'0'0'162'16,"0"0"-48"-16,0 0 69 15,-40 6-17-15,30-3-50 16,3-1-56-16,0-1 3 15,5-1-21-15,1 0 59 16,1-4 57-16,0-5-75 16,2-2-37-16,4 1-11 0,1 3 16 15,0 3-17 1,4 4-16-16,3 4-11 16,5 10-1-16,11 14-5 15,8 13-1-15,6 5-24 0,-9-7-312 16,-10-10-1180-16</inkml:trace>
  <inkml:trace contextRef="#ctx0" brushRef="#br0" timeOffset="117343.2">13763 3610 1435 0,'0'0'349'0,"0"0"-40"0,0 0-89 16,0 0-104-16,0 0-64 16,0 0-27-16,0 51 54 15,0-21-24-15,0 1-40 16,0 0-14-16,0-5-1 16,0-4-23-16,0-6-160 15,-2-6-212-15,-1-10-481 0</inkml:trace>
  <inkml:trace contextRef="#ctx0" brushRef="#br0" timeOffset="117493.2">13761 3439 1125 0,'0'0'209'16,"0"0"-158"-16,0 0-37 15,0 0-5-15,0 0-9 16,55 59-33-16,-38-39-254 15,-2-4-665-15</inkml:trace>
  <inkml:trace contextRef="#ctx0" brushRef="#br0" timeOffset="117793.78">13898 3555 905 0,'0'0'269'16,"0"0"-12"-16,0 0-70 0,0 0-54 15,-33 48-28 1,30-35-37-16,3 0-23 0,0-2-18 15,3 0-13 1,7-1-5-16,3-1 7 0,2 1 0 16,1 0-3-1,0-1 5-15,0 2 7 16,-4 0-13-16,-3 0-2 0,-7-1-3 16,-2 0 5-1,-2 1 3-15,-10-2 17 0,-4 2-1 16,-4-4-19-1,1 1-6-15,-1-1-6 0,3-4-34 16,5 0-82 0,4-3-126-16,6 0-302 0</inkml:trace>
  <inkml:trace contextRef="#ctx0" brushRef="#br0" timeOffset="118013.07">14273 3602 1667 0,'0'0'338'0,"0"0"-134"16,0 0-129-16,0 0 23 0,4 47 15 16,0-23-40-16,1 0-31 15,1 0-23-15,-1-3-19 16,-3-3 0-16,0-6-32 15,-2-12-169-15,0 0-269 16,-4-8-253-16</inkml:trace>
  <inkml:trace contextRef="#ctx0" brushRef="#br0" timeOffset="118143.08">14247 3446 744 0,'0'0'123'0,"0"0"-58"15,0 0-46-15,46 53-19 16,-29-34-379-16</inkml:trace>
  <inkml:trace contextRef="#ctx0" brushRef="#br0" timeOffset="118372.83">14410 3497 1501 0,'0'0'327'0,"0"0"47"0,0 0-186 16,0 0-80 0,0 0-70-16,0 0-19 0,0 0 6 15,26 55 10-15,-16-25-4 16,-1 3-9-16,0 1-11 16,-1-2-11-1,-4-2-1-15,1-4-23 0,-3-7-135 16,-1-10-139-16,-1-7-352 0,0-2-735 15</inkml:trace>
  <inkml:trace contextRef="#ctx0" brushRef="#br0" timeOffset="118543.11">14413 3617 1291 0,'0'0'193'0,"41"-1"-120"0,1-4-50 16,13 0-14-16,-1 0-9 16,-13 4-120-16,-17-1-772 0</inkml:trace>
  <inkml:trace contextRef="#ctx0" brushRef="#br0" timeOffset="119173.78">14099 4255 1360 0,'0'0'327'0,"0"0"-216"15,0 0-6-15,46-43 33 16,-22 19-28-16,2-5-61 16,-3-2-20-16,-3 1-15 15,-7 0-6-15,-9 5 0 16,-4 4 1-16,-8 5 1 16,-7 6-1-16,-4 4-8 0,0 3 5 15,2 2 2 1,4 1-2-16,4 0 0 0,6 3-5 15,3 2-1 1,1 5 1-16,8 1 0 0,2 2 6 16,3 1-6-16,0 2 8 0,0 0 0 15,2 0 15 1,-3 0-5 0,1 1-1-16,2-2-11 0,-1-4-7 15,2-1 0-15,1-5 0 0,0-5-5 16,0 0-41-1,-3-10-37-15,-2-6-26 0,-3-4 41 16,-2-1 43 0,-5-1 25-16,-1 4 7 0,-1 4 80 15,-1 5 29 1,0 4-6-16,0 4-9 0,0 1-52 16,0 6-30-1,1 7 1-15,-1 5 7 0,3 4 2 16,-1 2-11-16,0-1-9 15,0-2-4-15,0-3-5 16,-1-5-40-16,0-7-137 16,-1-8-124-16,0-9-225 15,0-5-438-15</inkml:trace>
  <inkml:trace contextRef="#ctx0" brushRef="#br0" timeOffset="119313.2">14363 3844 867 0,'0'0'521'0,"0"0"-458"0,0 0-37 16,0 0-9-16,0 0 8 0,22 53-17 15,1-25-8-15,-2-5-114 16,-4-5-387-16</inkml:trace>
  <inkml:trace contextRef="#ctx0" brushRef="#br0" timeOffset="119593.64">14528 3996 1287 0,'0'0'188'0,"0"0"-6"15,0 0-64-15,10 56 11 16,-6-36-44-16,2 0-21 16,0-2-28-1,-2-4-23-15,0-3-3 0,-1-6-9 16,1-5 0-1,1-2 23-15,2-13-5 0,0-5-13 16,1-6 0-16,0-4-6 16,-1 0 0-16,0 5-28 15,1 4-73-15,4 5-100 16,-2 8-147-16,-1 3-267 0</inkml:trace>
  <inkml:trace contextRef="#ctx0" brushRef="#br0" timeOffset="120162.82">14699 3993 1107 0,'0'0'207'16,"0"0"-63"-16,0 0-58 15,0 0-15-15,0 0-29 16,0 0-20-16,0 0-7 15,41 25-8-15,-30-25-7 0,1-3 2 16,-2-6 5 0,-2 0-6-16,-1-2 1 15,-2-1 6-15,-2 1 59 0,-3 3 75 16,0 1 40-16,-4 3 4 16,-4 2-60-1,-3 2-59-15,-4 3-18 0,1 8-3 16,1 4-7-16,2 0-9 15,4 2-20 1,5-1-4-16,2-1-4 0,5-3-2 16,8-3-5-16,4-4 4 0,3-5-13 15,1 0-38 1,0-6-19-16,-3-5 4 0,-1 0 24 16,-5-3 12-1,-1 2 19-15,-3 2 12 0,-2 1 0 16,-2 2 0-1,-1 2 9-15,-2 3 14 0,0 0 16 16,0 2-11 0,2 0-14-16,2 0 2 0,0 2-6 15,1 5 8-15,1 3 1 16,-2 3 17-16,-1 2 9 16,-1 3 9-16,-3 1 10 15,1 1-8 1,0-2-15-16,0-3-19 0,3-1-11 15,2-5-11-15,4-4 0 16,4-3-18-16,17-6-144 16,-3-7-305-16,-2-4-804 0</inkml:trace>
  <inkml:trace contextRef="#ctx0" brushRef="#br0" timeOffset="120663.07">15192 3715 1837 0,'0'0'215'0,"0"0"-209"16,0 0 3-16,0 0 1 0,22 55 34 15,-11-25-6 1,0 1-2-16,1 2-14 0,-1-5-16 16,-3-3-5-1,-3-4 0-15,-1-6-1 0,-2-5-13 16,-2-7-49-16,0-3 49 0,0-7 13 16,2-9 0-1,0-4 1-15,1-1 24 0,3 1 23 16,3 3-3-1,0 5-5-15,3 4 5 16,0 7-14-16,1 1-16 16,1 1-3-16,0 10 1 15,-1 2 0-15,-2 5-2 16,-4 2-5-16,-3 0-5 0,-4 0 6 16,0-1-5-16,-10-2 4 15,-4-2-6 1,-3-2 1-16,-3-5-1 0,-2-3-1 15,1-4-21 1,2-1-54-16,6-8-57 0,4-5-180 16,7 1-406-16</inkml:trace>
  <inkml:trace contextRef="#ctx0" brushRef="#br0" timeOffset="121642.77">15477 3873 1066 0,'0'0'249'0,"0"0"-91"0,0 0 108 0,0 0-68 32,0 0-6-32,0 0-81 0,0 0-37 15,-34-4-33-15,27 14-16 16,1 4-3-16,0 0-2 15,3 4-13-15,3-1 4 16,0-1-10-16,0-1 0 0,6-3-1 16,1-3 0-1,2-1-9-15,0-6-15 0,-1-2-12 16,-2-1-2 0,1-8 11-16,-2-5 3 15,-1-4 5-15,-2-2 10 16,0-2 8-16,-2 2 1 15,0 2 0-15,0 5 1 16,0 4 9-16,0 3 9 0,-1 5 5 16,1 1-10-16,0 2-14 15,0 9 0-15,3 4 0 16,4 4-1-16,3 0 1 16,2-1-2-16,1-5-17 15,1 0-47-15,2-7-107 16,-1-2-54-16,2-4-72 15,0 0 41-15,-4-6 18 16,-3-3 153-16,-3-2 87 0,-3 2 17 16,-4-1 105-16,0 5 46 15,-2 2-3-15,-4 3-42 16,-4 0-35-16,0 2-23 16,-2 4-19-16,1 1-11 15,3-1-8-15,-1-2-2 16,5 0-14-16,2-3-3 15,1-1-7-15,1 0 0 16,1-6-1-16,8-5-44 16,1-2 13-16,3-3 15 15,1 1-3-15,-1 0 14 0,-3 5 5 16,-1 2 7 0,-3 5 22-16,-1 2 11 0,-2 1-12 15,-1 2-9 1,1 6 38-16,0 4 7 0,3 1-11 15,0 1-24 1,3 0-14-16,0-4-14 0,2-2 0 16,0-1 1-1,0-3-1-15,-1-4-1 0,0 0-2 16,-2-4-8-16,-1-7 1 0,-3-3 8 16,0-6 0-1,-3-4 1-15,-1-4 0 0,0-3 1 16,-5 0 33-1,1 3 60-15,-1 7 47 16,2 5-5-16,1 7-9 16,2 5-48-16,0 4-51 15,0 4-28-15,0 10 1 16,3 7 0-16,3 4-1 16,1 4 1-16,0 2-1 0,-3 2 1 15,2-2-1 1,-3-4-1-16,0-4-11 0,-2-3-113 15,2-6-145 1,-2-6-353-16,2-6-645 0</inkml:trace>
  <inkml:trace contextRef="#ctx0" brushRef="#br0" timeOffset="121923.11">15976 3756 1285 0,'0'0'324'0,"0"0"-209"0,0 0 28 16,0 0 35-16,0 0-8 0,-42 48-43 15,29-31-14-15,1 1-27 16,1 0-31-16,3 0 2 16,4-3-19-16,3-3-15 15,1-3-7-15,5-1 4 16,7-3 11-16,4-1 3 0,3-1-10 15,3-1-12 1,-1-2-10-16,-4 0-2 0,-6 0-29 16,-6-3-189-16,-3-1-412 0</inkml:trace>
  <inkml:trace contextRef="#ctx0" brushRef="#br0" timeOffset="124343.02">14644 4497 213 0,'0'0'699'16,"0"0"-470"-16,0 0 106 16,0 0-25-16,0 0-87 15,-42-20-69-15,25 30-27 16,0 4-15-16,1 3-21 0,3 4-11 15,5 1-23 1,4 0-26-16,4 1-14 0,0-2-11 16,9-3-5-16,3-4 6 15,4-5-7-15,2-6 1 16,1-3 0-16,1-10 0 16,-3-6-1-16,-4-7 1 15,-4-6-1-15,-5-8-1 16,-4 3-10-16,0-3-9 15,-7 5 4-15,-2 11 10 0,-1 3 5 16,1 8 1 0,1 9-2-16,1 2-14 15,1 13-8-15,3 5 8 0,3 3-10 16,1 1-27-16,14-3 8 16,4-4 22-16,6-6 3 15,3-6-8-15,1-4-25 16,-1-4-14-16,-3-9 14 15,-5 0 18-15,-7-4 25 16,-5 1 10-16,-5 0 1 16,-3 3 17-16,0 3 28 15,-3 1 10-15,-1 3 6 16,1 2-4-16,0 1-9 0,3 2-19 16,0 1-24-1,0 0-6-15,4 5-1 0,4 5 1 16,2 5 1-1,0 4 1-15,-1 5 8 0,0-1 22 16,0 2 23 0,0-2 12-16,2-1-14 15,1-4-26-15,4-3-9 0,3-3-4 16,3-4-13-16,0-5 6 16,-1-2-7-16,-8-1-49 15,-7-1-180 1,-6-3-412-16</inkml:trace>
  <inkml:trace contextRef="#ctx0" brushRef="#br0" timeOffset="124626.92">13979 5052 1979 0,'0'0'223'0,"0"0"-164"0,0 39-23 0,0-17 10 16,0 2 0-16,4 1-32 15,1-2-9-15,0-3-5 16,0-4-98-16,-1-4-156 15,-3-10-402-15</inkml:trace>
  <inkml:trace contextRef="#ctx0" brushRef="#br0" timeOffset="124762.94">13987 4892 604 0,'0'0'84'0,"0"0"-71"15,53 35-13-15,-29-22-242 0</inkml:trace>
  <inkml:trace contextRef="#ctx0" brushRef="#br0" timeOffset="125062.9">14193 4945 1044 0,'0'0'519'0,"0"0"-449"0,0 0 89 15,-47 42-30-15,42-29 5 16,5 0-75-16,0 1-26 16,7-3-14-16,9 0-10 15,3 0 4-15,2-1-3 16,3-2 2-16,-2 1-10 16,-2-2-1-16,-5 1 8 15,-3 1-9-15,-8-1 0 0,-4 2 0 16,0 0-1-1,-10 1-5-15,-4 0 4 0,-5 0 0 16,2-3-10 0,2 0-82-16,7-6-122 15,4-1-154-15,4-1-455 0</inkml:trace>
  <inkml:trace contextRef="#ctx0" brushRef="#br0" timeOffset="125243.03">14601 4969 1458 0,'0'0'290'15,"0"0"-190"-15,0 0 72 16,14 48-6-16,-8-28-33 16,-1 0-77-16,-2-1-36 15,-1-1-12-15,0-4-8 16,-2-8-53-16,-1-3-203 15,-4-3-348-15</inkml:trace>
  <inkml:trace contextRef="#ctx0" brushRef="#br0" timeOffset="125643.77">14727 4851 1411 0,'0'0'271'0,"0"0"119"0,0 0-136 16,0 0-95-1,0 0-85-15,0 0-44 16,0 0 43-16,30 35 8 16,-18-10-22-16,1 11 0 15,-1-2-9-15,-3 2-20 16,1-1-12-16,-4-7-10 16,0 0-8-16,-1-4 1 15,-1-6-1-15,0-6-6 16,-1-7-63-16,0-4-114 0,2-9-39 15,1-8-270 1,-3-2-564-16</inkml:trace>
  <inkml:trace contextRef="#ctx0" brushRef="#br0" timeOffset="125762.77">14747 5026 1245 0,'0'0'119'15,"0"0"-78"-15,53-13-27 0,-14 1-14 16,0-4-316-16</inkml:trace>
  <inkml:trace contextRef="#ctx0" brushRef="#br0" timeOffset="126193.25">15249 4821 1739 0,'0'0'306'16,"0"0"-206"-16,0 0 9 0,0 0-58 16,0 0 45-1,-34 45-47-15,32-27-15 16,1-1-15-16,1 0-10 15,0-2-8-15,2-5-1 0,3-3 0 16,1-2 0 0,4-5-8-16,0 0-3 0,3-10-41 15,0-4-26-15,-1-4 25 0,-1 2 29 16,-3 0 24 0,-2 4 2-16,-3 5 33 15,-1 4 45-15,-1 3-14 16,-1 3-34-16,3 8-3 0,1 7 48 15,0 2-16 1,4 3-16-16,1-2-18 16,3 0-6-16,3-1-11 0,5-4-8 15,3-2-2-15,18-6-17 16,-5-4-238-16,-5-4-678 0</inkml:trace>
  <inkml:trace contextRef="#ctx0" brushRef="#br0" timeOffset="127222.92">14083 5561 1112 0,'0'0'227'0,"0"0"-55"15,0 0 58-15,0 0-18 0,0 0-29 16,0 0-91-16,0 0-57 16,12 39 14-16,-2 17 47 15,0 8 22-15,0 0-39 16,0-9-27-16,0-15-17 15,-3-9-12-15,-1-8-14 16,1-3-1-16,-1-2-8 16,0 0-1-16,0-3-5 15,-2-5 0-15,-2-9-31 16,-1-1 7-16,-1-11 9 16,0-7-43-16,0-8-16 0,-7-3 17 15,-4-1 8-15,0 1 20 16,-4 4 23-16,0 6 10 15,0 5 1-15,2 4-1 16,2 5 2 0,4 1 0-16,4 3 0 0,3-1-2 15,6 1-13-15,9-3-1 16,7 0-31-16,1-3-15 16,4-2-2-16,0-1 39 15,-3 1 24-15,-5 1 0 16,-5-1 1-16,-3 4 0 0,-6 2 22 15,-2 2 31 1,0 1-5-16,0 1-14 0,3 7 19 16,0 7 12-16,0 1-22 0,2 2-25 15,-2 1-8 1,-1-3-8 0,-1-1-2-16,-1-4-82 0,-1-6-162 15,-2-4-355-15,0-1-355 0</inkml:trace>
  <inkml:trace contextRef="#ctx0" brushRef="#br0" timeOffset="127363.02">14299 5589 95 0,'0'0'979'0,"0"0"-947"0,0 0-22 15,0 0-9-15,30 49-1 0,-17-29-134 16,-2-2-181-16</inkml:trace>
  <inkml:trace contextRef="#ctx0" brushRef="#br0" timeOffset="128128.24">14383 5679 743 0,'0'0'396'16,"0"0"-160"-16,0 0 13 16,0 0-108-16,0 0-62 15,0 0-39-15,0 0 87 16,12 38-27-16,-6-18-53 15,0 2-15-15,0-1-4 0,-2-2-5 16,1-2-22 0,-2-5 10-16,0-4-10 0,-1-5-1 15,3-3 1-15,1-9-1 16,2-9 1-16,-1-3-1 16,3-3 0-16,-2 1 1 0,2 4 0 15,-2 3 6 1,-1 5 8-16,-1 4 13 0,-1 3 5 15,0 4-13 1,-1 0-11-16,2 2-1 16,2 6 2-16,1-1-8 0,3 3-1 15,0-1 1-15,3-2-2 16,2-2 0 0,2-4-15-16,2-1-78 15,0-2-115-15,-1-6-110 0,-3-3-30 16,-4 0 28-1,-5 1 154-15,-5-1 141 0,-3 1 25 16,0 0 135-16,-3 2 28 16,-2 0 11-16,-2 2 2 15,1 3-16 1,-1 2-33-16,2 1-30 0,-2 2-27 16,0 8-7-16,1 2-3 15,2 3-8-15,1 1-16 16,3-1-16-16,0 0-11 15,0-2-2-15,6-4-6 16,2-2-1-16,2-5-1 16,1-2-16-16,0-3-53 0,0-6-18 15,-2-4 15-15,-2-1-8 16,-3 0 18 0,-1 0 47-16,-1 0 16 0,-2 2 1 15,0 3 26-15,0 1 17 16,0 4 19-16,0 3 30 15,0 1-39-15,0 1-32 16,0 8-10-16,0 3 4 16,0 4 8-16,4-1-12 15,3 1-4-15,3-3-2 16,1-2-5-16,1-1 1 16,2-5-2-16,-1-4-1 0,0-1-53 15,0-3-85 1,0-10-42-16,-2 1-149 0,-5 1-303 0</inkml:trace>
  <inkml:trace contextRef="#ctx0" brushRef="#br0" timeOffset="129292.87">14901 5617 1062 0,'0'0'351'0,"0"0"-258"16,0 0-22-16,0 0-19 15,0 0 42-15,0 0-8 16,0 0-33-1,-3 51-20-15,3-39-15 0,-2-2-8 16,1-3-8 0,1-3-2-16,-1-3 2 0,1-1-1 15,0 0 1-15,0-9-2 0,2-5-3 16,4-3 2 0,1-2 1-16,2 0 0 15,1 3 7-15,-1 4 35 16,0 3 43-16,0 4 14 0,-1 3-28 15,0 2-21 1,0 0-4-16,3 10-6 16,0 2 3-16,1 3-18 0,-1 0-9 0,2-1-10 15,-3-2-6 1,1-4 0-16,-2-4-58 0,0-4-41 16,0 0-46-1,-1-10-15-15,1-7 13 0,-2-3 28 16,0-4 66-1,0-1 41-15,-1 0 12 16,-2 3 16-16,0 4 53 16,-2 5 20-16,-2 5 6 15,0 4 25-15,0 4-7 16,0 0-65-16,0 8-31 16,-3 5-1-16,0 5-5 15,3 2-4-15,0-2-7 0,6-1 2 16,7-3-2-16,3-4-1 15,1-4-7 1,3-6-24-16,0 0-64 0,-1-10-4 16,-3-3 36-16,-2-1 45 15,-4 0 19-15,-3 2 9 16,-2 2 75-16,-3 3 41 16,1 5-28-16,-2 2-14 15,0 0-49-15,2 5-22 0,2 7 18 16,1 4-2-1,-1 1-12-15,-1 0-14 0,-1-1-1 16,-2-2-1 0,-1-5-56-16,0-8-127 0,0-1-174 15,-2-4-353-15</inkml:trace>
  <inkml:trace contextRef="#ctx0" brushRef="#br0" timeOffset="129412.88">15284 5348 829 0,'0'0'0'0,"0"0"-49"0,0 0 27 16,0 0-44-16,44 50-130 0</inkml:trace>
  <inkml:trace contextRef="#ctx0" brushRef="#br0" timeOffset="129973.05">15446 5465 1089 0,'0'0'276'0,"0"0"-126"16,0 0 12-16,0 0-27 15,0 0-1-15,-40 32-53 16,34-20-17-16,3 1-32 16,1 0-20-16,2-3-11 0,0-2-1 15,5-3-6 1,4-3-36-16,1-2-33 0,1-1 0 15,-1-7-13 1,0-1 50-16,-3 0 22 16,-1 1 16-16,-3 2 22 15,0 1 79-15,-3 4 29 16,0-2 10-16,0 3-48 16,0 0-50-16,0 9-24 0,0 0 1 15,0 5 2-15,0 0-9 16,1-1-3-16,5-2-8 15,-1-2 5-15,3-3-5 16,1-5-1-16,0-1 0 16,1-4 0-16,-1-8-16 15,-1-4-22-15,-2-5 6 16,-4-13 19-16,-2-15 13 0,-9-14 0 16,-5-5 15-1,1 13 29-15,3 17 45 0,5 25 90 16,2 6 7-16,1 4-32 15,1 2-63-15,0 1-64 16,1 20-21-16,0 22-4 16,8 23 17-16,2 9 17 15,2-3-4-15,0-9-13 16,1-15-9-16,-2-9-10 16,1-9-8-16,1 2-32 15,-2-10-192-15,-3-2-530 0</inkml:trace>
  <inkml:trace contextRef="#ctx0" brushRef="#br0" timeOffset="130628.7">14462 6193 1310 0,'0'0'302'0,"0"0"-118"0,0 0-98 15,0 0 15-15,0 0 41 16,9 55-26-16,-4-29-45 16,-2-1-42-16,0-3-20 0,0-2-8 15,-1-5-1 1,1-5-77-16,1-10-182 0,0-3-246 15,0-8-310-15</inkml:trace>
  <inkml:trace contextRef="#ctx0" brushRef="#br0" timeOffset="130792.94">14490 6016 902 0,'0'0'128'15,"0"0"-61"-15,0 0-48 16,0 0-11-16,0 0-8 15,0 0 0-15,45 43-53 0,-29-31-256 16,-2-1-245-16</inkml:trace>
  <inkml:trace contextRef="#ctx0" brushRef="#br0" timeOffset="131092.98">14604 6083 160 0,'0'0'621'16,"0"0"-313"-16,0 0 11 0,0 0-89 15,0 0-112-15,0 0-73 16,0 0 41-16,5 37 19 15,-2-15-24 1,0 4-28-16,0-1-5 0,0-4-22 16,-1-1-17-16,-1-6-7 15,1-4-1-15,-1-4-1 16,0-6 0-16,2 0-1 0,1-12-11 16,1-6-26-1,1-3 13-15,-1 0 24 0,1 1 1 16,-2 6 0-1,0 4 6-15,-2 7 19 16,-1 3-3-16,2 0-16 16,0 7 0-16,2 5-4 15,1 1-1-15,2 2 0 16,2-3-1-16,2-3 0 16,3-4-46-16,2-5-133 0,6-8-151 0,-3-5-158 15,-4-3-109 1</inkml:trace>
  <inkml:trace contextRef="#ctx0" brushRef="#br0" timeOffset="131563.18">14829 6086 387 0,'0'0'322'0,"0"0"-24"16,0 0-78-16,0 0-51 15,0 0-26-15,0 0-50 16,0 0-44-16,-30-7-22 16,28 15-19-16,2 1-8 0,0 1-1 15,5 0-1-15,2-2-4 16,2 1 5-16,-2-1 0 15,0 2 1-15,0 0-1 16,-4 3 0-16,0 1 1 16,-2 1-1-16,-1 0 1 15,0-2 1-15,0-1-1 16,0-3 0-16,0-2 0 16,0-2-1-16,1-5 1 15,4 0-12-15,2-1-5 16,2-9-5-16,0-5-10 0,0-5 22 15,-2-5 8 1,-1-11 1-16,-2 3 1 16,-2-3 0-16,-2 4 13 0,0 11 48 0,0 2 88 15,0 7 35 1,0 8-21-16,0 3-63 0,0 1-56 16,0 9-35-1,4 7 0-15,5 5 0 0,1 5 3 16,0 2-5-1,0 1-5-15,-1-2 4 0,-1-1-6 16,-2-2-1 0,-3-2-5-16,-2-4-63 15,-1-3-151-15,-1-5-156 16,-3-6-370-16</inkml:trace>
  <inkml:trace contextRef="#ctx0" brushRef="#br0" timeOffset="131793.21">14967 6095 858 0,'0'0'159'0,"0"0"-15"0,0 0-2 16,0 0-16-16,41 17-6 15,-31-3-40-15,-2 2-23 16,-3 1-33-16,-3 1-16 15,-2-2-8-15,0-3-21 16,-6-4-173-16,0-4-162 16,0-5-457-16</inkml:trace>
  <inkml:trace contextRef="#ctx0" brushRef="#br0" timeOffset="131893.04">15020 6020 228 0,'0'0'137'0,"0"0"-137"16,0 0-16-16</inkml:trace>
  <inkml:trace contextRef="#ctx0" brushRef="#br0" timeOffset="132212.95">15107 5986 913 0,'0'0'207'16,"0"0"77"-16,0 0-47 0,0 0-41 15,0 0-51 1,0 0-47-16,0 0-48 0,0 4-27 15,2 8 14 1,1 5 11-16,1 3-16 0,1 3-14 16,1 1-11-16,0-1-6 15,0 0 0 1,-1-2-1-16,-1-3-37 16,-4-1-153-16,0-4-169 0,-1-5-389 0</inkml:trace>
  <inkml:trace contextRef="#ctx0" brushRef="#br0" timeOffset="132912.98">15080 6108 955 0,'0'0'144'0,"0"0"-71"0,39-9-41 15,-19 5-14 1,0 1-9-16,-3-1 1 0,-1 0-8 15,-5 1 6 1,-3-1 13-16,-4 4 61 0,-3-2 100 16,-1 1-12-16,0 1-41 0,0 0-40 15,0 3-39 1,0 4-10-16,0 4 14 0,0 3-6 16,0 2-14-1,0 1-3-15,0 0-6 0,6 1-7 16,0-4-18-1,2-4 0-15,1-2 0 0,-1-5-6 16,1-3-39 0,-2 0-41-16,0-10-6 0,-2-3-3 15,-1-2 35-15,-1-2 41 16,-1-1 18-16,-1 3 1 16,0 2 31-1,-1 4 45-15,1 3 19 0,-1 4 8 16,0 2-57-16,1 0-33 15,0 6-7-15,3 5 3 16,1 2 0-16,1 2-8 16,2 0 1-16,0 0-1 15,1-4-1-15,0-2 0 16,-1-4 0-16,0-3-19 16,-1-2-34-16,-2-4 4 15,0-8 14-15,-2-3 13 16,-1-6 13-16,-2-9 9 15,0-13 0-15,0-8 2 0,-4 3 8 16,1 12 11 0,1 14 32-16,0 14 43 15,2 3 4-15,0 2-32 0,0 3-40 16,0 7-27-16,6 11-1 16,4 7 6-16,0 6-5 15,0 1-1-15,-1 2 0 16,-2-2-1-16,-1-1-6 15,-4-2-30-15,-2-4-127 16,0-5-148-16,-1-7-249 16,-3-6-304-16</inkml:trace>
  <inkml:trace contextRef="#ctx0" brushRef="#br0" timeOffset="133443.02">15408 6036 932 0,'0'0'188'0,"0"0"-120"0,0 0 24 0,0 0 1 16,35 50 7-16,-27-29-21 15,-2-1-36-15,-3-1-28 16,-3-6-13-16,0-1-2 16,0-7-48-16,-4-5-60 0,0-1-57 15,-1-11-135 1,2-5 113-16,1-6 16 0,0-5 83 15,2-2 88 1,0-1 32-16,0 1 34 0,6 6 38 16,1 7-42-16,1 8-44 15,2 7-11-15,-1 2-7 16,2 5 0 0,-2 6-8-16,0 1-18 0,-2 1-10 15,-3 0 6-15,-1-2 30 16,-2-2 3-16,-1 1 66 15,0-1 52-15,-2 0 38 0,-1 2-7 16,0 1-18 0,1 0-27-16,1 1-7 15,1-1-28-15,0-2-11 16,0-1-13-16,5-3-24 16,0-3-7-16,1-3 11 0,3 0 30 15,0-5-9 1,2-4-27-16,-1-5-13 0,0-2-1 15,-1-1-7-15,-2-4 0 16,-4 1 0-16,-3 3 0 16,0 4-1-16,0 5 0 15,-7 6-42-15,1 2-77 16,0 7-104-16,3 3-118 16,3-1-548-16</inkml:trace>
  <inkml:trace contextRef="#ctx0" brushRef="#br0" timeOffset="133812.96">15656 6044 1122 0,'0'0'238'0,"0"0"-156"0,0 0 51 0,0 0-15 15,0 0-19-15,19 40-32 16,-16-30-14-16,0-3-31 15,-2-1-13-15,-1-2-8 16,0-2 7-16,0-2-2 16,-1 0 0-16,-4-4 2 15,1-6 8-15,0-4 49 16,4-4 13-16,0-3-1 16,3 0-10-16,4 3 8 15,3 3-10-15,-1 5-10 0,2 5-19 16,-1 5-20-1,1 0-10-15,1 9-5 0,-1 4 0 16,1 4-1-16,-1 2-18 16,1 7-117-1,-3-5-199-15,-1-6-457 0</inkml:trace>
  <inkml:trace contextRef="#ctx0" brushRef="#br0" timeOffset="133942.92">15995 6105 1610 0,'0'0'595'0,"0"0"-490"16,0 0 9-16,0 0-65 15,0 0-49-15,0 0-152 16,-55-17-1490-16</inkml:trace>
  <inkml:trace contextRef="#ctx0" brushRef="#br0" timeOffset="172342.95">15118 1941 913 0,'0'0'259'0,"0"0"-23"15,0 0-20-15,-5-42-25 16,5 32 8-16,0 2-20 0,-1 4-28 15,0 1-1 1,0 3-24-16,1 0-51 16,-1 16-45-16,-1 14-11 15,2 2 24-15,-1 1 2 0,1-2-28 16,0-6-10-16,0 2-6 16,0 1 0-1,0-3-1-15,0-5-20 16,0-4-98-16,0-4-50 0,-4-4-1 15,-3-7 35-15,-2-1 8 16,-3-1 17-16,-2-9 47 16,0-3 47-16,0-2 15 15,1-1 10-15,4-2 18 16,2 6 36-16,2 3 30 16,4 3 5-16,0 3-16 15,1 3-34-15,0 2-31 16,1 9-5-16,6 3 20 0,3 5 5 15,1 0-2 1,4 1-20-16,0-2-7 0,1-4-9 16,1-3 2-1,1-6-2-15,-1-4-9 0,-1-1-42 16,-2-5-21 0,0-7 9-16,-3-3 9 0,-2-5 0 15,-2 0 14-15,-2 0 24 16,-1 3 16-16,-2 5 1 15,-1 3 27-15,-1 9 26 0,0 0-17 16,0 10 5 0,-6 8 20-16,-2 6 3 15,-2 2-25-15,-2 3-23 16,1-2-16-16,0-2-1 0,-3 9-87 16,3-7-253-16,1-5-654 0</inkml:trace>
  <inkml:trace contextRef="#ctx0" brushRef="#br0" timeOffset="181744.83">14865 2041 117 0,'0'0'304'15,"0"0"-82"-15,0 0-5 0,0 0-5 16,0 0-32-1,0 0 16-15,-16-39-68 0,10 36-18 16,-1 0-25 0,0 1-13-16,-2 1 4 0,-2 1-9 15,-1 0-11-15,-2 3-14 16,0 5-14-16,1 3-3 16,-3 3-4-16,2 4-8 15,1 2 11-15,0 4-8 16,4 1 2-16,2 1 8 15,2 1 0-15,1 0-10 16,2-1-6-16,0 0 3 0,2 0 4 16,0 1 2-16,0 1 8 15,0 0 2 1,0 0-3-16,0 0-4 16,3 1-3-16,0-2 6 0,0-1-8 15,2-1 1-15,0 1-2 16,-1-3-1-16,1 2-2 15,-1-2 2-15,2 1-3 16,-1 0-2 0,2-1 4-16,1 0-8 0,0-2 1 15,1 0-1-15,2-2 0 16,1-2-5-16,2-3 5 16,1 0 0-16,2-4 5 0,3-1-3 15,0-2-6 1,3 0 11-16,0-3-4 0,0 0-8 15,1-1 0 1,-1-2 0-16,0 0 5 0,0 0-6 16,-1-1 1-16,0 0-1 15,0 0 0-15,0 0 8 16,-1 0-8-16,-1 0 2 0,2 0 7 16,1 0-2-1,1-1 2-15,0-2 2 16,3 0-1-16,1-1 0 15,0-1 4-15,1-1 1 16,-1 0-2-16,-1-1-1 16,-2 0-1-16,-1 0-4 15,-1-1 2-15,1 1-3 16,-1-2 4-16,-1-2-2 16,2 1-7-16,-2-3 10 15,0-2-2-15,0-1 4 16,-1-1-2-16,-1-2-1 0,1 0 1 15,0-1 4-15,-1-2-2 16,0-2 2-16,0 0 6 16,-2 0 0-16,-2-1-3 15,0 1 3-15,-2-2-5 16,-2-2 1-16,0 0 1 16,-2-2-6-16,-2 1-2 15,-1-1 4-15,-3 0-4 0,-2 2-1 16,-1 1-8-1,-1 2 5-15,0 0-6 0,-4-3 0 16,-3 2-19 0,-2 1-14-16,-1-1 16 0,-2 2 7 15,-1 1-1-15,-3 2-23 16,-1 0-11-16,-2 2 17 16,-3 0-2-16,-2 1 1 15,-4 1 11-15,-2-1-16 16,-2 3-2-16,-2 0 2 15,-2 1 5-15,1 0-2 16,0 4 10-16,0-1 21 0,2 3-15 16,-1 1-57-16,3 1 36 15,-1 1 24-15,1 1 12 16,1 2 1 0,0 1-1-16,1 1-25 15,-3 0 3-15,1 0 12 0,1 0 8 16,-2 0-7-1,3 0 2-15,0 5 6 0,1 2 1 16,1 0-1-16,1 0 1 16,2 0 1-16,1 2-1 15,3-1 0-15,1-1-1 0,2 0 1 16,1 1 0 0,1-1 0-16,2 1 1 0,0 0-1 15,1 2 0 1,-1 1-1-16,0 1 1 0,3 2-1 15,-1 1 1 1,3 0 1-16,2 0 5 0,1 0 3 16,1 0 2-16,1-1 0 0,3 0 1 31,-1-1 0-31,1 1 0 16,0-2-5-16,0-1-6 0,0 0-1 15,1-3-8-15,1-2-91 16,-1-3-262-1,-1-3-356-15</inkml:trace>
  <inkml:trace contextRef="#ctx0" brushRef="#br0" timeOffset="182393">14850 1269 1021 0,'0'0'259'0,"0"0"73"16,0 0-22-16,0 0-50 15,0 0-96-15,0 0-78 0,-4 58 79 16,4 1-1 0,3 10-40-16,6 1-27 0,2-7 2 15,-2-11-35-15,-1-5-25 16,-3-11-21-16,-2-7-12 16,-2-9-5-16,-1-3-1 15,0-1 0-15,0-3-28 16,0-4-111-16,-1-7-116 15,-12-11-39-15,1-7-324 16,-1-6-520-16</inkml:trace>
  <inkml:trace contextRef="#ctx0" brushRef="#br0" timeOffset="182693.17">14814 1270 1243 0,'0'0'180'0,"0"0"-71"16,0 0 70 0,-42 18-20-16,28-9-10 0,2-1-53 15,2-1-47-15,2-1-26 16,3-3-5-16,1-2-5 16,4-1 20-16,0-6 8 0,3-7-41 15,7-4 1 1,4-3 34-16,3 0 14 0,4 5-6 15,2 4-15 1,2 9-7-16,0 3-6 0,1 14 5 16,-1 9-8-16,-1 10-12 15,2 17-1-15,-6-7-149 16,-4-7-525-16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0:42:52.3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14330 5216 21 0,'0'0'71'0,"0"0"-15"16,0 0 15-16,0 0-16 16,0 0-18-16,0 0-1 15,-40-15 28-15,34 14-22 0,1-1 20 16,0 2 49 0,-1 0 13-16,0-1 0 15,1 1 5-15,0-1 20 16,1 0 15-16,1 1 8 0,1 0-22 15,0-1 2 1,1 1 34-16,0 0-34 16,1 0-29-16,-1 0-24 15,1 0-16-15,0 0-3 0,0 0-4 16,0 0-10-16,4 0-13 16,9 0-2-16,16 0 52 15,21 0-6-15,23 0-17 16,10-2-12-16,1 2-15 15,-6-1-10-15,-10 1-2 16,-4 0-5-16,-1 0-2 16,-4 2-4-16,-1 0 4 15,-3-1-1-15,-1 1-1 16,-1-1-14-16,-4 1-11 16,-3-2 11-16,-9 0-3 0,-9 0-9 15,-9 0 2-15,-6 0 2 16,1 0-8-16,-2 0 5 15,-2 0 1-15,-4 0-7 16,-2 0 7-16,-2 0-7 16,-1 0 8-16,-1 0-8 15,0 0 0-15,0 0 0 16,-2 0-1-16,-15-3-14 16,-36 1-140-16,3 0-211 15,-10-1-806-15</inkml:trace>
  <inkml:trace contextRef="#ctx0" brushRef="#br0" timeOffset="6830.17">13059 5144 315 0,'0'0'86'0,"0"0"7"0,0 0 29 15,0 0 36-15,0 0-1 16,-1 0-22-16,9 0-1 16,5 0-19-16,13 0 31 15,14 0-19-15,16 0-22 16,9 0 13-16,1 0-11 16,-3-1-6-16,-7-1-21 15,-2 0-28-15,-4 2-11 0,-10 0-8 16,-9 0-15-1,-10 0-4-15,-4 0-6 16,-2 0-7-16,-1 0-1 16,-4 0 0-16,-6 2-13 0,-4 0-92 15,-20 3-102-15,-3-1-103 16,-5 0-456-16</inkml:trace>
  <inkml:trace contextRef="#ctx0" brushRef="#br0" timeOffset="11997.96">4710 8276 323 0,'0'0'97'0,"0"0"-47"16,0 0-18 0,0 0-32-16,0 0 23 0,0 0-15 15,0 0-7-15,-4-2-1 16,4 2 0-16,0 0 0 16,0 0 3-16,0 0 16 0,0 0 20 15,0 0 8 1,0 0 4-16,0 0 11 0,0 0-19 15,0 2-7 1,2-2 8-16,-1 3 5 0,-1-2-16 16,1 0 2-1,-1-1-1-15,0 0 3 0,2 0 2 16,-2 0 1-16,0 0 4 0,0 0-10 16,0 0 4-1,0 0-8-15,0 0-11 16,0 0 0-16,0 0-3 15,0 0 3-15,0 0 0 16,0 0 0-16,0 0-3 16,0 0-3-16,0 0-2 15,0 0-2-15,0 0 1 16,0 0 0-16,0 0 1 16,0 0-3-16,0 0 4 15,0 0-2-15,0 0 2 16,0 0-5-16,0 0-6 0,0 0 11 15,0 0-9 1,0 0-2-16,0 0 0 0,0 0-1 16,0 0-1-16,0 0-15 15,0 0-26-15,0 0-58 16,0 0-1-16,0 0-25 16,0 0-28-16,0 0-68 15,0 0-312-15</inkml:trace>
  <inkml:trace contextRef="#ctx0" brushRef="#br0" timeOffset="14830.08">12012 8238 635 0,'0'0'127'0,"0"0"-18"16,0 0 97-1,0 0 14-15,0 0-17 0,0 0-20 16,0 0-16 0,-30-9-43-16,30 9-5 0,0 0-16 15,0 0-23-15,0 0-24 16,6 4 58-16,4 2 10 16,4 0-29-16,6 0-16 15,5-1-13-15,11-1-6 16,11-3-17-16,11-1-4 15,5 0-9-15,-3-3 3 16,-6-3-8-16,-8 1-1 16,-10 0-5-16,-6 1-2 15,-9 0-7-15,-4 3-1 16,1-2-3-16,-1-1-5 16,-1 0 0-16,-6 3 1 15,-3 0-1-15,-4-1 7 16,-1 2-2-16,-2-1 0 15,0 1-5-15,0 0 1 0,0 0-2 16,0 0 0 0,-2 0-47-16,-6 0-117 0,-9 1-181 15,1 5-270-15,0-2-578 0</inkml:trace>
  <inkml:trace contextRef="#ctx0" brushRef="#br0" timeOffset="24067.71">6397 7714 495 0,'0'0'303'0,"0"0"-131"15,0 0-10-15,-40-21 24 16,24 14-11-16,-4 0-54 16,-4-2-58-16,-4 4 4 0,-3-1 4 15,-2 1-11-15,-6 0 18 16,-8 2-9-1,-6 1-34-15,-2 2-16 0,4 0 10 16,2 4 20 0,8 2-17-16,7 1-14 0,6 0-5 15,6-1 1-15,2 0 3 16,-3 3-2-16,-4 0-4 16,0 3 0-16,1-1-11 15,3 1 2-15,0 1-1 16,5 0 0-16,0 3 5 15,2 1-6-15,2 0 1 16,1 2-1-16,3 0 1 0,0-1 1 16,2 1-1-16,1-1 5 15,0 1-6-15,3-1 1 16,0 1-1-16,-1 2 0 16,2 0 1-16,1 0-1 15,0 2 1-15,2 1 0 0,0 1 5 16,0 0-5-1,0 2 6-15,6 0 2 16,1-1 8-16,3 0-1 16,2-2 6-16,5-2 2 15,3-1 1-15,3-4 3 0,6 0-4 16,6-3 1 0,13 0 1-16,9-4 8 15,4-2-4-15,-1-2-13 0,-6-3 6 16,-8-1-7-16,-2-2-1 15,-3 0-3-15,-8 0 1 16,-6 0-2-16,-6 0-1 16,-1-3 1-16,3-1-1 15,3-3 1 1,3-1 2-16,-1 1 9 0,-3-4-4 16,1 0 6-16,0-1-3 15,-2-2 0-15,0-1 1 16,-2-3-1-16,-1 1-3 15,-2-2-3-15,-2 0 3 16,0-3-1-16,-2-1-1 16,-1-1-4-16,-1-2-1 15,-1 0-1-15,-2 1 1 0,-3-2 0 16,-3-1 4-16,-4-2 6 16,0 0 3-16,-5-1 2 15,-7-3-10-15,-4 1 2 16,-4 1-7-16,-3 1-4 15,-2 3-1-15,-3 1-5 16,-1 2-1-16,1 3-14 16,-1 2-4-16,2 3-3 15,1 4-11-15,1 2 1 0,3 2-2 16,2 3 3 0,3 2 2-16,4 2 4 0,1 2 3 15,2 0-3-15,0 0-9 16,-1 7-4-1,-3 3 4-15,-1 3 7 0,-2 2-6 16,-8 8-46-16,4-6-209 16,0-1-446-16</inkml:trace>
  <inkml:trace contextRef="#ctx0" brushRef="#br0" timeOffset="24948.02">5319 7720 687 0,'0'0'247'0,"0"0"7"0,0 0 1 16,0 0-26-16,0 0-34 16,0 0-20-16,0 0-80 15,-25-36-42-15,25 36-26 16,0 0-16-16,1 2-11 15,8 6-1-15,3 4 1 0,4 4 16 16,2 0 2 0,1 1 5-16,-3-1-3 0,1-1-13 15,-6-1-6-15,-3-3-1 16,-2-2-29-16,-4-1-95 16,-2-3 6-16,0 2 4 15,-5-3 1-15,-4-2 7 16,-1-1 23-16,-3-1 48 15,0-1 28-15,0-5 7 16,0-2 13-16,2 0 44 16,5 2 43-16,1 0 17 0,3 5-1 15,2 1-32 1,1 0-55-16,9 0 5 16,2 6 19-16,4 0-18 15,1-1-5-15,1 0-11 0,0-1-8 16,0-3-1-1,0-1-9-15,-2 0 5 0,-1-1-5 16,-4-6 0 0,-3 0 1-16,-4 0 3 15,-2-2-5-15,-2-3-2 16,0 0-11-16,-6-2-2 0,-2 0 14 16,0-1 0-16,0 3 0 0,0 1 1 15,4 5 0 1,-1 3 0-16,3 3 10 0,0 8-10 15,-1 10 0 1,1 8-1-16,1 5-2 16,-2 7-3-16,2 15-4 0,-1-8-181 15,1-6-315-15</inkml:trace>
  <inkml:trace contextRef="#ctx0" brushRef="#br0" timeOffset="26198.22">12778 7961 1070 0,'0'0'386'0,"0"0"-155"0,0 0-42 15,0 0-33-15,0 0 0 16,0 0-48 0,44-14-32-16,-18 11-32 0,4-1-23 15,2 1-11-15,-2 1-9 16,-1 0-1-16,-6 1 0 15,-5 1-82-15,-12-1-144 16,-6 1-121-16,0-2-299 0</inkml:trace>
  <inkml:trace contextRef="#ctx0" brushRef="#br0" timeOffset="26449.82">12760 7852 1125 0,'0'0'183'0,"0"0"8"16,0 0 31 0,0 0-4-16,0 0-63 15,0 0-84-15,0 0-20 16,-40 26 26-16,28 2-1 16,-2 3-11-16,0 1-4 15,3-2-3-15,3-2-18 0,6-3-12 16,2-3-16-16,9-1-6 15,24-3-5-15,30-9 0 16,40-7-1-16,25-2-26 16,8-7-132-16,-34-2-234 15,-33-1-1328-15</inkml:trace>
  <inkml:trace contextRef="#ctx0" brushRef="#br0" timeOffset="80477.94">1157 3392 735 0,'0'0'134'0,"0"0"-11"0,0 0 97 15,0 0-19 1,0 0-51-16,0 0-20 0,-3-6-22 16,3 4-9-16,0 1-1 15,0 0-13-15,1 0-32 16,1 1-13-16,3 0-12 15,2 0 11-15,3 0 9 16,1 0-6-16,2 0-4 16,2 2-11-16,0 1 3 15,3-2-10-15,-1 0 7 16,-1 0-2-16,3-1-4 16,-2 0 18-16,-1 0-8 15,-1 0-1-15,0 0-14 0,1-1 1 16,-3-1-4-1,2 0 4-15,-1 1 0 0,0-1-5 16,0 0 0 0,0 1-4-16,-1-1-1 15,2 0-5-15,-1 1 17 0,2 0-18 0,-2-1 5 16,2 1-5 0,-1-1 0-16,3 0 8 15,-1-1-8-15,0 1 0 16,-1 0 0-16,0-1 0 15,-1 1-1-15,0 0 1 16,-1-1-1-16,2 2-6 16,1-3 6-16,1 2 0 15,2-1 0-15,2 0-1 16,2 0 1-16,1 0 2 16,3-1-2-16,0 0 2 15,1 0-1-15,-2 0 0 0,0 1 1 16,-1 0-1-1,0 1 0-15,-2-2 8 0,0 3-9 16,1-1 1-16,-2 0 7 16,0 1-8-16,2 0 9 15,-1 1-7-15,-1-1 5 16,1 1-1-16,-1 0-5 16,0 0-1-16,1 0-1 15,0 0 1-15,0 0 1 16,0 0 0-16,-1 0 0 15,1 1 0-15,-1-1 5 16,-1 1-5-16,1 0 0 0,-2 0 0 16,1 0 0-16,-1 0 0 15,1 0 0-15,2 0 5 16,1 1-4 0,-1-1 5-16,1 1-5 0,0-1 4 15,1 2 0-15,-2-2-6 16,2 1 2-16,0 1 5 15,2-1-6-15,0 0 0 16,1 0 1-16,0-1-1 16,2 1 5-16,-1-1-6 0,3 0 2 15,-2 0-1-15,1 0 0 16,-2 0 1 0,1 0-1-16,-1 0 0 0,-1 0 0 15,3 0 0 1,0 0 1-16,1 1 7 0,1-1-9 15,-1 0 1 1,0 1 5-16,0 0-6 0,-1-1 0 16,1 0-1-16,-2-1 1 0,1 2 0 15,1-2-1 1,-2 0 1-16,-1 0 1 0,-1 0-1 16,-1 1 0-1,0-1 0-15,1 0 0 0,-1 0 1 16,3 0 0-1,0 0 0-15,4 0 7 16,0 0 2-16,1 0-1 16,0 0-3-16,-1-3-4 0,-1 1 4 15,0-1 0 1,0 1-5-16,-1-1 7 16,2 1-7-16,0-1 8 0,0 1-7 15,0 0 4-15,1-1 0 16,-2 2-5-16,8-1 8 15,5-1 2-15,6 1-4 16,0-3 1-16,-9 1-7 16,-10 2 0-16,-9-1-1 15,-3 1 1-15,4-1 0 16,3 1 1-16,3-1-1 16,-4 1 1-16,-4-1 4 15,0 1 1-15,-4-1 5 0,0 0 2 16,-2 0 1-1,-2 1 3-15,-1 1 0 0,-2-1-2 16,1 1 1 0,-1-1-2-16,4 1 3 0,0-1-2 15,1 1-1-15,0-1-4 16,-2 1-4-16,3 0 1 16,-2 0 5-16,-1 0-1 0,0 1-1 15,0 0-5 1,-2 0 0-16,0 0 0 0,0-1 4 15,-1 1 6 1,1 0-4-16,1 0 2 16,-1 0-5-16,1 0-2 15,1 0 2-15,0 0-7 0,-1 0 10 16,2 0-11 0,0 0 6-16,-2 0-5 0,1 0-1 15,0 0 7-15,-2 0-1 0,0 0-1 16,-1 0 2-1,0 0 2-15,-4 0 2 0,1 0-3 16,0-2 6 0,-2 2-1-16,3-2-5 15,-2 1-2-15,0 1-5 16,0-1-1-16,-2 0 7 16,2 1-7-16,-2 0 0 15,0-1 0-15,-1 0 0 0,0 0 0 16,-1 1 0-16,2-1 0 15,-2-1-1 1,0 1 0-16,-1 0 0 0,1 0 0 16,-1-1-1-16,-2 1-13 15,-1-1-22-15,-1 0-45 16,-3-5-68-16,-6 1-163 16,-3-2-586-16</inkml:trace>
  <inkml:trace contextRef="#ctx0" brushRef="#br0" timeOffset="101548.03">6029 6057 222 0,'0'0'1179'16,"0"0"-991"0,-8-53-43-16,3 10-20 15,-2-20-12-15,-4-10-32 0,1-2-32 0,0 7-21 16,2 20-28 0,2 15-44-16,3 12-139 15,0 7 41-15,2 2-6 16,-2 4 19-16,2 2 90 15,0 3 17-15,0 3-32 16,1 3-34-16,-1 11-63 0,0 6 79 16,-3 8 52-16,0 4 20 15,-2 0 37 1,-2-2 37-16,2-6-9 16,-2-4-21-16,0-6-20 0,1-4 15 15,-2-7-11 1,4-3-11-16,-3-5-1 15,2-10-16-15,1-13 0 16,5-19-29-16,0 6-14 0,0 2-93 16</inkml:trace>
  <inkml:trace contextRef="#ctx0" brushRef="#br0" timeOffset="-115248.93">12561 7854 627 0,'0'0'179'0,"0"0"9"0,0 0 77 15,0 0-90-15,0 0 8 16,0 0-41-16,0 0-14 16,4-28-3-16,-4 23-8 0,0-1-15 15,-1 0-25 1,-2 0-15-16,-1 2-5 0,0-2-5 16,-2-1-8-1,-2 1-7-15,0-1-4 0,-3-1-15 16,0 0 1-1,-2 2-1-15,0-1 2 0,-1 1-2 16,1 1-1 0,-1 1 1-16,0-1-4 15,0 2 4-15,-1-1 0 16,-2 2-5-16,-1 0-7 0,-1 0-5 16,-1 0 8-16,0-1-7 15,1 2 13-15,1 1-5 16,0-2-4-16,0 1 3 15,1 1-1-15,0 0-7 16,1 0 5-16,-1 0-5 16,2 0 0-16,-1 1 1 15,-3 1-1-15,2 2 0 16,-2-1 1-16,1 1-1 16,0 0 1-16,0 1-1 15,-2 0 5-15,3-1-5 16,-3 1 0-16,2 0 0 15,0 1 0-15,1 1 5 0,0 0-4 16,1 0 0 0,0 3-2-16,3-1 6 0,-2 1-5 15,3 2 5-15,-1 1 0 16,3 3-4-16,-1 1 5 16,3 2-5-16,-2 3 11 15,3 1 4-15,0 2-1 16,2-1 4-16,2 0-7 15,2 0 7-15,1-1-7 16,0-1 2-16,4 4 3 16,5 0 12-16,1-1-3 0,3-1-3 15,0 0 3-15,3-1-6 16,3-2 0-16,2 0 6 16,0-3 4-16,4 0-1 15,-1-3-10-15,3-1-7 16,-1-2 6-16,3-3-1 15,-2 0-3-15,0-3-4 16,0-1-1-16,-1-2-1 16,1-3-1-16,-2 0 1 15,1 0 0-15,-2 0 0 16,0 0 1-16,0-5 1 16,-2 1-2-16,0-1 1 0,0-1 1 15,-1 0-4 1,1-1 2-16,-1 0 5 0,-1-1-2 15,1-1-3 1,-1-1 4-16,0 0-2 0,-1-2-4 16,0-1 4-16,-2 2-4 15,0-3-1-15,-2 0 3 16,-1 2 2-16,1-3 1 0,-3-1 1 16,0-1-4-1,-2-2 2-15,-1-1-10 0,-2 0 5 16,0-1-4-1,-3-1 5-15,-1 3-6 0,-1-1 0 16,-1 0 0 0,-1 3-1-16,0-2-6 0,0 2-3 15,0 0-8 1,-4 1 2-16,1 0 3 0,-3 1 5 16,2 1-7-16,-2 1 7 15,1 1 5-15,-1 0-8 16,0 3-2-16,1 0 1 15,0 1 2-15,0 0-1 16,0 0-4-16,2 1-2 16,-2 2-1-16,1 1 2 15,0 0-1-15,-2 0-4 16,-5-2-4-16,-11 0-12 16,-26 2-18-16,-45 3-16 15,5 1-53-15,-7 0-631 0</inkml:trace>
  <inkml:trace contextRef="#ctx0" brushRef="#br0" timeOffset="-110186.79">13386 7773 1300 0,'0'0'325'0,"0"0"-93"16,0 0 22 0,0 0-105-16,-50 25-10 0,37-1-8 15,2 6-8 1,3 1-24-16,5-1-43 0,3-2-20 15,2-4-19 1,8-5-11-16,1-5-5 0,2-5 1 16,-1-6 5-16,2-3 11 15,-2-6-9-15,-1-9 1 16,0-7-10-16,-2-4-13 16,-3-5-38-16,-3-1-19 15,-3 1 9-15,0 3 15 16,0 7 16-16,-1 6 16 15,-1 8 13-15,-1 6-12 16,2 1-29-16,-1 8 11 16,0 5 25-16,2 3 0 15,0 1 5-15,1-1-17 16,6-2 11-16,3-4 2 16,1-3 5-16,3-5 15 15,1-2-6-15,0-5 5 16,0-7-5-16,-3-5-1 15,-2-2-2-15,-5-1 3 0,-4 0 0 16,-1 2 6-16,-2 3-7 16,-3 3 5-16,-1 5 3 15,2 4-7-15,2 2 3 16,1 1-12-16,1 5-10 16,0 7 4-16,0 5 6 15,0 3 1-15,0 3 7 16,0 1 2-16,1 0 5 15,1 0-1-15,2-1-6 0,5-3-8 16,6 0-7 0,24-1-38-16,-5-5-202 0,5-5-478 0</inkml:trace>
  <inkml:trace contextRef="#ctx0" brushRef="#br0" timeOffset="-109688.77">13993 7699 1732 0,'0'0'239'0,"0"0"63"0,0 0-49 15,0 0-129-15,-41 0-57 0,39 17-37 16,2 6 1-16,0 5 32 16,0 2 4-16,2-1-21 15,3 0-22-15,1-4-13 16,1-5-11-16,-1-6 0 15,1-7-6-15,0-5-15 16,1-2 20-16,3-11-14 16,0-6-18-16,1-4-4 15,-1-3 17-15,-1 1 14 0,-3 3 6 16,-1 5 1 0,-3 5 9-16,-1 6-1 0,-2 4-6 15,0 5 8 1,0 10-6-16,0 3 16 0,1 4-3 15,3 3-4 1,1-3-1-16,2-1-5 0,0-4-2 16,4-4-5-16,-1-7 10 0,1-4-4 15,3-2 5 1,0-11-4 0,2-5-7-16,0-6 1 0,0-8-1 15,0-12 7-15,-2 2-8 0,-4 4-14 16,-4 7-17-1,-4 13-23-15,0 3-28 16,-2 3-48-16,0 10-70 16,0 5-183-16,0 7-101 15,0 2-71-15</inkml:trace>
  <inkml:trace contextRef="#ctx0" brushRef="#br0" timeOffset="-108888.97">14310 7752 1026 0,'0'0'253'0,"0"0"73"0,0 0-173 0,0 0-106 16,0 0 11-16,0 0 9 0,0 0 1 16,22 15-23-1,-11-13-24-15,2 0-13 0,2-2 7 16,1 0-7-1,0-4-8-15,-2-6 0 0,-1-2 3 16,-4-2 9 0,-4-2 4-16,-3 1 62 0,-2 4 12 15,-5 1 13 1,-6 6-47-16,-3 4-13 0,-2 0 13 16,2 11 11-1,1 2-26-15,5 3-10 0,7 0-18 16,1 1-2-16,8-1-11 15,7-1 0-15,6-2 14 16,4-3-8-16,1-4-6 16,0-3 0-16,-3-3-30 0,-3 0 3 15,-4-8 5 1,-4-2 11-16,-5-2 11 16,-3 0-1-16,-3-1-5 15,-1 1 0-15,0 2 5 16,-3 1 1-16,0 2 0 15,2 3 0-15,0 2 0 0,1 2-11 16,0 0-26 0,1 3 28-16,2 6 9 0,-1 1 1 15,0 5-1-15,-1 0 1 16,-1 1 11-16,0 0-10 16,0 0 5-16,1 0-5 15,2-2 5-15,2-2-1 16,2-3-5-16,2-5 0 0,2-3 10 15,1-1-5 1,0-5-4-16,3-7-1 16,-1-3 0-16,0-4 5 15,0-1 0-15,-3-1-5 16,0 1 1-16,-4 2-1 0,-3 4 10 16,-4 5 5-16,0 5 42 15,-5 4-16-15,-6 0-26 16,-2 10 13-16,-3 4-4 15,3 4 10-15,2 2 0 16,4 0 0-16,4-1 1 16,3 2 6-16,4-4-2 15,10-1-13-15,7-3-5 0,4-2-13 16,19 1-9 0,-8-4-127-16,1-1-432 0</inkml:trace>
  <inkml:trace contextRef="#ctx0" brushRef="#br0" timeOffset="-108467.08">14379 8139 1580 0,'0'0'526'0,"0"0"-319"0,0 0 140 16,0 0-163-16,0 0-29 15,0 0-83-15,0 0-5 16,73 5-13-16,-29-3-28 16,-2 0-19-16,-8-2-7 15,-11 0-1-15,0 0-60 16,3-4-141-16,-9-1-305 15,-7 0-473-15</inkml:trace>
  <inkml:trace contextRef="#ctx0" brushRef="#br0" timeOffset="-108318.83">14284 8298 1850 0,'0'0'378'16,"0"0"-166"-16,83 5 70 0,-7-2-104 15,8 1-69 1,-7 3-83-16,-28 0-26 16,-28-2-383-16</inkml:trace>
  <inkml:trace contextRef="#ctx0" brushRef="#br0" timeOffset="-103898.86">6064 8375 530 0,'0'0'267'0,"0"0"-55"16,0 0 21-16,0 0 30 15,0 0 8-15,0 0 7 16,-7-26-73-16,7 26-75 16,0 9-51-1,0 12-15-15,4 16 99 0,1 2-46 16,0-2-48-16,-1-5-28 15,-1-10-21-15,0 1-19 16,0 0 7-16,0-4-8 16,0-6 0-16,-3-2-67 15,0-4-103-15,0-5-70 16,0-4-74-16,-3-8-227 16,-2-4-324-16</inkml:trace>
  <inkml:trace contextRef="#ctx0" brushRef="#br0" timeOffset="-102769.02">12453 7210 1127 0,'0'0'322'0,"0"0"-95"0,0 0 61 16,0 0-78-16,0 0-34 16,0 0 0-16,71-17-11 15,-12 9-48 1,10-1-68-16,1 0-28 0,-7 2-5 15,-18 2 26 1,-12 2-25-16,-12 0-16 0,-10 1-1 16,-5-1-55-16,-6 0-145 15,-16-8-175-15,-8 2-325 16,-3 0-626-16</inkml:trace>
  <inkml:trace contextRef="#ctx0" brushRef="#br0" timeOffset="-102467.15">12578 7039 457 0,'0'0'834'16,"0"0"-545"-16,0 0 5 0,0 0-38 15,0 0-46-15,0 0-94 16,0 0-61-16,-45 16-16 15,18 6 17-15,-3 4 19 16,1 2-7-16,3 0-19 16,6-1-10-16,7-3-13 15,7-1 0-15,6-4-20 16,9-3 8-16,18 0 13 0,18-5 12 16,22-3-2-1,6-4 5-15,1-2-24 0,-10-1-12 16,-21 1-6-1,-3 2-84-15,-14 1-267 0,-10-1-595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0:45:23.0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5668 2872 1107 0,'0'0'354'0,"0"0"-62"0,0 0-6 15,0 0-104-15,0 0-69 16,0 0-32-16,0 33 35 16,0-10 0-16,0 2-22 15,0 2-30-15,0-2-26 16,0-2-17-16,0-2-8 16,0-3-12-16,0-2 0 15,0-3-1-15,0-4-18 16,0-1-94-16,0-3-93 0,-5-1-43 15,-6-4-104 1,1-1-163-16,-1-5-182 0</inkml:trace>
  <inkml:trace contextRef="#ctx0" brushRef="#br0" timeOffset="197.93">5546 3052 930 0,'0'0'392'15,"0"0"-72"-15,0 0-56 0,0 0-56 16,0 0-53-1,0 0 30-15,0 0 4 16,45 12-40-16,-28-3-43 16,1 1-19-16,-1 0-20 15,0 0-26-15,0 0-23 16,-1-1-11-16,-2-1-6 16,-1-2-1-16,-4-3-10 0,1 0-66 15,-2-2-90 1,-1-1-94-16,2-7-87 0,-3-3-289 15,0-1-431-15</inkml:trace>
  <inkml:trace contextRef="#ctx0" brushRef="#br0" timeOffset="401.74">5786 3004 1245 0,'0'0'513'15,"0"0"-224"-15,0 0-73 0,0 0-10 16,-30 40-49-1,24-21-37-15,-1 1-44 0,1-1-45 16,2-2-17 0,0-2-13-16,3-1-1 0,-1-4-32 15,2-3-154 1,-2-3-80-16,1-2-282 0,-1-2-422 0</inkml:trace>
  <inkml:trace contextRef="#ctx0" brushRef="#br0" timeOffset="578.04">5753 3093 1706 0,'0'0'516'16,"0"0"-300"-16,0 0-67 15,0 0-60-15,0 0-68 16,0 0-21-1,0 0-216-15,-27 20-647 0</inkml:trace>
  <inkml:trace contextRef="#ctx0" brushRef="#br0" timeOffset="4998.22">836 4606 998 0,'0'0'189'0,"0"0"-19"16,0 0-21-16,0 0-47 16,0 0-26-16,-32 52-35 0,17-25 10 15,-8 9 1-15,-2-2 11 16,-3 2-8-1,-3-2-23-15,3-10-10 0,1 0 0 16,7-8-2 0,6-7-7-16,5-7 8 0,5-2 7 15,4-5 0-15,0-7-28 16,0-5-43-16,3-1-21 16,5 0 11-16,5 5 19 15,5 4 15-15,2 5 13 16,5 4 6-16,3 1 0 0,0 7 41 15,0 4 28 1,-4 3-30-16,-1-1-26 0,-5 1-13 16,7 5-60-16,-6-4-142 15,-4-4-441-15</inkml:trace>
  <inkml:trace contextRef="#ctx0" brushRef="#br0" timeOffset="5918">875 4805 1536 0,'0'0'207'0,"0"0"-167"15,0 0-16 1,0 0 10-16,38 16 95 0,-18-12 7 15,4 0-19-15,7-3-42 16,3 1-24-16,7-2-14 16,9 0-9-16,8 0 4 15,3-2-12-15,-4 1-8 16,-6 1-6-16,-7 0-5 16,-1 0 1-16,3 0-1 15,0 0 1-15,6 0-1 16,1 0 1-16,3 3-1 15,1-1 9-15,2 3-10 16,1-1 0-16,1-1-1 16,0 0 1-16,1 0-1 0,0 0 1 15,-1-2 0 1,3-1 1-16,-2 0 0 0,2 0 8 16,-1 0-9-16,-3 0 0 15,1 0-1-15,0 0 1 16,2 3 0-16,6 0 0 15,1 1 17-15,2-1-2 16,-2 0-6-16,1-1-9 16,0 0 0-16,-2-1 0 15,0 1 0-15,0-2 0 16,-2 2 0-16,-1 1 1 16,-3-2 1-16,1-1-1 0,-3 1-1 15,-1 1 1-15,-4 0 0 16,-2-1 0-1,-3 3 5-15,-1 0 1 0,-2 0 1 16,0 1-2 0,-1-2-5-16,0 1 8 0,0-3-8 15,-2 0 1-15,-7-1 7 16,-7 0 1-16,-7 0 5 16,-2 0 9-16,2 0 6 0,2 0-4 15,3 0-2 1,-5 0 0-16,-1 0-2 0,-4 0-5 15,-2-2-2 1,-2 0-2-16,-3 1 5 0,0-1 8 16,1 0 5-16,0-1 9 15,2 0-11-15,0 0-10 16,3-1 1-16,-2 1-11 16,0 1-3-16,0-2-5 15,0 3 0-15,-1-1-1 0,-2 1 1 16,-1 0 0-1,-1-1-1-15,-2 2 1 16,-3 0-1-16,-4 0-1 16,3 0 0-16,-4 0-13 0,-1 0-31 15,0 0-43-15,-6 0-55 16,-15-4-90-16,-1 1-271 16,-1-2-191-16</inkml:trace>
  <inkml:trace contextRef="#ctx0" brushRef="#br0" timeOffset="6249.6">4490 4709 1650 0,'0'0'206'0,"0"0"-163"0,0 0-8 15,0 0 91-15,0 0 46 16,40 45-33-16,-23-28-14 15,5-1-18-15,1 2-23 16,1-2-14-16,0 0-29 16,-2-1-15-16,-3 0-13 15,-4 1-11-15,-3-2 7 16,-5 2-3-16,-4-1 3 0,-3 0 0 16,0 1-2-1,-8-1 3-15,-3 0 2 0,-3 0-6 16,-1-1-5-16,0-1 5 15,2-1-5-15,1-3-1 16,2-3-2-16,3-2-50 16,2 0-90-16,4-3-97 15,0 0-274-15,0-1-541 0</inkml:trace>
  <inkml:trace contextRef="#ctx0" brushRef="#br0" timeOffset="6418.23">4705 5126 1925 0,'0'0'323'0,"0"0"-322"16,-50 22-1-16,27-10-357 0,1-2-596 0</inkml:trace>
  <inkml:trace contextRef="#ctx0" brushRef="#br0" timeOffset="11468.32">6035 3696 402 0,'0'0'692'0,"0"0"-425"16,0 0-12-16,0 0-50 16,0 0-3-16,0 0-43 15,-5-5-46-15,5 5-42 16,8 0-32-16,3 3 62 15,4 1 27-15,4 1-16 16,3-1-54-16,2-2 0 16,1-1-1-16,0-1-18 0,-1 0-18 15,-1 0-11-15,-2 0-9 16,-3-2 5-16,-2 0-4 16,-3-1-1-16,-3 0-1 15,0 0 0-15,-4 1-2 16,-3 1-29-16,-2-1-72 15,-1 0-65-15,0 0-90 16,-4-1-256-16,-3 0-312 0</inkml:trace>
  <inkml:trace contextRef="#ctx0" brushRef="#br0" timeOffset="11930.18">6247 3588 1221 0,'0'0'360'16,"0"0"-28"-16,0 0-105 16,0 0-55-16,0 0-43 0,0 0-51 15,0 0-32 1,4 7 18-16,6 2 5 0,1 2 0 15,2 1-22 1,0 0-9-16,0 0-5 0,0-1-5 16,-1-1-3-16,-2-1-7 15,-2 0 0-15,-2-2 0 16,-1-1-3-16,-4 2-4 16,-1 0 1-16,0 1 4 15,-3 0-3-15,-5 1-1 16,-1 2-1-16,-1-1-5 15,-1-2-5-15,0 0 5 16,1-1-5-16,-1-2 0 16,-1 0 5-16,2-1-5 15,1-1-1-15,1-1-1 0,2-1 0 16,1-1-20 0,1 1-58-16,0-1-96 15,3 0-142-15,-1-1-329 0</inkml:trace>
  <inkml:trace contextRef="#ctx0" brushRef="#br0" timeOffset="27684.02">5684 2824 505 0,'0'0'193'16,"0"0"-56"-16,0 0-31 0,0 0-11 15,0 0 15 1,-6-1-3-16,5 0 11 0,1 0 23 16,-1 1-10-1,-1 0-10-15,-1 0-31 16,0 6-44-16,0 9-13 15,-2 6 28-15,-1 4-5 0,2 3-10 16,0-2-24 0,1 1-9-16,0-3-5 0,1-2-8 15,-1-4 1-15,-1-2-1 16,0-3-56-16,-3-3-95 16,-1-3-57-16,-8-2-79 15,2-4-104-15,3-1-117 0</inkml:trace>
  <inkml:trace contextRef="#ctx0" brushRef="#br0" timeOffset="28058.21">5468 3006 154 0,'0'0'537'15,"0"0"-322"-15,0 0-17 16,0 0 32-16,0 0-64 16,-8-38-51-16,10 38-42 15,7 1-11-15,1 8 42 16,2 3 5-16,3 1-11 15,0 3-42-15,3-1-11 16,-1-1-21-16,1-1-15 16,1-3-2-16,0-2-6 15,-1-3-1-15,-2-3-1 0,2-2-55 16,-3 0-28-16,-1-5-33 16,-2-3 24-16,-3-3 23 15,-1 1 42 1,-3-1 27-16,-3 0 1 0,-1 3 6 15,-1 1 20-15,0 3 2 16,-1 1 20-16,-4 3 2 16,-5 3-21-16,0 8-11 15,-3 3 1-15,-2 3-1 16,3 0-5-16,-1 1-12 16,2-3 1-16,1 0-2 15,2 0 0-15,1 0-85 0,1-3-171 16,2-4-408-16</inkml:trace>
  <inkml:trace contextRef="#ctx0" brushRef="#br0" timeOffset="28232.61">5692 2991 1041 0,'0'0'171'0,"0"0"-63"0,0 0-108 16,0 0-8-16,-38 11-681 0</inkml:trace>
  <inkml:trace contextRef="#ctx0" brushRef="#br0" timeOffset="31260.73">2304 6562 577 0,'0'0'156'15,"0"0"-3"-15,0 0-15 16,0 0-17-16,0 0-35 16,0 0-14-16,8 3 31 0,2 1 0 15,3 0-14 1,3 0-15-16,2 1-1 16,1 0-10-16,2 0-5 15,0-1-5-15,2-1-10 16,0-3-2-16,1 2-8 15,1-2-2-15,0 0 7 16,1 0-13-16,1 0-7 16,1 0-3-16,-2-2-8 0,1 2 1 15,-1 0 0 1,0-1-6-16,-2 1 4 0,-1-1-5 16,1 1 10-16,-3-1-10 15,0-2 5-15,0 3-6 16,1-1 3-16,-1 0-2 15,1 0 0-15,-1 1 1 16,1 0-1-16,1 0-1 16,0 0 0-16,1 0 1 0,1 0 0 15,-1 0 0-15,3 0-1 16,-2 0 1 0,1-3 0-16,0 2 0 15,0-2 1-15,0 0-1 0,1 1 0 16,-2-1 1-16,1 1 4 15,-3 0-5-15,0-1 14 16,-2 2-3 0,1-1 5-16,-4 1 0 0,1 0-7 15,-2 0 0-15,-1 0 4 0,1 1-1 16,1-1-1 0,0 0 0-16,0 1 0 0,2-2 5 15,1 1-3 1,0-2-2-16,2 1 10 0,-2 0-1 15,1-1-6 1,0 0 2-16,-1 2 4 0,-1-2-4 16,0 2 8-16,1-1-10 0,-2 1 3 15,-1 0 7 1,0 1-7 0,-1 0 3-16,-1-1 10 15,2 1-4-15,-2 0 6 0,0 0 5 16,-1 0 0-16,1 0-8 15,-2 2-9-15,-1 0 1 16,-2 1-6-16,0-1 4 16,-3 0-4-16,1 1 7 15,-2-1-7-15,0 0 7 16,-1-2 1-16,-2 1-2 16,-1-1-3-16,0 1-4 0,-2-1-4 15,1 0 1 1,-1 0 0-16,0 0-3 0,-1 0-2 15,2 0-6 1,-2 0 7-16,0 0-7 0,0 0 0 16,0 0-1-16,0 0-9 15,0 0-65-15,-2 0-135 16,-5 2-248-16,-1-2-547 16</inkml:trace>
  <inkml:trace contextRef="#ctx0" brushRef="#br0" timeOffset="34111.87">5088 6551 589 0,'0'0'154'0,"0"0"10"15,0 0-17 1,0 0-28-16,0 0-27 0,0 0-15 16,0 0 28-16,32-4-8 15,-17 5-17-15,3 3-13 16,2 0 8-16,3-1-14 16,2 2 14-16,4-2 5 15,-1 1-11-15,4-1-28 0,-2 1-10 16,0-1-10-1,-3 0-2-15,-3 0-6 16,0 1-1-16,-1 0 3 16,0-1 1-16,0 1-4 15,-2-2-2-15,2 1-3 16,-2-1-6-16,0-1 8 16,2 0-7-16,0-1 4 15,2 0 1-15,4 0 15 16,0 0-13-16,-1-3-3 0,4 2-5 15,-3-1 1 1,2 1-1-16,-2 0 1 0,0 1-2 16,-2 0 0-16,-1 0 3 15,-2 0-3-15,-2 1 0 16,-1 2 0-16,1 0 0 16,-1-1 1-16,2 2-1 15,1 0 1-15,1-2 0 0,1 1-1 16,0-1 1-1,1 1 0-15,0-1-1 0,1-1 1 16,-1 0 0 0,0-1-1-16,2 0 0 0,-1 0 1 15,3 0-1 1,0-3 0-16,0 0 0 0,1 0 0 16,-2 0 1-16,0 1-1 0,-1-1 1 15,1 1-1 1,0-1 1-16,1 2-1 15,1-2 1-15,2 0-1 16,2 2 1-16,0 0 0 16,-1-1 0-16,1 0-1 0,-2 2 1 15,1-2-1 1,-2 0 0-16,1 0 0 0,0-1 1 16,-2 0-1-16,1 2 0 15,-1 0 1 1,0-2-1-16,1 2 1 0,0-2 0 15,2 2-1 1,6-1 1-16,6-1 0 0,6 0 0 16,-5 1 0-16,-11-1 10 15,-10 2 2-15,-7-1 3 16,5 1-4-16,4 0-3 16,1 1 3-16,0-1-2 15,-1 1 1-15,0 0-3 16,1 0-6-16,1 0 5 0,0 0 1 15,1 0-7 1,3 2-1-16,-2 1 2 0,1 0 4 16,0 0 0-16,-1 2-5 15,0-1 5-15,-1 0 3 16,-1 0-2-16,0-1 5 16,0-1-6-16,-1 0 5 15,0-2-1 1,0 0 5-16,1 0-3 0,-1 0 1 15,1 0-4-15,1 0 0 16,2 0-1-16,0-2-7 16,6 0 11-16,-5 0-11 15,3 2 11-15,0-1-3 16,-6 0-1-16,5 1 1 16,2 0 3-16,-2-1-6 15,-2 1 0-15,2 0 0 16,-2 0-5-16,-1 0 8 0,0 0 0 15,-2 0-3 1,0 0 0-16,-1 0 0 0,-1 0-5 16,-1 0 5-16,0 0 0 15,-1 1 3-15,0-1 3 16,0 2-1-16,-1 0-5 0,1 1 1 16,0 0 2-1,-2 0 0-15,1 0-8 0,-1 0 7 16,1-2 2-1,-1 3 4-15,-1-2-4 0,0-1 13 16,1 2-5 0,0-3-2-16,1 0 5 0,1 0-5 15,0 0 5-15,3 0-1 16,0 0 1-16,1-4-5 16,-1 0 1-16,-3 0 8 15,1-1 2 1,-6 0-3-16,-4 2 6 0,-3-1 6 15,-3 0 1-15,-3 0-1 16,-1 2-15-16,0-1-1 16,-4 1-8-16,0-1 1 15,1 2-1-15,-3 0 0 16,-2 0-11-16,1 0 8 16,-1 1-9-16,0 0-1 15,-1 0 1-15,0 0 0 0,0 0 0 16,0 0 0-1,0 0-6-15,-3 0-9 0,-13 0-60 16,-29-6-158 0,-1 1-376-16,-4-5-842 0</inkml:trace>
  <inkml:trace contextRef="#ctx0" brushRef="#br0" timeOffset="56848.08">5927 3300 617 0,'0'0'491'0,"0"0"-194"0,0 0-21 16,0 0 15-16,0 0-26 15,0 0-52-15,-6-6-33 16,14-2-62-16,4-3-24 16,4 0-18-16,5-3-12 0,5-2-11 15,3 0-27 1,2-1-8-16,1 1-10 16,-2 2-7-16,-5 1 0 15,-7 4 1-15,-6 3-2 16,-6 2-17-16,-5 2-64 15,-1 1-100-15,-9-2-123 16,-3 2-358-16,-3 0-291 0</inkml:trace>
  <inkml:trace contextRef="#ctx0" brushRef="#br0" timeOffset="57250.27">6002 3109 1206 0,'0'0'346'0,"0"0"-25"0,0 0-31 15,0 0-77-15,0 0-67 16,0 0-50-16,0 0-36 16,-21 0-27-1,11 13-12-15,-3 5 28 0,-1 4 8 16,1 3-27-1,1 3 4-15,3 0 3 0,1-1-7 16,4-1-10 0,0-3-7-16,4-3 1 0,0-4-8 15,0-5 0-15,1-3 1 0,6-1 11 16,2-4 4 0,7-1 5-16,2-2 3 0,5 0-4 15,2-3-10 1,1-4-5-16,2-4-5 15,1 0-6-15,-1-3 0 16,1 3-17-16,-3 0-84 0,2 5-83 16,-7 4-287-16,-6 2-393 15</inkml:trace>
  <inkml:trace contextRef="#ctx0" brushRef="#br0" timeOffset="69604.85">5382 3802 105 0,'0'59'0'0</inkml:trace>
  <inkml:trace contextRef="#ctx0" brushRef="#br0" timeOffset="76731.3">5216 7011 516 0,'0'0'137'15,"0"0"-34"1,0 0-6-16,0 0 63 0,0 0-17 15,0 0-17 1,37-7 24-16,-20 7-28 16,3-1-20-16,5 0 7 0,1 1-14 15,3 0-8 1,-1 0-11-16,0 0-25 0,-2 0-8 16,2 0-9-16,1 0 5 15,1 0 1-15,3 0-6 16,0 0-3-16,3 0-4 15,-3-2-8-15,0 2 2 16,-1 0 0-16,-1 0-15 16,-2 0 3-16,4 0-1 0,-3 0 0 15,4 0-2-15,0 0-5 16,0 0 10 0,3 0-10-16,-2 0 8 0,1 0-6 15,-1 1 6 1,1 1-8-16,0 0 5 0,-2 1-5 15,1 0 0 1,-3 0 0-16,0 0 0 0,-1 1 0 16,0 0 0-16,1-3-1 0,0 2 1 15,2-2-1 1,-1 1 0-16,0-2 0 16,-2 1 0-16,1 1 0 15,-3-2 1-15,-1 1-1 0,1 0 1 16,-2-1-1-1,0 0 1-15,2 0 0 0,-2 0 0 16,1 0 0 0,0 0 0-16,-2 0 0 15,0 0 0-15,-1 0-1 16,0 0 0-16,0 0 0 16,1 0 0-16,2 0 0 15,0 0 0-15,0 1 0 0,2 1 0 16,0 1 1-16,0 1-1 15,2-1 0-15,-2 2 1 16,1-1-1-16,0 1 0 16,0 0 1-16,-2 1-1 15,0-1 0-15,-1 0 1 0,0 1-1 16,-1-2 0 0,0 2 0-16,0-3 0 0,0 0 0 15,0 2-1-15,0-2 1 16,1 0 1-16,1-2-1 15,-1 2 0-15,1-2 0 16,1 0 0 0,0-1 0-16,2 0 0 0,-1 0 0 15,2 0 0-15,0 0 1 16,2 0-1-16,-2 0 1 16,-1-1 0-16,0 0-1 15,-1 0 0-15,-3 1 0 16,0 0 0-16,-1 0 0 0,-3 0 0 15,-1 0 0 1,1 0 0-16,-2 0 0 0,0 0-1 16,-1 0 1-16,-1 0-1 15,0 0 1-15,0 0 0 16,0 0 1-16,2 0-1 16,1 0 1-16,1 0-1 15,2 0 2 1,1 0 4-16,0 0 16 0,2 0 3 15,0 0 5-15,-1 0-9 16,0 0-2-16,-3 0-3 16,1-1 11-16,-3 0 2 15,0-2-4-15,-1 0 0 16,-3 0 5-16,-1-1 3 16,-2 2-3-16,-1-1-11 15,-4 1-4-15,-2-1-9 16,-4 2-4-16,-2 0 5 15,-1 1-7-15,-2 0 0 16,0 0-12-16,-19-1-121 0,-1-1-173 16,-2-1-502-16</inkml:trace>
  <inkml:trace contextRef="#ctx0" brushRef="#br0" timeOffset="78147.95">11163 7075 617 0,'0'0'88'0,"0"0"-62"0,0 0 29 0,0 0 64 16,0 0 17-16,0 0-38 15,20-27 3-15,-7 27-7 16,3 0-4-16,4 0 8 16,3 3 2-16,4 2-5 15,3 1-22-15,7 0 0 0,9 1 5 16,7-2-9-1,2 0-15-15,-3-1-9 0,-5-2-12 16,-4 1-7 0,1-2-1-16,2 1-1 15,2 0-3-15,-1 0 1 0,0 1-1 16,0-2 4 0,2 0 13-16,0 0-8 0,0-1-2 15,-3 0-4 1,0 0-1-16,-3 0-6 0,0 0-4 15,0 0-4-15,-6-2 3 16,-7 0-2-16,-7 0 2 16,-2 0-6-16,4 0 3 15,4-1 9-15,4 0-5 16,0 1 11-16,-1-2 10 16,1 1-8-16,1 0-5 15,8-1-1-15,10 2-5 0,16 1 6 16,7 1 6-1,-2 0 4-15,-5 2-17 0,-10 3-7 16,-2 1 2 0,-4 0 0-16,-5-1-1 0,-8 0 1 15,-11-3 3 1,-6-1-2-16,-5-1 7 0,1 0 0 16,1 0 12-16,2-3 1 15,-3-2-6-15,-1-2-14 16,0 1-4-16,-2-1-6 15,-1 0 1-15,0 2-1 16,0-1 0-16,-1 2 0 16,0 0 0-16,-1-1 0 15,0 0 0-15,-1 2 0 16,-1-1 0-16,-3 1 0 0,0 0 0 16,-1 2 1-1,-3 0-1-15,-1-2 0 16,0 3 0-16,-2 0 0 15,0 0 0-15,1 0 0 0,-1 0-1 16,0 0-5-16,0 0 6 16,0 0-8-16,0 0-1 15,0 0-4-15,-8 0-20 16,-18 0-130-16,0-2-202 16,-4-7-732-16</inkml:trace>
  <inkml:trace contextRef="#ctx0" brushRef="#br0" timeOffset="84132.03">14321 6762 164 0,'0'0'178'16,"0"0"-74"-16,0 0-83 15,0 0 187-15,0 0-97 0,0 0-8 16,-11-36-6 0,8 27 15-16,0 1 13 0,1 0-14 15,0 3-42-15,1 0-45 0,1 4-6 16,0 0-4 0,0 1-4-16,0 4-10 0,0 10 0 15,4 6 6 1,2 3 46-16,1 2 27 15,0-2-4-15,3-4-3 16,4-5-3-16,11-7 1 16,20-7 9-16,31-18 31 0,16-14-35 15,12-10-35-15,-2-3-40 16,-15 4-2-16,-5-2 1 16,-9-1-51-1,-10-1-102-15,-15 8 16 0,-16 10-94 16,-12 10 6-1,-10 8 34-15,-3 2 24 0,-3 3 9 16,-3 1 19 0,-2 3-37-16,-20 4 30 0,-25 13-31 15,2-2 48-15</inkml:trace>
  <inkml:trace contextRef="#ctx0" brushRef="#br0" timeOffset="87198.09">6587 3011 229 0,'0'0'852'0,"0"0"-619"15,0 0-21-15,0 0-9 16,0 0-38-16,0 0 2 16,-38-17-46-16,24 17 7 0,-2 3-70 15,-1 11-5 1,-2 4 10-16,2 5 5 0,1 4-5 16,5 0-10-1,4 0-2-15,5-3-18 16,2-2-2-16,3-4 18 15,10-3 15-15,2-4 13 0,7-3-22 16,3-5-22 0,3-3-17-16,1-2-1 0,3-8-4 15,-2-4-5 1,0-1-6-16,-3-1 1 0,-3 2-1 16,-5 2-1-16,-5 2-9 15,-5 3-66-15,-9 7-114 16,0 0-154-16,-6 5-519 0</inkml:trace>
  <inkml:trace contextRef="#ctx0" brushRef="#br0" timeOffset="-214314.57">6498 3568 477 0,'0'0'72'0,"0"0"252"0,0 0-87 16,0 0-63-16,0 0-10 15,0 0 22-15,11-2-86 16,-1 0-56-16,3 0-6 15,3-1 0-15,-1 0-20 16,3-1-1 0,0-1-3-16,-1 0-7 0,-1 0-1 15,0 0-5-15,0 0 4 0,-5 0-5 16,-1 1 0 0,-3-1-1-16,-6-1-22 0,-1 1-221 15,-1 2-525-15</inkml:trace>
  <inkml:trace contextRef="#ctx0" brushRef="#br0" timeOffset="-213748.51">6474 3414 708 0,'0'0'295'0,"0"0"-108"15,0 0-105 1,0 0-33-16,0 0-27 0,0 0-12 15,0 0-10-15,0-8-15 16,-5 16 15-16,0 3 5 16,-2 3 22-16,-1 2 50 15,0 1 12-15,-1 1-12 16,1 0-4-16,1-2-8 0,0 0-18 16,2-1 9-1,0-2-2-15,2 0-14 0,0-3-10 16,3 3 32-1,0-3-9-15,0 0-11 0,0-2-8 16,3-1-7 0,3 0-5-16,3-2 18 0,2-1-5 15,2-1 4-15,3-1-7 16,1-2 1-16,2 0-14 16,0 0-10-16,0 0-3 15,0-2-5-15,-2-2 0 16,-1 0 0-16,-5 0-1 15,-3 0 0-15,-8 2-20 16,0 1-95-16,-5 0-567 0</inkml:trace>
  <inkml:trace contextRef="#ctx0" brushRef="#br0" timeOffset="-166945.17">7389 3424 953 0,'0'0'205'0,"0"0"-137"0,0 0-42 15,0 0 47-15,-7-48-24 16,7 32-33-16,0-2-16 16,2-5-4-16,3-23-70 15,0 7-99-15,-1-2-482 0</inkml:trace>
  <inkml:trace contextRef="#ctx0" brushRef="#br0" timeOffset="-166618.47">7395 2643 1062 0,'-20'-47'159'0,"-1"2"-111"16,4 16 3 0,1 6 186-16,3 7-79 15,-2-4-58-15,-3-1-45 16,-2-2-31-16,-2 2-18 0,-2 1-6 15,-10 0-32 1,-11 0-82-16,-9 2-83 0,-5 4-8 16,3 3 11-16,5 6 19 15,5-1 57-15,1 3 74 16,1 2 44-16,2 0 5 0,8 1 25 16,6 0 21-1,6 0-2-15,1 0 7 0,-3 0 15 16,-5 1-6-1,-7 3-17-15,3 2-28 0,-2 1-10 16,0 0-10 0,2 3 0-16,-16 7-32 15,9-2-136-15,1-1-229 0</inkml:trace>
  <inkml:trace contextRef="#ctx0" brushRef="#br0" timeOffset="-166468.77">5809 2684 583 0,'0'0'91'16,"-43"67"-64"-16,33-44-13 16,4-2 5-16,1 2-9 15,-1 7-3-15,0 9-7 16,1 13-1-16,1-6-151 0,0-7-243 0</inkml:trace>
  <inkml:trace contextRef="#ctx0" brushRef="#br0" timeOffset="-166248.77">5581 3475 376 0,'0'0'91'0,"0"0"-80"16,-30 38-11 0,18-24-50-16,6-4 4 15,1 0-73-15,4-3 49 16,1-2 49-16,0-1 21 0,4-2 56 15,2-1 75 1,-1-1-19-16,1 0-11 0,0 0-38 16,8 0-36-16,-1-4-27 15,3-4-317-15</inkml:trace>
  <inkml:trace contextRef="#ctx0" brushRef="#br0" timeOffset="-165718.59">8642 3451 1268 0,'0'0'173'0,"0"0"-154"0,0 0-19 0,0 0-2 15,0 0-54 1,3-49-33-16,5 30-11 16,0-1-286-16</inkml:trace>
  <inkml:trace contextRef="#ctx0" brushRef="#br0" timeOffset="-165416.02">8650 2645 1430 0,'-28'-47'149'0,"0"5"-109"16,10 17-20-16,0 2-11 16,-3-3-8-16,-4-4 0 15,-3-3-1-15,2 1-8 0,2 1-59 16,-3 2-54-16,-7-3-18 15,-12-3-35-15,-12-5-130 16,-4-1 40-16,5 3 264 16,5 2 0-16,7 8-47 15,1 2 1-15,0 2 46 16,3 3 32-16,2 4 78 16,0 1 11-16,-1 3-30 0,-3 0-39 15,-6 4-33-15,-8 1-19 16,-5 2-3-16,-8 3-95 15,16 2-37-15,7 1-97 0</inkml:trace>
  <inkml:trace contextRef="#ctx0" brushRef="#br0" timeOffset="-165214.75">6499 1954 898 0,'-59'10'172'0,"-9"3"-118"15,7 0-29 1,-1 1 9-16,-2 2 21 0,-1 2-18 16,-2 4-20-1,-2 5-16-15,-2 4-1 0,-4 3-33 16,-2 3-144-16,18-9-137 16,7-4-201-16</inkml:trace>
  <inkml:trace contextRef="#ctx0" brushRef="#br0" timeOffset="-165016.78">4986 2581 370 0,'-50'27'111'15,"2"0"-3"-15,19-7-43 0,7-4 27 16,1-1 4 0,-4 5-5-16,-4 3-32 0,-5 2-20 15,2 0-13 1,-2 0-12-16,-1 0-13 0,-5 7 4 15,-7 5-5 1,-8 10-46-16,1 2-126 0,15-13-59 16,12-7 7-16</inkml:trace>
  <inkml:trace contextRef="#ctx0" brushRef="#br0" timeOffset="-164848.67">3988 3492 568 0,'0'0'242'16,"0"0"-224"-16,-49 45-18 0,29-26-15 15,-3 2-38-15,6-5-119 16,3-3-206-16</inkml:trace>
  <inkml:trace contextRef="#ctx0" brushRef="#br0" timeOffset="-164698.79">3739 3650 1486 0,'0'0'0'16,"0"0"-69"-16,43-20-192 15,-6 1-7-15</inkml:trace>
  <inkml:trace contextRef="#ctx0" brushRef="#br0" timeOffset="-163938.81">9828 2513 662 0,'0'0'348'0,"0"0"-268"16,-37-56-66-16,22 34-14 15,-9-8-69-15,4 5-102 0,1 4-366 0</inkml:trace>
  <inkml:trace contextRef="#ctx0" brushRef="#br0" timeOffset="-163767.33">8919 1993 888 0,'-48'-23'395'0,"-4"-1"-287"15,8 2-79 1,-6 0-29-16,-6 1-45 0,-10-3-76 15,-8 2-6 1,15 7-29-16,4 2-223 0</inkml:trace>
  <inkml:trace contextRef="#ctx0" brushRef="#br0" timeOffset="-163587.91">6828 1699 473 0,'-77'5'120'16,"-10"2"-82"-16,10-1-15 16,-1 0 6-16,1 2-8 15,3 1 23-15,4 2-17 16,2 0-11-16,1 2-16 16,1 1-9-16,17-4-170 0,6-1-353 0</inkml:trace>
  <inkml:trace contextRef="#ctx0" brushRef="#br0" timeOffset="-163398.45">5201 2072 624 0,'-61'29'104'0,"-9"7"-45"16,8-5-30-16,-2 0-16 0,-1 0-6 16,-2-2-6-1,1 1 5-15,2 0-3 0,3 1-2 16,4 0-1-1,-1 1-1-15,-1 3-20 0,13-7-114 16,7-5-172-16</inkml:trace>
  <inkml:trace contextRef="#ctx0" brushRef="#br0" timeOffset="-163218.49">3913 2818 161 0,'-55'38'129'15,"-5"6"-34"-15,9-5-17 0,-1 2-7 16,3-1-2-16,0-1-17 15,3-2 13-15,4 0-5 16,7-4-25-16,8-5-15 16,7-5-12-16,4 1-8 0,2 2 2 15,-4 17-2 1,6-5-34-16,2-3-206 0</inkml:trace>
  <inkml:trace contextRef="#ctx0" brushRef="#br0" timeOffset="-163066.61">3339 3821 1446 0,'0'0'90'16,"0"0"-90"-1,0 0-148-15,-37 22-66 0,27-17-333 0</inkml:trace>
  <inkml:trace contextRef="#ctx0" brushRef="#br0" timeOffset="161343.4">851 3399 89 0,'0'0'292'16,"0"0"-121"-16,0 0-19 16,0 0-152-16,0 0-94 15,-1-4 94-15,1 4 16 16,0 0 26-16,0 0-9 16,0 0-17-16,4 4-15 0,3 4 7 15,2 5 20 1,3 0 66-16,1 2 12 0,-1-4-6 15,-1-2-12 1,-1-6-10-16,-1-3-16 0,0-1 5 16,2-17 0-1,6-20 13-15,5-22-40 0,1-11-40 16,-4-5-32-16,-4 7-30 0,-6 12-22 16,-3 11-37-1,-4 11-68-15,-1 13-21 16,0 9 40-16,-1 3 64 15,0 2-8-15,0 6 34 16,0 2-1-16,0 2-138 0</inkml:trace>
  <inkml:trace contextRef="#ctx0" brushRef="#br0" timeOffset="162081.07">2004 3380 348 0,'0'0'235'0,"0"0"-15"0,0 0 44 15,0 0-16-15,0 0-26 0,0 0 8 16,0 0-85 0,-13-26-82-16,13 26-34 0,4 5-20 15,5 6 8-15,4 3 67 16,4 1 15-16,-1-2-28 16,0-2-15-16,-2-3-7 0,-1-6-7 15,0-2-2 1,-2 0 3-16,2-9 3 0,1-8 2 15,2-12-14 1,3-14-19-16,0-17-5 0,-2-3-10 16,-3 3-4-1,-3 13-35-15,-5 15-44 0,0 12-26 16,-3 8 20-16,0 1 18 16,0 3 3-16,0 3-7 15,1 5-3-15,3 1-36 16,15 16 17-16,-1 0 33 15,-2-2-928-15</inkml:trace>
  <inkml:trace contextRef="#ctx0" brushRef="#br0" timeOffset="162881.12">3209 3388 459 0,'0'0'317'0,"0"0"1"0,0 0-62 0,0 0 0 16,0 0-50 0,0 0-71-16,0 0-81 0,27-32-16 15,-5 42 38 1,2 5 20-16,3 1-4 0,-2-1-15 15,-2-3-15 1,-3-3-28-16,-3-4 0 16,-1-4 14-16,-4-1 3 15,2-8-4-15,-2-7 5 0,2-14-19 16,0-11-21 0,-2-16-11-16,0-7 0 0,-6 2-1 15,-3 13-5-15,-2 16-70 16,-1 11-25-16,0 7 13 15,1 3-4-15,2 4 17 16,2 2 24-16,6 5-21 16,28 4-5-16,-1 4 40 15,3 1-615-15</inkml:trace>
  <inkml:trace contextRef="#ctx0" brushRef="#br0" timeOffset="163461.28">4518 3328 923 0,'0'0'202'0,"0"0"101"0,0 0-74 16,0 0 16-16,0 0-37 15,0 0-62-15,0 0-33 16,-14 0-45-16,14 7-34 16,8 5 5-16,1 2 61 15,3 3-5-15,1-2-28 16,-1-1-12-16,1-4-2 15,0-2 6-15,0-5 7 16,0-3 0-16,0-1-9 16,2-10-3-16,0-6-14 0,3-14-14 15,3-13-11 1,-1-13-6-16,-2-2-8 0,-3 10 5 16,-7 16-6-16,-2 16-21 15,-2 7-19-15,0 3-16 16,4 6-107-16,-1 1-297 0,-1 0-463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0:50:26.1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2040 7461 543 0,'0'0'0'0,"0"0"-111"0</inkml:trace>
  <inkml:trace contextRef="#ctx0" brushRef="#br0" timeOffset="6230.12">6819 7623 616 0,'0'0'152'0,"0"0"-52"15,0 0-11 1,0 0 40-16,0 0-16 16,0 0-12-16,0 0-12 0,0 0-27 15,0 0 8 1,0 0 19-16,0 0 1 16,0 0-16-16,0 0-11 15,0 0-3-15,0 0 2 16,0 0-11-16,1 0-1 15,4-2-5-15,3 1 4 16,1-1-3-16,2 1 4 16,0 1-9-16,2 0 8 0,1 0 5 15,1 0 5-15,2 0-13 16,1 0-7-16,0 0 1 16,1 0-4-16,0 0-2 15,0 0-16-15,-1 0 0 16,0-1 7-16,0 0 0 15,-1 0-2-15,2 1-10 16,-2 0 2-16,1-1 4 0,-1 1 1 16,2-1-2-1,0 0-5-15,1 0-2 0,1 0-4 16,1-1 2-16,0 1-7 16,0-1 11-16,0 0-3 15,0-1 2-15,-1 2 0 16,1-1 12-16,0 0 6 15,2 0 2-15,0-2 11 16,2 1-18-16,-1 0-1 16,0-2-1-16,-1 1-2 15,-1 1 3-15,-1 0-3 0,-2 1-3 16,0 0-2 0,-3 1-2-16,-1-1 2 0,-1 1 2 15,0 1-4 1,-2-2-4-16,0 2 1 0,0-2-1 15,0 0 2 1,-2 1-11-16,0 0 7 0,-2-1-7 16,-2 0 5-16,0 2-6 0,-3 0 0 15,-1-1 1 1,-3 0 0-16,0 1-1 16,-3-2-5-16,-12 0-71 15,-30-6-125-15,1 3-350 0,-6-4-626 16</inkml:trace>
  <inkml:trace contextRef="#ctx0" brushRef="#br0" timeOffset="7350.17">2512 7538 812 0,'0'0'195'15,"0"0"21"-15,0 0 20 16,0 0-20-16,0 0-67 15,0 0-28-15,-6 0-29 0,7 1-20 16,10 1 11 0,6 0 41-16,6 2-23 0,11-1-18 15,12-1-3 1,7 1 1-16,5-1-29 0,-5-1 3 16,-5 0 11-16,-6-1-21 15,-2 1-5 1,0-1-6-16,0 0 1 0,-1 0-13 15,-6 0-7-15,-6 1 22 16,-6 0-2-16,-3 0-7 16,4-1-4-16,1 2-4 15,2-1 1-15,-2 0 0 16,-1-1-3-16,-2 0 0 16,1 0-2-16,-1 0 2 15,-1 0 0-15,1-2-3 16,-4-3 0-16,-1 2-8 15,-4-1-5-15,-3 2-1 0,-3 0 1 16,-3 1 4 0,0 0 0-16,-1 1-5 0,-1 0 0 15,0 0-1-15,0 0 1 16,0 0-1-16,0 0-9 16,-1 0-26-16,-14 12-84 0,0-1-474 15,0-2-909-15</inkml:trace>
  <inkml:trace contextRef="#ctx0" brushRef="#br0" timeOffset="26017.73">5207 7541 712 0,'0'0'203'16,"0"0"-120"-16,0 0-17 15,0 0 80-15,0 0 11 0,-6 43-5 16,6-25-29-16,0 0-33 16,0 1-40-16,0-1-9 15,0-1 13-15,0-2-15 16,0 1-11-16,0-4-3 15,-4 1-12-15,-1-1 5 16,-2-2-9 0,-3-1 0-16,-2-1 0 0,-5-1-7 15,-3-1 4-15,-4-2-5 0,-11-1 0 16,-12-3-1 0,-12 0 0-16,-6 0 0 0,1-1 0 15,6-3 0 1,6 2 0-16,0 1 0 0,1 0 0 15,-3 1-13 1,-1 0-12-16,1 0-28 16,-1-1 31-16,-3-1 9 0,-12 2 11 15,-12 0 1-15,-12 8-108 16,-5 0-37-16,5-1 146 16,9 0 29-16,6 0 75 15,4 0-69-15,4-2-22 16,7-2-12-16,14-1 15 15,15-2 16-15,11 0 21 16,5 0-6-16,-1-3-24 16,0-1-4-16,0-2 9 15,4 0 7-15,3 1-10 0,5-2-9 16,1 1-4 0,1-1-4-16,2 0-1 0,0 0 3 15,-1 1 4 1,1 0 5-16,-1 0-7 15,1 2-1-15,0-2-10 16,-2 0 8-16,1 0-7 0,0-1 7 16,1 1-2-16,-1-2 3 15,1 0 1-15,0-3-11 16,0-1 1-16,2 0 0 16,0-3 1-16,0 0-2 15,2-1 1-15,0-1-1 16,0 0 0-16,0 0 0 15,0 2 0-15,0 0 0 16,-1 4 0-16,0 2 0 16,0 4 1-16,1 1 0 15,-1 2 1-15,-1 2-1 16,0 0-1-16,-3 2 0 0,-1 7-2 16,-3 4 1-16,-2 4 0 15,1 0 1-15,-1 1 0 16,-1-1 0-16,2-1 0 15,2-2 0-15,0-3 0 16,3-4 0-16,2-3 0 16,1-2 0-16,2-2 0 0,0-1 0 15,0-7-1 1,1-3-8-16,5-2 7 0,4-1-4 16,2 2 0-1,4 2-4-15,2 3 0 0,1 3-15 16,1 3-45-1,1 1-39-15,7 2-101 0,-6 4-147 16,-4-1-347-16</inkml:trace>
  <inkml:trace contextRef="#ctx0" brushRef="#br0" timeOffset="26169.86">3434 7599 1588 0,'0'0'174'0,"0"0"-152"0,0 0-22 0,0 0-30 0,0 0-233 0</inkml:trace>
  <inkml:trace contextRef="#ctx0" brushRef="#br0" timeOffset="51767.48">7921 7149 586 0,'0'0'126'15,"0"0"-74"-15,0 0 18 0,0 0 69 16,0 0-19-1,0 0-16-15,-16-24-21 0,11 19-2 16,0 1-23 0,-1-1 13-16,-3-1-2 0,-1 0 3 15,-3 1-2-15,0-3-7 16,-3 2 0-16,0 0-6 16,-2 0-9-16,0-2-2 0,-2 2-5 15,-2-1 23 1,0-1-3-16,-1 1-13 0,-1 0-6 15,1 0-4 1,-1 1-1-16,2 0-6 16,-1 0-7-16,0 1-5 15,0 1-5-15,-1 1-6 16,-1 0 0-16,0-1 1 16,-1 1-3-16,0 1 1 15,2-1 3-15,-1 1 1 0,4 0-2 16,-2 1 0-16,2 0-2 15,-1 1-5-15,0 0 5 16,1 0-5-16,-2 0-1 16,1 2 0-16,0 0 6 15,0 1-6-15,0 1 1 16,1 0-1-16,1 0 6 16,0-1-5-16,1 2 4 15,2-2-5-15,0 2 5 16,0-1-5-16,-1 1 1 0,-2-1 5 15,-1 2 1 1,-3 0 9-16,0 0-3 0,0 1 11 16,1 0 0-16,0-1-8 15,3 1-7 1,1-2-2-16,2 3-2 0,1-1-5 16,1 0 0-16,2 1 8 15,0 1-8-15,0 0 0 0,1 3 5 16,1-1-4-1,0 2 5-15,0 0-1 0,2 0 0 16,1 2 1 0,0 1 5-16,2 0-4 0,2 0-2 15,1 3 0-15,1 2 0 16,2 1 1-16,0 2 2 16,0 1 4-16,3 0-1 15,4 1 3-15,2-1-3 16,1-1 6-16,1 1 2 15,4 0-2-15,-1-1-2 16,3 0-4-16,1 0 0 16,2-1 0-16,2-2 3 15,3 0-6-15,3-4 1 16,2 0 4-16,2-1-2 16,1-2 0-16,0-1-12 15,-1-1 2-15,-1-3 10 16,0 0 1-16,-1-3-4 15,0 0 1-15,-1-4-1 0,0-2 2 16,1 0-5 0,-1 0-5-16,1 0 7 0,1-5-7 15,0 1 0-15,2-2 0 16,-1 0 1-16,1 0 5 16,-2-1-5-16,2-1 3 15,-2 2-5-15,-3-3-1 16,2 3 0-16,-4-1 1 0,-1-1-1 15,0 1 1 1,-2-1 0-16,1-1 0 16,-1 0 1-16,-1-1-1 15,0-3 1-15,-1 1 0 0,-1-2 0 16,0 0 0 0,1-2 0-16,-1 0 0 15,1-2 0-15,-1-1 0 16,-1 0 0-16,0-1 0 0,0 0-1 15,-2 0 1-15,-1 0 0 16,0 1-1-16,-3-2 1 16,-1 3 7-16,-3 0-7 15,-1 0 5-15,-2 2 4 16,-2-1 2-16,-1 0 6 16,-1 1-7-16,0 0 2 15,-1 0-1-15,-1 3 0 16,0-1 3-16,0 1 0 0,-5 0-3 15,-1 1-1 1,-3 0-2-16,-1 0-3 0,-1 1 1 16,-2-1 2-16,-3 1-7 15,2 0 5-15,-1 0 4 16,0 1-4-16,0 0 2 0,0 2-8 16,-3 1 0-1,-4 2-1-15,-9 0-1 0,-21 5-5 16,-31 5-8-1,-23 10-78-15,14 0-249 0,11-3-742 0</inkml:trace>
  <inkml:trace contextRef="#ctx0" brushRef="#br0" timeOffset="57318.75">3592 7035 370 0,'0'0'356'0,"0"0"-190"16,0 0-53-1,-39-31 24-15,25 20-5 0,-3-1 7 16,-2-2 2-1,-2 0-20-15,-2 0-11 16,-2 2 5-16,-1 0-15 16,-3 0-9-16,0 4-35 0,-3 0-11 15,0 2-3 1,1 2-1-16,-1 1-10 16,2 1-9-16,0 1-1 15,0 0-2-15,-1 1-4 0,0 0-1 16,1 0 8-16,1 0-6 15,1 2 5-15,2 0-5 16,0 0 2-16,3 0 7 16,0 0-8-16,0 1-8 15,0 0 2-15,-1 0-10 16,2 1-1-16,-1-1 0 16,1 1-1-16,0-1-1 0,-1 3 1 15,1 0 0 1,-2 1-5-16,3 2 5 0,-1-1-5 15,-1 1-5-15,2 3 5 16,-2-1-3-16,0 3 2 16,1 0 5-16,-1 1-5 15,2 1 7-15,1 1-1 16,0 0 1-16,2 2 0 16,1 0 6-16,3 1-6 0,3 0 0 15,3 2-3 1,3-1 2-16,2 2 1 0,2 2 0 15,1 2 15 1,0 2 6-16,1 1-2 0,4 0 2 16,1-1 0-16,1-1-8 15,3-1-4-15,2-1 0 16,1 0-2-16,4 0 2 16,0 1 2-16,4 2 5 15,1 0 4-15,1 0 2 16,2 1-3-16,0-2-1 15,1 0-4-15,2-3-1 16,7 2-1-16,10-1 10 16,8 1 8-16,1-5-3 15,-2-6 12-15,-6-5-14 16,-6-4-5-16,-4-1-2 16,-7-2-3-16,-4-1-8 0,-2-3 5 15,3 0 0 1,4-1 9-16,3-6 18 0,-1-2-14 15,-1-1 4 1,0-3-2-16,-1-1-2 0,-1-1-2 16,0-2-2-16,-2-1 3 0,2 0-8 15,-3-1-4 1,0 1-1-16,-3 0-2 0,0 0-8 16,-3-2 0-1,0 2 10-15,-3-1-10 0,-2-1 8 16,-1 0 5-1,-2-1-3-15,-1 2 2 0,-1-1 1 16,-2 1 5 0,-1 0 1-16,0 0 1 15,-2-2-5-15,-1-1 4 16,-1-2-4-16,-1-2-4 0,-2-2-10 16,0 1-2-16,0-1-32 15,0 1 1-15,0 2 20 16,0 1 11-16,-2 2 0 15,1 2 1-15,-1 1 5 16,-1 0-6-16,0 2 0 16,-1 0-1-16,0 1-16 15,0 1 1-15,-2 0-4 16,0 2 4-16,-1 0-4 0,0 0 1 16,-2 1 0-1,-2 0-7-15,0 0 2 0,-1 2 0 16,0 1 6-1,1 1-6-15,-2 1 5 0,0 0 2 16,-1 2-1 0,-1 1-7-16,-5 2-7 0,-8 2 8 15,-21 7-59-15,5 5-114 0,-2 1-649 0</inkml:trace>
  <inkml:trace contextRef="#ctx0" brushRef="#br0" timeOffset="64760.23">4926 7571 503 0,'0'0'78'0,"0"0"-56"15,0 0-21-15,0 0 11 0,0 0 12 16,0 0 15-1,0-6 6-15,2 6-22 0,3 0-8 16,2 0 32-16,1 0 13 16,6 0 25-16,4 0 0 15,5 1 19 1,13 0-7-16,14-1-13 16,13 0-8-16,6 0 5 0,-2 0-10 15,-6 0-14-15,-11 0-12 16,-4 0-10-16,-3 2 0 15,-10 2-7-15,-6-1 0 16,-4 0 1-16,-4 1-6 16,4 1-1-16,1 0-4 15,1 1-9-15,-4 0 1 16,-3-1-9-16,-3-1 5 0,-2-1-5 16,-5-1-1-1,-1-1 1-15,-2 0 0 0,-2-1-1 16,-2 0 0-1,-1 1-2-15,-1 2-83 0,-7 0-198 16,-3 1-407-16</inkml:trace>
  <inkml:trace contextRef="#ctx0" brushRef="#br0" timeOffset="71301.55">2524 6754 140 0,'0'0'186'0,"22"48"-46"16,-9-23-18-16,-1-3-25 0,-4-3-23 16,-1-3-3-16,-2-2-19 15,-2-3-19-15,-2-2-9 16,-1-4-11-16,0-2-7 16,-7-3 6-16,-4 0-6 15,-3-1-6-15,-3-6-28 16,0-2-32-16,1 0-9 15,1 1-2-15,2-1-5 16,4 3 21-16,4 3 17 0,1 1 28 16,4 2 10-1,0 0-2-15,0 0-37 0,6 0 13 16,4 3 26 0,3 0 38-16,1 1 4 0,1 0 10 15,0-2 0 1,3-1 4-16,0-1-11 15,0 0-6-15,-2 0 1 16,-1-5-7-16,-1-2-17 0,-2-2-6 16,-2-3-9-16,0 1 0 15,-4-3 0-15,-1 0-1 16,-2 1 0-16,-2-1-2 0,0 4-11 16,-1 3-1-1,0 2-1-15,0 2 15 16,0 3-7-16,0 0-12 15,0 9-14-15,-3 7 12 16,-4 5 21-16,-9 11 21 16,-23 20 21-16,2-6-5 15,-8-2-37-15</inkml:trace>
  <inkml:trace contextRef="#ctx0" brushRef="#br0" timeOffset="100702.17">8252 937 437 0,'0'0'131'0,"0"0"128"16,0 0-76-16,0 0 4 16,0 0 39-16,0 0-75 15,-34-19-18-15,16 31-90 16,-11 16-9-16,-11 16 17 16,-10 16-1-16,2 7 32 0,11-2 13 15,16-4 13 1,18-11-42-16,6 1-23 0,17-2-10 15,7 0 1 1,3 2-18-16,0 0-9 0,-5 0-5 16,-6-3-2-16,-11-3 0 15,-8-1-1-15,-4-1-7 16,-15-1 7-16,-2-9-6 0,1-5 7 31,3-9 6-31,1-5-4 0,-1 0-2 16,-1-4 0-16,1 0 0 15,5-6 0-15,3-3 8 16,4-1 1-16,4 0-3 16,1 2-6-16,0 4-12 15,4 7 0-15,7 12 12 16,3 23 0-16,0 22 1 0,-2 19 1 16,-5 8 23-16,-5 6-4 15,-2-1 16-15,-2 5 11 16,-6 1-4-1,-4-1-13-15,-1-2 18 0,0-7-5 16,0-2 39-16,4-3-34 16,0-3 10-16,1-5 2 15,2-2-25-15,2-5 7 16,1-3 9-16,0-2 5 16,-2-5-18-16,0-6-15 15,-1 0-1-15,1 2-10 0,-1-2 7 16,-1 1-4-1,-1-3 2-15,0-4-7 0,-2-2 5 16,2-6 1 0,3 2-8-16,2-3 3 0,1 0 2 15,1-8-5-15,0-8 2 16,0-8-10-16,0-3 7 16,1 4-7-16,0 0 0 15,0 2 5-15,4-4-6 16,1-6 1-16,-1-2-1 15,-1-5-1-15,1-4 0 16,-1-3-8-16,2-1 0 16,0-1-8-16,1 0-8 0,1-7-18 15,1-3-32 1,-3-4-51-16,2-11-145 0,-1 1-212 16,-5 0-385-16</inkml:trace>
  <inkml:trace contextRef="#ctx0" brushRef="#br0" timeOffset="100862.09">7962 4412 2500 0,'0'0'350'0,"0"0"-263"0,0 0-44 0,-38 0-43 16,38-18-72-16,7-3-454 15,1-2-970-15</inkml:trace>
  <inkml:trace contextRef="#ctx0" brushRef="#br0" timeOffset="113818.02">13831 3831 412 0,'0'0'42'0,"0"0"543"0,0 0-346 15,0 0-53-15,0 0-31 0,0 0-12 16,1-23-13-16,-1 19-6 16,-1 0-22-16,-2-1-2 15,-1 0-2 1,0 0-21-16,-1 0-15 0,-1 0-5 16,-1 0-8-16,0 0-3 15,-1 0-7-15,-1 1-5 16,0-1 0-16,-2 1-1 15,1 1 1-15,-2 1 2 16,-1-2-12-16,0 1-1 16,-2 0-5-16,0 0-2 0,1 2 3 15,0-2-1 1,1 1 2-16,0 0-5 0,0 0-3 16,2 1-2-1,-2 0-1-15,0 0-3 16,-2 0 3-16,-1 1-1 15,2 0-2-15,-2 0 0 0,2 0-5 16,-1 0 9 0,1 0-4-16,0 3-5 15,2 0 1-15,0 2-1 0,0 1 5 16,-1 0-6-16,2 0 1 16,-3 3 0-16,1 1 0 15,2-1-1-15,0 4 1 16,1-2-1-16,0 3 0 15,1-1-1-15,2 2 1 16,0-1 1-16,1 1-1 16,2-1 1-16,0 2-1 15,0-2 0-15,1 0 0 0,1-1 1 16,1-1 0 0,-1 0-1-16,2-1 1 0,0 1 1 15,0 0-1-15,0 0 0 16,1-2 5-16,2 3-5 15,2-2 5-15,-1 1-5 16,0-1 5-16,2 1 0 16,0-2 2-16,1 1-2 15,0-2 1-15,-1 0-5 0,1 0 5 16,0-1-5 0,2 0 4-16,0-1 1 0,0-1-1 15,2-1 5 1,0 1 4-16,1-3-3 0,-1 1-2 15,2 0-1 1,0 0-1-16,0 0-1 16,1-3 4-16,-1 3-2 0,-1-2-3 0,1 1 0 15,-1-1 0 1,1-1 0-16,0 1-5 0,1 0 10 16,-1-2-4-1,2 0 2-15,-1 2-1 16,1-2-2-16,0 0 0 15,0 0 0-15,-1 0 2 0,0 0 3 16,0 0-5-16,-2 0 3 16,1 0 0-1,-1 0-2-15,0 0 2 0,-1-2-1 16,1-2-1 0,1 2 4-16,-2-2-4 15,4 1 2-15,-3-1-3 16,1-2-4-16,1 2 13 0,-2-2-9 15,2-2 0 1,-2 2 7-16,1-2-4 0,0-1 5 16,-2 0-5-16,1 1 3 0,-2-3 0 15,0 1-2 1,-1-2 1-16,-1 3 2 16,-2-2-11-16,0-1 11 15,-2-1-5-15,-1 2 1 16,0-2-3-16,-2 2 3 15,-1-1-2-15,0 1-7 16,0 1 0-16,0 1 2 16,0 1-2-16,-1-2 1 0,-2 1 0 15,1-1 0 1,-2-1 0-16,1-1 0 0,-1 1-1 16,0-2 1-16,0 3-1 15,-1-1 0-15,2 2-1 16,-1 1-7-16,0 0 7 15,-1-1-6-15,1 4 5 16,1-1-5-16,0 0 1 16,-1 2 4-16,0-1-5 15,0 2 5-15,-1-2-4 16,1 2 5-16,-1-1-7 0,-1 1 7 16,0 0-5-1,0 1 0-15,-2 0 0 0,-1-1 0 16,-1 2-2-1,-3 1 2-15,-3 0-6 0,-1 0 6 16,-3 0-3 0,-2 0 0-16,-1 2-12 0,3 1-42 15,4 0-125-15,5-1-332 16,5-2-570-16</inkml:trace>
  <inkml:trace contextRef="#ctx0" brushRef="#br0" timeOffset="129769.85">10446 505 553 0,'0'0'315'16,"0"0"-139"-16,0 0-36 0,0 0-8 15,0 0-48 1,0 0-13-16,19-19-15 0,-11 19-16 15,-1 0-15 1,-1 4-9-16,-3 6 6 0,-3 6 6 16,0 4 17-16,-5 5 9 15,-4 4 7-15,-3 2-18 16,1-1-4-16,0-2 2 16,3-3-17-16,4-1-10 15,3-5-5-15,1-2-3 16,0-5-4-16,5-2-2 15,3-4 2-15,0-4-2 0,1-2 14 16,-1 0-10 0,-1-7-4-16,-1-1-10 15,-2-1 10-15,-2 0 1 16,-1 3 9-16,-1 2 19 16,0 4 21-16,0 0-10 0,0 4-27 15,-2 12 20 1,-4 11 34-16,-2 13 15 0,1 11 22 15,0 5-26-15,2-10-12 16,3-11-5-16,0-12-15 16,1-6-15-16,-1 4-5 0,0 0-7 15,0 0-4 1,-1-3-8-16,-1-5 1 0,1-6-1 16,-2-1-1-1,-4-5 2-15,-4-1 1 16,-3 0-9-16,-3-5 0 15,-5-4-52-15,-2 1-47 0,-13 1-63 16,6 3-121-16,3 1-446 16</inkml:trace>
  <inkml:trace contextRef="#ctx0" brushRef="#br0" timeOffset="131199.84">10454 2054 203 0,'0'0'827'0,"0"0"-695"0,0 0 27 15,0 0 33 1,0 0-25-16,38 0-65 0,-21 0-29 16,2 0-17-16,0 0-28 15,1 0-28-15,7 0-16 16,-6 1-147-16,-4 2-541 0</inkml:trace>
  <inkml:trace contextRef="#ctx0" brushRef="#br0" timeOffset="132559.91">10499 2736 629 0,'0'0'361'0,"0"0"-218"0,0 0-46 15,0 0 32 1,0 0 5-16,42-18-44 0,-34 23-12 16,-2 7-21-16,-3 6-6 15,-3 6 15 1,-2 4 19-16,-7 3 15 0,-4 2-18 16,1 1-17-16,0-2-22 15,5-3-20-15,4-3-7 16,3-3-8-16,2-5-2 15,7-1-6-15,5-7 1 16,3-4 6-16,-3-5-7 16,1-1-5-16,-3-4 5 15,-4-8 2-15,-3-2 7 0,-2-2 2 16,-1 0 6 0,-2 4 46-16,0 4 34 0,0 5 11 15,0 3-32 1,0 5-53-16,0 17-10 0,0 15 50 15,0 15 38 1,4 4 20-16,0 2-4 0,0-7-38 16,-2-6-17-16,-2-8-22 0,0-7-4 15,0-11-9 1,-4-4-5-16,-2 1 4 16,-4 0-1-16,-2-2 4 15,-3-5-5-15,-3-5 10 16,-4-4-10-16,0-3-3 15,-3-9-9-15,0-3-10 16,0-3-1-16,3 1-1 16,0 1-1-16,2 3-27 15,0 2-38-15,-2 5-70 16,-9 6-76-16,5 1-357 0,2 5-553 0</inkml:trace>
  <inkml:trace contextRef="#ctx0" brushRef="#br0" timeOffset="133732.65">10569 4734 913 0,'0'0'625'0,"0"0"-488"15,0 0-46-15,0 0-68 16,0 0-23-16,0 0-1188 0</inkml:trace>
  <inkml:trace contextRef="#ctx0" brushRef="#br0" timeOffset="139164.62">14422 3990 983 0,'0'0'327'15,"0"0"-41"-15,0 0-15 0,0 0-42 16,0 0-47 0,0 0-27-16,2-5-17 0,7 4-42 15,4 0-10-15,6-1-13 16,4 1-17-16,2-1-18 16,1 0-14-16,0 2-12 0,0 0-6 15,-3 0-5 1,-3 0-1-16,-3 0 0 0,-4 0-8 15,-3 0-47 1,-2-2-112-16,0-3-112 0,-4 2-260 16,-2-1-130-16</inkml:trace>
  <inkml:trace contextRef="#ctx0" brushRef="#br0" timeOffset="139499.75">14655 3854 1332 0,'0'0'356'15,"0"0"8"-15,0 0-109 16,0 0-56-16,0 0-46 16,0 0-53-16,0 0-25 15,5 2-5-15,5 6-12 16,0 0-19-16,3 1-12 15,2 1 3-15,0-1-6 16,1 1-8-16,-1-2-8 0,-2 0-7 16,-1-1 0-16,-3 0 8 15,-1 0 1-15,-4 0-4 16,-4 0-4-16,0 1 4 16,-4 2-5-16,-9 1 0 15,-13 3 1-15,-15 5-1 0,-16 5-1 16,-10 4-106-1,13-7-275-15,10-5-757 0</inkml:trace>
  <inkml:trace contextRef="#ctx0" brushRef="#br0" timeOffset="154261.93">8501 6788 1047 0,'0'0'283'0,"0"0"16"15,0 0-114-15,0 0-76 16,0 0-39-16,0 0 5 16,22 17 13-16,9-17-14 15,10 0-36-15,10-8 11 16,2-4 12-16,-2 0-43 0,-3 1-11 16,-14 3-7-1,-6 2 0-15,-11 2 0 0,-4 1-1 16,-5 0-26-1,-4 0-17-15,-6 1 2 0,-8 0-92 16,-8 0-515-16</inkml:trace>
  <inkml:trace contextRef="#ctx0" brushRef="#br0" timeOffset="154668.75">8566 6535 1102 0,'0'0'119'16,"0"0"-105"-16,0 0-6 0,0 0 15 16,0 0 4-16,0 0-2 15,0 0-13-15,-28 0 44 16,4 18 14-16,-6 3 42 15,1 2-7-15,0 2-5 16,5-1-53-16,5 1 22 16,6 0 3-16,5-1 5 15,5 1-8-15,3-2-13 16,5-1-3-16,6-1-4 16,4-3-3-16,3-2-3 15,5-4 10-15,2-1 2 16,3-4-9-16,4-1-14 0,6-3-1 15,0-2-13 1,0-1-18-16,-2 0-3 0,-9 0-5 16,-3 4-32-16,-9 4-293 0,-11 1-662 0</inkml:trace>
  <inkml:trace contextRef="#ctx0" brushRef="#br0" timeOffset="163684.69">5785 7033 1049 0,'0'0'262'0,"0"0"-77"16,0 0-36-16,-46-16-32 15,28 11-4-15,-3-1-6 16,-1-1 3-16,-2 0-44 15,-3 0-17-15,0 0-2 16,-3 1-10-16,-2 1 6 0,1 0-21 16,-3 0-6-16,-6 3-10 15,-7 0-4 1,-6 2-1-16,-2 0 0 0,6 4 1 16,5 2 6-16,9 0-7 15,7-1 4-15,4-1-4 16,1 1 1-16,-4 1-1 15,-4 4-1-15,-4 0 1 16,-1 1 0-16,1 1 1 16,1-1 7-16,2 0-2 15,1-1 5-15,3 1-10 0,2 0 4 16,3 1 4 0,2 0-3-16,1 2-5 0,5 1 4 15,0 4-5 1,4 1 6-16,0 3-1 0,6 2 9 15,0 3 3 1,3 1-9-16,2 2-3 0,0 0-5 16,2 2 6-16,6-1 12 15,2 1 7-15,3-2-13 16,2-1 1-16,4-1-3 16,1 0 4-16,5 0-4 15,1-1-5-15,2-1-5 0,8-3 7 16,10 0-2-1,12-3 1-15,5-7 20 16,3-9 1-16,-4-5-2 16,-5 0 2-16,1-5 3 15,1-3-10-15,0 1-1 16,-5-2-4-16,-2 0 3 16,-5-2-10-16,-4 0 8 0,-7 0 11 15,-7 2 8-15,-6 0 0 16,-2 0 12-16,5-2-17 15,4-3-2-15,3-2-13 16,-2 0 1-16,-3-1-5 16,-1-1 0-16,-1 0-2 15,-1-2-1-15,-2 0-3 16,-2-1 2-16,1-3-7 16,-3-2 5-16,0-2-4 15,1-4-1-15,-2 1-1 16,0-2 8-16,-4 2-7 15,-2 2-1-15,-3-1 6 0,-5 3-6 16,-4-1 0-16,-1 1 0 16,-10-1-1-16,-5 1-5 15,-5 1-3-15,-2 0 8 16,-4 3-1-16,1 3 1 16,-2 3 0-16,0 2-1 15,1 3 1-15,0 2 0 16,-1 3 0-16,1 2 0 15,1 2 0-15,-1 3 0 16,3 0 0-16,1 1 0 0,3 6-18 16,2 3-29-1,2 3-66-15,3 7-91 0,3-2-154 16,4-4-486-16</inkml:trace>
  <inkml:trace contextRef="#ctx0" brushRef="#br0" timeOffset="-125606.87">5568 4989 769 0,'0'0'38'0,"0"0"-38"16,0 0-6-16,0 0 6 16,0 0 16-16,0 0-16 15,-14-7-13-15,14 39 13 0,1 3 6 16,2 1 118-1,1-4 25-15,2-8-42 0,0 2-1 16,1 2 7-16,3-2 5 0,-1-2-14 16,0-4-25-1,-1-5-26-15,-2-4-31 0,-2-6-21 16,0-5 2 0,-1-2 3-16,0-12-6 0,0-6-47 15,-3-5-26 1,0-5 16-16,0-2 40 0,-3-2 15 15,-3-2-37 1,-1 1-6-16,0 3-39 0,1 4 8 16,0 5-2-16,3 7 1 15,0 8 12-15,2 6 43 16,1 2-12-16,3 20-52 16,11 15 86-16,1 1 13 15,1 1 120-15,-2-3 15 16,0-9-35-16,-1 8 24 15,0 1 7-15,-2 2-20 16,-2-3-16-16,-3-2-25 0,-5-4-56 16,-1-4-21-1,-6-5-6-15,-6-6-27 0,-8-4-55 16,-4-6-3 0,-10-2-32-16,1-10 32 0,-1-3 37 15,-1-5 31 1,9 1 17-16,0-1 6 0,8 3 49 15,5 5 50 1,7 4 18-16,6 6-59 0,2 0-51 16,13 8-5-1,13 9-7-15,12 5 56 0,9 0 28 16,-3-2-36-16,-9-7-6 16,-10-4-2-16,-8-6-19 15,4 1-10-15,-1-1-12 0,-1-2 1 16,-4-1 0-1,-5-4-1-15,-6-7 8 0,-3-6-7 16,-3-4-1 0,0-4 0-16,-8-1-1 15,-1 4-5-15,1 3 5 16,2 7 1-16,2 7 0 16,1 5 0-16,2 8-31 0,1 8 19 15,0 8 12-15,0 2 1 16,0 0-1-16,7 3 0 15,-2-4-1-15,7 12-101 16,-5-7-178-16,0-5-426 0</inkml:trace>
  <inkml:trace contextRef="#ctx0" brushRef="#br0" timeOffset="-125466.85">5845 5246 1951 0,'0'0'215'0,"-51"36"-215"0,20-9-86 0,-5 3-512 0</inkml:trace>
  <inkml:trace contextRef="#ctx0" brushRef="#br0" timeOffset="-123436.78">10287 6571 925 0,'0'0'399'0,"0"0"-171"0,0 0 11 16,-56-28-14-1,30 28-107-15,-1 9-48 0,-2 7-33 16,1 6-2-16,6 3 8 16,5 1-6-16,5 0 2 15,7-2-7-15,3-2-18 16,2-3-13-16,10-3 0 16,5-7-1-16,4-6 0 15,3-3-12-15,4-12-6 16,-2-9-34-16,4-13-3 15,-4-11 21-15,-7-14 18 16,-6-8 7-16,-10 0 8 16,-1 4-2-16,0 16-3 0,-3 14-29 15,2 13-99 1,-1 10-26-16,-1 2 52 16,3 5 78-16,-2 3 29 15,-1 12-10-15,2 25-48 16,1 15 59-16,0 10 73 15,4-1 65-15,6-15-17 0,1-15-1 16,1-10-61-16,3-7-43 16,4-1-16-16,5-3 0 15,2-4-18-15,0-6-32 16,-4-9-71-16,-1-9 1 16,-6-6 16-16,-3-2 58 15,-5-2 37-15,-3 2 9 16,-2 4 8-16,-2 5 19 15,0 6 44-15,-2 9 72 16,-5 2-30-16,-1 13-67 16,-3 7 0-16,0 5 11 15,1 2-1-15,4-1-17 0,4-3-15 16,2-3-11-16,0-5-1 16,4-5-12-16,4-2 6 15,3-7 3-15,1-1 15 16,1-11 56-16,3-7-31 15,-2-4-23-15,-2-5-15 16,-5-2-10-16,-4-1-1 0,-3 4-1 16,-7 7-11-1,-8 12-22-15,-12 16-112 0,2 10-173 16,3 4-497-16</inkml:trace>
  <inkml:trace contextRef="#ctx0" brushRef="#br0" timeOffset="-120565.27">11233 6425 824 0,'0'0'227'0,"0"0"-32"15,0 0 36 1,0 0 2-16,0 0-58 0,-45-15-46 16,27 24-44-16,-2 6-22 15,3 5-5-15,2 3-17 16,4 2-10-16,4 1 8 16,4-2-7-16,3-3-18 15,3-4-13-15,7-5 1 16,2-6-2-16,4-5 0 15,2-3 0-15,1-13-1 0,0-13-14 16,-3-13-8 0,-7-12 11-16,-6-6 4 0,-3 4 8 15,-12 6 0-15,2 5-30 16,-1 9-32-16,5 10-19 16,2 10 0-1,1 10 0-15,3 4-14 0,0 4 52 16,0 24-3-16,3 17 13 15,4 8 33-15,5 3 82 16,-3-11 10-16,0-12 27 16,0-9-41-16,1-7-78 15,7 3-36-15,2-5-248 16,-4-4-387-16</inkml:trace>
  <inkml:trace contextRef="#ctx0" brushRef="#br0" timeOffset="-120182.23">11354 6329 985 0,'0'0'180'0,"0"0"-35"0,0 0-69 0,0 0 8 16,0 0 6 0,0 48-19-16,8-34-8 15,3-3-29-15,-1-3-17 16,1-3-2-16,-1-5 26 15,0 0 46-15,-2-6 3 16,-1-7-11-16,-2-3-20 16,1-3-17-16,-5-1 3 15,-1 1-17-15,0 3 25 0,-5 5-16 16,-2 4-23-16,0 7-14 16,-4 0-15-16,-1 13 5 15,-1 7 1-15,1 5 9 16,2 5 16-16,3 0 28 15,7 0-9-15,0-3-7 16,12-3-21-16,7-6-7 16,13-6-20-16,-2-8-78 15,3-4-75-15,10-18-202 16,-14-3-186-16,-3-3-420 0</inkml:trace>
  <inkml:trace contextRef="#ctx0" brushRef="#br0" timeOffset="-119986.59">11605 6323 748 0,'0'0'266'0,"0"0"33"15,0 0 21 1,0 0-103-16,-37-24-60 0,28 28-45 16,0 9-18-16,2 6-20 0,3 4-33 15,4 2-18 1,0 2-10-16,9-1-12 0,5-3 0 16,3-3-1-1,4-6-43-15,1-3-81 0,1-10-92 16,7-9-132-1,-7-7-28-15,-4-3-379 0</inkml:trace>
  <inkml:trace contextRef="#ctx0" brushRef="#br0" timeOffset="-119702.58">11747 6336 533 0,'0'0'312'16,"0"0"41"-16,0 0-57 16,0 0-40-16,0 0-121 0,-39-10-28 15,29 24 7 1,2 2-29-16,3 0-37 0,3 2-25 15,2-2-11-15,0-1-3 16,7-6-8-16,1-2 0 16,2-6 7-16,0-1 18 0,1-7 31 15,1-7-16 1,-2-4-15-16,-1-4-13 0,-2 1 2 16,-4-2-9-1,-3 3-5-15,0 3-1 0,0 4 1 16,0 7-1-1,-1 4-1-15,1 2-36 16,0 8-27-16,5 6-38 16,8 4-87-16,12 5-63 15,-2-3-137-15,-2-3-313 0</inkml:trace>
  <inkml:trace contextRef="#ctx0" brushRef="#br0" timeOffset="-119336.62">11919 6356 606 0,'0'0'319'16,"0"0"40"-16,0 0-28 15,0 0-67-15,-15-41-31 16,10 41-59-16,-1 0-71 16,-2 7-47-16,0 7-1 15,0 4-10-15,3 4-5 16,1 1-5-16,4 1-14 16,0-2-10-16,5-3-10 15,2-5 0-15,1-3-1 0,1-7 0 16,-2-4 0-1,2-5 0-15,0-11 0 0,-1-6-6 16,-4-13 0-16,-1-17 5 16,-3-22-6-16,-5-10-12 15,0 11-1-15,0 18-29 0,3 30-55 16,2 14-41 0,-2 5 43-16,1 3 74 0,-1 3 14 15,0 17-61 1,2 20 55-16,0 14 20 0,10 6 62 15,1-8-20 1,4-13-25-16,-4-14-17 0,5 2-70 16,1-4-264-16,-4-4-365 0</inkml:trace>
  <inkml:trace contextRef="#ctx0" brushRef="#br0" timeOffset="-118766.64">12048 6224 932 0,'0'0'166'0,"0"0"-55"0,0 0-21 15,0 0 6-15,-7 53 8 16,14-38-34-16,3-2-26 16,0-3-11-16,1-4-14 0,0-5 0 15,-1-1 48 1,-1-5-2-16,1-8-32 0,-2-5-15 15,-3-4 7 1,-1-1 7-16,-3 1 0 0,-1 3 66 16,0 6 8-16,-7 7-1 0,-2 6-35 15,0 6-35 1,-2 10-4-16,2 4 2 16,1 2-3-16,8 0-15 15,0-2-9-15,6-3-5 16,8-5 0-16,2-5 5 15,5-4-5-15,0-3 8 16,0-7-3-16,-3-7 6 16,-3-4-6-16,-3-3-5 15,-5-2 0-15,-4-1 6 16,-3 3-6-16,0 2 0 16,-1 5-1-16,-3 7 0 0,1 3 1 15,2 3-1-15,1 1-6 16,0 3-14-16,0 9 11 15,0 4 8-15,2 6 1 16,2 3 0-16,0 1 1 16,0 0 8-16,0-1 23 15,-1-2 18-15,2-2 22 16,1-3-11-16,1-3-33 0,4-4-14 16,4-4-7-1,6-4-1-15,20-5-6 0,-4-7-149 16,2-3-504-16</inkml:trace>
  <inkml:trace contextRef="#ctx0" brushRef="#br0" timeOffset="-117534.99">12844 6144 81 0,'0'0'118'16,"0"0"-86"-16,0 0-19 16,0 0 66-16,0 0-40 15,0 0-32-15,0 0-7 0,3 0 0 16,-3 0-15-16,0 0-17 16,0 2-27-16,0-1-121 0</inkml:trace>
  <inkml:trace contextRef="#ctx0" brushRef="#br0" timeOffset="-116764.77">12844 6144 30 0,'6'-1'189'15,"-5"-3"-68"-15,2 0 65 16,-2-1 6-16,1-1-18 0,-2-1-47 15,0 1 26 1,0 1-20-16,-3-1-18 0,-4 1 7 16,-1 4-3-16,-4 1-43 15,-3 1-16-15,-2 10-4 16,-1 2 8-16,2 2-14 16,4 1-19-16,4-3-18 15,6 0-7-15,2-2-5 0,2 0 0 16,8-3 0-1,3 0 9-15,0 1-9 0,2-1 0 16,-2 1 0 0,-1 0 0-16,-4 2 0 0,-3 0 0 15,-5 0 0-15,0 1 9 16,-9-1 10-16,-2 1 6 16,-4-2-8-16,1-1-11 15,-3-2-5-15,2-2-1 16,3-2 0-16,2-3 2 15,2 0 3-15,4-2 0 16,4-5 0-16,0 2-5 16,1 0 1-16,6 2-1 15,2 1 0-15,0 2 0 16,2 0 0-16,2 8 14 16,0 1 19-16,2 3-3 15,1-2-11-15,2 1-8 0,2-2-4 16,2 0 2-1,1-5-3-15,-2-2-6 0,-2-2 0 16,-3-3 0 0,-5-8 0-16,-1-6-1 0,-6-4 1 15,-2-7 8-15,-2-10-7 16,-2-16 5-16,-6-10 2 16,-1 6-3-16,3 13 20 0,2 19-26 15,2 16-43 1,0 2-7-16,0 3 19 0,2 3 19 15,0 2-4 1,0 14-36-16,8 13 51 0,3 15 1 16,2 12 50-1,0-4 19-15,-5-10-8 16,-2-14-12-16,-2-9-31 16,-1-1-18-16,0 0 0 15,0 0-92-15,-3-8-118 0,0-3-173 16,0-5-332-16</inkml:trace>
  <inkml:trace contextRef="#ctx0" brushRef="#br0" timeOffset="-116587.02">12897 6215 1147 0,'0'0'151'0,"0"0"-112"0,42-1-26 16,-10-3-12-16,13-2 0 0,9 0-1 16,-9 1-80-1,-12 0-333-15</inkml:trace>
  <inkml:trace contextRef="#ctx0" brushRef="#br0" timeOffset="-115816.64">13274 6177 819 0,'0'0'259'0,"0"0"13"15,0 0 19-15,0 0-36 16,0 0-36-16,0 0-55 15,0 0-49-15,-24-19-18 16,8 19-54-16,-4 9-20 16,-1 4 9-16,0 3-8 15,3 2-10-15,4-1 4 16,4 0 9-16,5-2-13 16,5-2-13-16,3-3 6 15,10-3-5-15,3-3 4 0,3-3 1 16,1-1-7-1,-2-2 0-15,-1-5-6 0,-3-1-5 16,-4-3-2-16,-2 0 12 16,-2-1 0-1,-2 1-5-15,-2 1 6 0,-1 3 7 16,-1 1-6-16,0 3 11 16,0 2 1-16,0 0-5 15,0 1-8-15,0 1-6 16,0 6-1-16,0 5 2 15,0 1 5-15,0 2 2 16,3-2-1-16,4 0-1 16,4-3 1-16,1-2-1 15,3-2 0-15,1-4 0 16,1-2-1-16,-2 0 1 16,0-7-1-16,-2-4 0 0,-3-5-21 15,-2-5 12-15,-5-11 4 16,-3-12 5-1,-3-8 1-15,-6 1 0 0,0 12-13 16,1 12-59-16,2 12-30 16,1 1 45-16,-1 3 19 15,0 1 26-15,3 8 10 16,1 2-8-16,1 5-14 16,1 11-1-16,0 9 24 0,8 10 1 15,2-1 4 1,2 4 63-16,1-1 0 0,-2-9-15 15,0 2-33 1,-1-6-19-16,-3-7-21 0,-2-4-115 16,-4-9-169-16,-1-3-296 15,0-1-281-15</inkml:trace>
  <inkml:trace contextRef="#ctx0" brushRef="#br0" timeOffset="-115656.7">13276 6124 1295 0,'0'0'155'0,"0"0"-110"0,0 0-30 0,51 0-5 16,-11 0-10-16,10-1 0 16,-7-2-56-16,-10 0-341 0</inkml:trace>
  <inkml:trace contextRef="#ctx0" brushRef="#br0" timeOffset="-114804.95">13632 6164 820 0,'0'0'282'0,"0"0"-70"0,0 0-44 0,0 0 1 16,0 0-51-16,0 0-51 16,0 0 40-16,13 6-3 15,-2-5-39-15,2-1-14 16,1 0-12-16,1-3-19 15,-1-4-11-15,-3-1-7 16,-2-2-1-16,-3-1 5 16,-4 0 1-16,-2-2-6 15,0 2 5-15,-6 2-4 0,-4 3 7 16,-4 5 13 0,-5 1 3-16,-4 7 12 0,-1 10 16 15,-1 7-2 1,3 4 11-16,5 2-1 0,7-1-10 15,10-2-15 1,7-5-1-16,20-3 7 0,22-6 21 16,16-7-24-16,5-6-15 15,-12-3-15-15,-20-5-9 16,-20-5-6-16,-11 5-175 16,-7-4-408-16</inkml:trace>
  <inkml:trace contextRef="#ctx0" brushRef="#br0" timeOffset="-113984.7">10858 6679 1089 0,'0'0'305'0,"0"0"-30"0,0 0-155 16,0 0 0-16,0 0 69 16,-9 56-65-16,4-34-21 15,0 0-30-15,-1-2-24 16,1-4-15-16,-1-4-7 16,2-2-11-16,-1-6-8 0,2-3-7 15,-1-1 18 1,-3-10 3-16,1-14-16 0,1-15 2 15,3 0-7 1,2 4 8-16,0 7-7 0,9 14 10 16,2 4-4-16,5 3-8 0,4 7-1 15,1 5-6 1,2 11 6-16,0 4-1 0,-4 2-8 16,-2 2-1-1,-5-3-68-15,-4-1-103 16,-3-6-335-16,-5-8-736 0</inkml:trace>
  <inkml:trace contextRef="#ctx0" brushRef="#br0" timeOffset="-112997.06">10729 6236 424 0,'0'0'730'0,"0"0"-482"0,0 0-13 0,0 0-82 31,0 0 45-31,0 0-5 0,0 0-63 16,-6 2-12-16,7-12-9 16,8-6-32-16,1-7-41 15,4-10-20-15,-1-12-4 16,-3-12-6-16,-5-4-6 15,-5 11-1-15,0 12-26 16,-2 18-80-16,-3 9-11 16,-2 2 45-16,2 3 22 15,-5 3 12-15,0 3-1 0,-3 9 9 16,0 9 25-16,0 6 6 16,4 2 18-16,3 2 7 15,6-2 15-15,0-3-13 16,10-3-20-16,5-5-6 15,1-4-1-15,1-4-5 16,-1-3 3-16,-2-4-17 16,-5 0-3-16,-2 0 13 15,-4-5 8-15,-3-1 1 0,0-3 0 16,0 4 11 0,-6-1 7-16,-1 2 10 0,0 2 10 15,-2 2 2 1,2 0-9-16,0 9-13 0,1 3-8 15,3 3 5 1,2 3-6-16,1 1-3 0,1-2-5 16,8 0 0-16,1-3-1 0,1-3 0 15,1-2-9 1,1-6-12-16,1-3-32 0,-1-2-17 16,0-11-29-1,-2-2-19-15,-3-4 40 16,-3-3 49-16,-2-4 28 15,-2 0 1-15,-1 1 0 0,0 3 6 16,0 7 15 0,0 5 19-16,0 6-2 15,0 4-23-15,0 0-6 0,1 4-8 16,1 5 14 0,0 3 4-16,0 2-13 15,0 0 0-15,1 0-6 0,-1 0 0 16,1-2 0-16,0-1-1 15,2-4-11-15,0-3-64 16,2-3-22-16,1-1-42 16,0-3-36-1,3-4 7-15,-3-1 54 0,2-1 64 16,-1 1 37-16,-4-1 13 16,0 5 1-16,-1 0-25 15,-1 1-23-15,0 2-47 16,-1 1-109-16,-1 0-60 15,0 0-41-15</inkml:trace>
  <inkml:trace contextRef="#ctx0" brushRef="#br0" timeOffset="-112402.97">11004 5993 539 0,'0'0'236'0,"0"0"53"15,0 0-65-15,0 0 21 16,0 0-22-16,0 0-47 16,0 0-33-16,-32-6-41 15,19 13-4-15,-1 4-5 16,-1 3-29-16,0 1-29 15,3 0-6-15,2 2-10 16,5-2-4-16,5-1-9 16,0-3-6-16,7-3 1 15,7-5 1-15,2-3-1 16,4-1 1-16,0-8-2 0,-2-4 0 16,-2-1-14-16,-4-4 3 15,0 1 11-15,-5 0 8 16,-1 2-7-16,-3 3 11 15,-1 3-10-15,-1 5-1 16,-1 2 0-16,1 2-1 16,0 0-9-16,2 7-7 15,3 4 15-15,0 2 1 16,2 0-1-16,2-1 0 16,1-2-14-16,2-2-161 0,9-8-129 15,-2 0-190 1,-2-6-121-16</inkml:trace>
  <inkml:trace contextRef="#ctx0" brushRef="#br0" timeOffset="-111887.03">11202 5926 925 0,'0'0'273'15,"0"0"52"1,0 0-74-16,0 0-58 0,0 0-67 16,-43 4-42-1,34 9-10-15,2 2-19 0,4 1-23 16,1-1-21-1,2-2-4-15,6-1-7 0,6-3-1 16,2-5 0 0,2-4-15-16,2 0-39 15,-3-10-26-15,-1-6-40 16,0-5-12-16,-6-3 78 16,-3-10 35-16,-5-11 20 0,0-12 1 15,-5 8 14-15,-3 9 19 16,5 18 30-16,0 15-4 15,1 2-44-15,2 2-7 16,-1 3-9-16,1 8-25 16,0 14 19-16,8 15 6 15,2 1 2-15,1-2 80 16,0-3 17-16,-1-7-33 16,1 2-18-16,1-2-20 15,-2-6-19-15,0-6-9 16,-3-9 0-16,0-5 0 15,0-5 5-15,0-9-4 0,1-4 0 16,1-1 1 0,-1 2 5-16,0 4 6 0,0 5 22 15,2 6-6-15,4 2-18 16,3 2-5-16,5 7 11 16,5 0-3-16,9 1-8 15,10-2-6-15,15-7-17 16,-8-1-190-16,-5-4-621 0</inkml:trace>
  <inkml:trace contextRef="#ctx0" brushRef="#br0" timeOffset="-107132.86">14255 5953 703 0,'0'0'364'0,"0"0"-221"15,-20-41-8-15,13 27 76 16,0 2-10-16,3 5-42 15,1 5-60-15,1 2-65 16,2 16-34-16,0 19 0 16,4 12 6-16,2 0 31 15,1-7 50-15,-2-13-49 16,-1-8-21-16,0 2-16 16,1 1 7-16,0-1-8 15,-1-6 0-15,-1-6-1 16,1-6-6-16,0-3 7 15,2-4 1-15,1-8 0 16,3-3 1-16,1-3-1 0,0 1 8 16,0 2-8-16,-1 5 0 15,0 2 7-15,-2 5-7 16,1 3-1-16,-2 0 6 16,2 3-4-16,1 5 4 15,2 0-5-15,0 0-1 16,0-1 0-16,2-1 0 15,0-4-8-15,1-2-66 16,-1 0-47-16,2-4-38 16,-2-7-31-16,-1-5 41 0,-2-2 52 15,-4-3 68-15,-2-1 29 16,-2-1 10-16,-3 3 50 16,0 4 42-16,0 4 38 15,0 5 22-15,0 5-11 16,-4 2-61-16,-2 7-52 15,-3 7-1-15,-1 5 6 16,1 4-9-16,1 1-9 16,2 2-7-16,4-3-9 15,2-2-8-15,0-3 0 16,2-5-1-16,4-5 0 0,0-4-1 16,3-4-1-1,-1-4-5-15,-1-9-42 0,0-4 9 16,-1-3 14-1,-3-2 9-15,0 2 5 0,-2 1 12 16,0 6 0 0,0 4 1-16,-1 4 0 0,0 5 0 15,0 0-1-15,1 0-1 16,2 8 1-16,1 2-1 16,5 1 0-16,2 1-1 15,3-2-10-15,2-3-121 16,0-3-38-16,-3-3-60 15,-1-1-18-15,-4-6 35 16,-3-5 88-16,-4-4 126 0,-1-1 26 16,0-2 85-1,-2 2 46-15,-2 2 42 0,2 4 14 16,0 3-38 0,1 5-34-16,1 2-89 0,0 1-36 15,0 9-7-15,2 5 10 16,3 3-4-16,2 1-1 15,1 1-3-15,1 0-2 16,0-3-7-16,0-2 0 16,-1-4-2-16,-4-4 0 15,1-4-1-15,-1-3 0 16,0-4 1-16,0-7-21 16,1-4 2-16,2-1 12 15,0 0 5-15,0 1 1 16,0 5-1-16,-1 3 2 0,0 2 0 15,-2 5-1 1,2 0 1-16,1 0 0 0,0 3 0 16,2 1 1-16,2-1-1 15,1-1 0-15,-1-2 0 16,2 0 0-16,-1-7 0 0,-1-3 1 16,-4-3-1-1,-1-2 1-15,-2-2 5 16,-3 1-4-16,-1 2 15 15,0 2 25-15,-4 4 20 0,-2 6 2 16,-2 2-29-16,-2 3-13 16,0 9-7-16,0 4-4 15,3 4-10-15,6 2 1 16,1 1-2-16,12 0-1 16,14 4-8-16,12-1-68 15,13-5-129 1,-5-4-319-16,-10-11-621 0</inkml:trace>
  <inkml:trace contextRef="#ctx0" brushRef="#br0" timeOffset="-106730.98">15329 6087 1332 0,'0'0'235'0,"0"0"-181"0,0 0-27 0,0 0 30 16,0 0 78-16,0 0-30 0,0 0-8 16,44 30-53-1,-33-31-22-15,-3-9 1 0,-1-6 13 16,-3-5-21-16,-2-12-2 16,-2-14-12-16,-5-19 14 15,-6-8 6-15,-3 5-11 16,1 16 17-16,3 24-27 15,4 14-6-15,2 8-33 16,0 2 17-16,1 2 10 16,-1 3-1-16,3 11-19 15,1 17 18-15,0 15 14 0,14 13 36 16,3 6 17-16,2-10-1 16,-4-14-29-1,-6-14-23-15,-2-6-3 0,2 5-164 16,-2-4-325-16,-2-5-151 0</inkml:trace>
  <inkml:trace contextRef="#ctx0" brushRef="#br0" timeOffset="-106414.86">15426 5853 986 0,'0'0'149'15,"0"0"-91"1,0 0 27-16,0 0 71 0,43-4 25 15,-36 15-19 1,-3 4-17-16,1 3-12 0,-2 4-3 16,-1 0-19-1,0-1-22-15,1-1-39 16,0-5-23-16,4-2-15 0,1-5 9 0,2-4 25 16,2-4 32-1,2 0-25-15,-1-10-13 0,0-5-21 16,-2-5-5-1,-2-5-8-15,-3-2-6 0,-3-1-10 16,-3 4-23-16,0 5 3 16,-6 6 2-16,-6 8-8 15,-14 5-13 1,-28 10-28-16,2 4 16 0,-4 2-307 0</inkml:trace>
  <inkml:trace contextRef="#ctx0" brushRef="#br0" timeOffset="-104486.79">10521 7288 1017 0,'0'0'239'0,"0"0"25"15,0 0-36-15,-51-19-12 16,30 19-103-16,-3 4-81 15,-3 11-26-15,-1 7-6 16,2 4 2-16,2 3 6 16,5 0 10-16,9-4 3 15,6-2-1-15,4-7 3 16,3-4-12-16,8-5-5 16,5-7-6-16,-1-1 1 15,2-13 0-15,-3-5 1 16,-1-5-1-16,-5-3 1 15,-1-1 7-15,-3 3-1 16,-2 5-7-16,0 7 0 0,0 8-1 16,3 5-1-16,5 15-15 15,7 22 10-15,6 14 6 16,-1 6 24-16,-4-1 21 16,-7-9 20-16,-6-12 21 15,-3-6-46-15,-2-7-24 16,0-2-7-16,-5-1-8 15,-4 0 1-15,-3-3-2 0,0-8 0 16,-1-8 0 0,0-2 0-16,2-18-36 0,5-15-11 15,5-1-16-15,1 1 25 16,5 3 14-16,5 9 12 16,6-2 4-1,2 0 7-15,0 4-4 0,2 4 5 16,-2 4 2-16,1 4-1 15,-2 5 8-15,-2 2 1 16,1 2 8-16,-2 2 1 16,-1 7 6-16,-2 4 8 15,1 1 6-15,-4 1-16 16,-2 1-5-16,0-2-12 0,-2-2-5 16,-4-2-1-1,0-2-1-15,0-5-57 0,-8-3-76 16,-3-8-228-1,0-3-495-15</inkml:trace>
  <inkml:trace contextRef="#ctx0" brushRef="#br0" timeOffset="-104380.22">10539 7233 125 0,'0'0'705'0,"0"0"-623"0,0 0-65 0,0 0-7 15,30 46-10 1,-16-26-132-16</inkml:trace>
  <inkml:trace contextRef="#ctx0" brushRef="#br0" timeOffset="-103880.68">10655 7319 26 0,'0'0'1027'16,"0"0"-681"-16,0 0-47 15,0 0-167 1,0 0 20-16,0 0 17 0,0 0-43 15,48 47-24-15,-38-25-33 16,1-2-17-16,0-2-7 16,-1-3-18-16,-3-3-18 15,0-4-9-15,-3-4 1 16,-2-4 0-16,-1 0 11 16,-1-11-10-16,4-4-2 15,-1-3 0-15,2-2 0 16,1 0 1-16,0 4 0 0,3 3 1 15,1 4-2 1,-1 5 0-16,2 2 0 0,2 2-1 16,1 2 1-1,0 2-1-15,1 0 1 0,1-2-1 16,0-2 1-16,-1 0 0 16,-1-10-1-16,-1-3 1 15,-2-3 0-15,-3-2 0 16,-3-1 1-16,-4 0 6 15,-1 2-6-15,-1 2 5 16,-6 6-4-16,0 6-2 0,-1 3 0 16,-4 3-1-1,0 13-7-15,-2 7 8 0,3 4 9 16,2 5 22 0,6 0 3-16,3 0-1 0,15-6-20 15,18-3-13 1,36-11-47-16,-6-6-241 0,-1-6-689 0</inkml:trace>
  <inkml:trace contextRef="#ctx0" brushRef="#br0" timeOffset="-103431.33">11793 7274 1110 0,'0'0'170'0,"0"0"-95"0,0 0 31 0,0 0 48 15,0 0-5-15,0 0 5 16,0 0-3-16,28-21-73 15,-13 4-40-15,-1-4-20 16,0-1 1-16,-1-2-7 16,-3-2-2-16,-3-2 3 0,-5 1 10 15,-2 0 14 1,0 5 13-16,-10 4 5 0,-4 10-23 16,-4 7-21-1,-6 4-11-15,-8 20 0 0,-6 13 6 16,2 13 14-1,7-2 18-15,15-8 7 0,14-12-30 16,3-9-15-16,18 3 0 16,18-4-10-16,17-13-50 15,10-6-84-15,-3-24-161 0,-17 1-381 16,-16 4-473-16</inkml:trace>
  <inkml:trace contextRef="#ctx0" brushRef="#br0" timeOffset="-102230.98">12078 6984 1066 0,'0'0'212'0,"0"0"95"0,0 0-128 16,-41 7-41-16,34 6-42 15,0 3-46-15,4 2-25 16,3 2-13-16,0 0-11 16,5-1 1-16,4-3-2 15,3-5-1-15,0-4-24 16,1-5-67-16,-3-2-26 15,1-6-9-15,-3-6 56 16,-3-4 51-16,-2-5 20 16,-2-2 24-16,-1-1 62 15,0 1 29-15,0 3 17 0,0 6 15 16,0 5-11 0,0 7-27-16,0 2-67 0,0 6-30 15,2 11 7 1,2 6 24-16,1 5 8 0,2 3-4 15,-2 0-8 1,3-1-15-16,-2-5-16 16,1-1-8-16,0-7-8 0,1-6-7 15,1-8-148-15,-1-3-36 16,0-13-144-16,2-10-232 16,-3-11 85-16,-1 1 116 15,-1-4 161-15,0 0 213 16,-2 11 519-16,1 1-197 15,-2 8-3-15,-1 8 18 0,0 6-70 16,0 3-140 0,0 0-74-16,3 12-22 15,1 5 60-15,0 5 14 16,4 4-41-16,1 0-23 16,0 1-11-16,3-3-16 0,0-5-8 15,-1-3-6-15,0-7 0 16,-2-6-14-16,1-3 1 15,-2-10-29-15,-1-9-4 16,1-3 12-16,-1-3 17 16,0 0 6-16,0 3 0 15,1 4 11-15,0 5 0 16,0 3 1-16,2 6-1 16,1 2 6-16,3 2-5 15,5 2-1-15,2 4 1 0,1 2 6 16,2-2-7-1,0-2 0-15,-1-4-6 0,-2 0-83 16,-5-4-62 0,-2-6-40-16,-6-1 61 0,-3-2 86 15,-3 2 42-15,-3 0 2 16,0 4 63-16,-5 2 55 16,-4 4-3-16,-2 1-32 0,-2 2-25 15,-2 8-4 1,-1 4 3-16,2 2-35 0,3 1-1 15,3 1-9 1,5-1-5-16,3-5-6 0,4-3 0 16,9-5-1-1,3-4 0-15,3-3-7 0,-1-7-29 16,-1-3-8-16,-5-2 14 16,-3 1 13-16,-4 3 17 15,-3 3 1 1,-1 3 16-16,-1 2 40 0,0 3 15 15,0 0-33-15,0 4-30 16,-2 5-2-16,1 1-6 16,1 3 0-16,0-1-1 15,7-3 0-15,4-3 6 16,2-4-6-16,1-2-1 16,1-5-6-16,-4-7-6 15,-1-7 1-15,-6-9 5 16,-4-15 7-16,-7-21 1 15,-7-9 20-15,-1 9 10 16,4 15-31-16,5 26-21 0,2 12-51 16,2 5 39-1,0 2 22-15,0 4 10 0,2 25-7 16,0 23 8-16,13 22 0 16,3 6 99-16,6-1 10 15,3-15-23-15,3-14-32 16,-6-15-54-16,-2-14-316 0</inkml:trace>
  <inkml:trace contextRef="#ctx0" brushRef="#br0" timeOffset="-101335.04">13827 6813 943 0,'0'0'301'0,"0"0"61"0,0 0-26 0,0 0-72 15,0 0-39-15,0 0-78 0,-49-23-84 16,31 38-39 0,1 4-15-16,3 0 20 15,2 2-3-15,5-1-11 16,6-2-9-16,1-5-6 15,7-2-8-15,9-7-8 16,2-4-29-16,3-4-49 16,0-9-51-16,-1-5 2 15,-4-3 50-15,-3-4 72 16,-4 0 21-16,-4 0 6 16,-2 5 49-16,-2 4 38 15,-1 6 26-15,0 6 9 16,0 4-72-16,0 7-47 15,-1 10-9-15,-3 8 2 0,3 4 10 16,1 1-2 0,0-1 0-16,9-3-9 0,4-6-2 15,5-7 1-15,3-9-6 16,5-4-11-16,1-17-62 16,2-14-66-16,-2-17 39 15,-6-15 65-15,-6 3 41 16,-10 11 0-16,-4 18 29 0,-1 17 72 15,0 3-58 1,0 1-26-16,-1 6-16 0,-1 4-1 16,-1 6-35-1,0 12 18-15,0 7 17 0,3 11 19 16,2-1 19-16,7 0 17 16,6-2-15-16,1-8-30 15,5-5-10-15,1-8-20 16,1-10-64-16,-4-3-26 15,-4-15-31-15,-5-14 10 16,-7-13 97-16,-3-16 34 0,-10-6 38 16,0 11 30-1,0 16 22-15,5 20 17 0,2 8-79 16,2 6-28 0,0 4-7-16,1 9-15 0,0 24-12 15,7 20 34 1,5 11 25-16,-1 2 40 0,-2-16-5 15,-5-14-5 1,-3-12-40-16,-1-6-15 0,-2 1-175 16,-5-5-332-16,-4-5-735 15</inkml:trace>
  <inkml:trace contextRef="#ctx0" brushRef="#br0" timeOffset="-101186.64">14104 6762 721 0,'44'0'0'0,"11"-1"-29"0,-6 0-14 15,-11 0-276-15</inkml:trace>
  <inkml:trace contextRef="#ctx0" brushRef="#br0" timeOffset="-100346.99">14370 6688 1 0,'0'0'914'0,"0"0"-714"0,0 0 16 16,0 0-10-16,-40 15-80 15,37-3-45-15,1 3-7 16,2 1-15-16,2 0-24 16,8-4-15-16,2-2-3 15,3-6 0-15,2-4 2 0,1-3-3 16,-1-10-4-1,-3-4-11-15,-2-4 1 0,-5-3 6 16,-5 2 10 0,-2 0 17-16,-2 3 36 0,-8 7 33 15,0 7-9-15,-3 5-36 16,-1 10-41-16,-2 14-9 16,2 14-7-16,6 1 20 15,5-2 28-15,3-6-24 16,9-9-19-16,6-3-7 0,4-2 0 15,3-10-14 1,3-7-27-16,0-7-50 0,-3-11-23 16,-3-8 18-16,-4-4 58 15,-6-1 38-15,-4 4 14 16,-3 3 75-16,-2 9 46 16,0 7 28-16,0 3-87 15,0 5-48-15,0 1-22 16,0 11-6-16,0 6 0 15,0 4 8-15,5 2 10 16,0-2 11-16,1-3-2 0,1-5-15 16,0-4-10-1,0-6-2-15,3-4 1 0,1-8-1 16,2-8-16 0,-1-4-23-16,1-3 0 15,-4-1 8-15,-2 3 15 16,-1 3 14-16,-4 7 2 0,1 4 7 15,-2 7 0 1,1 0-5-16,-1 4-2 0,2 9 6 16,2 2 0-1,3 0 1-15,1 0-1 0,4-2-4 16,1-4-1-16,2-4 0 0,1-4-1 16,-1-1-1-1,-1-8-23-15,-4-6-34 16,-4-5 11-16,-6-10 33 15,-1-15 14-15,-12-17 0 16,-5-8 9-16,2 9-9 16,5 17-85-16,4 22-25 15,2 11 14-15,2 4 46 16,1 4 34-16,1 2 1 0,0 17-42 16,13 22 39-16,10 19 18 15,1 9 59-15,2-1 29 16,-6-7 4-16,-9-7-9 15,-7-12-34-15,-3-8-49 16,-2-7-95-16,-5-13-492 16,-2-5-762-16</inkml:trace>
  <inkml:trace contextRef="#ctx0" brushRef="#br0" timeOffset="-100156.87">14816 6599 1051 0,'0'0'136'0,"0"0"-44"0,52 42 45 0,-31-16 14 16,-2 6-49-1,-6 0-32-15,-5-3-29 16,-6-5-25-16,-2-6-16 16,-6-7-15-16,-10-11-182 15,0-8-136-15,2-6-588 0</inkml:trace>
  <inkml:trace contextRef="#ctx0" brushRef="#br0" timeOffset="-100031.64">14906 6472 852 0,'0'0'113'16,"0"0"-83"-16,49 18-18 16,-13 9-12-16,-7-2-26 0,-4-1-340 15</inkml:trace>
  <inkml:trace contextRef="#ctx0" brushRef="#br0" timeOffset="-99366.83">15108 6590 629 0,'0'0'224'15,"0"0"120"-15,0 0-2 16,0 0-56-16,0 0-72 16,-39-27-92-16,30 37-65 15,0 7-26-15,4 4-17 16,3 5-4-16,2 2 43 0,5-2 24 15,7 0-31 1,5-4-31-16,1-7-7 0,4-6-8 16,-1-7 0-16,0-2-15 15,-2-11-50-15,-2-6-2 16,-5-4 17-16,-4-4 29 16,-5-4 8-16,-3-1 7 15,-3 1 5-15,-6 3 1 16,-3 7 1-16,-1 8 0 15,1 7 5-15,2 4-6 0,3 8 0 16,5 5 0 0,2 5 0-16,5-1 0 0,8 4-1 15,4-5-20-15,2-1-160 16,3-7-66 0,-2-5-10-16,-2-3 76 0,-1-5 82 15,-5-6 89 1,-1-5 10-16,-2 1 107 0,-2-1 73 15,-1 4 36 1,-3 3-2-16,-1 4-59 0,0 4-44 16,-2 1-64-1,0 1-32-15,2 9-9 0,-1 2 3 16,1 1-2-16,0 1-5 0,-1-4 5 16,0 0-7-1,0-3 1-15,-1-4 0 0,0-3 0 16,0 0 31-1,1-9 89-15,2-4-76 0,2-6-32 16,2-2-13 0,4-3-12-16,1-2-33 15,0 2-19-15,1 6 12 16,-3 6 24-16,2 8 16 0,-2 4 11 16,4 10 0-16,1 11 1 15,3 12 24-15,1 13 28 16,-9 12 17-16,-10 6-15 15,-13-16-54-15,-10-11-193 0</inkml:trace>
  <inkml:trace contextRef="#ctx0" brushRef="#br0" timeOffset="-98548.81">11362 8210 1039 0,'0'0'232'0,"0"0"-99"0,0 0 37 15,0 0-31-15,0 0-14 16,0 0-28-16,0 0 38 15,3 10 27-15,5-27-79 16,0-12-52-16,2-11-15 0,-3-16-9 16,-4-10-1-1,-3-2 0-15,-1 5-5 0,-5 18 5 16,2 15 0 0,1 15 2-16,1 10-8 0,1 3 0 15,0 2-1 1,0 11-9-16,1 27-27 0,0 19 28 15,2 9 9 1,8-1 37-16,2-15 43 0,1-19-40 16,0-10-28-16,3-4-12 0,6-3 0 15,5-5-21 1,2-7-52-16,-1-5-7 0,-3-17-22 16,-5-6-62-1,-5-5 34-15,-7-1 88 0,-4-1 42 16,-4 3 39-1,0 2 51-15,0 7 38 0,-4 5 2 16,1 7 17-16,2 7 5 16,-1 2-70-16,0 9-48 15,-1 8-19-15,1 4 1 16,2 3 10 0,0-2-6-16,1-2-5 0,7-5-1 15,2-4-8-15,1-5 3 16,2-5 3-16,0-1 6 15,0-6 4-15,-1-7-6 16,-2-4-7-16,-3-4-8 16,-4-3-1-16,-3-1-8 15,0 0-64-15,-9 2-74 16,-11 10-85-16,0 6-107 16,-2 5-368-16</inkml:trace>
  <inkml:trace contextRef="#ctx0" brushRef="#br0" timeOffset="-98396.92">11334 8034 1662 0,'0'0'226'0,"0"0"-75"0,0 0-71 16,70-60-48-16,-4 18-26 0,14-6-6 15,-12 10-308 1,-15 6-1049-16</inkml:trace>
  <inkml:trace contextRef="#ctx0" brushRef="#br0" timeOffset="-97786.92">12615 7778 1573 0,'0'0'201'0,"0"0"-152"0,0 0-26 16,17-53 3-16,-6 28 58 15,2-1-49-15,-1-2-14 16,-2-1-1-16,-3 2-6 0,-6 2 14 16,-1 3 36-1,0 5-26-15,-1 4 5 0,-4 6 15 16,1 4 8-1,0 3-5-15,-2 0-45 0,-1 7-8 16,-1 7-7-16,-1 4-1 16,1 5 11-1,0 1 3-15,3 2-8 16,1-1-4-16,2-2-1 16,0 2 0-16,0-1 1 15,0 2 4-15,-1 0 9 0,1 1 11 16,1 0 13-16,1-3-8 15,0-3-13-15,3-3-7 16,7-4-3-16,4-4-2 16,5-9 2-16,6-1-2 15,5-6-6-15,2-10-15 16,2-5-133-16,2-15-144 16,-8 5-356-16,-10 2-326 0</inkml:trace>
  <inkml:trace contextRef="#ctx0" brushRef="#br0" timeOffset="-97453.12">12830 7613 1081 0,'0'0'298'16,"0"0"29"-16,0 0-144 0,0 0-97 15,0 0 4-15,0 0 22 0,-14 56-24 16,14-33-18 0,0 2-23-16,2-3 2 15,1-1-12-15,1-4-16 16,0-3-14-16,-1-5-5 0,0-4-4 15,-1-5 4 1,1-2-2-16,1-10 14 0,2-8-14 16,0-4 0-16,1-5 0 15,0 0 0-15,3 1 6 16,0 4 0-16,0 6 3 16,-1 6 10-16,0 7-2 15,0 5-11-15,0 4-6 16,1 8 2-16,0 6-1 15,1 0 1-15,1 3-2 16,0-2 0-16,0-2-10 16,7-2-112-16,-3-4-203 15,-1-6-427-15</inkml:trace>
  <inkml:trace contextRef="#ctx0" brushRef="#br0" timeOffset="-97236.64">13111 7525 203 0,'0'0'1356'0,"0"0"-1095"0,0 0 56 16,0 0-175-16,0 0-40 15,0 0-15-15,-38 54-11 16,38-26-13-16,0 4-20 16,6-2-15-16,6-1-9 15,5-6-11-15,3-4-8 16,5-6-8-16,2-7-71 15,10-12-136-15,-7-8-264 16,-6-4-232-16</inkml:trace>
  <inkml:trace contextRef="#ctx0" brushRef="#br0" timeOffset="-96943.39">13280 7549 1076 0,'0'0'223'0,"0"0"88"15,0 0-123 1,0 0-39-16,0 0-33 0,-42 46-18 15,38-26-33 1,3 1-32-16,1-5-21 0,0-2-6 16,1-4-5-16,5-7 8 0,1-3-8 15,0-3 44 1,2-10-19-16,-2-4-18 16,-2-5-8-16,-3-1 0 15,-2-1 0-15,0-1-1 16,-2 4-18-16,-3 3 6 15,1 6-14-15,1 7 18 16,3 5-82-16,0 1-150 16,8 10 85-16,8 2-78 15,19 7-16-15,-3-4-46 16,-2-2-50-16</inkml:trace>
  <inkml:trace contextRef="#ctx0" brushRef="#br0" timeOffset="-96181.36">13447 7583 174 0,'0'0'519'0,"0"0"-179"16,0 0-1-16,0 0-12 15,0 0-34-15,0 0-104 16,0 0-50-16,-32-17-43 16,23 29-36-16,-2 4-4 15,2 3 4-15,2 2 2 16,3-1-8-16,2 0-12 0,2-3-17 16,0-3-9-1,4-4-15-15,3-6-1 0,1-4 0 16,3-3 1-1,1-13-1-15,0-5-31 0,-1-15-12 16,-2-15-5-16,-8-20 9 16,-1-12 19-16,-6 0 11 15,-4 18 9-15,1 23 1 16,3 20 15-16,2 14-16 16,0 4 0-16,0 4-1 15,0 1-11-15,-2 23-16 16,3 17 28-16,3 12 1 0,10-1 20 15,4-10 0 1,3-14-20-16,0-10 0 16,5 0-1-16,3-4-22 0,2-2-64 15,0-10-61-15,-5-2-31 16,-5-10-55-16,-3-6 45 16,-6-1 89-1,-4-2 76-15,-3 2 23 0,-1 3 87 16,0 4 60-16,-3 4 50 15,-1 5-20-15,-2 1-45 16,-1 7-77-16,0 8-7 16,0 3 7-16,2 4 6 15,2 1-14-15,3-1-17 0,0-4-9 16,8-4-11 0,7-5-4-16,6-7 6 0,5-2 5 15,5-7-8 1,1-10-9-16,-2-5-1 0,-4-3-27 15,-5-10-24 1,-7 2-1-16,-6 1-8 0,-6 2 30 16,-2 11 26-16,-5 3 5 15,-2 7 1 1,-1 5 11-16,2 4-1 0,4 0-5 16,2 11-5-16,0 5-1 15,4 7 1-15,6 4 20 16,-1 2 22-16,1 3 13 15,-2 0 5-15,-2-1 4 16,1-1-11-16,-1-5-18 16,1-3-21-16,3-6-14 15,3-6-1-15,21-10-48 0,-2-2-178 16,3-8-406-16</inkml:trace>
  <inkml:trace contextRef="#ctx0" brushRef="#br0" timeOffset="-95581.14">14608 7195 29 0,'-42'-6'1730'0,"3"5"-1540"0,17 1-11 15,5 1-51-15,1 8 25 16,1 2-83-16,3 3-36 15,6 4-16-15,6 0-12 0,2 1-6 16,11-1 1 0,7-2 0-16,5 0 5 0,3-3-4 15,1-1-1-15,-2-2 6 16,-3-3-7 0,-5 0 1-16,-8 0 1 0,-4-2-1 0,-7 2-1 15,0-1 0 1,-11 2 8-16,-5 2-1 0,-3 1 2 15,-1-1 5 1,3 1-4-16,4-2-2 16,4 0-8-16,6 0 2 15,3-2-2-15,8-1-9 16,16-2 0-16,13-4-12 0,2 0-34 16,-3-3-31-1,-6-6-34-15,-8-3-16 16,-1-6 17-16,2-12 68 0,-8-16 39 15,-6-17 12 1,-8-5 25-16,-1 11 46 0,-2 19 26 16,-2 19 14-16,1 11 59 15,2 4-107-15,-1 3-43 0,2 1-20 16,0 12-8 0,0 17 8-16,12 11 18 15,9 12 19-15,-1-3-6 16,-2-12-22-16,-6-12-9 15,-3-10 0-15,-2-1-28 16,0-1-103-16,-3-4-96 16,-2-5-289-16,-2-4-447 0</inkml:trace>
  <inkml:trace contextRef="#ctx0" brushRef="#br0" timeOffset="-94665.45">14753 7247 1303 0,'0'0'113'0,"54"0"-24"0,0 0-8 16,7 5 26-16,-8-2-59 15,-13 1-15-15,-18-4-11 16,-5 0-9-16,0 0 28 0,-1-7 55 16,0-1-1-1,-6-1-6-15,-4-3 29 0,-4 2 2 16,-2 1 8-16,0 2-13 15,-7 2-57-15,-2 3-35 16,-3 2-17-16,-1 4-5 16,-1 7 0-16,1 3 5 15,1 3 3-15,6-1-2 16,2 2-5-16,4-3-2 0,0-2 0 16,9-4-1-1,2-2-10-15,2-4-21 0,0-3-52 16,0 0-29-1,-3-3 11-15,-2-6 29 0,-2 1 49 16,-3 0 17-16,-1 1 7 16,-2 2 1-16,0 1 12 15,0 1 33 1,0 3 11-16,0 0-26 0,0 1-24 16,0 7 4-16,0 4 9 15,-1 3 3-15,1 0-6 16,0 1-5-16,1-1-10 15,6-2-1-15,3-4 0 16,3-4-1-16,0-4 0 16,2-1-6-16,0-7-16 0,-1-7-21 15,-3-6 9 1,0-12 10-16,-4-14 15 16,-2-17 9-16,-3-8 0 15,-2 9 1-15,0 16 4 0,-1 22-5 16,-4 12-40-1,1 4-3-15,-1 4 25 0,-2 4-4 16,0 9-18-16,-1 17 32 16,3 13 8-16,4 0 25 15,1-1 24-15,8-6-2 16,4-6-32-16,3-1-15 16,2 0-1-16,3-8-1 15,0-6-11-15,0-8-17 16,-3-3-8-16,0-6-1 15,-5-7 27-15,-1-3 12 16,-4 0 0-16,-2-1 11 0,-2 0 32 16,-2 5 47-16,-1 3 36 15,0 5-28-15,-3 4-61 16,-4 0-29-16,-1 10-7 16,-3 4 8-16,1 4 7 15,4 3 4-15,2 0 6 16,4-1-2-16,0 0 2 15,7-4-7-15,3-3 5 16,3-3-8-16,2-4-2 16,1-3-7-16,2-3-7 15,0 0-5-15,-2-6-94 0,-2-11-121 16,-5 1-82 0,-5-1-457-16</inkml:trace>
  <inkml:trace contextRef="#ctx0" brushRef="#br0" timeOffset="-94534.85">15156 7112 394 0,'0'0'414'16,"0"0"-341"-16,44 1-26 0,0-1-32 16,-6 2-15-1,-3-2-195-15</inkml:trace>
  <inkml:trace contextRef="#ctx0" brushRef="#br0" timeOffset="-93986.96">15796 7154 1159 0,'0'0'191'0,"0"0"-14"15,0 0 12-15,0 0-41 16,0 0-25-16,0 0-22 16,0 0-30-16,-30-21-36 15,23 12-14-15,2-2 23 16,2-2 35-16,2-2-26 0,1-1-35 15,3 1-18 1,5 0-11-16,-1 3-17 0,0 3-8 16,-2 4 5-1,-3 3 13-15,1 2 5 16,0 1-9-16,2 9 6 16,2 6 16-16,0 4 12 0,0 3 13 15,0 2 18-15,-1 0 3 16,0-2-7-16,-1 1-2 15,-1-1-14-15,-4 7-23 16,0-6-57-16,-2-3-472 0</inkml:trace>
  <inkml:trace contextRef="#ctx0" brushRef="#br0" timeOffset="-93802.76">15806 7483 1943 0,'0'0'626'15,"0"0"-555"-15,0 0-45 16,0 0-17-16,0 0-9 0,0 0-120 0,0 0-566 0</inkml:trace>
  <inkml:trace contextRef="#ctx0" brushRef="#br0" timeOffset="-92866.88">15571 7182 630 0,'0'0'88'15,"0"0"-88"1,0 0-10-16,0 0 10 15,0 0-49-15,0 0-110 16,0 0-48-16</inkml:trace>
  <inkml:trace contextRef="#ctx0" brushRef="#br0" timeOffset="-91866.93">15602 7127 705 0,'0'0'170'0,"0"0"-22"0,0 0 59 16,0 0-12-16,0 0-38 15,0 0-27-15,0 0-54 16,-20-14-35-16,5 20-3 16,-1 2 18-16,-1 2-8 15,3-1-11-15,3 0-5 0,5-2-10 16,2-1-9-1,3-1-7-15,1 0 0 0,0-1 0 16,8 1 8-16,5 0 42 16,1 1-7-16,4 0-19 15,0 3-16-15,-1 0-6 16,-1 2-7-16,-4 0 1 16,-4 2-1-16,-5-1 0 15,-4 1 1-15,-20 4-1 16,-21 3 0-16,-29-2-1 15,7-1-174-15,-1-10-480 0</inkml:trace>
  <inkml:trace contextRef="#ctx0" brushRef="#br0" timeOffset="-90953.64">7827 6477 1469 0,'0'0'210'0,"0"0"-95"0,0 0-21 16,0 0-30-1,23-42-21-15,-1 28-22 16,6 2-18-16,4 0-3 0,-2 1-87 16,7 4-109-16,-11 3-171 15,-9 1-397-15</inkml:trace>
  <inkml:trace contextRef="#ctx0" brushRef="#br0" timeOffset="-90806.61">7896 6539 829 0,'0'0'147'0,"0"0"-44"16,0 0 13-16,0 0 46 15,43-13-65-15,-16-3-97 0,12-11-5 16,-5 2-167-16,-7 3-492 0</inkml:trace>
  <inkml:trace contextRef="#ctx0" brushRef="#br0" timeOffset="-90486.59">7688 6277 1439 0,'0'0'203'15,"0"0"13"1,-53 56-44-16,38-13-27 0,6 13-24 15,5 3-3 1,4-9-8-16,0-13-3 0,2-16-29 16,5-3-15-16,5 1-25 15,5 0-20-15,13-2-3 16,18-12-1-16,22-11-1 16,12-17-1-16,5-12-12 15,-2-1-3-15,-10 2-131 16,-21 8-229-16,-14 2-835 0</inkml:trace>
  <inkml:trace contextRef="#ctx0" brushRef="#br0" timeOffset="99865.54">7582 6963 235 0,'0'0'617'0,"0"0"-457"16,0 0 22-16,0 0-45 0,0 0 8 16,0 0-42-16,-42-26-20 15,33 22-6 1,-1 1-5-16,0 0-6 16,-3 0 1-16,-1 0 5 15,-2 1-12-15,-3 0-28 16,-3 0 7-16,-1 2-11 15,-2-1-12-15,0 1 2 16,-2 0 1-16,1 0-6 0,-1 0-1 16,-2 3-2-16,0 0-2 15,-1 2 1-15,-1 0 2 16,0 1 3-16,1-1 0 16,-1 0 1-16,2 1-3 15,0 0-4-15,2 1 0 16,3-1 3-16,1 2-2 15,2-1-3-15,0 0-5 16,2 0 7-16,1 0-7 0,-1 1 2 16,1 2-2-1,-1 0 0-15,2 0 0 0,1 0 0 16,3 1 0 0,0 1 0-16,3 0 0 0,0 1-1 15,3 0 1-15,0 0 0 16,0 1 0-16,1 0 0 15,0-1 0-15,-3 1 1 16,3 0 4-16,-2 1 0 0,-1-2-6 16,1 1 8-1,-1-1-1-15,1 1 5 0,2-2-5 16,0 1 4 0,2 2-10-16,0-1 1 0,2 4-1 15,1-2 7 1,1 2-7-16,0 0 0 15,0-1 5-15,0-1-5 16,4 1 0-16,1 0 1 0,2 1 5 16,1-1-6-16,4 1 5 15,-1-1 0-15,3 1 4 16,-1-3 1-16,2 1 2 16,0-1 2-16,1-1-3 15,0-1 0-15,0-1-3 0,1-1-2 16,0-1 1-1,-1 0-7-15,2-2-1 0,0 1 7 16,1-1-6 0,-1-1-1-16,2-1-1 0,-1-1 1 15,1-1-1-15,0-1 0 16,0 1 1 0,-1 0-1-16,1 0 1 0,-2-2 0 15,1 2 0 1,1-3 0-16,1 1 0 0,0-1 0 15,0-1 1 1,-1 0-1-16,0 0 1 0,1 0-1 16,0 0 1-16,1 0 0 0,0 0-1 15,1-3 0 1,1 2 1-16,0-1 7 0,0 0-8 16,0 0 0-1,-1-1 0-15,-1 0 0 0,-1 0 6 16,-1-2-6-1,1 0-1-15,0 0 1 0,1-3 1 16,0 0 5 0,2 0-4-16,0-2 7 0,2 1-8 15,-2-2 10-15,0 1-10 16,0-2 6-16,0 1 1 16,-2-1-7-16,0 0 8 15,0 0-8-15,-2 0 10 16,0 0-4-16,-1 1 1 15,-1 1-1-15,-2 0 4 16,0-1-2-16,-2 2 0 16,0-1-2-16,-1 0 1 15,0-1-7-15,-1 1 6 16,1-2 1-16,-2-1-2 0,1-1 3 16,-1 0 6-1,-1-2 0-15,-1-1 3 0,-1-1-3 16,0 0 0-16,-2 0 5 15,1 0-2-15,-2 0-1 16,-1 0-4-16,1-1 1 16,-2 2-2-16,-2-2-2 15,0 0 5-15,-1 0 2 16,0 0-10-16,-1-1 5 16,-5 1 4-16,0-1-7 15,-2 0-3-15,-3 0 2 16,1 2-7-16,-3 1 1 0,-2 0 7 15,-1 1-8 1,-2 2 0-16,-2 2 0 0,-1-1 1 16,-1 2 4-16,-1 0-6 0,-2 2 2 15,1 0 5 1,-2 3-6-16,1 1-1 16,0 1 0-16,-2 1 0 15,1 1 5-15,-3 1-5 16,-1 0 0-16,2 1 2 15,0 0-1-15,1 0 0 16,3 0 0-16,2 1-1 0,1 1 1 16,1 2 0-1,0 0 0-15,2 0-1 16,-1 1-1-16,1 0 0 16,0 1-11-16,2 0-20 0,1 1-42 15,2-2-68 1,-1-2-91-16,5-1-235 0,1-2-359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02:58.2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7628 7786 1170 0,'0'0'361'0,"0"0"-32"15,0 0-61-15,0 0-86 0,0 0-24 16,-16 72-9-1,16-18-24-15,0 4-32 0,2-8-31 16,3-15-27-16,-1-14-14 16,1-2-12-16,-1 0-3 15,3 0-6-15,1 1-1 16,-2-6-50-16,-1-4-107 16,1-10-89-16,-3-3-135 0,-2-7-328 15</inkml:trace>
  <inkml:trace contextRef="#ctx0" brushRef="#br0" timeOffset="279.97">7569 7775 1446 0,'0'0'205'15,"0"0"-65"-15,0 0-15 0,-25 52 39 16,18-35-36-1,0 0-63-15,0-3-32 0,0-4-14 16,1-3-7-16,-1-6 0 16,2-1 23-16,0-9 1 15,2-8-21-15,3-5 7 16,0-1-1 0,9 1-1-16,5 7 1 0,6 5-6 15,10 8-6 1,12 3-7-16,8 18-2 15,3 6 0-15,-16-2-62 16,-11-5-408-16</inkml:trace>
  <inkml:trace contextRef="#ctx0" brushRef="#br0" timeOffset="8968.07">3286 7457 651 0,'0'0'0'0</inkml:trace>
  <inkml:trace contextRef="#ctx0" brushRef="#br0" timeOffset="16935.39">5726 5773 571 0,'0'0'390'0,"0"0"-67"15,0 0-75-15,0 0-69 16,-60-19-5-16,13 14 16 0,-18 0-29 15,-10 2-50 1,-2 2-23-16,4 1-14 16,8 0-25-16,1 0 3 15,6 1-10-15,14 1 2 16,12 0-15-16,14 0-14 16,7-2-6-16,5 0-9 0,-1 0 0 15,3 0-1-15,4 0-63 16,0 0-84-1,8 0-55-15,1-5-189 0,0 0-251 0</inkml:trace>
  <inkml:trace contextRef="#ctx0" brushRef="#br0" timeOffset="17247.84">5073 5569 1187 0,'0'0'159'16,"0"0"-20"-16,0 0-8 0,0 0-30 15,0 0 66-15,0 0-94 16,-51 20 10-16,32 4 2 16,-1 3-9-16,-1 4-5 15,2 0-3-15,3-2-18 16,5 1-5-16,2-4-5 15,6-2-9-15,3-3-9 16,6-3-1-16,10-4 33 16,15-1 17-16,17-5-16 0,17-2-19 15,4-3-21 1,-5-3-15-16,-17 0-6 16,-19 0-96-16,-2 0-106 0,-12 0-272 15,-8 0-593-15</inkml:trace>
  <inkml:trace contextRef="#ctx0" brushRef="#br0" timeOffset="19527.87">5541 7716 751 0,'0'0'328'0,"0"0"-28"16,0 0-44-1,0 0 30-15,0 0-41 0,0 0-75 16,0 0-63-16,-2 43 3 15,14 24 57-15,-1 10-15 16,3 1-22-16,-3-12-33 16,-3-17-46-16,-1-9-30 15,-2-11-6-15,0-9-13 16,0-3-1-16,-1-1-1 16,-1-3-1-16,1 1-53 0,-2-8-69 15,-2-5-73 1,0-1-38-16,-11-23-116 0,-1 0-223 15,-2-4-374-15</inkml:trace>
  <inkml:trace contextRef="#ctx0" brushRef="#br0" timeOffset="19868.06">5515 7767 835 0,'0'0'368'0,"0"0"-145"16,0 0-34-16,0 0-20 15,-34 39-11-15,25-27-53 16,1-1-56-16,0-1-27 0,1-3-13 16,1-3-3-16,1-2 0 15,0-2-5 1,2 0 13-16,0-5 59 0,2-5-13 15,0-4-24 1,1-1-20-16,2 2-4 0,7-1 1 16,4 4-11-16,5 6-1 15,5 4 0-15,10 2 0 16,10 17 0-16,-1 2-1 0,6 15 0 16,-13-7-132-1,-15-6-433-15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0:56:32.0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399 3501 758 0,'0'0'302'16,"0"0"9"-16,0 0-62 0,0 0-1 15,0 0-33-15,0 0-48 16,-13-4-50-16,12 4-52 15,1 0-28-15,0 0-14 16,3 0-7-16,7 0 2 16,6 2 93-16,5 0-11 15,6-1-37-15,3 0-18 16,3-1-11-16,0 0-1 16,0-2-9-16,-2-2-12 0,-4-1-6 15,-3 1-5 1,-2 0-1-16,-7 1 1 0,1 1 0 15,-4 0-1 1,-2 0-1-16,-2 1-5 0,-2-1-30 16,0 2-67-16,-2 0-88 15,-2-1-57-15,-1 0-235 16,-1-1-188-16</inkml:trace>
  <inkml:trace contextRef="#ctx0" brushRef="#br0" timeOffset="398.28">680 3348 1325 0,'0'0'299'0,"0"0"-24"15,0 0-48-15,0 0-94 16,0 0-53-16,0 0-45 15,0 0-1-15,33 4 18 16,-15 0-7-16,0 0-11 16,3 0-6-16,-2 0-4 15,-3 0-7-15,0-1-10 16,-4 0-5-16,-1 2-1 16,-4 0 0-16,-3 1 0 15,-1 3 8-15,-3 2 5 16,0 3 19-16,-6 2 31 15,-2 2 0-15,-3 0-10 16,0 0-16-16,1-2-15 0,2-3-13 16,0-3-8-16,3-3-2 15,1-2 0-15,1-1-28 0,-3 1-142 16,0-2-135 0,-3 0-325-16</inkml:trace>
  <inkml:trace contextRef="#ctx0" brushRef="#br0" timeOffset="1048.14">233 3053 1140 0,'0'0'369'0,"0"0"-107"16,0 0-23-16,0 0-144 0,0 0-58 16,0 0-33-16,0 0-2 15,-3 28-2-15,12-6 22 16,1 5 32-16,1-2-3 16,1 2 3-16,-1-2 0 15,-1-1-16-15,-1-2-8 16,0-2-18-16,-3-2-11 15,-1-5-1-15,-4-5 0 16,1-4-1-16,-2-4 1 16,0 0 11-16,0-9-4 0,-3-4 1 15,-2-6-7 1,3-2 9-16,0 1-8 0,2 2-1 16,0 4 8-16,0 5-8 15,3 4 1-15,4 3-2 16,4 2 1-16,1 0 0 15,2 6 9-15,2 3 15 16,-3 1 11-16,2 2 0 16,-3-1-5-16,0 0 2 15,-3 0-12-15,-1-3-14 16,-2 1-7-16,0-4-7 16,-4-1-75-16,1-4-155 15,-1-1-364-15,-1-7-743 0</inkml:trace>
  <inkml:trace contextRef="#ctx0" brushRef="#br0" timeOffset="1578.12">530 3098 1175 0,'0'0'337'0,"0"0"26"0,0 0-107 0,0 0-52 16,0 0-39-16,0 0-73 16,0 0-59-16,-16-1-20 15,13 7-12-15,2 5 0 0,-1 2 7 16,2 1-2-1,0 0 9-15,0 2 11 0,4-2 3 16,2-2 7-16,4 0-1 16,-1-3-6-16,-2-2-8 15,3-1-2-15,-3-3-4 16,0-1 0-16,-1-2 1 16,0 0-1-16,-2 0-1 0,1-5 1 15,-1-2 1 1,0-2-1-16,-2-2-6 0,-1-1-1 15,-1-1-7 1,0 1 5-16,0 2-6 0,-5-1-1 16,0 2-11-16,-1 2-5 15,0 0 1-15,0 2-4 16,2 1 5 0,0 2 2-16,0 0-10 0,0 2-3 15,-1 0-12-15,-8 11-8 16,5 1-30-16,-2 3-475 0</inkml:trace>
  <inkml:trace contextRef="#ctx0" brushRef="#br0" timeOffset="6278.27">597 2869 392 0,'0'0'192'0,"0"0"7"15,0 0 24-15,0 0-6 16,0 0-20-16,2-8 11 16,-4 7-56-16,-4 0-28 15,1 1-21-15,-4 0-43 16,2 0-37-16,-2 3-8 16,2 2-9-16,0 1-5 0,1 3 0 15,3 0-1 1,2 1 0-16,-1 1 0 0,2 0 2 15,0-1-1 1,5-1 8-16,1 0-9 0,1-4 9 16,0-1-7-16,-1-2 5 15,0-2-1-15,-1 0-4 16,-1-1 20-16,1-6 7 16,-4-5-10-16,1-2-10 15,-2-2-3-15,0-1-6 0,-5-2 0 16,-2 1-6-1,-3-2-11-15,1 3-1 16,0-1-22-16,-2 1-9 16,4 1 11-16,0 2-22 0,1 3-25 15,3 3 46 1,1 5 28-16,1 1 11 0,1 2-2 16,0 0-6-16,0 0-7 15,0 0-17-15,3 8-8 16,6 3 29-16,2 3 11 15,3 1 43-15,3 1 17 16,-3 1 6-16,2-3-1 16,-1 2 8-16,-2-1-8 15,-1 0-11-15,-1-1-17 16,-1 0-13-16,-1-2-12 0,-2 0-11 16,0 0-1-1,-3-2-91-15,-2-3-386 0</inkml:trace>
  <inkml:trace contextRef="#ctx0" brushRef="#br0" timeOffset="6477.99">769 2852 1512 0,'0'0'255'0,"0"0"-74"0,0 0-118 0,0 0-63 16,0 0-70-16,0 0-695 0</inkml:trace>
  <inkml:trace contextRef="#ctx0" brushRef="#br0" timeOffset="9482.56">355 1365 200 0,'0'0'341'0,"0"0"-272"16,0 0-36-16,0 0-5 0,0 0-17 15,0 0-5 1,-3 31 1-16,11 6 61 0,3 10 72 16,1-1 18-16,-3-9-18 15,-2-10-14 1,-2-9-10-16,0 4-18 16,0-2-4-16,0 1-11 0,-2-6-20 15,-1-5-23 1,-2-5-24-16,0-5 22 0,0 0 47 15,0-7-26-15,-2-6-32 16,-2-6-27-16,1-4-17 16,2-4-9-16,1-1-16 15,0 2-29-15,2 6 13 16,4 5 11-16,3 7 9 16,2 6 13-16,4 2 8 15,0 5 17-15,4 9 7 16,-1 2 14-16,-2 3 13 15,-1 2 13-15,-1 1-11 16,-4-2-5-16,-2 0-10 0,0 1-21 16,-4-5-207-1,-1-6-907-15</inkml:trace>
  <inkml:trace contextRef="#ctx0" brushRef="#br0" timeOffset="9948.16">718 1538 1167 0,'0'0'357'0,"0"0"-142"0,0 0-127 0,0 0-35 15,0 0-17 1,0 0-15-16,0 0-2 0,-38 35 7 16,33-16 24-16,2 1 9 15,3-1-2-15,0-1-8 16,1-2-15-16,6-2-11 0,3-3-2 16,0-2 19-1,-2-3 4-15,2-3-11 16,-2-3 1-16,1 0-9 15,-1-3-1-15,0-8-4 16,-1-2-12-16,-2-4-8 0,-1-4-30 16,-4-3-33-1,0-2 0-15,-1 1-19 0,-6 3 11 16,-1 5 9-16,-2 6 6 16,-1 6-6-16,-1 5-15 15,-1 2 3-15,-2 11 25 16,-2 9 17-16,4-1-41 15,3-4-1166-15</inkml:trace>
  <inkml:trace contextRef="#ctx0" brushRef="#br0" timeOffset="10998.27">1019 1320 600 0,'0'0'275'0,"0"0"-32"0,0 0-20 15,0 0-11-15,0 0-29 0,-38-2-23 16,28 2-14-1,0 3-24-15,-2 3-42 0,1 1-46 16,0 2-19-16,1 3-8 16,0 2 1-16,2 1 8 15,2 1 3-15,1 2 2 16,4-2-6 0,1-1-6-16,0-1-2 0,3-3-6 15,4 0 6-15,1-3-5 16,1-3 4-16,3-3-5 15,-1-2 7-15,1 0 8 16,-1-5 17-16,0-6-4 16,-2-3-5-16,0-1-9 0,-4-5 1 15,-2-1-14 1,-1-3-2-16,-2-2-11 16,-2-4-26-16,-3-1-3 15,-3-1 4-15,0 1-13 16,0 1-23-16,-1 5 8 15,1 5 5-15,3 5 4 16,1 5 17-16,1 4 20 0,1 4 5 16,2 2-2-16,-1 0-8 15,1 0-15-15,0 9-12 16,1 7 12-16,4 5 38 16,2 5 46-16,0 4 38 15,1-1 25-15,1-1-17 16,-3 0-29-16,3-2-21 15,-3-4-23-15,2 0 6 16,-3-2 11-16,1-1-17 0,-2-2-14 16,1 2-5-1,-4-5-122-15,-1-5-483 0</inkml:trace>
  <inkml:trace contextRef="#ctx0" brushRef="#br0" timeOffset="11710.07">1228 1573 1336 0,'0'0'393'0,"0"0"-45"15,0 0-140-15,0 0-123 16,0 0-47-16,0 0-21 16,0 0-10-16,-3 0-7 15,9 0-1-15,5-4-5 16,7-2 5-16,3-1 1 0,1-1-1 15,5-4-85 1,-7 2-206-16,-5 0-330 0</inkml:trace>
  <inkml:trace contextRef="#ctx0" brushRef="#br0" timeOffset="11898.32">1231 1642 1185 0,'0'0'348'16,"0"0"-157"0,0 0-56-16,0 0-34 0,0 0-30 15,0 0-27-15,0 0-2 0,63-21-42 16,-18-4-162 0,-6 3-229-16,-4 0-320 0</inkml:trace>
  <inkml:trace contextRef="#ctx0" brushRef="#br0" timeOffset="13080.23">1562 1317 668 0,'0'0'231'0,"0"0"15"0,0 0-4 0,0 0 17 15,0 0-39-15,0 0-38 16,0 0-89-16,-2 0-46 16,2 0-19-16,0 0-10 0,-1 0-2 15,1 0-9 1,0 2 2-16,0 7-8 15,0 6 0-15,2 4 15 16,2 6 36-16,4 2 19 16,0 0 0-16,1 2-10 15,1-1-22-15,0 1-14 16,-1-2 24-16,-1-1-14 16,0-4-22-16,-2-4-8 0,-1-6-5 15,-3-3-1-15,-1-5 1 16,0-4 0-16,-1 0 1 15,0 0 7-15,0-10-8 16,-5-6-1 0,1-4 1-16,1-4 1 0,0-1-1 15,3 0 0-15,0 4-1 16,2 3 1-16,3 4-9 16,1 4 1-16,2 4 7 0,0 2-6 15,4 4 5 1,1 0 1-16,2 8 1 0,0 2 12 15,1 6 12 1,-2 1 13-16,-1 0 6 0,-2 2 1 16,-2 0-16-16,-1-2-4 15,-1-1-6-15,-2-2-3 16,-1-2-9-16,-1-4-6 16,-1-1 0-16,0 0-1 15,-1-4-12-15,-1-2-129 0,0-1-131 16,0 0-323-16</inkml:trace>
  <inkml:trace contextRef="#ctx0" brushRef="#br0" timeOffset="13616.15">1945 1537 1430 0,'0'0'250'0,"0"0"-66"15,0 0-80-15,0 0 3 16,0 0 26-16,0 0-48 0,0 0-39 16,19 9-10-1,-13-9-17-15,-1 0-4 0,0-4-5 16,-1-2-4-1,-1-3-5-15,-1-1-1 16,-2 1 2-16,0-1-1 0,0 1 0 16,-3 3 7-16,-2 1 0 15,0 4 25-15,-2-2 52 0,0 3-11 16,0 0-11 0,-2 9-9-16,0 2-14 15,-1 4-16-15,1 3-5 16,1 0 1-16,1 1-1 15,3-1 0-15,3-1 2 16,1-3 6-16,0-3 0 16,2-3-1-16,5 2 2 15,0-4 2-15,3-2 0 0,1 0 1 16,2-4-5-16,1 0-7 16,2 0-1-16,0 0-7 15,-2-4-2-15,-3-1-2 16,-3 0-1-16,0-1-6 15,-3 0 0-15,-1 0-18 16,-4 1-38-16,0-6-114 16,-3 2-323-16,-4-1-525 0</inkml:trace>
  <inkml:trace contextRef="#ctx0" brushRef="#br0" timeOffset="14457.99">1957 1238 911 0,'0'0'356'0,"0"0"-4"0,0 0-78 15,0 0-60-15,0 0-59 0,0 0-64 16,0 0-53-16,-3 3-22 16,3 5 2-16,0 3 15 15,0 4 4-15,4 1 3 16,-1 1 0-16,2 2-4 16,0-2 1-16,0-3-5 15,-1 0-9-15,0-4-3 16,-1-2-13-16,-1-3-1 15,-1-3-5-15,0-1 0 16,-1-1 9-16,0 0 10 0,0-3 20 16,0-6-15-16,-3-5-22 15,-2-2-3-15,-1-5-18 16,1 1-21-16,1 0-4 16,2 1 18-16,1 2 13 15,0 4-1-15,1 2 4 16,0 3 8-16,0 2-1 15,2 2-8-15,2 0 1 16,1 0 8-16,0 2-1 16,2 0 1-16,1 2 0 0,0 0 0 15,1 0 1 1,-1 3 6-16,-1 1 2 0,2 1 5 16,-1 0 6-1,-1 2 8-15,0-1 0 0,1 2 9 16,-3-1-3-1,2 1-6-15,0 0 3 0,0-1-1 16,-2 1-6 0,1-2 1-16,0 0-6 0,-2-1-5 15,0-1 4-15,-2-1-10 16,2-1 1-16,-1-1-7 16,0 1 0-16,0-2 1 15,2 0-1-15,1 0 0 16,0 0-1-16,3-5 0 0,-1-1-15 15,1-2-21 1,-2-6-25-16,-2 3-191 0,-4-1-846 0</inkml:trace>
  <inkml:trace contextRef="#ctx0" brushRef="#br0" timeOffset="19777.91">1288 3959 1119 0,'0'0'260'0,"0"0"-23"0,0 0 13 16,0 0-66-16,0 0-57 0,0 0-58 15,9-14-46 1,2 14-11-16,3 4-5 16,1 7-1-16,-2 2 0 15,-1 4 0-15,-2 1-5 16,-2-1 5-16,-3 1-5 15,-3 0 0-15,0-4 0 16,-2-1 6-16,0-1-7 16,0-4 1-16,-3-4-1 15,0-4 1-15,0 0-1 0,-1-2 0 16,1-8-9-16,2-4-10 16,1-4-23-16,0 0 17 15,1-2 2-15,5 2-5 16,1 2 0-16,-1 0 2 15,-1 3 4-15,1 0 6 16,-3 3 15-16,0 1-1 16,-3 2 2-16,1 4 1 0,-1 0 12 15,0 3 15-15,0 0-4 16,0 3-7-16,0 5 5 16,0 4 11-16,0 2 5 15,0 1-13-15,0 0-8 16,0-1-5-16,0-1-4 15,6-2-7-15,2-2 0 16,-1-3 0-16,1-2-1 16,-1-2-1-16,0-2-7 15,0 0-34-15,-1-5-33 0,-1-2-28 16,-1-4 0 0,-3 0 18-16,1 0 47 0,-1 0 29 15,-1 1 9 1,0 3 16-16,0 3 53 0,0 2 50 15,0 2-43 1,0 0-40-16,3 6-23 0,1 5 19 16,1 3 25-16,2 3-7 15,0 0-19 1,1 1-10-16,1-1-20 0,7 5-1 0,-3-7-91 16,-2-3-530-16</inkml:trace>
  <inkml:trace contextRef="#ctx0" brushRef="#br0" timeOffset="21258.1">3126 3833 1089 0,'0'0'377'0,"0"0"-146"0,0 0-60 15,0 0-48-15,0 0-13 0,-1 42 32 16,6-19-27 0,1 3-19-16,2-1-3 15,0-1-19-15,0-3-4 16,0 1-28-16,0-4-21 15,-1 0-12-15,0-3-8 16,-2-2 0-16,-1-2-1 16,-2-2-6-16,0-3-50 0,-2-1-78 15,0-4-59 1,0-1-98-16,-3 0-306 0</inkml:trace>
  <inkml:trace contextRef="#ctx0" brushRef="#br0" timeOffset="27778.33">1409 3948 911 0,'0'0'183'16,"0"0"-43"-16,0 0-43 16,0 0-24-1,0 0-17-15,0 0-11 16,0-6-11-16,0 6-14 15,0 0-5-15,0 0 1 16,0 0 23-16,0 0 40 0,-1 0 29 16,1 0-13-16,0 0 9 15,-2 0-12-15,1 0-49 16,-4 1-24-16,-2 7-10 16,-3 4-7-16,-4 5 5 15,-4 2-1-15,0 1 1 16,-2 1 18-16,1-1 3 15,0-2-2-15,2-1-3 16,6-4-2-16,2-4-5 16,3-3 1-16,2-2-10 0,3-2-7 15,1-2 1-15,0 0 1 16,1 0 3-16,9 0-4 16,5 0-1-16,5 0 26 15,4 0 8-15,1 0-6 16,0-3-7-16,-2 0-9 15,-3 1-2-15,0-2-4 16,-3 2-6-16,-3-1 1 16,-2-1-1-16,-3 4-1 15,-1-3-12-15,-2 1-82 16,0-1-99-16,0-5-104 0,-2 1-220 16,-2 0-629-16</inkml:trace>
  <inkml:trace contextRef="#ctx0" brushRef="#br0" timeOffset="28159.78">1499 3945 960 0,'0'0'179'0,"0"0"80"0,0 0-6 16,0 0-23-16,0 0-36 0,0 0-127 15,0 0-48 1,-17 3-12-16,16 9-6 0,1 2 14 16,0 2 16-16,0-2 1 15,1-1 5-15,5-5-7 16,0 1-8-16,4-3-7 16,-1 0 4-16,3-2-2 15,0-1-5-15,-1 0-1 16,0-1-9-16,-2 0-1 15,-2-1 5-15,-2 1-6 16,-3 2 0-16,-2 1 0 16,0 1 1-16,-3 2-1 15,-5 1 1-15,-3 1-1 16,-2 1-12-16,1-4-65 16,-1-1-51-16,3-6-110 0,4 0-155 15,1 0-405-15</inkml:trace>
  <inkml:trace contextRef="#ctx0" brushRef="#br0" timeOffset="28531.59">1544 3889 1094 0,'0'0'285'0,"0"0"65"15,0 0-94-15,0 0-121 0,0 0-79 16,0 0-37 0,0 0-12-16,4 13-5 0,6-2 17 15,1-2 10-15,4-1-2 16,-1 0 6-16,2-4-2 16,-2 2-6-16,0-3 0 15,-3 0-10-15,-2 1-9 16,-3-1-6-16,-3 1 6 15,-1 2-5-15,-2 3 6 16,0 2 14-16,-7 4 10 16,-3 2-6-16,-4 3-11 15,-1 0-13-15,2 2 1 16,0-2-1-16,2-2-1 0,6-1-82 16,4-6-184-1,1-7-554-15</inkml:trace>
  <inkml:trace contextRef="#ctx0" brushRef="#br0" timeOffset="29450.12">2143 3796 63 0,'0'0'1035'0,"0"0"-754"16,0 0-13-16,0 0-74 0,0 0-34 15,0 0-65-15,0 0-58 16,-11-3-27-16,14 10 0 16,5-1-4-1,1 0 2-15,-1-1-7 0,4-1 0 16,-2-2 1-1,-1-2-1-15,-1 0 0 0,-1 0 0 16,-4-5 0-16,0-1 0 16,0-1 1-16,-1-2-1 15,-2 3 6-15,0 3-5 16,0 0 8-16,0 2 12 16,0 1-2-16,1 2-12 15,2 6-7-15,2 5 10 16,2 3 7-16,1 1 4 15,1 0-3-15,1 1-6 0,-2-3-5 16,1-2-7-16,-3 1 5 16,-1-5-5-16,-2-1 0 15,-1 0 0-15,-2-4 1 16,0 2 5-16,-4-1-6 16,-3 1 5-16,-2-2-6 15,-3-2 0-15,1-1-40 16,-3-1-106-16,4-3-171 0,2-4-347 0</inkml:trace>
  <inkml:trace contextRef="#ctx0" brushRef="#br0" timeOffset="29682.2">2294 3728 1287 0,'0'0'382'0,"0"0"-77"16,0 0-130-16,0 0-76 15,0 0 19-15,0 0-57 16,0 48-34-16,5-31-6 16,1 1 2-16,0 0-17 0,1 0-5 15,6 2-1 1,-1-3-181-16,0-6-659 0</inkml:trace>
  <inkml:trace contextRef="#ctx0" brushRef="#br0" timeOffset="30730.33">4533 3706 1190 0,'0'0'228'0,"0"0"6"0,0 0-69 15,0 0-47 1,0 0-12-16,0 0-61 0,0 0-20 15,4 7 5 1,4 2 10-16,2 2-8 16,0-2-16-16,2-2-15 0,0 0 1 15,0-4 5-15,0-3-6 16,-1 0-1-16,-2-3 0 16,-1-7-11-1,-3-1-15-15,-1-3-10 0,-2 0 23 16,-2 2 12-16,0 1 1 15,0 3 1-15,0 2 26 16,-2 4 43-16,0 2-7 16,1 1-35-16,0 9-18 15,1 6 14-15,0 5 1 0,0 3 3 16,7 2 0 0,1 0-10-16,2 0-4 15,0-2-8-15,-2-2-5 16,1-4 7-16,-5-1-7 15,0-5-2-15,-2-3 1 16,-2-4-19-16,0-5-86 0,0 0-111 16,0-3-366-16</inkml:trace>
  <inkml:trace contextRef="#ctx0" brushRef="#br0" timeOffset="31028.1">4788 3690 923 0,'0'0'179'0,"0"0"-4"0,0 0-70 0,0 0-15 16,0 0-22-16,0 0-4 16,0 0 2-16,22 20 49 15,-28-7-18-15,-4 4-14 16,0-1 9-16,1 0-15 15,1-1-18-15,2-2-18 16,2-3-8-16,3-2-11 16,1-3-13-16,0-1-3 0,3-4-5 15,5 0-1 1,5 0-1-16,10-11-92 16,-4 0-254-16,0-1-476 0</inkml:trace>
  <inkml:trace contextRef="#ctx0" brushRef="#br0" timeOffset="31199.36">4897 3784 1446 0,'0'0'332'0,"0"0"-32"0,0 0-182 15,0 0-17 1,0 0-51-16,0 0-29 0,0 0-21 15,-14 0-220 1,5 0-1062-16</inkml:trace>
  <inkml:trace contextRef="#ctx0" brushRef="#br0" timeOffset="37031.37">5275 6811 672 0,'0'0'326'0,"0"0"-41"0,0 0-5 16,0 0 42-1,0 0-51-15,0 0-55 0,-9-13-22 16,9 13-40-16,0-1-32 16,0 1-26-16,4 0-32 15,7 0 3 1,4 0-10-16,3 0-16 0,4 0-7 16,0 1-1-16,0-1-1 15,0 0-10-15,-3 0-8 16,-1-1-5-16,-4-3-8 15,-2 0-1-15,-2 0 0 16,-3 2 0-16,-1 0-8 16,-3 1-17-16,-2 1-25 0,0 0-25 15,-1 0-62 1,0 0-113-16,-1 0-101 0,-5 0-354 16,-2 0-339-16</inkml:trace>
  <inkml:trace contextRef="#ctx0" brushRef="#br0" timeOffset="37400.19">5283 6915 981 0,'0'0'527'15,"0"0"-275"-15,0 0-22 16,0 0-45-16,0 0-4 16,0 0-18-16,0 0 4 0,33 2-33 15,-15-2-43-15,0-2-10 16,3 0-17-16,-3-2-19 16,0 1-11-16,-2-1-5 15,-2 0-11-15,-4 1-8 16,0 1-9-16,-2-2 8 15,-3 2-8-15,-1 1-1 16,-1-1-1-16,-1 1 1 16,-1 0-23-16,-1 1-32 15,0-1-50-15,0-1-65 16,0-2-160-16,-4-1-304 16,-3 2-551-16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0:57:22.6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758 6915 1208 0,'0'0'508'0,"0"0"-299"16,0 0 47 0,0 0-75-16,0 0-2 0,0 0-11 15,-5 0-56 1,11 0-39-16,4-4 20 0,3-1-2 15,4-1-43 1,3-4-21-16,3-1-6 0,2-1-8 16,1-2-4-16,-1-1-7 0,-1 2-1 31,-2 1 0-31,-3 0-1 0,-3 1 0 16,-4 4-8-16,-3 2-25 15,-3 2-42-15,-4 2-88 16,-2 1-134-16,0 5-311 15,-6 1-251-15</inkml:trace>
  <inkml:trace contextRef="#ctx0" brushRef="#br0" timeOffset="366.28">809 7014 706 0,'0'0'919'16,"0"0"-649"-16,0 0 19 15,0 0-46-15,0 0 13 16,0 0-34-16,0 0-69 16,0 3-86-16,9-3-10 15,3 0-4-15,3-3-13 0,3-3-5 16,3-3-7-1,2-2-4-15,4-2-9 0,1 0-6 16,2-3-2 0,0 0-5-16,1 1-1 0,-4-1 5 15,-1 2-5-15,-6 1-1 16,-5 4-1-16,-5 2-7 16,-4 2 2-16,-4 4-10 15,-2 1-5-15,0 0-16 16,-27 14-103-16,4 3-364 0,-9 4-667 0</inkml:trace>
  <inkml:trace contextRef="#ctx0" brushRef="#br0" timeOffset="3184.2">5406 6699 1204 0,'0'0'364'0,"0"0"-55"16,0 0-27-16,0 0-56 15,0 0-42-15,0 0-59 0,0 0-65 16,-7 17-33 0,6 3 72-16,1 6 23 0,0 1-35 15,0 1-41 1,0-2-16-16,1-2-9 0,3-5-13 15,-1-2-7 1,0 0-1-16,1-5 0 0,-2-1-12 16,0-2-40-16,-2-4-72 0,2 0-109 15,-2-5-98 1,0 0-237-16,-3-5-308 16</inkml:trace>
  <inkml:trace contextRef="#ctx0" brushRef="#br0" timeOffset="3547.9">5401 6674 1213 0,'0'0'366'15,"0"0"-125"-15,0 0-39 16,0 0-36-16,0 0-18 15,-39 29-25-15,30-18-43 16,0-3-25-16,2 0-13 16,0-3-11-16,3-1 2 0,1-3 1 15,0-1 15 1,3-1 28-16,0-7-18 0,0-3-33 16,0-3-14-1,3 1-3-15,5 1-3 0,1 2-5 16,3 1 0-1,2 5 5-15,3 4-6 0,2 0 0 16,-1 4 0 0,1 6-11-16,-1 2 10 0,-2 3-31 15,4 11-116-15,-8-3-182 16,-2-2-596-16</inkml:trace>
  <inkml:trace contextRef="#ctx0" brushRef="#br0" timeOffset="6833.35">14346 6855 981 0,'0'0'310'0,"0"0"-79"16,0 0-17-16,0 0-17 16,0 0-28-16,0 0-47 15,0-1-30-15,0 1-16 16,0 2 11-16,0 5 37 16,0 4-7-16,-1 4-18 15,0 2-17-15,0 3-12 16,1 0-16-16,-2 1-12 15,1 0-3-15,1-3-18 0,-1 0-6 16,1-4-9-16,0-2-5 16,-1-4-1-16,1-2 0 15,0-1-13-15,0-3-43 16,-1-1-56-16,1-1-78 16,-2 0-72-16,0-4-254 0,-1-3-281 0</inkml:trace>
  <inkml:trace contextRef="#ctx0" brushRef="#br0" timeOffset="7283.98">14302 6803 1046 0,'0'0'340'0,"0"0"-142"0,0 0-17 0,0 0-7 16,0 0-25 0,0 0-40-16,-41 5-22 0,32 1-26 15,-1-2-12 1,3-1-12-16,1 0-12 0,2-2-7 15,3-1 0 1,1 0 16-16,0 0 45 16,4-7-28-16,4-2-33 0,3-2-5 0,1 0-3 15,2 4 7 1,-1 1 10 0,1 5-2-16,0 1-4 0,1 3-6 15,0 6-6-15,-1 4 1 16,0 0-4-16,-2 0-5 15,-1 0-1-15,-1 0-1 16,-2-3-8-16,-2 0-70 16,-1 0-89-16,-1-1-119 15,-3-4-344-15</inkml:trace>
  <inkml:trace contextRef="#ctx0" brushRef="#br0" timeOffset="7471.85">14579 6835 1573 0,'0'0'386'16,"0"0"-226"-16,0 0-53 0,0 0-31 16,0 0-23-1,0 0-43-15,0 0-10 0,-11 6-195 16,1-4-562-16</inkml:trace>
  <inkml:trace contextRef="#ctx0" brushRef="#br0" timeOffset="13265.86">10042 3902 1054 0,'0'0'492'16,"0"0"-181"-16,0 0-4 0,0 0-115 16,0 0-60-16,-29 40-19 15,21 1 27 1,3-1-17-16,-1-2-43 0,6-5-27 16,0-10-31-16,0 2-8 15,0 0-13-15,0-3 5 16,0-5-6-16,3-6-40 15,0-5-131-15,0-6-140 0,0-5-204 16,-1-6-158-16</inkml:trace>
  <inkml:trace contextRef="#ctx0" brushRef="#br0" timeOffset="13575.97">10015 3825 614 0,'0'0'562'15,"0"0"-201"-15,0 0-115 16,0 0-86-16,-38 19 14 16,25-6-22-16,2 1-48 15,-1-1-23-15,2-1-9 16,-1-3-20-16,5-2-16 0,2-3-11 16,2-3-7-1,0-1 16-15,2-1 12 0,0-9 5 16,4-2-36-1,3-4-9-15,3 2-5 0,3 1-1 16,0 3 6-16,2 5-5 0,2 3 0 16,1 2-1-1,2 5 0-15,-2 8 0 0,-2 1 0 16,-2 2-1 0,-1 3-43-1,4 4-128-15,-4-5-165 0,-1-4-506 0</inkml:trace>
  <inkml:trace contextRef="#ctx0" brushRef="#br0" timeOffset="14451.13">10130 4867 1300 0,'0'0'399'0,"0"0"-39"0,0 0-91 16,0 0-48-16,0 0-8 15,0 0-68-15,0 0-58 16,9 0-23-16,7 0-12 15,4-1-17-15,3-4-17 16,0 0-3-16,-1 0-6 16,0 0-8-16,-3-1 1 15,-4 0-2-15,-3 2-25 16,-3 1-74-16,-3 1-95 0,-5 0-126 16,-1 2-284-1,0-1-413-15</inkml:trace>
  <inkml:trace contextRef="#ctx0" brushRef="#br0" timeOffset="14698.12">10111 4980 1835 0,'0'0'476'0,"0"0"-164"16,0 0-141-16,0 0-9 15,0 0-22-15,0 0-60 16,0 0-4-16,21 3-16 0,-1-6-21 16,3-3-14-16,1-2-13 15,2 0-4-15,0-1-8 16,-4 0 0 0,-3 0-76-16,2-2-74 0,-6 3-200 15,-5 0-494-15</inkml:trace>
  <inkml:trace contextRef="#ctx0" brushRef="#br0" timeOffset="15947.93">12078 3842 1347 0,'0'0'522'0,"0"0"-173"0,0 0-67 0,0 0-108 15,0 0-59-15,0 40 13 16,0-9-3-16,0 4-34 15,3-3-37-15,0 2-18 16,0-4-12-16,2 0-17 16,-1-4-6-16,-2-3 4 15,2-4-5-15,-1-6-63 16,-1-2-99-16,0-6-138 0,-2-5-85 16,0-5-203-1,0-6-774-15</inkml:trace>
  <inkml:trace contextRef="#ctx0" brushRef="#br0" timeOffset="16296.04">12087 3816 1034 0,'0'0'499'16,"0"0"-189"-16,0 0-104 16,0 0-34-16,-50 23-28 0,34-6-34 15,-3 2-18 1,-1 0-18-16,3-3-11 0,-2-3-18 15,5-5 4 1,4-3 9-16,4-5 15 0,3-1 2 16,3-12-18-16,0-5-35 15,9-7-8-15,5-3 2 16,4-1 5-16,3 3-3 16,0 6-16-1,2 6-1-15,1 5 1 0,0 5-1 16,0 4-1-1,-1 5 0-15,0 8-1 0,-3 3 1 16,-1 5-2-16,-3 2 1 16,-2 5-5-16,-2 17-91 15,-3-5-377-15,-3-5-759 0</inkml:trace>
  <inkml:trace contextRef="#ctx0" brushRef="#br0" timeOffset="16948.81">11838 4870 797 0,'0'0'299'0,"0"0"-12"16,0 0-25 0,0 0-3-16,0 0 9 0,0 0-50 15,0 0-37-15,-25 0-35 16,25-1-42-16,0 1-29 15,9-2-33-15,7-1-5 16,6-1-2-16,4-1-14 16,4-1-15-16,-2 0-6 0,-2 0 0 15,-3 1-49 1,-2 0-114-16,-3 0-128 0,-5 0-280 16,-7 1-340-16</inkml:trace>
  <inkml:trace contextRef="#ctx0" brushRef="#br0" timeOffset="17146.13">11857 4939 1520 0,'0'0'505'16,"0"0"-208"-16,0 0-96 15,0 0-21-15,0 0-19 16,0 0-77-16,0 0-18 15,27 1-28-15,-4-6-23 16,6-1-9-16,10-3-6 16,20-6-89-16,-9 1-281 15,2-4-790-15</inkml:trace>
  <inkml:trace contextRef="#ctx0" brushRef="#br0" timeOffset="17896.05">14454 3825 196 0,'0'0'721'0,"0"0"-399"0,0 0 163 0,0 0-131 0,0 0-79 16,0 0-81 0,1 32 21-16,1 8-6 0,3 13-49 15,4 3-37-15,-1-8-8 16,2-14 2-16,-3-10-38 16,1-6-25-16,0 3-24 15,0 1-18-15,1 0-10 16,-2-5-2-16,-2-6-30 15,-1-4-78-15,-3-4-69 16,-1-3-41-16,-2-9-110 16,-4-4-340-16,-3-6-571 0</inkml:trace>
  <inkml:trace contextRef="#ctx0" brushRef="#br0" timeOffset="18246.14">14488 3862 1381 0,'0'0'371'0,"0"0"-34"16,0 0-120-16,0 0-43 16,-49 5-32-16,35 3-31 15,-2 2-19-15,1-1-23 16,2-3-26-16,2-1-11 16,4-3-5-16,4-2 13 0,2 0 11 15,1-5 3 1,4-8-29-16,6-5-11 0,6-4-5 15,4-1-2 1,4-1 1-16,0 7 2 0,1 3 1 16,1 6-2-16,-3 8-8 15,1 0 6-15,-2 8-6 16,-3 8-1 0,-1 5 7-16,-3 3-7 0,-2 3 0 15,-2 3-1-15,-1 1-14 16,2 17-104-16,0-8-342 15,-5-5-608-15</inkml:trace>
  <inkml:trace contextRef="#ctx0" brushRef="#br0" timeOffset="18865.95">14225 4893 920 0,'0'0'340'0,"0"0"-60"16,0 0 22-1,0 0-23-15,0 0-58 0,0 0-50 16,0 0-30 0,4-2 8-16,11 4-28 0,12 0-19 15,12-2-23-15,11 0-31 16,-2-3-22-16,-10-2-13 16,-11 1-11-16,-8 0-2 15,2-1-1-15,-1 0-39 16,-1 0-96-16,-9 1-174 0,-5 0-302 15,-5 2-408-15</inkml:trace>
  <inkml:trace contextRef="#ctx0" brushRef="#br0" timeOffset="19045.89">14274 4990 1490 0,'0'0'320'0,"0"0"-227"16,0 0 71-16,0 0-16 16,53 4 3-16,-25-8-79 15,3-3-50-15,13-7-22 0,-9 1-163 16,-6 0-559-16</inkml:trace>
  <inkml:trace contextRef="#ctx0" brushRef="#br0" timeOffset="34165.96">11789 4886 200 0,'0'0'259'15,"0"0"336"-15,0 0-340 0,0 0-26 16,0 0-19 0,9 3-30-16,1-3-45 0,3 0-38 15,2 0-40 1,2-2-23-16,2 0-11 0,-1 1-13 15,0-2-9 1,0-1 0-16,-2 0-1 16,-3 1-51-16,-3-1-93 15,-4 0-130-15,-4 2-211 16,-2 0-332-16</inkml:trace>
  <inkml:trace contextRef="#ctx0" brushRef="#br0" timeOffset="34377.71">11744 4999 1230 0,'0'0'279'0,"0"0"-97"16,0 0 12-16,0 0-11 0,0 0-5 15,0 0-64 1,44 4-54-16,-12-4-41 0,15-6-19 15,20-7-13 1,-8 2-113-16,-6-1-404 0</inkml:trace>
  <inkml:trace contextRef="#ctx0" brushRef="#br0" timeOffset="35047.94">14172 4815 541 0,'0'0'499'0,"0"0"-376"16,0 0 42-16,0 0 31 15,0 0-20-15,0 0-26 0,0 0-34 16,19 4-41-1,-6-2-31-15,1-2-24 0,2 0-12 16,1 1-8 0,-1-1 0-16,-1 0-75 0,-1 0-148 15,-5 0-282-15,-5 0-424 0</inkml:trace>
  <inkml:trace contextRef="#ctx0" brushRef="#br0" timeOffset="35197.68">14210 4893 1074 0,'0'0'208'0,"0"0"-41"15,0 0-16 1,0 0-38-16,50 2-52 16,-29-2-61-16,-4 1-13 0,-12 1-367 15</inkml:trace>
  <inkml:trace contextRef="#ctx0" brushRef="#br0" timeOffset="36766.22">5518 6184 399 0,'0'0'293'0,"0"0"-82"16,0 0 19-16,0 0-52 0,0 0 22 16,0 0-24-1,0 0-36-15,-47-37-5 16,32 34 6-16,-5 1-47 16,-1 2-5-16,-4 0-15 0,-2 3-28 15,1 3-27 1,-2 2-7-16,3 2-6 15,2 0-3-15,2 4 3 16,3-1 0-16,3 4-5 0,1 1 5 16,5 2 4-16,1 2 1 15,3 1 12 1,2 2-3-16,3 2-4 0,0 1 26 16,0 3 16-16,0-1-3 15,3 0-6-15,1-2-1 16,2 2-2-16,0-3-1 15,0 0-5-15,4 0 1 16,-1 0 1-16,3 0 5 16,1-1-6-16,0-3-7 15,3 0-5-15,-1-3-13 16,4-2 22-16,1-3 1 0,2-1 4 16,0-3 5-16,0-2-6 15,0-4-8 1,-2-2 4-16,-2-2-10 0,0-1 5 15,-3 0-7-15,0-5-4 16,-1-3-2-16,-1-3-10 16,0 1 2-16,1-4-4 15,-2 2-8-15,0-2 1 16,0 0 1-16,0 1 4 0,0 0-5 16,0-1 0-1,0-1 0-15,-1 1 0 0,0-1 0 16,-2-1-1-1,-2-1 0-15,0-1 0 0,-2 0-8 16,-1-3-1 0,-3-1-7-16,-1-1-11 0,0-3 0 15,0 3-6-15,-4-2-3 16,-2 0 3 0,-1 3 4-16,-3-2-16 0,0 1-2 0,1 3 11 15,-4 0 12 1,2 1 7-16,-2 1 1 0,1 0-22 15,0 1-11 1,-2 0 2-16,2 3 7 16,-1 0-11-16,0 2 0 15,0 2 8-15,0 3-12 16,-1 2-5-16,-1 0-10 0,1 2 18 16,0 1-18-1,-1-1 10-15,5 3-16 0,0 0 2 16,2 0 12-1,-5-1-9-15,2 0-300 0,-1-2-925 16</inkml:trace>
  <inkml:trace contextRef="#ctx0" brushRef="#br0" timeOffset="36916.26">5470 6092 1287 0,'0'0'246'0,"0"0"78"0,0 0-58 0,0 0-138 16,0 0-54-16,0 0-27 16,0 0-47-16,-4 7-32 15,0 0-225-15,-2-2-352 0</inkml:trace>
  <inkml:trace contextRef="#ctx0" brushRef="#br0" timeOffset="37733.78">1565 4843 1341 0,'0'0'356'0,"0"0"-36"0,0 0-84 16,0 0-68-16,0 0-29 16,11 42 31-16,3-15-37 15,3 4-48-15,2-2-35 16,-1 0-25-16,-1-4-14 16,-1-4-10-16,-1-3-1 0,-3-6-9 15,-3-2-63-15,-3-6-133 16,-6-4-112-1,0-4-147-15,-2-5-246 0</inkml:trace>
  <inkml:trace contextRef="#ctx0" brushRef="#br0" timeOffset="38015.92">1549 4825 1220 0,'0'0'305'15,"0"0"-12"1,0 0-95-16,-43 30-35 0,29-16-38 15,3 0-34 1,-1-2-31-16,3-3-17 0,2-3 1 16,3-3 27-16,2-3 32 15,1 0 13-15,1-11-4 16,0-5-73-16,1-4-15 16,7-1-13-16,3 1 2 15,5 4-5-15,4 4-8 16,3 6 0-16,5 6-6 15,2 0 6-15,2 8-12 16,16 10-44-16,-7-1-248 0,-8-3-519 0</inkml:trace>
  <inkml:trace contextRef="#ctx0" brushRef="#br0" timeOffset="52445.91">2249 7079 1039 0,'0'0'227'15,"0"0"-114"-15,0 0-20 0,0 0-39 16,0 0 35 0,0 0-15-16,-8-16-1 0,8 14-4 15,0 1 3-15,-1 1-9 16,1-1-15-16,0 1-7 16,0 0-19-1,-1 0-9-15,1 0-7 0,0 0-3 16,0 0-2-16,0 0 5 15,0 0-5-15,0 0-1 16,0 0 1-16,0 0 0 16,0 0 0-16,0 0 0 15,0 0-1-15,0 0-11 16,0 0-53-16,-3 0-84 16,0 0-127-16,-1 0-410 0</inkml:trace>
  <inkml:trace contextRef="#ctx0" brushRef="#br0" timeOffset="120827.91">14634 4518 695 0,'0'0'611'0,"0"0"-364"16,0 0 33-16,0 0-47 15,0 0-35-15,0 0-77 0,-5 2-45 16,20 0 43-16,4-1 13 15,5-1-21-15,4 0-38 16,3 0-30-16,2-2-17 16,-3-4-13-16,0 2-4 15,-3-2-8-15,-5 1-1 16,-5 0 0-16,-7 1-44 16,-4 2-123-16,-6 0-112 15,-6 0-262-15,-5 2-324 0</inkml:trace>
  <inkml:trace contextRef="#ctx0" brushRef="#br0" timeOffset="121265.8">14686 4366 1371 0,'0'0'311'16,"0"0"-2"-16,0 0-22 16,0 0-103-16,0-39-43 0,0 36-31 15,0 3-28 1,0 0-37-16,-5 2-15 16,-2 10-16-16,-4 5 2 0,-1 5 9 15,-1 5-1 1,1 2-4-16,1 1-1 0,2-2 7 15,4-1-1 1,3-2-3-16,2-3-4 0,0-2 5 16,6-2-4-16,5-3-1 0,1-4-3 15,0-1-1 1,2-4-4-16,-1-4 4 16,2-2-2-16,-1 0 0 15,3-4-11-15,0-2 5 16,-3-3-6-16,-1 3 0 15,-3-1-22-15,-2 1-71 0,-4 3-102 16,-2 0-146 0,0 1-354-16,-2 0-693 0</inkml:trace>
  <inkml:trace contextRef="#ctx0" brushRef="#br0" timeOffset="121466">14989 4742 1993 0,'0'0'356'0,"0"0"-130"16,0 0 45-16,0 0-78 16,0 0-112-16,0 0-56 0,0 0-25 15,-29-8-103 1,6 14-408-16,-6 3-338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0:58:21.5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4534 1356 1273 0,'0'0'314'0,"0"0"-104"15,0 0-26 1,0 0-52-16,0 0-26 0,-50-17 11 16,31 17-3-1,-2 0-8-15,-2 2-14 16,0 7-37-16,2 3-23 0,-1 5-20 16,4 4 1-16,1 2 6 15,4 3 4-15,3 2 5 16,5-1-1-16,5-1 9 15,0-2-6-15,2-2-2 16,7-3-4 0,4-4-6-16,2-1-9 0,1-3 0 15,1-4-7-15,0-1-1 16,0-2-1-16,0-3 0 16,-1-1-31-16,5-1-140 15,-5-4-133-15,-2-2-329 0</inkml:trace>
  <inkml:trace contextRef="#ctx0" brushRef="#br0" timeOffset="238">4667 1489 1157 0,'0'0'608'16,"0"0"-310"-16,0 0-119 15,0 0-40-15,0 0-55 16,0 0-47-16,0 0-20 16,26 0-8-16,-13 0-9 15,3-2-1-15,-1-1-26 16,3-3-165-16,-2 1-286 0,-6-1-380 16</inkml:trace>
  <inkml:trace contextRef="#ctx0" brushRef="#br0" timeOffset="438.16">4655 1570 1115 0,'0'0'485'0,"0"0"-158"0,0 0-74 16,0 0-66-1,0 0-84-15,0 0-19 0,0 0 12 16,19 8-26-1,-3-8-42-15,4 0-19 0,3-4-9 16,23-10-60 0,-7 1-321-16,-2-3-921 0</inkml:trace>
  <inkml:trace contextRef="#ctx0" brushRef="#br0" timeOffset="1320.04">5000 1238 1468 0,'0'0'531'0,"0"0"-281"0,0 0-66 16,0 0-68-16,0 0-71 15,-23 64-13-15,17-17 22 16,4 3 18-16,2-8 4 15,0-9-8 1,0-11-14-16,2-1-12 0,1 1-24 16,0 2-12-16,0 0-5 0,-1-7-1 31,-1-4-1-31,0-6-7 0,-1-4-4 0,0-3-1 16,0 0 11-1,0-10-5-15,0-5-1 0,0-5 2 16,1-4 6-1,3-1-1-15,1 1 0 0,4 2 1 16,0 7 0 0,2 4 0-16,1 6 0 15,1 5-1-15,1 1-1 0,-1 11 2 16,1 6 1-16,-2 3 19 16,-2 1 5-16,-3 2-2 15,-1 0 8-15,-2-3-1 16,-1-1-9-16,-2-3-11 15,1-1-8-15,-2-2-2 16,0-4 0-16,0 4-55 16,0-5-257-16,0-3-494 0</inkml:trace>
  <inkml:trace contextRef="#ctx0" brushRef="#br0" timeOffset="3622.06">5253 1597 1029 0,'0'0'507'0,"0"0"-224"16,0 0-65-16,0 0-53 0,0 0-20 15,0 0 4 1,-9 40-4-16,3-21-31 16,2-1-32-16,3 0-21 15,-1-2-27-15,1-1-14 16,1-4-10-16,0-1-9 15,0-3 1-15,0-4-1 16,0-1 1-16,0-2-1 0,0 0 8 16,0-7-3-16,0-5-6 15,0-4-1 1,4-4-5-16,3 1 5 0,0-1-5 16,2 2 5-16,1 2 0 15,1 5 0-15,2 4-1 16,0 4 1-16,-2 3 0 15,2 3-1-15,-1 8 2 16,0 3 11-16,-2-2 2 16,-2 2-1-16,-3-2-6 15,-1-1-5-15,-1-2 0 16,-3-2-1-16,0-2-47 16,0-5-177-16,0 0-264 15,0-4-346-15</inkml:trace>
  <inkml:trace contextRef="#ctx0" brushRef="#br0" timeOffset="4205.21">5329 1285 1236 0,'0'0'305'0,"0"0"-12"0,0 0-63 16,0 0-25-16,0 0-82 16,0 0-61-16,0 0-24 15,15 0 11-15,-4 0-6 16,-2 0-19-16,3-4-11 15,-3-1-4-15,-1-4-8 16,-2 0 0-16,-3-3 1 16,-2-1 4-16,-1 1 1 15,0 1 5 1,-4 1 14-16,-4 3-10 0,0 3-4 16,-2 2 0-16,-3 2-2 0,0 0-1 15,-2 10-3 1,-1 5-4-16,0 4 24 0,4 3 1 15,1 2-10 1,5 1 41-16,2-1 3 0,4-2-13 16,1-2-7-16,9-2-1 15,5-4 0-15,2-1-1 16,5-3-1-16,1-3-7 16,1-4-4-16,0-2-12 15,0-1-4-15,-2-3-5 16,0-5 0-16,-3 0 10 15,-2-2-7-15,-5 1-8 16,-2 0-1-16,-4 3-1 16,-4 1-15-16,-5 4-38 15,-9 1-174-15,-1 0-659 0</inkml:trace>
  <inkml:trace contextRef="#ctx0" brushRef="#br0" timeOffset="5018.21">4524 1895 966 0,'0'0'343'0,"0"0"-54"0,0 0-102 15,0 0 28-15,0 0-25 16,0 0-50-16,0 0 18 16,70 4 54-1,-3-5 11-15,11-7-80 0,8-4-41 16,-3 0-31-1,-8 2-22-15,-5 0-17 0,-2 2-13 16,-8 0-6-16,-14 2-1 16,-14 1-10-16,-10 1-1 15,-8 2 0-15,-2-1-1 0,-2 2 1 16,-4 0-1 0,-5 1-14-16,-2 0-44 0,-19 1-69 15,-29 9-219 1,4 0-280-16,-4-1-202 0</inkml:trace>
  <inkml:trace contextRef="#ctx0" brushRef="#br0" timeOffset="5370.34">4601 2039 1394 0,'0'0'256'16,"0"0"9"-16,0 0-30 16,0 0 1-16,0 0-47 15,0 0 30-15,73 2-22 0,-9-2-43 16,12-9-31-16,4-3-27 16,-4 0-35-16,-10 0 1 15,-3 2-17-15,-8 1-18 16,-14 0-6-16,-12 5-3 15,-10 0-8 1,-7 1-9-16,0 1 1 0,-1-1 7 16,1 1 0-16,-7-1-3 15,-3 2-5-15,-2 1-1 16,-2 0-11-16,-33 1-44 0,0 5-172 16,-8-2-533-16</inkml:trace>
  <inkml:trace contextRef="#ctx0" brushRef="#br0" timeOffset="15768.17">1276 4418 1039 0,'0'0'249'0,"0"0"-178"16,-44-5 13-16,23 5 75 0,-4 0-6 16,-1 0 8-1,-3 3 4-15,-3 3-19 0,2 4-29 16,-1 2-23-1,1 3-14-15,3 3-7 0,3 4-17 16,4 3-5 0,1 8-17-16,5 13-1 0,7 11-2 15,6 4-5-15,2-3 2 16,10-14 2-16,2-13-5 16,-1-9-7-16,4-2-6 15,5 1-1-15,5-1 2 16,6 1 1-16,8-7-1 15,5-5 8-15,7-9-3 16,0-2-4-16,-11-10-1 0,-8 0 0 16,-13 0 4-16,-4-2-10 15,3-4 7 1,-1-4-8-16,-2-7-6 16,-3-1 8-16,-3-3-8 15,-4-1 1-15,-5-1-1 0,-1 0 1 16,0 1-1-1,-4 2 0-15,-5 2 0 0,-2 2 2 16,-3 3-1-16,-4 2 1 16,-1 2-1-16,-2 1 5 15,-4 2-5-15,0 2 0 16,2 3 1-16,0 2-2 16,3 5 0-16,3 1-20 0,2 5-56 15,4 0-81 1,1 13-161-16,5 1-344 15,2-1-490-15</inkml:trace>
  <inkml:trace contextRef="#ctx0" brushRef="#br0" timeOffset="15938.24">1373 4373 2242 0,'0'0'270'0,"0"0"-181"0,0 0-53 16,0 0-35-16,0 0-1 16,0 0-267-16</inkml:trace>
  <inkml:trace contextRef="#ctx0" brushRef="#br0" timeOffset="16918.25">5785 1539 1121 0,'0'0'284'0,"0"0"-65"15,0 0-38 1,0 0-5-16,0 0-2 0,0 0 1 16,27-7-24-16,-6-1-32 0,4 0-12 15,2-1-22 1,4-2-31-16,-2 0-25 0,-2-1-12 16,-4 3-11-1,-3-1-5-15,-5 2-1 0,-4 1-25 16,-3 2-102-1,-8-3-97-15,0 3-127 16,0 1-386-16</inkml:trace>
  <inkml:trace contextRef="#ctx0" brushRef="#br0" timeOffset="17305.09">5813 1406 1047 0,'0'0'380'0,"0"0"-98"15,0 0 20-15,0 0-61 16,0 0-34-16,0 0-39 16,0 0-48-16,-35-3-59 15,29 13-34-15,-2 6-18 0,-2 5 12 16,0 6 19-1,1 1-12-15,3 3-7 0,1-1-1 16,4-1-8-16,1-4 1 16,2-3-4-16,6-3-9 15,6-6 2-15,3-2 4 16,3-4 1-16,5-3 1 16,1-4-2-16,2 0 1 15,-2-4-4-15,1-4-3 16,-5-2 0-16,-5 1-43 15,-2-4-147-15,-5 4-193 16,-6 1-607-16</inkml:trace>
  <inkml:trace contextRef="#ctx0" brushRef="#br0" timeOffset="17470.21">6033 1775 2054 0,'0'0'198'15,"0"0"-198"-15,0 0-134 0,0 0-339 0</inkml:trace>
  <inkml:trace contextRef="#ctx0" brushRef="#br0" timeOffset="22968.14">14472 6231 122 0,'0'0'122'0,"0"0"-63"16,0 0 14-16,0 0 46 15,0 0-37-15,0 0-4 16,1-19 11-16,-1 17-6 0,0 0 2 15,0-1 22 1,0 1-22-16,0 0-15 0,0 1-7 16,-1-1-13-1,0 0-10-15,-1 0 8 0,1 1 20 16,-1-1 11-16,0-1-12 16,-1 0-19-16,-2 1-9 15,0-2 21-15,-4 2 6 16,-1-1-2-16,-3-1-5 15,-2 1-2-15,-3 1 0 16,-4-1-10-16,0 2-2 0,-1-1-8 16,1 2-1-1,0 0-10-15,2 0-5 0,0 0-2 16,3 0-1-16,0 2 0 16,3 2-2-16,1 1-4 15,1 2-2-15,2 0-4 16,1 4 0-16,0 2-3 15,1 1 7 1,1 1-1-16,0 0 6 0,2 2 0 16,1-1 3-16,1 0 1 15,1 2 2-15,-1 0 3 16,3 1 2-16,0 0 0 16,0 1-1-16,0-1 3 15,0 2 9-15,0-1-2 16,4 0-4-16,-1 1-4 15,0-1 0-15,1-1 1 0,0-1-7 16,2-2-2 0,-1 0-1-16,1 0-1 0,2-2 1 15,1 1 4 1,1 0-6-16,1-2 4 16,0 2-2-16,2-1 7 0,1-2 8 15,1 0 2-15,-1-2-7 16,0-3-13-16,0-1 1 15,1-4 11-15,1 1 3 16,0-3-7-16,1 0-1 16,0 0-4-16,2-3 8 15,-2-2-2-15,1-1-5 16,-1 0-7-16,-1-2-10 16,-1 2-1-16,-1-2 8 15,-1 1-3-15,-1-2 1 0,1-1 0 16,-1 0-5-16,-1-1-1 15,-1-2 1-15,-2-1-1 16,-1-2 1-16,0-1-2 16,-2-2-2-16,-1-1-8 15,-2-4-8-15,-1 1-4 0,-1-3-7 16,0 1-2 0,0 0-7-16,-1 0-8 0,-2 1-7 15,-2 1 8 1,-1 2 14-16,-1 1 12 0,1 1 8 15,-3 2-26 1,2 1-30-16,-1 1 8 0,-1 1 10 16,0 2 10-1,0 0 15-15,0 4-8 0,1 0 2 16,-1 2 9 0,1 2 2-16,-1 1 4 15,-1 1-2-15,-1 2 2 0,-2 0-4 16,-1 0 7-16,-2 0 2 15,-3 5 1-15,-2 3 1 16,-2 0-3-16,-2 4-3 16,1-1 1-16,-1 1-7 15,-4 2-20-15,6-3-425 0,5-4-532 0</inkml:trace>
  <inkml:trace contextRef="#ctx0" brushRef="#br0" timeOffset="34920.19">14808 4452 1446 0,'0'0'199'0,"0"0"-134"16,0 0 2-16,42-16 95 0,-13 13-8 15,12 1-36-15,11-1-53 16,-3 3-31 0,-8 0-21-16,-12 0-12 0,-10 0-1 15,1-1-13-15,-1-1-67 0,0-7-143 16,-7 2-159-1,-4-3-476-15</inkml:trace>
  <inkml:trace contextRef="#ctx0" brushRef="#br0" timeOffset="35254.49">14826 4238 1206 0,'0'0'179'0,"0"0"13"16,0 0 45-16,0 0-17 15,0 0-82-15,0 0-48 16,0 0-25-16,-54 17 18 16,25 1 8-16,-2 1-9 15,-1 3-18-15,3-2-20 16,6-1-2-16,6-1-9 15,9-2-5-15,8 1-8 16,4 0-2-16,24 6 37 0,23 0 0 16,22 0-13-16,10-4-22 15,-4-6-11-15,-8-6-8 16,-16-3-1-16,-11 1 0 16,-10 0-64-16,0 1-151 15,-11-1-175-15,-3 1-348 0</inkml:trace>
  <inkml:trace contextRef="#ctx0" brushRef="#br0" timeOffset="100687.76">10243 4284 414 0,'0'0'291'0,"0"0"-117"15,0 0-12-15,0 0 11 0,0 0-3 16,0 0 20 0,-47-36-38-16,28 29-111 0,-3 2-41 15,-3 3 0 1,-1 2-10-16,-5 2-6 0,-2 11 10 15,-1 8 6 1,-5 12 0-16,-1 17 12 0,2 17 52 16,6 4-12-16,9-1 90 15,13-9-21-15,8-7-20 16,2-2-8-16,9-2-6 16,10-5 14-16,1-9-23 15,2-7-10-15,10 1 1 16,11 0-1-16,8 0-3 15,5-1-9-15,-2-13-21 16,-7-8 34-16,-1-7-14 16,-3-1-16-16,-8-9-11 15,-6-3-4-15,-7 0-4 0,-2-4-8 16,5-5-12 0,3-6 2-16,8-10-1 0,-3-7 0 15,-4 2 0 1,-8 5-1-16,-5 4-18 0,-8 7 6 15,-2-3-12 1,0-4-1-16,-5 0-1 0,-1 0 5 16,-2-5-16-16,-7 3 0 15,-4 0 13-15,-1-1-44 16,-2 6-3-16,-5-1 33 16,-1 5-14-16,-2 3-28 15,-5 4-8-15,-10 3 10 0,-19 6-6 16,-23 10-26-1,-9 11-29-15,-4 19 1 0,7 13-10 16,28-9-5-16,10-4-920 0</inkml:trace>
  <inkml:trace contextRef="#ctx0" brushRef="#br0" timeOffset="103571.53">8238 826 1238 0,'0'0'318'0,"0"0"18"0,0 0-41 16,0 0-49-16,-45-28-44 0,26 28-75 16,0 0-75-1,-2 11-31-15,1 5-12 16,3 8 0-16,1 3 9 16,3 4 8-16,3 4 4 0,7-3-4 15,3-1-10 1,0-4-10-16,7-2 3 0,6-4-1 15,4-3-8 1,3-3-1-16,1-2-7 16,9-4-101-16,-6-4-226 0,-4-4-476 15</inkml:trace>
  <inkml:trace contextRef="#ctx0" brushRef="#br0" timeOffset="103800.69">8334 978 1639 0,'0'0'482'15,"0"0"-259"-15,0 0 9 16,0 51-21-16,0-27-57 0,3-1-43 16,1 1-33-16,0-2-36 15,0-2-26-15,0-2-10 16,0-4-6-16,1-1 0 15,-2-4-80 1,2-8-217-16,-2-1-430 0,0-3-1113 0</inkml:trace>
  <inkml:trace contextRef="#ctx0" brushRef="#br0" timeOffset="104103.82">8562 899 1603 0,'0'0'516'15,"0"0"-214"1,0 0-99-16,0 0-34 0,0 0-60 15,0 0-61 1,0 0-24-16,47-7-17 0,-30 3-7 16,-2 1-15-16,-2 0-100 15,1-1-131-15,-5 2-116 16,-3-1-396-16</inkml:trace>
  <inkml:trace contextRef="#ctx0" brushRef="#br0" timeOffset="104280.94">8564 996 1130 0,'0'0'382'0,"0"0"-60"0,0 0-73 16,0 0-80-16,0 0-59 16,0 0-14-16,45 13-32 15,-2-16-43-15,12-10-21 16,4-6-70-16,-15 3-176 15,-10 1-429-15</inkml:trace>
  <inkml:trace contextRef="#ctx0" brushRef="#br0" timeOffset="104670.28">8964 617 1555 0,'0'0'496'15,"0"0"-156"-15,0 0-109 16,0 0-140-16,0 0-67 16,-9 56-10-16,9-5 18 15,0 6 33-15,8-2 6 0,1-6-23 16,-2-11-21 0,-2-9 17-16,-1-8-19 15,-2-6-18-15,1-3-6 16,0-4-1-16,0-5 1 0,0-4 5 15,4-15 4 1,1-7-2-16,1-4-7 0,2-2 9 16,-2 2-1-16,1 6 8 0,-1 6-11 15,0 5-5 1,-1 6 0-16,0 4-1 16,3 0-1-16,0 10-1 15,3 1 1-15,-1 4 0 0,1 3-11 16,-3-1-38-1,0 6-148-15,-3-4-190 16,-3-3-498-16</inkml:trace>
  <inkml:trace contextRef="#ctx0" brushRef="#br0" timeOffset="104868.14">9236 899 379 0,'0'0'1382'0,"0"0"-1097"16,0 0-53-16,0 0-4 16,3 49-47-16,3-29-53 15,2 3-45-15,1-1-50 16,-2-3-24-16,1-4-9 16,-1-2-64-16,-3-7-275 15,-1-5-724-15</inkml:trace>
  <inkml:trace contextRef="#ctx0" brushRef="#br0" timeOffset="105568.06">9216 578 1121 0,'0'0'395'0,"0"0"-65"0,0 0-127 0,0 0-85 15,0 0-48 1,0 0 29-16,0 0-13 0,21 24-33 16,-13-20-26-16,1-1-14 0,0-3-4 15,-3 0 6 1,2-6 36-16,-4-5-8 0,-1-2-21 16,-3-2-7-1,0-2 6-15,-3 3 10 16,-6-1 24-16,1 5-26 15,-2 2-2-15,0 5-6 16,0 3-12-16,-2 1-2 0,1 9 1 16,0 6 5-1,2 5 6-15,1 3 5 16,3 0 0-16,5 0 11 16,0-1 13-16,8-1 10 0,4-3-16 15,7-1-12-15,3-4-6 16,5-4-9-16,4-3-8 15,2-5-7 1,2-2-8-16,10-8-88 0,-9-4-397 16,-5-4-1115-16</inkml:trace>
  <inkml:trace contextRef="#ctx0" brushRef="#br0" timeOffset="106519.67">9462 407 981 0,'0'0'135'0,"0"0"-43"0,0 0 114 16,-54-46 17-16,30 30-22 0,-5 2 3 15,-9-2-73 1,-12 2-89-16,-18 4-28 0,-11 5-7 15,-5 5-5 1,-7 5-2-16,-3 11 1 0,-8 5-1 16,-8 8 0-1,0 5-6-15,6 4 6 16,7 5 2-16,15 5-1 16,14 6 10-16,14 7 32 0,12 5 27 15,12 6 1-15,6 5 20 16,10 1 22-16,6 0-10 15,8-3 12-15,7-7-36 16,16-10-6-16,16-7-1 16,19-10-42-16,19-9-15 15,16-8 6-15,16-8 9 16,13-11 9-16,6-5 13 0,3-5-4 16,-3-13 25-16,-6-4-40 15,-9-6-10-15,-7-3-11 16,-10-3-2-16,-9-1-2 15,-10-2 11-15,-10 0-5 16,-10-1-4-16,-9-2 1 16,-6-1 1-16,-9-2-2 15,-2-1-1-15,-6-1-7 16,-5 0-1-16,-5-1-1 16,-6-2 0-16,-5-3-11 15,-4-1-26-15,-5 0-31 16,-10 2 29-16,1 9-12 15,-3 9-49-15,-6-3 24 0,-13-2 4 16,-11-2 0 0,-12 0-4-16,0 10 7 0,2 12-39 15,-4 7 15 1,2 9 54-16,1 1-67 16,1 14 56-16,5 4 32 0,5 6-45 0,5 4 11 15,4 4 5 1,10-6-5-16,7-5-85 0</inkml:trace>
  <inkml:trace contextRef="#ctx0" brushRef="#br0" timeOffset="109603.92">9052 726 892 0,'0'0'159'0,"0"0"-7"0,14-52 39 0,-8 29 33 16,0 1-24-1,0 2-11-15,0 3-1 0,-3 3-42 16,-1 5 20-16,0 5-44 0,-2 4-74 16,-10 16-29-1,-22 27-17-15,-21 29 5 0,-13 15 71 16,-3 4 21 0,4-6-13-16,15-17-7 0,4-6-11 15,6-6-16 1,7-6-7-16,6-9 2 0,7-10-4 15,6-9-9 1,4-8-26-16,2 1-8 0,-1-2 0 16,3-3-34-16,0-8-85 0,-5-14-96 15,1-7-435 1,-2-6-698-16</inkml:trace>
  <inkml:trace contextRef="#ctx0" brushRef="#br0" timeOffset="109868.27">8501 668 1892 0,'0'0'267'0,"0"0"-101"16,44 43-37-16,-4-2-1 0,18 17 1 15,12 8-6 1,4 5-23-16,-2-6-12 0,-8-6 8 15,-5-4-18 1,-5-7-12-16,-7-1 4 0,-11-10-6 16,-10-11-22-16,-7-8-24 15,-6-6-10-15,-2 0-8 16,-1-3-1-16,-5-3-50 16,-3-5-139-16,-3-2-333 0</inkml:trace>
  <inkml:trace contextRef="#ctx0" brushRef="#br0" timeOffset="124437.98">7472 7283 531 0,'0'0'272'0,"0"0"1"15,0 0 27-15,0 0-11 0,0 0-5 16,0 0-45 0,-12-5-48-16,13 6-56 0,9 6 38 15,7 1-8 1,14 0-33-16,21-2-28 0,24-6-17 15,12-2-15 1,5-12-9-16,-2-3-15 16,-12 0-8-16,-6 2-10 0,-7 3-9 0,-12 2-15 15,-13 3-5 1,-13 3 0 0,-12 2-1-16,-9 1-1 0,-1 0 1 15,-2 1-1 1,-1 0-11-16,-3 0-29 0,0 0-59 15,-2 0-38-15,-14 4-100 16,0 1-264-16,-3-1-245 0</inkml:trace>
  <inkml:trace contextRef="#ctx0" brushRef="#br0" timeOffset="124869.66">7623 7417 1364 0,'0'0'220'0,"0"0"-88"15,0 0 69-15,0 0-30 0,0 0 43 16,0 0 38-1,0 0-4-15,32 26-66 0,18-21-31 16,22-4-17-16,12-1-22 16,4-4-13-16,-6-5-17 15,-11 0-17-15,-7-2-16 0,-9 0-17 16,-12 0-10 0,-12 2-7-16,-11 2-7 15,-7 2 1-15,0-2-8 16,-2 0 5-16,-1 1-4 0,-3 0-1 15,-4 1 0 1,-1 0 5-16,-2 1-5 16,0 0-1-16,0 0 0 15,-4-1-28-15,-4 2-67 16,-4 3-83-16,-9 0-117 16,1 7-348-16,4-1-569 0</inkml:trace>
  <inkml:trace contextRef="#ctx0" brushRef="#br0" timeOffset="126104.02">10990 7243 842 0,'0'0'270'0,"0"0"-39"15,0 0 5-15,0 0-31 16,0 0-5-16,0 0-34 16,-1 0-74-16,10 0 19 0,4 4-11 15,2 1 9 1,3-2-29-16,2 0-23 0,-2-2-27 15,0 0-17 1,-1-1-7-16,-3 0-6 0,-2 0-8 16,-2 0-59-16,-4 0-85 15,-2 0-123-15,-4 0-92 16,0 0-176-16</inkml:trace>
  <inkml:trace contextRef="#ctx0" brushRef="#br0" timeOffset="126280.81">11014 7321 1061 0,'0'0'250'0,"0"0"-19"16,0 0-58-16,0 0 7 16,0 0-20-16,0 0-56 15,50 5-33-15,-31-5-37 16,5-1-23-16,-1-1-11 15,1 2-18-15,-6 0-263 0,-9 1-413 16</inkml:trace>
  <inkml:trace contextRef="#ctx0" brushRef="#br0" timeOffset="128103.55">12284 7247 729 0,'0'0'171'16,"0"0"25"-16,0 0-19 0,0 0-30 15,0 0-34-15,0 0-24 0,0 0 54 16,29 12-16 0,-2-8 10-16,15 0-28 15,15-3-26-15,7-1-15 16,1 0-9-16,-3 0-11 15,-6 0-4-15,0 2-5 16,-2-1-1-16,-2 1-9 0,-3-1-6 16,-4 0-5-16,-3-1-1 15,-3 0-3 1,-5 0 1-16,-6 0 0 16,-6 0-4-16,-1 0 1 15,4 0 0-15,4 1 1 16,3-1-3-16,0 0 4 15,0 0-4-15,1 0 7 0,1 0-2 16,1 0-5-16,0 0 0 16,1 0-2-16,0 0 2 15,-1 0 1-15,1 0-4 16,0 0 1-16,0 0 1 16,1-1 0-16,-2 0-3 15,1 0 1-15,-2 1-1 16,-1-1-4-16,-2 1 4 0,-2 0 0 15,0-1 0 1,-2 1 2-16,0-1 3 0,-1 1 4 16,1 0 1-1,-2-1 2-15,2 1-1 0,-3 0-1 16,0 0-2-16,0 0-2 16,0 0 4-16,1 0 1 15,1 1 2-15,1 0 2 0,0 1-12 16,-1-2-8-1,0 1 21-15,-2-1 1 16,-1 0-13-16,-4 0-8 16,-1 0-1-16,-2 0 5 15,-3-1-4-15,1-2 7 16,-2 1 1-16,-1-1 1 16,2-1-1-16,-3 2-2 0,2-2-1 15,-3 1-6 1,0-1 7-16,-1 3-7 0,-3-2 5 15,0 1-5 1,-2 1 5-16,-2-1-5 0,-1 0 0 16,0 2 0-16,-2-1-1 0,-28 0-114 15,2 0-419 1,-10 0-461-16</inkml:trace>
  <inkml:trace contextRef="#ctx0" brushRef="#br0" timeOffset="129218.16">3315 7615 781 0,'0'0'264'0,"0"0"-28"0,0 0 58 16,0 0 0-16,0 0-33 16,0 0-97-16,0 0-54 15,9-13 16-15,7 10 23 16,6-2-64-16,3 1-28 0,3-1-14 16,4-1-13-1,7-1-12-15,-4 0 16 0,2 1-10 16,0 0-6-1,-9 1-4-15,1 0-7 16,-6 1-6-16,-6 2 0 0,-5 1-1 16,-6 1-41-16,-4 0-160 15,-3 0-130-15,-7 0-226 0,-3 0-335 0</inkml:trace>
  <inkml:trace contextRef="#ctx0" brushRef="#br0" timeOffset="129549.33">3592 7449 1204 0,'0'0'317'15,"0"0"-31"-15,0 0-79 16,0 0-67-16,0 0-38 15,0 0 18-15,37 5-23 16,-17 1-23-16,2 1-23 16,-1 0-14-16,-1 1-15 15,0-1-13-15,-4 0-8 0,-2-1 5 16,-5 0-5 0,-2-1 0-16,-5 1-1 0,-2 2 0 15,-3 1 0 1,-7 2 12-16,-5 4-1 15,-3 1-11-15,-4 1-104 16,-14 8-110-16,5-5-265 16,4-6-273-16</inkml:trace>
  <inkml:trace contextRef="#ctx0" brushRef="#br0" timeOffset="198298.15">14766 1160 1441 0,'0'0'306'0,"0"0"-22"16,-56 1-84-16,26 11-40 15,-2 8-29-15,1 12-39 16,7 1-9-16,7 3-23 0,8-1-27 16,9-3-17-16,4 2-16 15,12-4 0-15,8-3 0 16,5-5-1-16,4-3-46 16,1-6-76-1,-2-8-12-15,-3-5-61 0,-4-5-18 16,-5-11 22-16,-4-5 183 15,-3-2 9-15,-5-3 118 16,-2 2 42-16,-2 2-1 16,-2 5-3-16,-1 8 20 15,0 6-15-15,-1 3-76 16,1 7-61-16,0 12-5 16,3 5 28-16,1 5 2 0,3 4-15 15,1 0-10 1,0-1-16-16,0-5-8 0,-1-5-20 15,-1-12-225 1,-1-7-363-16,-4-3-576 0</inkml:trace>
  <inkml:trace contextRef="#ctx0" brushRef="#br0" timeOffset="198450.78">14898 1164 971 0,'0'0'265'0,"0"0"-174"0,0 0-72 16,0 0-19-16,38 10-177 15,-23-4-690-15</inkml:trace>
  <inkml:trace contextRef="#ctx0" brushRef="#br0" timeOffset="198667.89">15052 1029 1371 0,'0'0'400'15,"0"0"-72"-15,0 0-87 16,0 0-140-16,0 0-62 16,0 0-33-16,0 0 7 15,-8 52 15-15,8-27-14 0,0 3-3 16,3-2-11-1,5 8-24-15,0-7-200 0,-1-6-485 0</inkml:trace>
  <inkml:trace contextRef="#ctx0" brushRef="#br0" timeOffset="198933.87">15199 1126 193 0,'0'0'1396'15,"0"0"-1072"-15,0 0-61 16,0 0-105-16,-46 28-41 0,39-12-50 16,4 4-30-1,3 0-22-15,3 0-14 16,6-1 0-16,4 0 10 0,0 1-10 16,-1-3 7-1,0 2-7-15,-3-3-1 0,-4 0 0 16,-2-1-1-1,-3 0-5-15,-4 0-24 0,-8 2-62 16,-16 5-123 0,3-3-282-16,-2-5-397 0</inkml:trace>
  <inkml:trace contextRef="#ctx0" brushRef="#br0" timeOffset="199149.91">14784 1669 386 0,'0'0'1473'0,"0"0"-1281"16,69-5 63-16,-5-8-26 0,8-2 3 15,0 1-63 1,-11 0-66-16,-20 5-49 16,-9 1-39-16,-11 2-14 0,-7 1-1 15,-2 0-37-15,-1 1-150 16,-11 0-111-16,0 3-262 15,-11 1-653-15</inkml:trace>
  <inkml:trace contextRef="#ctx0" brushRef="#br0" timeOffset="199352.96">14774 1775 1610 0,'0'0'264'0,"0"0"-135"16,0 0 118-16,72 28-14 0,-3-28 22 15,10 0-58 1,0-6-70-16,-19-2-61 0,-24 1-39 16,-13 2-17-16,-7 0-9 15,-1-1-1-15,-2 0-43 16,-2-2-186-16,-9 2-390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00:49.2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3282 3443 1266 0,'0'0'250'0,"0"0"-49"0,0 0 39 15,0 0-54-15,0 0-62 0,0 0-39 16,-8-7-34-16,17 4-24 16,4-2-15-1,4-1 0-15,5 0-6 0,1-2-6 16,1 0 0-16,-1 2 0 16,-3 0-22-1,-2 1-88-15,-1-2-168 0,-6 4-295 16,-4-1-268-16</inkml:trace>
  <inkml:trace contextRef="#ctx0" brushRef="#br0" timeOffset="232.38">3310 3503 1197 0,'0'0'267'0,"0"0"-103"0,0 0-18 16,0 0-20-1,0 0 30-15,0 0-22 0,52 3-57 16,-26-4-43 0,3-8-19-16,-1-2-8 0,1-3-7 15,-3-2-8-15,-3-1-78 16,0-9-150-16,-6 2-258 16,-5 3-276-16</inkml:trace>
  <inkml:trace contextRef="#ctx0" brushRef="#br0" timeOffset="480.72">3474 3235 1162 0,'0'0'341'16,"0"0"-31"-16,0 0-45 16,0 0-105-16,0 0-78 15,0 0-46-15,0 0-11 16,26 11 21-16,-3-3 14 15,4 1-20-15,3 1-22 0,2 1 4 16,-5 1 11-16,-3 3-8 16,-6 3-15-16,-9 3-9 15,-9 3 5-15,-17 10-6 16,-29 11-5-16,-27 13-17 16,-17 1-154-16,15-14-392 15,14-14-873-15</inkml:trace>
  <inkml:trace contextRef="#ctx0" brushRef="#br0" timeOffset="2559.66">3832 2801 958 0,'0'0'146'0,"0"0"-29"0,0 0 57 16,0 0-21-16,0 0-61 15,0 0 93-15,55 22-22 16,1-14-21-16,11-3-36 16,5-2-4-16,0-3-8 15,0 0-7-15,2-8-14 0,4-2-9 16,1 0-19-1,-3 1-11-15,-3 2-11 16,-6 1-8-16,-7-1-7 0,-5 0-6 16,-6 0 4-16,-12 1 1 15,-8-1 5 1,-9 3-3-16,0-1-1 0,2-1 5 16,3-2 5-16,2 0-3 15,-1-2-3-15,0 0 0 16,-3-1-6-16,0 0 1 15,-3 0-2-15,-2 2-5 16,-2-1 0-16,1 1 0 16,-2-2 1-16,-2 1 0 15,2-2-1-15,-2 1 2 16,-1-1-1-16,-1-1 0 16,-2 0 0-16,-2-2 5 15,-4-1 0-15,-1-3 0 16,-2-3 0-16,-3-3 5 15,-9-1-4-15,-6-3-1 16,-6-1-5-16,-10-1-1 0,-16-1-2 16,-16 0-13-16,-9 5-40 15,-6 5-9-15,-4 9 3 16,2 5-1-16,-6 3 18 16,-3 4-22-16,2 1 24 15,6 1-13-15,3 6 42 16,6 4-29-16,2 3 2 0,1 3 39 15,2 5-41 1,1 3 41-16,-1 5-20 0,2 4 21 16,4 2-14-16,6 1-2 15,7 0 16-15,13-6 0 16,9-4 0-16,3 5 13 0,5 8-4 16,2 5 24-1,1 6 4-15,8-10 3 16,6-12-1-16,2-5 5 15,2-4 7-15,0 3 2 16,1 4-3-16,8 1-13 0,5-3 8 16,5-2-1-1,10-4 10-15,14-5-14 16,15-7 11-16,3-7 0 16,0-5-13-16,-6-11-4 0,-8-1-9 15,-8 1-2 1,-10 1-17-16,-7 3 0 0,-3-1-5 15,1 0-1 1,0-1 0-16,0-2-1 0,-7 4-19 16,-4 3-16-16,-6 3-29 0,-8 4-113 15,-8 1-141 1,-4 1-545-16</inkml:trace>
  <inkml:trace contextRef="#ctx0" brushRef="#br0" timeOffset="2767.69">4117 2916 2054 0,'0'0'210'0,"0"0"-210"0,0 0-5 16,0 0-192-16,0 0-45 15,0 0-413-15</inkml:trace>
  <inkml:trace contextRef="#ctx0" brushRef="#br0" timeOffset="10032.37">6810 2694 978 0,'0'0'224'0,"0"0"-21"0,0 0 31 16,0 0-54-16,0 0-59 16,-14-5-44-16,14 5-25 15,0 0-20-15,0 0-11 16,0-1-2-16,3-2-3 16,5 0 2-16,7-4-8 15,3-2-9-15,5 0-1 16,-1-2-8-16,-2 2-6 0,-3 1-36 15,-6 1-171 1,-3 2-153-16,-5 2-272 0</inkml:trace>
  <inkml:trace contextRef="#ctx0" brushRef="#br0" timeOffset="10227.87">6772 2763 776 0,'0'0'370'0,"0"0"-83"16,0 0-45-1,0 0-93-15,0 0-37 0,0 0-37 16,0 0-8-16,10 27-9 16,12-35-15-1,4-2-29-15,4-4-7 16,-2-2-7-16,-2 0-16 16,0-6-109-16,-8 3-196 0,-4 3-386 0</inkml:trace>
  <inkml:trace contextRef="#ctx0" brushRef="#br0" timeOffset="10479.67">6849 2535 1266 0,'0'0'331'16,"0"0"-236"-1,0 0-42-15,0 0-12 16,0 0-18-16,59-2 19 15,-29 11 11-15,3 2 7 16,-3 5 22-16,-3 5-17 0,-6 6 11 16,-12 12 4-16,-17 14-24 15,-41 19-8-15,-27 8-38 16,1-17-10-16,1-14-544 0</inkml:trace>
  <inkml:trace contextRef="#ctx0" brushRef="#br0" timeOffset="15713.69">11886 2425 913 0,'0'0'259'0,"0"0"22"15,0 0 25-15,0 0-66 16,0 0-63-16,0 0-75 16,-1-9-67-16,5 7-13 15,8-1-1-15,7-3 3 16,12-3-5-1,14-5 2-15,13-5-9 0,3-1 1 16,-4 1 0-16,-13 5-12 16,-14 5-1-1,-8 2 0-15,-5 2-6 0,-1 0-7 16,-2 0-1-16,-10 0-165 16,-4 3-218-16,-4-2-657 0</inkml:trace>
  <inkml:trace contextRef="#ctx0" brushRef="#br0" timeOffset="16210.71">11955 2165 1383 0,'0'0'231'0,"0"0"-139"16,0 0-24-16,0 0-22 0,0 0-24 15,0 0-22-15,0 0-6 16,-9 14 4-16,2 7 2 16,-6 6 87-1,0 4-7-15,-2 2 4 0,-1 1-2 16,1 1-30-16,2-2-3 15,2 0 20 1,3-3-23-16,2-3 18 0,4-4-33 16,2-5-13-16,0-3 12 15,3-3-6-15,4-1-11 16,5-4 6-16,2 0 21 0,3-2-2 16,6-4-14-1,9-1 5-15,10-6-9 0,13-7 1 16,4-4-8-1,-10 3 0-15,-12 3-12 0,-15 5-1 16,-5 2 0 0,0 0-1-16,-2 0-7 0,-2 0-9 15,-6 4-81 1,-3 0-119-16,-4 0-107 0,-1 0-236 16,-4 0-416-16</inkml:trace>
  <inkml:trace contextRef="#ctx0" brushRef="#br0" timeOffset="22977.7">10338 3790 505 0,'0'0'405'0,"0"0"-62"0,0 0-29 0,0 0-37 16,0 0-7-16,0 0-64 0,-12 0-69 16,12 0-55-1,0 0-27-15,0 0-15 0,2 0-13 16,7-5-5-1,5-4-4-15,7-4-10 0,4-2-8 16,5-1-6 0,2 0-1-16,-2 1-17 0,3 0-15 15,-5 2-11-15,-5 2-54 16,-4 4-163-16,-7 2-132 16,-8 3-324-16</inkml:trace>
  <inkml:trace contextRef="#ctx0" brushRef="#br0" timeOffset="23177.96">10331 3876 1187 0,'0'0'383'0,"0"0"-65"0,0 0-116 16,0 0-46-1,0 0-30-15,0 0-19 0,0 0 39 16,52-17-89-1,-23 2-35-15,0-2-13 0,2-2-9 16,0-1-25-16,-4 0-103 0,5-9-83 16,-8 5-264-1,-6 2-320-15</inkml:trace>
  <inkml:trace contextRef="#ctx0" brushRef="#br0" timeOffset="23432.31">10515 3563 1408 0,'0'0'265'15,"0"0"-45"-15,0 0 40 16,0 0-118-16,0 0-61 16,0 0-56-16,43-2-14 0,-13 2-1 15,2 9 24-15,-1 4 1 16,-4 6-15-1,-4 4 34-15,-6 3-11 0,-7 4-19 16,-8 8-24-16,-9 11-1 16,-28 14-34-16,1-9-179 15,-5-11-527-15</inkml:trace>
  <inkml:trace contextRef="#ctx0" brushRef="#br0" timeOffset="25579.63">10740 1957 1383 0,'0'0'221'0,"0"0"-105"16,0 0-60-16,0 0 18 16,3 57 69-16,1-26-9 15,0 2-51-15,1 0-42 0,-2-4-24 16,0-5-16-1,-2-6 7-15,0-7-2 0,-1-6-5 16,0-5-1 0,0-9 30-16,-8-17-17 0,0-16-11 15,-2-16 7-15,2-9 22 16,1 5 19-16,3 12-10 16,3 19-17-16,1 15-22 15,0 7-1-15,0 3-1 16,1 4-5-16,10 2-4 15,6 12-7-15,6 9 17 16,5 9 5-16,0 4 16 16,-1 0 2-16,-4-2-17 15,-6 0-6-15,-3-5-17 16,-9 6-142-16,-3-9-238 16,-2-5-328-16</inkml:trace>
  <inkml:trace contextRef="#ctx0" brushRef="#br0" timeOffset="25762.45">10690 2029 1149 0,'0'0'201'16,"0"0"-110"-16,0 0-24 15,60-26-9-15,-11 9-27 16,16-6-19-16,-1-2-12 15,-14 6-254-15,-20 2-628 0</inkml:trace>
  <inkml:trace contextRef="#ctx0" brushRef="#br0" timeOffset="25982.32">11000 1723 985 0,'0'0'370'15,"0"0"-63"-15,0 0 35 16,0 0-92-16,0 0-140 15,0 0-76-15,0 0-31 0,-5 6-2 16,17 16 6 0,0 6 4-16,3 4 39 0,1 2 22 15,-2-2-14-15,-1-2-30 0,0-2-28 16,-3-5-11 0,-6 1-151-16,-1-8-188 15,-3-6-341-15</inkml:trace>
  <inkml:trace contextRef="#ctx0" brushRef="#br0" timeOffset="26147.87">10933 1892 1121 0,'0'0'194'15,"0"0"-74"-15,0 0-23 0,48-39-60 16,-21 24-20-1,19-8-17-15,-7 6-39 16,-7 0-349-16</inkml:trace>
  <inkml:trace contextRef="#ctx0" brushRef="#br0" timeOffset="26347.94">11143 1645 1084 0,'0'0'301'15,"0"0"81"-15,0 0-102 16,0 0-103-16,0 0-113 15,0 0-51 1,0 0-4-16,16 49 44 0,-3-18 22 16,3 0-26-16,-2 2 9 0,1 0-17 15,-3-4-28 1,-1-3-13-16,-4-5-49 16,-5-2-140-16,-2-6-207 15,0-6-423-15</inkml:trace>
  <inkml:trace contextRef="#ctx0" brushRef="#br0" timeOffset="26547.69">11096 1817 1127 0,'0'0'182'0,"0"0"-106"16,53-13-43-16,-12 1-4 0,1-1-3 15,-4 2-24 1,5-1-2-16,-17 3-148 16,-2 0-457-16</inkml:trace>
  <inkml:trace contextRef="#ctx0" brushRef="#br0" timeOffset="27410.96">11354 1708 672 0,'0'0'251'0,"0"0"-8"16,0 0-107-1,0 0-23-15,0 0-34 0,0 0-27 16,-10 42 0-16,19-31-15 16,0-3-17-16,3-2 1 15,-2-2-20-15,1-4 9 16,-2 0-2-16,1-7 0 16,-4-5 7-16,-3-2-5 0,-3-3 3 15,0 0 31 1,-5 0 25-16,-6 2 29 0,1 3 22 15,-2 5-18 1,1 3 10-16,1 4-25 0,1 4-59 16,2 11-19-16,2 5 2 0,2 4-4 31,3 2-6-31,6 0 0 0,11-2-1 16,12-2 0-16,2-6-20 15,3-6-80-15,2-8-81 16,-6-2-77-16,-3-11-83 15,-7-4-223-15,-8-5 293 16,-8-2 271-16,-4-2 215 0,-2 1 90 16,-6 1 39-1,-1 4-84-15,1 5-1 16,2 5-100-16,3 4-20 16,1 4-45-16,2 0-65 15,0 5-28-15,0 9-1 16,5 4 2-16,1 4 4 0,3 1-5 15,0 1 0 1,2-3-1-16,-1-3 1 0,0-3-1 16,-3-6-1-16,0-4-7 15,-3-5-20-15,2-3 15 16,-2-10 1-16,-1-4-47 16,1-4 30-16,-2-1 18 15,0 2 10-15,-1-1 1 0,0 6 0 16,0 3 1-1,-1 3 29-15,0 6 19 0,1 2-21 16,0 1-27-16,2 4-1 16,2 6 0-16,1 3 1 15,5 0 0 1,0 2-1-16,4-2 0 0,-1-3 0 16,-1-3 0-16,0-4-7 0,-3-3-39 15,-3-3 15 1,-1-9 14-16,-5-5 9 0,-1-5 8 15,0-10 0 1,-15-17 8-16,-6-15 3 16,0 5 35-16,4 13-3 15,5 20 28-15,8 16-46 16,-1 3-16-16,2 2-7 0,1 2-1 16,2 3-1-1,0 5-10-15,1 10-20 0,12 15 25 16,9 12 5-1,0 0 1-15,0-2 1 0,-2-6-2 16,-4 3-16-16,-2-3-220 0,-3-4-465 0</inkml:trace>
  <inkml:trace contextRef="#ctx0" brushRef="#br0" timeOffset="27607.83">11736 1602 1371 0,'0'0'188'0,"0"0"-97"16,0 0-59-16,0 0 18 15,55 26 33 1,-34-8-11-16,-2 0-40 16,-4 1-23-16,-3-1-9 0,-5-2-17 15,-7-2-173 1,0-5-185-16,-5-5-353 0</inkml:trace>
  <inkml:trace contextRef="#ctx0" brushRef="#br0" timeOffset="27767.02">11811 1492 127 0,'0'0'1098'0,"0"0"-953"16,0 0-24-16,0 0-91 15,0 0-29-15,0 0-1 16,63 21-11-16,-37-1-136 0,-3-1-471 0</inkml:trace>
  <inkml:trace contextRef="#ctx0" brushRef="#br0" timeOffset="28131.28">11967 1528 1317 0,'0'0'290'0,"0"0"58"16,0 0-149-1,0 0-66-15,0 0-76 16,0 0 0-16,-38 51-16 16,38-28-21-16,0 2-9 15,5-2-5-15,7-2-6 0,2-5 0 16,4-5 0 0,0-4-12-16,1-7-74 0,-3 0-28 15,-1-11-37 1,-4-6 15-16,-3-5 35 0,-4-5 22 15,-4-2 35-15,0-1 27 16,-1 2 17-16,-7 5 16 16,2 7 3-16,0 6 25 15,1 5 7-15,2 5-46 16,1 3-5-16,2 9-2 16,3 1-15-16,4 2-24 15,3 1-67-15,7 1-169 16,-3-5-101-16,-2-4-29 0</inkml:trace>
  <inkml:trace contextRef="#ctx0" brushRef="#br0" timeOffset="28447.55">12140 1550 647 0,'0'0'322'15,"0"0"8"-15,0 0-52 0,0 0-55 16,0 0-122 0,0 0-68-16,0 0-24 15,3-2 1-15,-2 10 4 16,1 0 3-16,-2 1-1 15,0-3 1-15,0-2 4 16,0-2 0-16,0-2 16 16,0 0 73-16,0-4-5 15,0-8-65-15,3-6-16 0,3-4-8 16,2-1 18-16,2 1 18 16,1 2 3-1,1 8 2-15,-1 5-20 0,2 6-18 16,-1 1-7-1,0 7-6-15,0 6 3 0,0 1-8 16,-2 3-1-16,0 1 0 16,-2-1-14-16,5 3-112 15,-2-4-230-15,-1-5-767 0</inkml:trace>
  <inkml:trace contextRef="#ctx0" brushRef="#br0" timeOffset="28632.26">12690 1429 2056 0,'0'0'310'0,"0"0"-133"0,0 0-131 16,0 0-18-16,12 49 16 16,-6-25-22-16,0-1-14 15,-2 0-8-15,-1-4-29 16,-3-4-163-16,-1-5-152 15,-5-8-393-15</inkml:trace>
  <inkml:trace contextRef="#ctx0" brushRef="#br0" timeOffset="28777.95">12669 1254 1016 0,'0'0'150'16,"0"0"-96"-1,25 39-38-15,7-11-16 16,-3-4-132-16,-2-4-659 0</inkml:trace>
  <inkml:trace contextRef="#ctx0" brushRef="#br0" timeOffset="29047.81">12866 1381 1418 0,'0'0'285'16,"0"0"34"-1,0 0-133-15,-46 18-27 0,41-9-80 16,4-1-52-16,1 1-15 16,4 2-6-16,8 1-5 15,2 1 0-15,3 0 0 16,2 2 0-16,-1 2-1 16,-3-1 0-16,-2 1 0 15,-5-1 0-15,-3 0 0 16,-4-3 1-16,-1 0-1 0,0-3 0 15,-5-4-9 1,0-5-60-16,2-1-204 16,3-2-496-16</inkml:trace>
  <inkml:trace contextRef="#ctx0" brushRef="#br0" timeOffset="29877.7">13551 1428 1687 0,'0'0'259'16,"0"0"224"-1,0 0-354-15,0 0 66 16,-44-15-123-16,34 15-51 16,-1 3-15-16,-3 7-5 15,1 3 0-15,0 2-1 16,2 3 9-16,2 0-3 15,4 0-1-15,3-1-5 16,2-2-7-16,5-3-4 16,7-5-5-16,3-4-53 0,2-3-41 15,1-7 31-15,0-6 21 16,-1-5 9 0,-3-3 13-16,-4-2 27 0,0-1 9 15,-4 2 1-15,-2 2 28 16,-2 4 40-16,-1 5 13 15,-1 4 10-15,0 4-40 0,0 2-21 16,0 1-20 0,0 2-11-16,0 9-6 15,-1 3 5-15,1 3 0 16,0 2 1-16,7 2 0 16,4-3 0-16,4-3-2 0,2-3-5 15,1-7 5-15,0-5-32 16,-3-1-61-16,-2-12-8 15,-4-6 20 1,-5-5 23-16,-4-10 28 0,0 0 17 16,-2-1 15-16,-5 0 8 0,-1 9 56 15,0 3 22 1,2 8 20-16,1 7-58 0,2 8-29 16,1 3-19-1,0 11-19-15,2 10 17 0,0 5 1 16,6 4 1-1,5 1-1-15,4-1 0 0,0-5-7 16,0-3 2-16,1-8-16 16,-4-7-48-1,-1-8-7-15,-3-2 19 0,-1-11 13 16,-3-7 13-16,-3-4 18 16,-1-13 14-16,-3-13 0 15,-7-13 27-15,0-5 44 16,1 14 24-16,4 14-7 15,2 21-55-15,1 9-33 16,1 2-6-16,-1 3 5 16,1 3 1-16,1 4-12 15,0 20-8-15,12 14 20 16,9 17 14-16,6 4 0 16,2-3 25-16,-4-12 17 15,-8-16-56-15,5 2-18 0,-4-9-260 16,-1-5-745-16</inkml:trace>
  <inkml:trace contextRef="#ctx0" brushRef="#br0" timeOffset="31077.81">14144 1196 1596 0,'0'0'328'0,"0"0"-206"0,0 0-39 16,0 0-40-16,0 0 45 16,8 44-29-16,4-26-26 15,-1-3-18-15,1-4-14 0,-2-4 1 16,1-6 4-16,-3-1 0 16,2-6-5-1,-1-8 0-15,0-6 7 16,-2-3 8-16,-1-5 39 15,-1 0 6-15,-1 1 22 0,-1 5-53 16,-2 7-20-16,-1 6-2 16,0 8-7-16,0 2-1 15,1 21-11-15,2 19 11 0,4 22 1 16,2 7 20 0,2 1 5-16,-4-8-11 15,-3-10-15-15,-3-12 0 16,-1-9-9-16,0-11-13 15,-1-8-49-15,-4-3-20 16,-1-5 6-16,-2-3 14 16,-2-5 6-16,-1-15-50 15,0-13 28-15,2 0 31 0,3-3 34 16,4 0 22-16,2 4 15 16,9 0-1-16,6 0-14 15,6 2 0-15,3 4-59 16,3 1-46-16,1 4-52 15,-1 0 4-15,-2 2 28 16,-3 1 69-16,-4 0 42 16,-4 4 14-16,-3 0 29 15,-6 3 86-15,-3 4 92 0,-2 1 14 16,0 2-20 0,-4 2-58-16,-5 0-63 0,-3 7-31 15,-2 5 6 1,1 5-14-16,2 2-12 0,0 2-9 15,5 1-3 1,4 0-17-16,2-4 0 0,2-1 0 16,8-5 0-16,3-5-9 15,3-5 1-15,1-2-8 16,-1-1-15-16,-1-7 9 0,-1-7 7 16,-3-6 13-1,-4-2 1-15,-3-3 1 16,-3 0 0-16,-1 2 0 15,-3 5 6-15,-3 7 5 16,-1 4 5-16,1 5-1 16,0 3-15-16,3 1 0 15,1 8-9-15,2 2-2 0,1 5 10 16,7-3-9 0,4 2 4-16,2-4 6 0,0-2-6 15,2-4-3-15,0-4-6 16,0-1-7-16,-2-3 7 15,-1-9 14-15,-3-1 1 16,-2-3 2-16,-3-2 7 16,-2 1 26-16,-2 1 17 15,-1 4 35-15,0 4-11 16,0 5-36-16,-1 3-18 16,-2 0-22-16,-1 9-9 0,-2 7 9 15,1 5 0-15,2 2 9 16,3 0-1-1,0 0-1-15,5-4-7 0,5-4 0 16,0-5-1-16,3-5 1 16,1-5 0-16,2 0-1 15,0-11 0-15,0-5 0 16,-2-4 1-16,-2-5 0 16,-1-3 1-16,-4-2 8 15,-2 1 2-15,-3 5-1 16,-1 7-4-16,-1 6 0 15,0 7 1-15,0 4-1 16,0 4-6-16,-3 9-13 16,-1 8 13-16,0 5 1 0,0 5 5 15,1 1 10-15,-3 7-16 16,2-8-80-16,-3-8-651 0</inkml:trace>
  <inkml:trace contextRef="#ctx0" brushRef="#br0" timeOffset="31668.04">15074 1577 1870 0,'0'0'242'0,"0"0"-164"15,0 0-48-15,0 0-11 16,0 0 74-16,3 58-2 0,-2-36-32 16,-1 1-31-16,0-4-16 15,0-4-10-15,-1-4-1 16,-3-5 6-16,1-6-6 15,0-2 10-15,0-10-11 16,3-7 0-16,0-6-1 16,3-3 1-16,6-4 1 15,5 2 8-15,1 4 16 16,0 7 7-16,0 10-18 16,0 9-13-16,1 4 1 0,0 14 4 15,0 6 0-15,0 3-5 16,-2-1 1-1,-3-1-2-15,0-2 0 0,1-3-61 16,-2-4-203-16,-2-8-434 0</inkml:trace>
  <inkml:trace contextRef="#ctx0" brushRef="#br0" timeOffset="32029.93">15329 1510 837 0,'0'0'501'0,"0"0"-424"0,0 0 93 16,0 0-31-16,-6 39-56 15,6-25-22-15,2 0-28 16,4-3-14-16,2-4-6 16,0-4 0-16,2-3 73 15,0-4-12-15,-1-8-39 16,-1-3-19-16,-2-4-7 15,-3-1 0-15,-2-2 19 16,-1 2 21-16,0 3 12 0,-6 4 25 16,-3 6 17-1,-2 6-37-15,-3 1-33 0,-3 13-4 16,-3 8-17 0,0 10 6-16,3 1 5 0,5 1-3 15,4-1-11 1,8-7-8-16,0 0-1 0,10-7-1 15,6-6-53 1,16-12-92-16,-2 0-128 0,-4-8-423 0</inkml:trace>
  <inkml:trace contextRef="#ctx0" brushRef="#br0" timeOffset="32797.87">15445 1494 778 0,'0'0'293'0,"0"0"-85"16,0 0-15-16,0 0-63 16,-20 41-43-16,20-28-20 0,0-1-24 15,2-1-21-15,5-2-9 16,1-3-4-16,2-3 4 16,1-3 85-16,0-1-36 15,0-9-11-15,0-2 3 16,-3-3 17-16,-1-1 16 15,-3-1-6 1,-3-1 0-16,-1 2-3 0,-2 1 12 16,-6 5-46-16,0 3-20 0,-3 4-2 15,-1 3-16 1,-2 0-5-16,2 11-1 0,0 1-5 16,5 3-3-1,2 3-5-15,5 1-2 0,0-1-53 16,11-1-87-1,5-3-41-15,1-4-59 16,3-5-25-16,1-5-5 0,-2 0 105 16,-2-8 142-16,-4-1 38 15,-3-4 132 1,-4 3 124-16,-3-2 18 0,-3 3 23 16,0 1-84-16,0 3-14 15,-1 2-40-15,-3 3-92 16,0 0-43-16,-2 4-18 15,-1 7-6-15,0 4 0 16,0 3 0-16,4 2 1 16,2-1-1-16,1-1-1 15,0-4 0-15,4-4-7 16,1-4-1-16,3-5 2 0,0-1 5 16,1-5 1-1,1-10 1-15,-1-4 0 0,-1-10 0 16,-1-13 6-1,-1-12 4-15,-3-5 1 0,-1 10-11 16,-2 10 0-16,0 18-18 0,0 8-25 16,0 0 13-1,0 4 16-15,-2 2 13 16,2 6-1-16,-1 1-13 16,0 18-26-16,1 15 3 0,0 16 38 15,0 8 26 1,2 1 26-16,1-5-7 15,2-14-8-15,-2-11-19 16,0-10-18-16,2-5-12 16,2-6-157-16,0-2-299 15,0-5-614-15</inkml:trace>
  <inkml:trace contextRef="#ctx0" brushRef="#br0" timeOffset="33047.61">15744 982 1202 0,'0'0'280'0,"0"0"-109"0,0 0-82 0,0 0-51 16,0 0-29-16,0 0-8 15,0 0 4 1,-8 59 22-16,7-34 12 0,1-1-22 16,0 5-17-16,0-8-179 15,0-4-621-15</inkml:trace>
  <inkml:trace contextRef="#ctx0" brushRef="#br0" timeOffset="33227.53">15808 942 1106 0,'0'0'353'0,"0"0"-146"16,0 0-117-16,0 0-43 15,0 0-27 1,0 0-19-16,0 0 7 0,2 54 43 16,4-19 24-16,5 19-5 15,-2-11-70-15,-2-5-227 0</inkml:trace>
  <inkml:trace contextRef="#ctx0" brushRef="#br0" timeOffset="33967.67">10353 1647 1416 0,'0'0'205'16,"0"0"27"-16,0 0-98 15,0 0-69-15,0 0-38 16,0 0-27-16,0 24 0 16,9 4 10-16,2 2 68 0,-1-3-56 15,2 1-22-15,-1-4-2 16,2-9-158-16,-4-7-227 16,-2-7-428-16</inkml:trace>
  <inkml:trace contextRef="#ctx0" brushRef="#br0" timeOffset="34177.71">10453 1600 1142 0,'0'0'535'0,"0"0"-461"0,0 0 58 16,13 50 51-1,-4-24-55-15,-1 3-54 0,1 1 19 16,1 0-30-1,-2-1-44-15,1-3-19 0,0 4-30 16,-2-7-240 0,-5-9-696-16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01:59.5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3595 2617 708 0,'0'0'182'0,"0"0"25"15,0 0-30-15,0 0 13 0,0 0 13 16,0 0-11 0,-7-16-35-16,9 15-58 15,4-1-35-15,1 0-2 0,5 2-3 16,0 0 1-16,3 0-9 16,1 0-16-16,2 0 9 15,1 0-3-15,2 4-2 16,2-2-2-16,1 1 5 0,1 1-15 15,0-1-1 1,-1-1 0-16,1 0-8 16,0 0 1-16,0 0 9 15,0 0-10-15,-1 2-6 16,0-3 0-16,-2 2-1 16,0-2-1-16,0 1 2 0,0-2 3 15,-1 0 1-15,1 0-2 16,-1 0-5-1,1-3-2-15,-1 0-5 0,0 0 4 16,0 0-6-16,0 0 6 16,0 0-4-16,1 1 4 15,0 0-5-15,1 0 0 16,0-1 1-16,1 1-1 16,0-1 5-16,-1 1-5 0,0 0-1 15,1 0 1 1,-2 1 0-16,2-1 0 0,-1 0 5 15,0 0-6 1,0 1 1-16,2-2-1 0,0 1 0 16,0-1 0-1,-1 1 0-15,2 0 1 0,-1 2-1 16,0 0 0-16,-1 0 0 16,0 0 1-16,0 0-1 15,-2-1 0-15,2 1 1 16,0-2 0-16,2 2-1 15,2-3 1-15,0 2 0 16,0 0 0-16,1 1 5 16,0 0-6-16,-3 0 0 15,1 0 0-15,-2 0 0 0,0 1-1 16,0 3 1 0,-1-2-1-16,0-1 1 0,2 1 0 15,-2 0-1 1,2-2 1-16,0 0 0 0,2 0 0 15,-3 0 0 1,1 0 6-16,-2 1 0 0,4-1-4 16,-4 0-1-16,2 1 8 15,0-1-7-15,1 0-1 16,0 0 7-16,0 0-2 16,1 0 3-16,-1 0 5 15,-1 0-3-15,-1 0-10 16,-1 0 5-16,0 0-5 15,-1 0-1-15,-1 0-1 16,-1 1 1-16,1 0-1 0,0 1 0 16,0-1 0-16,1 0 0 15,0 0 1-15,0-1 2 16,0 0-1 0,0 0 5-16,1 0-6 0,-1 0 2 15,1 0-1-15,-1 0 11 16,1 0-4-16,1 0-2 15,-1 0 0-15,0-1 3 16,0 1 1-16,-1 0-2 16,-1 0-7-16,-1 0 7 0,-1 0-2 15,2 0 3 1,-1 0 3-16,1-2-5 0,0 1 5 16,0 0-1-16,0 1-4 15,-1-1-5-15,-1 1 5 16,2 0-5-1,-1 0 4-15,-1-1-5 0,0 1 9 16,1 0 4-16,0-1 1 0,0 1-9 16,1 0-5-1,0 0 1-15,0 0 5 0,-1 0-6 16,1 0 0 0,-2 0 1-16,0 1-1 15,0 1 1-15,0-1 4 16,-1 1-5-16,3-1-1 0,-2 0 0 15,1 1-1 1,1 0 0-16,1 0 0 0,-1 0 2 16,1-1-2-16,-1 1 2 0,3-1-1 31,-1 0 1-31,1 2-1 0,0-2-1 16,-2 0 1-1,1 1 6-15,-1-1-5 0,0 0 6 16,0 0-6-16,0 0-1 15,0 0 0-15,0 0 2 16,-1-1-1-16,1 1 0 16,0-1 10-16,1 1-5 15,1-1-5-15,0 0 9 16,-2 0-10-16,0 0 1 16,0 0-1-16,0 0 0 15,-1 0 8-15,0 0-8 16,0-2 0-16,2 2 0 0,-2 0 0 15,1-1 0 1,0 0 8-16,0 0-8 0,0-1 1 16,0 1 5-16,1-1-5 15,0 1 6-15,1 0-6 16,0-2 0-16,0 2-1 16,0-1 1-16,-1 0 8 15,-1 1-8-15,-1-1 1 16,0 1 5-16,-1-1-6 15,-1 0 0-15,1 1 5 0,0 0-4 16,-2 0 5 0,1 0-6-16,1 0 0 0,-2 0 8 15,1-1-8 1,-2 1 11-16,-3-1 0 0,3 0 3 16,-3 1-6-16,-2-1 11 15,0 1-5-15,-3-1-3 16,0 2 0-16,-1 0-6 15,0 0 0-15,-1 0 3 16,0 0 15-16,1 0-8 0,-1 0 5 16,2 0-7-1,-1 0-4-15,-1 0 14 16,0 0 6-16,1 0 8 16,-2-1-11-16,3 0 7 15,-3-1-5-15,2 0-10 0,-1 0-2 16,-2-2-5-1,0 4-2-15,-2-3 2 0,-1 3-1 16,0-1-1 0,-2 1-9-16,0 0 7 0,-1-2-7 15,0 2 9-15,0 0-9 0,0 0 5 16,0 0-6 0,0-3-10-16,-8 1-23 15,-5-1-81-15,-9-3-90 16,0 0-109-16,3-1-516 0</inkml:trace>
  <inkml:trace contextRef="#ctx0" brushRef="#br0" timeOffset="2560.13">8997 2579 229 0,'0'0'61'0,"0"0"242"0,0 0-59 16,0 0-13-16,0 0-46 0,0 0-12 15,-4 0-31 1,4 0-21-16,0 0-26 0,6 0-10 16,1 0 22-16,3 3 0 15,4 1-4-15,4 0-10 16,2 1-9-16,4 0-17 16,1-1 3-16,1 0-12 15,3-1-16-15,-1 0-8 0,1-2-4 16,-1 1-8-1,1-2 2-15,-2 0-3 0,1 0-9 16,0 0-2-16,-2 0 4 16,-2 0-1-1,-1-3-12-15,-3 1 8 16,-1-1-8-16,-1 1 5 16,1-1 0-16,1 0 1 0,2 2-1 15,2-2 0-15,2 0 0 16,1 1-5-16,3 0 7 15,0 0-8-15,0 2 1 16,-1-1-1-16,0 1 0 16,-3 0 0-16,1 0 0 0,-1 0 0 15,-1 0-1 1,0 1 0-16,-1 0 1 0,0 0 0 16,1 0 0-1,-2-1 2-15,2 0-1 0,0 0 10 16,1 0-4-1,-1 0 1-15,1 0-2 0,0 0 1 16,3 0 2-16,-1 0-8 16,0 0 7-16,0 0-7 15,0-1 1 1,0 1 4-16,-2-1-5 16,-1 1 6-16,0 0-6 0,-1 0 5 15,-2 0-6-15,0 0 0 16,-1 0 0-16,1-1 1 15,-1 1 0-15,0-1 11 16,-2 0-1-16,0 0-4 16,0-1 10-16,1 1-8 15,-1-1-3-15,0 1 4 16,1 0-1-16,0-1-1 16,-1 1-7-16,3 1 7 0,-1-1 1 15,0 1-2-15,3-2-1 16,0 2 3-1,0 0-8-15,0 0 0 0,0 0 7 16,-1 0-7-16,-1 0 7 16,0 0-8-16,-1 0-1 15,0 0 1-15,0 0 2 16,-1 0-2-16,0 0 1 16,2 0 7-16,0-1-7 0,0-1 10 15,0 2-5 1,-1-1 1-16,-1 1 1 0,-1-1-7 15,0 1 8 1,-1 0 0-16,1 0-3 0,-1 0 2 16,1 0-2-16,-1-1 0 0,-1 0 1 15,2-1-1 1,-1 2-4-16,0-1 5 16,0 0-1-16,1 1-4 15,-3-1-1 1,1 1 10-16,-1-2-10 0,-1 1 7 15,0 1-8-15,0 0 7 16,-1 0-5-16,0 0-1 16,0-1 10-16,0-1-10 15,-2 2 11-15,1-1-12 0,-3 1 8 16,1 0 1 0,-2 0-2-16,0-2-1 0,-2 2 2 15,0 0-1-15,-1 0-6 16,2 0 9-16,-2 0-8 15,3-1 4-15,-2-1 4 16,0 2-2-16,1 0-1 16,0-1-1-16,-1 0 1 15,0 1 5-15,1-1-3 16,-2-1 5-16,3 1-8 16,0 0-6-16,-1 0 9 15,1 0-7-15,-3-1 4 16,1 2-5-16,0-1 0 15,-1 0 7-15,-1-1-7 16,0 2 7-16,2 0-8 16,0-1 9-16,0 1-3 0,1-1 3 15,0 1 0 1,0-2 3-16,0 0-1 0,0 2 2 16,0-1-7-16,-1 0 8 15,0 1-1-15,2-1-2 16,-1 0 1-16,0 0-3 15,0 0-2-15,1 0 4 16,0 1-2-16,2-1-8 16,-1 0 8-16,2 0 1 15,-2 1-2-15,0-1-7 16,0 0 11-16,-2 0-11 0,1 0 10 16,-2 1-1-1,-1 0-9-15,0-1 10 0,-3 0-10 16,2 1 8-1,0 0 0-15,-1 0-3 0,-1-1-5 16,-1 1 5 0,-2 0-5-16,3 0 0 0,-2 0 0 15,0 0 0 1,-1 0 0-16,1 0 0 0,-1 0-1 16,0 0 1-16,0 0 0 15,0 0 0-15,0 0 0 16,0 0 0-16,0 0 1 0,0 0-1 15,0 0 0 1,0 0 0-16,0 0-1 16,0-2-5-16,-21-1-60 0,-1-3-158 15,-7-2-538-15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02:27.9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13908 2790 882 0,'0'0'671'0,"0"0"-464"16,0 0-41-16,0 0-13 0,0 0 30 16,52-2-23-1,0-6-53-15,22-1-3 0,12-3-7 16,0 2 12 0,-8 1-33-16,-18 3-23 0,-10 2-19 15,-12 0-7-15,-12 2-15 16,-9-1-2-16,-6 2-8 15,-3 1-1-15,-1-2 0 0,-2 2-1 16,-4 0-1 0,-1 0-39-16,-4 0-135 0,-20 7-138 15,1 0-253 1,-3-2-423-16</inkml:trace>
  <inkml:trace contextRef="#ctx0" brushRef="#br0" timeOffset="383.4">13961 2901 1306 0,'0'0'282'0,"0"0"39"0,0 0-77 16,0 0-33-1,0 0-49-15,0 0-62 0,0 0 10 16,31 3 51-16,8-3-15 16,22 0-13-16,12-1-36 15,3-4-39-15,-9 0-23 0,-12 3-2 16,-7-1-18 0,-10 0-3-16,-9 0 18 15,-7 0 0-15,-3 0-12 16,1 0-2-16,0 0-4 0,-1 1-6 15,-6 1-5 1,-3-1 0-16,-6 1 5 0,-2 1-6 16,-2 0 0-1,-3 0-7-15,-38 0-72 16,0 1-198-16,-12 0-983 0</inkml:trace>
  <inkml:trace contextRef="#ctx0" brushRef="#br0" timeOffset="15312.16">4961 1859 978 0,'0'0'286'15,"0"0"22"-15,0 0-48 0,0 0-16 16,0 0-59-16,-13-11-61 16,11 27-66-16,2 4-28 15,-2 8 10-15,2 4 1 16,0-2-14-16,0 1-13 16,4-3-13-16,1-4 0 0,2-3-1 15,1-6-18 1,7-8-152-16,-1-5-200 0,-3-2-283 0</inkml:trace>
  <inkml:trace contextRef="#ctx0" brushRef="#br0" timeOffset="15499.66">5094 1802 773 0,'0'0'409'15,"0"0"-73"-15,0 0-161 16,0 0-93-16,0 0 79 15,0 48-6-15,1-24-25 16,3 1-55-16,0 0-32 16,4-2-28-16,-1-2-13 15,0 3-2-15,-1-5-103 0,-5-6-629 0</inkml:trace>
  <inkml:trace contextRef="#ctx0" brushRef="#br0" timeOffset="19549.75">4766 2059 1066 0,'0'0'278'0,"0"0"-91"0,0 0 5 16,0 0-41-1,0 0-74-15,0 0-28 0,41-8 6 16,-20 19 10-1,7 3 4-15,7 5 1 16,10 4-10-16,6 2 10 16,2-4-3-16,-10-6 1 0,-10-5-25 15,-13-6-8-15,-3 0-13 16,1-1-13-16,-1 0-8 16,2-2 0-16,-7-1-1 15,-4 0-25-15,-1-12-114 16,-4-2-136-16,-2-1-383 0</inkml:trace>
  <inkml:trace contextRef="#ctx0" brushRef="#br0" timeOffset="19899.64">5316 1866 1092 0,'0'0'309'0,"0"0"-1"16,0 0-2-16,0 0-110 16,0 0-124-16,0 0-48 15,0 0-11-15,-12 42 6 16,-6 1 36-16,-6 10 19 16,-1 4 15-16,3-10-47 15,7-14 31-15,6-11-22 16,2-5 0-16,1-1-7 15,0 0-6-15,0-1-14 16,2-5-7-16,2-4-8 16,1-2-3-16,0-2-4 15,1-2-2-15,0 0 0 16,-2 0 0-16,-6 0-2 0,-2 0-139 16,-2 0-677-16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04:02.2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5951 4618 890 0,'0'0'289'0,"0"0"-22"0,0 0-14 15,0 0-15-15,0 0-38 16,0 0-45-16,0 0-20 16,-13-2-16-16,13 2-21 0,-1 0-22 15,1 0-21 1,0 0-12-16,3 0-14 0,7 0 7 15,4 0 23 1,6 0-2-16,2 0-5 0,2 0-10 16,2 0-12-1,0 0-3-15,2 0-4 0,-2 0-1 16,0 0-2-16,-2 0-7 16,0 0-2-16,-1 0-1 15,-2 0 4-15,-1 0 1 16,0 0 0-16,0 1-5 15,-3 0 1-15,2 0-11 16,-2-1 6-16,2 0-5 16,-2 0 9-16,2 0 10 15,0 0-2-15,0 0 0 0,2 0-3 16,-2 0-6 0,3 0-3-16,-2-2 9 0,0 0-5 15,0-1 5 1,-1 0-4-16,-2-2 2 0,-1 2-1 15,-2 1-1 1,0-2-2-16,-2 2-8 0,-2-2 7 16,-2 2-2-16,0 0-5 15,-2 0 0-15,-2 1 10 16,0 0-4 0,0 0 2-16,-1 0-3 0,1-1-4 15,-2 2 10-15,1-2-6 16,-1 2-6-16,-1 0 6 15,-1-1-5-15,1 1 0 0,-1 0-1 16,1 0 1 0,-1 0 0-16,0 0-1 15,0 0 0-15,0 0-1 16,0 0-5-16,0 0-3 0,0 0-18 16,-18 0-61-16,-1 3-201 15,-7 1-679-15</inkml:trace>
  <inkml:trace contextRef="#ctx0" brushRef="#br0" timeOffset="628.87">6275 4695 956 0,'0'0'317'0,"0"0"14"16,0 0-9-1,0 0-51-15,0 0-58 16,0 0-48-16,0 0-57 16,0 2-46-16,0 14 13 0,0 7 77 15,0 5-29 1,0 4-48-16,0-2-14 15,1 0-4-15,1-3-22 16,1-3-12-16,1-2-22 16,-1-4 1-16,0-4-1 15,-1-5-1-15,-1-3-1 16,0-2-8-16,-1-3-38 0,0-1-33 16,0-2-53-16,-1-14-196 15,-3 3-332-15,0-4-524 0</inkml:trace>
  <inkml:trace contextRef="#ctx0" brushRef="#br0" timeOffset="1150.08">6271 4634 1212 0,'0'0'355'15,"0"0"-41"-15,0 0-37 16,0 0-49-16,0 0-56 16,0 0-36-16,-46 35-29 15,36-23-24-15,2 0-19 0,0-1-12 16,0-1-14-1,2-1-22-15,2-4-4 0,2-1-6 16,0-2-5-16,1-2 0 16,1 0 0-16,0-1 13 15,0-7 4 1,6-4-11-16,1 0-6 0,3-3 0 16,0 2-1-16,3 4 0 0,-1-1 2 15,2 3 8 1,-1 3 1-16,2 0-5 0,-1 4 1 15,0 0-6 1,-1 4 1-16,0 7-2 0,1 0 8 16,-2 1 2-1,-2 2-1-15,0 0-7 16,-3 0-1-16,-1 1 1 0,-1-3-1 16,-2 2-1-1,-3-1-21-15,0 5-111 0,-6-5-216 16,-1-2-521-16</inkml:trace>
  <inkml:trace contextRef="#ctx0" brushRef="#br0" timeOffset="3286.94">7259 4560 932 0,'0'0'280'0,"0"0"-22"0,0 0 2 16,0 0-9-1,0 0-55-15,0 0-69 0,0 0-40 16,-6 6-36-16,6 7 33 16,0 5 47-16,0 5-10 15,1 5-24-15,3 2-18 16,0 1 4-16,2 2-22 15,-1-2-30-15,1-1-8 16,-1-3 11-16,0 2-5 0,-1-6-13 16,0-2-10-1,-1-2-6-15,-1-4 0 16,-2-2 0-16,1-4 0 0,-1-3 0 16,0-1 0-1,0-3-6-15,0-1-22 16,-1-1-23-16,-5-1-72 15,-4-14-110-15,2-2-133 16,2 0-371-16</inkml:trace>
  <inkml:trace contextRef="#ctx0" brushRef="#br0" timeOffset="3916.95">7237 4593 490 0,'0'0'306'0,"0"0"-37"15,0 0-16-15,0 0-34 16,0 0-15-16,0 0-22 0,0 0-11 16,-18-5-43-16,13 5-15 15,0 0-24 1,-2 5-24-16,-1 1-8 16,2 2 4-16,-1 1-6 0,0 0-20 15,2-1-15-15,1-2-10 16,0 0-4-1,1-2-4-15,1-1-1 0,2-1 0 16,0-2 5-16,0 0 1 16,0 0 54-16,0-5 27 15,0-2-49-15,0-2-24 16,2-2-9-16,3 1-4 16,3-1 4-16,1 1-5 0,1 2 1 15,3 0-1 1,-1 2 1-16,2 0-1 15,-2 3 0-15,2 2 1 16,-1 1 4-16,0 0-5 0,1 4 6 16,-1 4-5-16,0 3 8 15,-1 0 7-15,-1 0 1 16,-3 0 2 0,1-1-8-16,-2-1-11 15,-2-3 0-15,0 0 0 16,-2-2 0-16,-2 0-1 0,0 0 0 15,-1-2-73-15,-4 1-193 16,-4-2-427-16</inkml:trace>
  <inkml:trace contextRef="#ctx0" brushRef="#br0" timeOffset="35916.81">14029 1208 1275 0,'0'0'242'0,"0"0"27"0,0 0-13 15,0 0-56-15,0 0-46 16,0 0-71-16,-44 30-55 16,9 8-10-16,-11 9 30 15,-5 2 14-15,3-6-21 16,10-11-22-16,12-13-3 16,7-4 10-16,6-5-1 15,0-1-6-15,4-1-2 16,2-2-5-16,6-5 16 0,1-1 47 15,7 0 22 1,5 0-51-16,7 0-25 0,6 0-12 16,2 0-8-1,6 0 1-15,6 5 2 0,7 3-2 16,-4-1-2 0,-4 0 0-16,-6 0-1 0,-9-2-7 15,1 0-1-15,-2-1-91 16,-5-1-122-16,-1-3-119 15,-7-3-312-15,-2-6-459 0</inkml:trace>
  <inkml:trace contextRef="#ctx0" brushRef="#br0" timeOffset="36666.66">14122 1489 1416 0,'0'0'282'16,"0"0"-137"-16,0 0 54 0,0 0-38 15,0 0-9-15,0 0-15 0,0 0-39 16,36 19-52-1,-23-20-30-15,1-8 1 0,1-2-5 16,-1-4-12-16,-1-3 0 16,-2-2-9-1,-1-4 3-15,-2-1 5 16,-1-2 1-16,-3 0 0 16,-1 3 2-16,-3 1-1 15,0 5 5-15,0 4 16 0,0 6 11 16,-2 3 13-16,0 4 9 15,-1 1-13-15,-1 3-23 16,0 9-17-16,0 5-1 16,1 4 5-16,2 3-6 15,1-1 0-15,4 0 0 16,5-3-1-16,4-1-1 16,2-2 1-16,3-4-11 15,0-2 11-15,1-5-23 16,-3-4 4-16,-3-2 2 15,1-2 2-15,-4-7 5 0,0-6-9 16,-3-3 5 0,-1-3 13-16,-3-2 2 0,-3-3 0 15,0 1 1 1,0-1 7-16,-4 1-8 0,-1 3 1 16,-1 3 12-16,2 2 8 15,0 5 11-15,1 5 1 16,1 3 8-16,1 0-9 15,1 4-16-15,0 2-16 16,0 9-7-16,0 5 7 0,0 9 1 16,3 4 14-16,2 2 9 15,0-1 0 1,0-1-6-16,1-2-12 0,0-3-6 16,0-2-1-1,0-3-5-15,0-2-22 0,-1-4-101 16,0-5-135-1,-2-4-280-15,-1-4-308 0</inkml:trace>
  <inkml:trace contextRef="#ctx0" brushRef="#br0" timeOffset="37346.92">14607 1352 473 0,'0'0'694'0,"0"0"-522"0,0 0 13 16,0 0-51-16,0 0 6 0,0 0-10 16,0 0-23-1,-9 20-25-15,7-17-18 16,0-2-1-16,2 1-4 16,-2-2-13-16,2 0 10 15,0 0 5-15,0-2-7 16,0-3-11-16,0 0-16 15,0 1-14-15,0 2-13 16,0 1-9-16,0 1-28 16,1 0-66-16,1 0-94 0,6 2-142 15,-2 1-225 1,2-2-621-16</inkml:trace>
  <inkml:trace contextRef="#ctx0" brushRef="#br0" timeOffset="37777.08">14709 1197 1602 0,'0'0'378'16,"0"0"-20"-16,0 0-123 15,0 0-49-15,0 0-69 16,0 0-68-16,0 0-34 0,8 19 34 16,-1 3 17-16,2 5 1 15,1 3-14-15,0 1-2 16,1 0-3-16,1-2-18 16,-1-2-15-16,1-5-14 15,-3-4 0-15,-2-5 0 16,-1-6 0-16,-3-2-1 15,0-5 2-15,1-1 23 0,0-12-3 16,0-7-14 0,1-12-7-16,-2-15 0 15,-1-11-1-15,0 2-9 16,-2 13-27-16,0 17 2 16,0 11-5-16,0 3-9 0,0 2-8 15,0 5-52-15,0 4-98 16,3 6-256-16,5 5-111 15,0 2-47-15</inkml:trace>
  <inkml:trace contextRef="#ctx0" brushRef="#br0" timeOffset="38282.83">15082 1102 1715 0,'0'0'368'0,"0"0"-86"0,0 0-32 0,0 0-124 0,0 0-54 16,0 0-35-16,0 0 26 15,-1 34-8-15,8-16-16 16,4-2-12-16,3 1-6 15,3-4-12-15,2-1 4 16,1-4-7-16,0-4-6 16,-2-2 0-16,-3-2-17 15,-3 0 11-15,-4-3 6 0,-2-2 2 16,-3 0 8-16,-3 1 7 16,0 2 23-1,0 2 17-15,0 0-12 16,-4 0-16-16,-4 9-13 15,-4 8-1-15,-5 5 8 16,-2 7 17-16,-3 3 9 0,-1 3-1 16,0 1 0-16,2-2 0 15,2 0-7-15,3-5-8 16,5-3-17-16,2-6-10 16,5-4-6-16,1-6 0 15,3-4 0-15,0-4-11 16,0-2-50-16,0-3-64 0,0-7-87 15,1-2-514-15</inkml:trace>
  <inkml:trace contextRef="#ctx0" brushRef="#br0" timeOffset="39396.61">14595 1366 938 0,'0'0'278'0,"0"0"18"0,0 0-68 16,0 0-42-1,0 0-56-15,0 0-52 0,0 0-36 16,0-2-20-1,0 2-10-15,0 0-11 16,0 0 0-16,0 0 2 0,-1 0-2 16,-1 0-1-16,0 0-18 15,-2 0-1-15,0 0 13 16,2 0-4-16,-1 0 9 16,2 0 1-16,1-2 2 15,0-2-1-15,0 1 13 16,2-2-13-16,1 2 12 0,1 1-13 15,0 1 0 1,1 1 1-16,-1 0-1 16,1 0 0-16,-1 2 0 15,-1 3 11-15,-1 0 5 16,-2 0-6-16,0 0 9 0,0 0 23 16,-2 0 5-16,-4-2-11 15,-2 0-15-15,1-1-2 16,0-1-10-1,-1-1-3-15,2 0 0 0,1 0 1 16,3-5 3 0,1 0 10-16,1-1 26 0,0-1-8 15,0 3-17-15,2 0-21 16,2 2 0-16,0 1-7 16,0 1-1-16,1 0 2 15,-1 0-2-15,0 1-4 16,-1 4 12-16,-2-1-9 15,-1 1 8-15,0 0 0 16,0 0-1-16,-3-2 2 16,-1-1 0-16,-2 0 1 0,1-2 7 15,0 0-7-15,2 0 8 16,2-5 7-16,1-2-16 16,0-2-3-16,3 0-26 15,4 2-60-15,3 6-114 16,-1 1-316-16,-1 0-509 0</inkml:trace>
  <inkml:trace contextRef="#ctx0" brushRef="#br0" timeOffset="39776.71">14415 1685 1250 0,'0'0'299'0,"0"0"-16"0,0 0-47 16,0 0-55-1,0 0-24-15,0 0-72 0,54-12-14 16,-5 4 41 0,17-5 2-16,4 1-31 0,-3 0-34 15,-12 4-10-15,-16 2-11 16,-10 3-11-16,-10 0-10 16,-6 2-6-16,-1 1-1 15,-5 0-15-15,-4 0-74 16,-3 0-100-16,-20 5-121 15,-2 2-189-15,-5-2-240 0</inkml:trace>
  <inkml:trace contextRef="#ctx0" brushRef="#br0" timeOffset="40050.37">14376 1793 99 0,'0'0'1442'16,"0"0"-1227"-16,0 0 129 0,0 0-78 16,51-7-1-16,-2-2-46 15,21-3-77-15,7 1-48 16,-5 0-34-16,-10 3-7 16,-14 2-10-16,-10 0-17 15,-9 3-14-15,-9 2-11 16,-7-1-1-16,-3 2-19 0,-10 3-80 15,-5 3-234 1,-13 2-582-16</inkml:trace>
  <inkml:trace contextRef="#ctx0" brushRef="#br0" timeOffset="88706.65">9395 4577 807 0,'0'0'310'0,"0"0"-74"15,0 0 34-15,0 0 8 16,0 0-19-16,-14 0-22 16,16 0-17-16,4 0-78 15,7 0-92-15,11 0 9 0,18 0 39 16,14-2-26-1,7 2-30-15,-1-1-20 0,-15 1-21 16,-17 0-1 0,-10 0-1-16,-4 0-50 15,-3 3-102-15,-3 3-148 0,-4-1-396 16,-6-2-286-16</inkml:trace>
  <inkml:trace contextRef="#ctx0" brushRef="#br0" timeOffset="88916.68">9314 4775 1625 0,'0'0'253'0,"0"0"-81"16,48 0-7-16,-2-7 78 0,15-7-55 15,8-3-87-15,-2 0-43 16,-9 3-43-1,-15 6-15-15,-8 3-75 0,-13 3-230 16,-13 2-471-16</inkml:trace>
  <inkml:trace contextRef="#ctx0" brushRef="#br0" timeOffset="96926.95">4218 3687 945 0,'0'0'327'16,"0"0"-30"-16,0 0-11 15,0 0-25 1,0 0-48-16,-46-30-47 16,28 28 4-16,-1 2-78 0,1 2-5 15,-1 8-43 1,3 4-18-16,2 2-4 0,6 3-5 15,3 0-5 1,5 0-11-16,0-1 8 0,7-3-9 16,6-2 0-16,4-5-1 0,5-3-20 15,4-5 3 1,1-3-17-16,0-9-57 0,-3-5-35 16,-3-2-17-1,-7-3 38-15,-5-1 57 0,-5 0 39 16,-4-1 10-1,0 2 9-15,0 3 5 16,-3 3 8-16,0 5 28 16,0 4 39-16,1 5-1 0,0 2-12 15,0 3-46-15,2 10-19 16,0 5 2-16,0 2 18 16,0 3-7-16,6 0-7 15,5-2-10-15,1-3 0 16,2-5-6-16,4-2-1 15,-2-6 0-15,1-5-24 16,-3 0-27-16,-1-12-25 16,-3-2-3-16,-2-6-4 15,-3-3 22-15,-5-3 30 16,0-2 23-16,-1 1 8 16,-5 3 0-16,-1 5 6 15,2 7 17-15,1 5 27 0,1 5 16 16,3 2-45-1,0 10-11-15,0 7-4 0,0 4 1 16,6 2 7-16,5 1-5 16,4-2-8-16,4-2 7 15,2-5-8-15,1-3 0 16,0-4 0-16,-3-6-29 16,-6-2 3-16,-6-2 8 15,-4-10 18-15,-3-4 1 16,0-5 6-16,-9-3 4 15,-3-4 9-15,-3-2-5 16,3 1 17-16,0 4-4 0,3 5 54 16,3 7-25-1,3 6 1-15,3 7-33 0,0 2-25 16,4 11-8-16,7 6 8 16,2 4 11-16,4 4-11 15,-1-1 1-15,1 0-1 16,-3-3-9-16,-2-3-24 15,-4-2-115-15,-4-4-63 16,-4-3-138-16,0-4-272 0,-2-3-207 0</inkml:trace>
  <inkml:trace contextRef="#ctx0" brushRef="#br0" timeOffset="97134.78">4349 3662 1119 0,'0'0'298'0,"0"0"-144"0,0 0-36 16,53-12 0-16,-11 4-56 15,10-1-42-15,-1-1-15 16,-11 2-5-16,-12 3-41 0,-3-1-124 16,-3 2-218-1,-4-1-314-15</inkml:trace>
  <inkml:trace contextRef="#ctx0" brushRef="#br0" timeOffset="98027.01">4670 3591 372 0,'0'0'279'0,"0"0"-2"15,0 0-79-15,0 0-14 16,0 0-36-16,0 0-2 16,-7 42-47-16,13-37-26 15,2 0-19-15,1-4-28 16,0-1-16-16,-2 0 23 0,0-4-10 15,-1-6 8 1,-2-2 4-16,-3-3-1 0,-1 0-8 16,0-1 2-16,-4 2 13 15,-4 2 23 1,-1 3-4-16,0 3 16 16,1 5-5-16,2 1 10 15,-1 4-44-15,3 8-17 16,0 6-11-16,2 3-2 15,2 2-6-15,3 2 0 16,7-2 0-16,4 0-1 16,4-3-13-16,2-3-108 0,0-5-52 15,1-7-86-15,2-5-73 16,-5-13-252-16,-5-4-71 16,-4 1 248-16,-6 3 407 15,-3 1 403-15,0-1 123 16,0-1-188-16,0 3-24 0,0 2 3 15,0 6-40 1,0 3-108-16,0 0-104 0,0 9-44 16,6 5 22-16,2 3 7 15,3 4-2-15,1 2-11 16,0 0-12 0,1-3-20-16,-2 0-5 0,-3-4-1 15,0-4-67-15,-4-5-50 0,-2-6-22 16,-1-1 64-1,0-9 22-15,-1-7-58 16,0-2 61-16,0-2 39 0,0-2 12 16,0 2 5-1,0 4 22-15,0 3 3 0,0 6 30 16,0 3 12 0,0 4-16-16,0 0-44 0,0 2-1 15,6 6 28-15,3 2-3 16,2 1-11-1,3 2-3-15,0-4-7 0,1 0-7 16,-1-4-8 0,-1-3-1-16,-2-2-48 0,-3 0 4 15,-1-10 17-15,-4-4-28 16,-1-3 6-16,-2-5 22 16,0-3 22-16,-7-5 5 15,-4-1 1-15,2-2 1 16,-2 6 32-16,3 6 78 15,2 9 19-15,3 7 10 16,2 5-79-16,1 7-49 16,4 10-5-16,9 7 5 0,5 5 8 15,3 4-4-15,3 2-4 16,0-1-3-16,-2 0-9 16,-5-2-15-16,-7 7-101 15,-4-8-219-15,-6-8-473 0</inkml:trace>
  <inkml:trace contextRef="#ctx0" brushRef="#br0" timeOffset="98328.95">5043 3603 865 0,'0'0'188'0,"0"0"-23"16,40 17 51-1,-18-2-24-15,1 4-75 16,-2 1-11-16,-3 0-51 16,-4 0-36-16,-8-5-19 0,-2 0-5 15,-4-5-121-15,0-5-33 16,-8-5 7-16,0 0-27 16,-1-14-29-16,1-6 12 0,2-5 165 15,-1-4 31 1,1-2 101-16,1 1 23 0,1 5 21 15,4 6-32 1,0 8-39-16,5 7-73 16,6 4-1-16,7 3-23 0,11 13-100 15,-3-1-226-15,-3 0-581 0</inkml:trace>
  <inkml:trace contextRef="#ctx0" brushRef="#br0" timeOffset="98716.88">5284 3601 968 0,'0'0'324'15,"0"0"77"-15,0 0-88 16,0 0-77-16,0 0-133 16,0 0-33-16,0 0 16 15,-25 46-28-15,28-29 31 16,8 0-23-16,2-2-17 0,1-2-46 15,1-5-3 1,-1-4-40-16,0-4-2 0,-1 0-35 16,-3-11-29-16,-1-4-16 15,-5-2 23-15,-4-5 24 16,0-1 35-16,-5 0 18 16,-6 3 8-16,-2 5 14 15,-1 6 58-15,1 7 5 0,3 2-12 16,2 2-26-1,3 8-18-15,5 2-7 16,0 1-5-16,9 1-1 0,5-2-75 16,3-1-18-1,2-2-148-15,4-6-145 0,-6-3-223 16,-6 0 233-16</inkml:trace>
  <inkml:trace contextRef="#ctx0" brushRef="#br0" timeOffset="99033.01">5427 3632 368 0,'0'0'371'0,"0"0"10"16,0 0-48-16,0 0-36 15,0 0-77-15,0 0-113 16,0 0-50-16,9 2 27 16,-4 8-8-16,0 2 4 0,-1 1-15 15,2-2-34 1,-3-1-17-16,0-2-8 0,-3-1-5 16,0-4-1-1,0-2 0-15,0-1 8 16,0-6 11-16,-3-7-2 15,0-7 24-15,0-2 17 16,3-1-28-16,0 2 21 16,0 4 25-16,0 6-6 0,6 6-6 15,-1 5-23-15,4 0-20 16,4 12-6 0,2 6 13-16,1 3-3 0,-1 4-13 0,-2 2-7 15,-1 0-5 1,-7 11-15-16,-1-8-170 15,-4-5-478-15</inkml:trace>
  <inkml:trace contextRef="#ctx0" brushRef="#br0" timeOffset="101026.98">13369 4297 166 0,'0'0'803'0,"0"0"-602"0,0 0 82 16,0 0 67-16,0 0 16 15,0 0-83-15,-1-20-81 16,0 21-62-16,1 10-60 15,0 7 41-15,-1 7 4 16,1 4-24-16,0 4-16 0,0-2-36 16,0-1-19-1,0-3-21-15,0-2-7 0,0-4 3 16,3-5-5 0,-1-4-62-16,0-3-54 0,-1-5-83 15,-1-4-135 1,-3-4-50-16,-4-5-504 0</inkml:trace>
  <inkml:trace contextRef="#ctx0" brushRef="#br0" timeOffset="101348.94">13343 4220 1321 0,'0'0'319'15,"0"0"2"-15,0 0-75 16,0 0-75-16,0 0-6 16,0 0-41-16,-39 25-24 15,31-17-26-15,-1-1-25 0,2-3-17 16,3-2-16 0,2-1-5-16,1-1-5 0,1 0 4 15,0-4 14 1,2-6-12-16,5-2-10 0,4 0 2 15,0 1-4 1,5 4-1-16,1 4-1 0,3 3-4 16,2 4 6-16,3 7-1 15,0 7 0-15,1 4-13 16,9 14-158-16,-8-6-181 0,-4-3-880 0</inkml:trace>
  <inkml:trace contextRef="#ctx0" brushRef="#br0" timeOffset="107148.74">14188 4285 473 0,'0'0'1032'0,"0"0"-875"16,0 0 14-16,0 0 32 0,0 0-5 15,0 0-55 1,0 0-33-16,28 2 2 0,-6-1-19 16,4-1-18-16,3 0-20 0,1 0-26 15,0 0-14 1,0 0-14-16,-5 0 1 0,-3-1-2 16,-4-1 0-1,-7 2-46-15,-3 0-124 0,-8 0-136 16,-2 0-307-1,-7 0-489-15</inkml:trace>
  <inkml:trace contextRef="#ctx0" brushRef="#br0" timeOffset="107357.88">14228 4428 1622 0,'0'0'321'16,"0"0"-221"-16,0 0 25 16,0 0 80-16,0 0 9 15,50-4-104-15,-25 0-68 16,3 0-28-16,0 0-14 16,1 3-118-16,-7 1-348 15,-9-2-1111-15</inkml:trace>
  <inkml:trace contextRef="#ctx0" brushRef="#br0" timeOffset="120577.63">5646 930 735 0,'0'0'872'0,"0"0"-553"0,0 0-9 15,0 0-67-15,0 0-29 16,0 0-84-16,6-23-69 16,2 10-33-16,0-3-17 15,4-3-10-15,-1 1 1 16,0-3 4-16,-3-1 0 16,-2-1-6-16,-2-2 2 15,-3 0 5-15,-1 1-5 0,0 4-1 16,-2 4 7-16,-4 5-8 15,0 3 6-15,-1 5-5 16,-4 2 29-16,0 1-1 16,-1 7-22-16,-4 10-1 15,-3 13-5-15,-1 11-1 16,4 11 1-16,5-5-1 16,7-7 0-16,4-14 0 15,0-4-1-15,4 0 0 16,6 0 1-16,4 1 6 15,3-3-6-15,4-8-11 16,1-4-13-16,5-7-36 16,1-1-102-16,10-16-125 0,-7-3-341 15,-4 0-301-15</inkml:trace>
  <inkml:trace contextRef="#ctx0" brushRef="#br0" timeOffset="121247.01">5966 776 1508 0,'0'0'507'0,"0"0"-200"0,0 0-79 16,0 0-39 0,-45-3-56-16,34 12-57 15,-1 3-25-15,1 4-9 0,2 4-2 16,1 0-6-16,4 1-16 15,3 0-7 1,1-2-11-16,3-3-1 16,7-3 1-16,0-3-21 0,3-4-19 15,-1-5-17-15,1-1 12 16,-2-7 11-16,1-6-4 16,-3-6 0-16,0-2 15 15,-4 0 16-15,-1-1 7 0,-2 3 6 16,-2 3 2-1,0 4 10-15,0 4 22 0,0 4 9 16,0 3 4-16,-2 1-18 0,0 2-11 16,0 9-16-1,-1 6-7-15,1 4 0 16,2-1 1 0,0 3-1-16,4-4-1 0,6-3 0 15,2-4-1-15,2-4-5 16,2-7-27-1,1-1 10-15,2-6-12 0,-2-8-16 16,0-5-38-16,-4-5-23 16,-3-3 42-16,-3-11 32 15,-4-9 19-15,-2 3 13 16,-1 5 6-16,0 7 6 16,-1 11 31-16,-2 2 42 15,0 3 27-15,1 7-8 0,0 8-41 16,2 1-57-1,0 14-10-15,0 12 10 0,6 2 1 16,2 6 7-16,3 1 1 16,0-5-9-16,1 2 0 15,0-2-6-15,-3-3-5 16,-2-3-165-16,-7 1-140 16,0-9-335-16,-4-4-484 0</inkml:trace>
  <inkml:trace contextRef="#ctx0" brushRef="#br0" timeOffset="121448.59">6124 721 1242 0,'0'0'249'0,"0"0"-84"0,0 0-73 0,0 0 74 16,46 25 1-16,-27-4-31 15,0 5-33-15,-3 2-27 16,-3 1-34-16,-3-3-26 15,-5-1-16-15,-3-3-16 16,-2-6-118-16,-3-10-92 0,-6-5-139 16,-1-1-382-16</inkml:trace>
  <inkml:trace contextRef="#ctx0" brushRef="#br0" timeOffset="121579.02">6202 579 1228 0,'0'0'266'0,"0"0"-51"15,0 0-143 1,0 0-64-16,0 0 13 0,0 0-21 16,50 45-14-1,-26-21-257-15,-3-3-411 0</inkml:trace>
  <inkml:trace contextRef="#ctx0" brushRef="#br0" timeOffset="121946.6">6363 704 1375 0,'0'0'270'0,"0"0"-120"0,0 0-65 15,0 0 60 1,-2 47 4-16,4-30-44 0,2 1-49 16,0-2-30-16,1 0-18 15,-2-4-8-15,1-3 0 16,-1-4-37-16,1-5-71 15,0-3 88-15,2-10 20 16,-1-8 1-16,0-1 5 16,2-3-4-16,0 0 5 15,-1 4-6-15,0 6 1 16,0 7 4-16,-2 5 11 0,1 3-15 16,0 6 19-1,4 9 11-15,0 2 4 0,2 3-14 16,0 1-16-1,2-3-5-15,0-2-1 0,1-5-31 16,4-8-129-16,-3-3-185 16,-3-1-262-16</inkml:trace>
  <inkml:trace contextRef="#ctx0" brushRef="#br0" timeOffset="122346.88">6581 650 856 0,'0'0'203'15,"0"0"-74"-15,0 0-48 16,-9 42-1-16,9-24-32 0,3-1-5 16,6-3-25-16,1-4-18 15,0-4-70 1,-2-4-40-16,-2-2 17 0,0-8 93 16,-3-4 16-1,-1-4 17-15,-2-3 107 0,0 0 57 16,0 1 37-1,0 3 28-15,0 5-19 0,-1 4 5 16,-1 5-62-16,2 1-105 16,0 11-62-16,0 16 20 15,5 15 31-15,9 18 10 16,1 6-10-16,-1 1 3 16,0-7-7-16,-6-17-33 15,-3-10-10-15,-3-11-10 16,-2-4-7-16,0 1-5 15,-2 0 0-15,-6-1 0 16,-1-5-1-16,-2-6-1 0,-1-7-7 16,-1 0 2-16,3-12-40 15,0-8-70-15,10-18-153 16,2 3-289-16,8 1-349 0</inkml:trace>
  <inkml:trace contextRef="#ctx0" brushRef="#br0" timeOffset="122648.1">6954 858 1570 0,'0'0'331'0,"0"0"-25"0,0 0-107 0,0 0-35 16,0 0-51-16,0 0-32 15,0 0-34-15,0 12-6 16,0-9 14-16,-2 0-18 16,1 0-25-16,-1-3-11 0,1 0 0 15,1 0 1 1,0-1 22-16,0-6-24 16,0 1-26-16,0 2 7 15,0 1 2-15,0 3-30 16,0 0-195-16,0 0-509 0</inkml:trace>
  <inkml:trace contextRef="#ctx0" brushRef="#br0" timeOffset="124547.04">7326 701 875 0,'0'0'301'0,"0"0"30"0,0 0-43 15,-2-45-55-15,-4 32-45 16,-2 0-23-16,-1 5-8 16,-2 2-14-16,-1 5-70 15,-1 1-48-15,-3 9-17 0,2 9-7 16,-2 5-1 0,6 4 1-16,3 0-1 0,5 0-2 15,2-4-12 1,6-5-19-16,4-5-73 0,3-6-6 15,0-7 17-15,0 0 64 16,-3-6 25-16,0-8 6 16,-2-5 0-16,0-4 13 0,-3-4 6 15,0 1 41 1,-4 2 15-16,1 5 7 0,-1 7 39 16,-1 8 3-1,0 4-75-15,4 18-49 0,7 22 0 16,10 19 26-1,6 14 6-15,6 3-10 0,-3-2-8 16,-9-11-1 0,-9-2-11-16,-11-8-2 15,-1-13-28-15,-8-12-20 16,-2-8-37-16,-3-9-17 16,-3-2 19-16,-3-7 25 15,-2-2-6-15,1-19-16 0,2-18 47 16,7-14 15-16,6 2-7 15,5 7 25-15,3 14 4 16,6 6 16-16,3-2-3 16,4-2-8-16,4-1-7 15,3 3-2-15,1 0 1 16,1 2-1-16,-1-1 0 16,-1 0-21-16,-4-4-22 15,-2-1-9-15,-4-2 3 0,-6 2 20 16,-3 4 23-1,-4 4 6-15,0 6 25 0,-7 2 27 16,-1 6 10 0,2 2 16-16,0 2-10 0,3 2-41 15,0 0-21-15,-1 11-6 16,3 4 1-16,1 5 5 16,0 2 3-16,3 2 22 15,6-1 20-15,5-1-6 16,1-1-14-16,4-3-3 0,2-4-26 15,1-5-2 1,1-6-67-16,-2-3 13 0,-1-3-1 16,-3-11-45-16,-2-5-10 15,-5-3 33-15,-3-3 40 16,-2-2 27-16,-4 2 10 16,-1 1 25-16,0 6 61 15,-1 5 36-15,-3 6-12 16,0 2-1-16,2 5 0 15,0 0-54-15,0 6-42 16,2 8-11-16,0 4 5 16,1 4-6-16,5 1 1 15,4 2-1-15,1-3 5 0,3-5-6 16,1-2 0 0,0-6-6-16,2-5-64 0,-1-4-6 15,-1-1 1 1,-1-10 31-16,-4-5-28 0,0-4 13 15,-4-2 25 1,-2-3 10-16,-3 1 17 0,-1 1 7 16,0 6 17-1,-1 5 38-15,-4 5 26 0,1 5 3 16,-1 2-29-16,-1 3-38 16,0 8-16-16,1 5 6 15,0 4-7-15,3 1 6 16,2-1-5-16,0-1-1 15,8-2 0-15,2-3-1 16,3-5-5-16,0-5-88 16,3-4-27-16,0 0-15 15,-1-9-23-15,-2-5-103 0,0-4 75 16,-3-3 112 0,-3 0 75-16,-1 1 13 0,-3 2 75 15,-2 3 57-15,0 8 40 16,-1 5-34-16,0 2-73 15,0 2-49 1,2 10 6-16,2 3 4 0,2 5-21 16,0 0-9-16,1 0-2 15,-2-2-1-15,0-2-3 16,-2-3 3-16,-1-5-6 0,-2-3 1 16,0-4 0-1,0-1 9-15,0-5 29 0,0-7-14 16,0-6-8-1,0-5 42-15,1-5 11 0,2-2 4 16,3 1-12-16,1 3 15 16,-1 7-13-16,3 8-25 15,2 7-26-15,1 4-13 16,3 8-3-16,2 9 3 16,0 4 0-16,2 4 0 15,-5 0-1-15,0-2 0 16,-4-1-5-16,0-4-61 15,3-3-102-15,-3-5-207 16,-1-6-585-16</inkml:trace>
  <inkml:trace contextRef="#ctx0" brushRef="#br0" timeOffset="124896.79">8434 466 1260 0,'0'0'704'0,"0"0"-418"0,0 0-167 0,0 0 6 16,0 0 40-1,0 48-6-15,11-28-51 16,3 1-45-16,4-2-32 16,-2-1-13-16,3-4-9 15,-1-1-3-15,2-3-5 16,-2-3-1-16,0 0 0 15,-4-2-1-15,-4-2-6 16,-4 1 0-16,-2 2-6 16,-4 2 7-16,0 3-3 0,-1 5 9 15,-8 1 1-15,-2 4 5 16,-5 2-5-16,-3 1-1 16,-5 2 0-16,-9 2-6 15,-19 4-77-15,7-6-264 16,-3-7-799-16</inkml:trace>
  <inkml:trace contextRef="#ctx0" brushRef="#br0" timeOffset="125597.09">5350 622 1251 0,'0'0'273'0,"0"0"-40"15,0 0-117 1,-36 43 80-16,20-14 15 0,-2 3-60 15,-3 2-53 1,0-2-22-16,-1-1-25 0,1-4-24 16,0-6-10-16,2-3-6 15,6-6-10-15,3-6 7 16,6-6 63-16,4 0 58 16,0-8-24-16,1-3-56 15,5 1-34-15,4 2-15 16,5 6-1-16,3 2-8 15,7 14 1-15,10 15 8 16,8 10 11-16,10 8-10 0,-4-2 1 16,-10-9-2-1,-9-12 0-15,-6-5-15 0,23 5-136 16,-5-2-417-16,0-10-1104 0</inkml:trace>
  <inkml:trace contextRef="#ctx0" brushRef="#br0" timeOffset="126206.76">9071 582 1356 0,'0'0'374'0,"0"0"-52"15,0 0-145-15,0 0-57 0,0 0-14 16,0 0-25-1,4 1-52-15,4 1-29 0,3 0-13 16,3 0-64 0,0 1-82-16,0-2-163 0,-2 2-271 15,-6-3-667-15</inkml:trace>
  <inkml:trace contextRef="#ctx0" brushRef="#br0" timeOffset="126362.5">8979 715 397 0,'0'0'883'0,"0"0"-574"16,0 0-61-16,0 0-73 0,0 0 1 16,0 0-123-1,0 0-6-15,50-8-47 0,-20-2-10 16,13-7-159 0,-11 3-206-16,-4-2-425 0</inkml:trace>
  <inkml:trace contextRef="#ctx0" brushRef="#br0" timeOffset="126578.9">9161 492 1563 0,'0'0'364'16,"0"0"-51"0,0 0-217-16,0 0-41 0,55 17 37 15,-27 1 10 1,2 4-38-16,-2 4 0 0,-5 2-2 15,-7 2-10 1,-8-1-21-16,-8 1-10 16,-6-1 7-16,-12-3-28 0,-11 3-18 15,2-7-174-15,5-8-359 16</inkml:trace>
  <inkml:trace contextRef="#ctx0" brushRef="#br0" timeOffset="127198.13">9713 555 873 0,'0'0'224'0,"0"0"47"0,0 0-48 16,-24-43 1-16,14 35 12 0,1 4-70 15,-1 4-29 1,-2 0-63-16,0 9-28 15,0 6-30-15,2 4-7 16,6 2-8-16,4 0 9 0,9-2 36 16,9 0-14-16,6-2-13 15,4 0-1 1,0-3-9-16,-1 0-8 16,-5-2-1-16,-5 1-11 15,-8-2-6-15,-7 0 2 0,-2-1 4 16,-10 2-1-1,-9-1-3-15,-4-2 5 0,-1-2-5 16,-3-1-16-16,3-3-54 0,3-4-73 16,7-7-126-1,9-3-283-15</inkml:trace>
  <inkml:trace contextRef="#ctx0" brushRef="#br0" timeOffset="127746.76">9825 552 1523 0,'0'0'324'0,"0"0"-96"15,0 0-160-15,0 0 33 16,0 0 10-16,2 48-34 0,1-30-21 16,-1 0-13-1,1-2-22-15,0-5-12 0,-2-3-8 16,1-2-1-1,-1-5 1-15,-1-1 0 16,1-2 17-16,-1-9-18 16,0-6-8-16,0-8-13 15,0-4 5-15,0 0 15 16,0 0 1-16,0 5 0 16,4 6 6-16,1 7-6 15,1 8 0-15,5 3-6 16,0 6 0-16,1 7 6 15,2 4 0-15,-1 1 7 0,-1 1-5 16,-3-2 5 0,-3-2-6-16,-2-4 1 0,-1-4-1 15,-2-4 1-15,-1-3 8 16,0 0 60-16,0-3 23 16,-1-8-44-16,-2-4-12 15,1-5 8-15,2-1-12 0,0 0-17 16,2 4-7-1,4 3-7-15,3 7-2 0,3 5-1 16,0 2-8 0,4 4 3-16,0 7 4 0,1 6 1 15,-1 1-11 1,0 2 6-16,-2-1-4 0,-2-1-47 16,3 3-133-16,-5-6-148 0,-2-5-459 15</inkml:trace>
  <inkml:trace contextRef="#ctx0" brushRef="#br0" timeOffset="128560.16">10192 477 1486 0,'0'0'328'0,"0"0"52"0,0 0-214 15,0 0-41-15,0 0-24 16,-39 25-21-1,32-9 7-15,1 2-20 0,3 1-31 16,3 0-14-16,0-2-10 16,3-2 4-1,6-3-16-15,0-6-14 0,4-1-27 16,-1-5 8-16,2-3-31 16,-2-8-24-16,0-4-33 15,-2-4 19-15,-1-2 1 16,-3-1 44-16,-1-1 32 15,-1 3 25-15,-2 2 1 16,-2 6 22-16,0 3 22 16,0 4 36-16,0 5 16 15,0 0-42-15,-3 4-37 16,0 7-9-16,2 4-2 16,1 3-5-16,0 0 4 0,1 1 0 15,9-2 14-15,0-2 7 16,3-4-9-16,2-4-12 15,-1-3-6-15,1-4-13 16,-1-3-8-16,-2-9-22 16,-3-3-23-16,-2-6 14 15,-1-3 30-15,-4-3 16 16,-2 0 6-16,0 1 7 16,0 3 17-16,-1 6 44 0,-3 6 10 15,3 7 11 1,-1 4-38-16,0 3-33 0,2 11-18 15,0 6 2 1,0 6-1-16,8 1 0 0,3-2-1 16,5-1 1-1,1-3 0-15,4-6-1 0,-3-3-8 16,-1-7-1-16,-2-5-4 0,-2 0-6 16,-3-9 1-1,-2-6-20-15,-2-4-3 0,-6-5 8 16,0-2 18-1,0-9 14-15,-6 1 1 16,-2 0 0-16,0 2 7 16,2 10 29-16,1 4 47 0,1 9 13 15,2 7-32-15,2 3-50 16,0 19-14-16,11 14 0 16,3 2 1-1,2 0 0-15,3-2 6 0,0-8-1 16,1 3 0-16,3 4-6 15,-3-3 0-15,-4-3-15 16,-1 3-164-16,-4-8-396 16,-6-7-874-16</inkml:trace>
  <inkml:trace contextRef="#ctx0" brushRef="#br0" timeOffset="131046.68">6908 1349 1159 0,'0'0'281'16,"0"0"-14"-16,0 0 17 0,0 0-58 16,0 0-37-1,0 0-39-15,0 0-38 0,-20 1-52 16,6 14-36-16,-3 5-17 0,-4 4-1 16,-2 2-5-1,0 0 1-15,1-3-1 0,3-3 1 16,3-4-1-1,6-5 6-15,4-6-5 16,4-3 5-16,2-2 4 16,0 0 53-16,2 0-19 15,5 0-44-15,3 0 10 16,5 2-4-16,3 2-1 16,2 2-4-16,2 0-1 0,-1 1 1 15,1-1-2-15,-2 0 0 16,-1-1-8-16,-2-1-117 15,3-3-151-15,-6-1-376 16,-4 0-676-16</inkml:trace>
  <inkml:trace contextRef="#ctx0" brushRef="#br0" timeOffset="131646.59">7133 1457 72 0,'0'0'1374'0,"0"0"-1020"0,0 0-49 15,0 0-156-15,0 0-26 0,0 0-19 16,0 0-52-16,10 3-15 15,2-3-10-15,1 0-7 16,1 0-6-16,-1-3-8 16,0-7-5-16,-2-2 10 15,-1-2-4-15,-2-1-5 16,-5 0 10-16,-2 2-2 16,-1 1 6-16,-3 4 17 0,-5 4 11 15,-3 3-3 1,-2 1 0-16,-1 8-22 15,-2 9-10-15,0 6-7 16,2 6 0-16,2 2-1 16,5 1 0-16,5 0 5 0,2-4-6 15,9-3-6 1,9-6-9-16,5-9-39 16,5-7-29-16,9-5-68 0,-1-12-113 15,12-17-50-15,-10 2-219 16,-11 4-232-16</inkml:trace>
  <inkml:trace contextRef="#ctx0" brushRef="#br0" timeOffset="132182.57">7434 1381 750 0,'0'0'406'0,"0"0"91"15,0 0-183-15,0 0-18 0,0 0-90 16,0 0-77 0,0 0-65-16,-29 11-40 0,25 9 0 15,0 3 3 1,2 0-3-16,2 0 2 0,0-4-8 15,4-2-12-15,4-5-6 16,2-5-19-16,3-5-21 16,-1-2 20-16,1-6-22 15,-1-7-44-15,-2-2-24 16,-1-2-7-16,-2-1 32 16,-2 1 50-16,-2 2 27 15,-1 1 8-15,-2 5 21 0,0 3 32 16,0 3 28-1,0 3 7-15,-1 0-26 0,-1 3-36 16,0 6-16 0,2 4-2-16,0 4-8 0,0 0 6 15,4-1-5-15,6-2 15 16,1-1 9-16,3-6 8 16,2-3-33-16,-1-4-10 15,1-2-13-15,-3-8-27 16,-1-5-40-16,-4-3-15 15,-3-3 12-15,-4-3 56 16,-1-4 35-16,-4-2 2 16,-6-4 9-16,-1 3 19 0,1 4 27 15,2 6 56 1,1 7 5-16,3 9-7 0,3 5-57 16,1 5-51-1,1 12 0-15,7 7-1 0,4 4 1 16,3 2-1-1,0 0 0-15,1 0-10 16,-3-2-20-16,-5 3-156 0,-3-5-193 16,-5-9-387-16</inkml:trace>
  <inkml:trace contextRef="#ctx0" brushRef="#br0" timeOffset="132398.68">7569 1385 1353 0,'0'0'212'0,"0"0"-96"0,0 0 13 0,58 8 85 15,-34 4-54-15,-1 4-24 16,0 1-47-16,-4 1-36 0,-4 0-38 16,-7 0-15-1,-3-2-13-15,-5-2-134 0,-2-5-161 16,-4-4-296-16</inkml:trace>
  <inkml:trace contextRef="#ctx0" brushRef="#br0" timeOffset="132526.63">7711 1325 678 0,'0'0'0'0</inkml:trace>
  <inkml:trace contextRef="#ctx0" brushRef="#br0" timeOffset="132876.99">7783 1383 1236 0,'0'0'182'0,"0"0"12"15,0 0-26-15,4 47 14 16,0-30-36-16,1-1-56 16,-1-2-48-16,-1-2-23 15,0-3-10-15,-1-4-9 16,0-5 1-16,2 0 9 0,-1-9 36 16,0-5-25-16,2-5-20 15,0-2 10-15,1-1 0 16,1 2 10-16,0 5 13 15,-1 5 1-15,1 4-2 16,-1 6-3-16,1 0-14 16,1 5-5-16,2 7-3 15,2 2-2-15,1 1-6 16,0-2 0-16,1-1-1 16,-2-5-102-16,1-4-82 15,3-5-131-15,-3-9-213 0,-2-1-370 0</inkml:trace>
  <inkml:trace contextRef="#ctx0" brushRef="#br0" timeOffset="133232.66">7995 1296 1012 0,'0'0'153'0,"0"0"-74"0,0 0-45 15,0 0-9 1,-1 38-19-16,5-38-6 15,1 0-44-15,1-2 44 16,-1-6 6-16,0-4 3 0,0 2 53 16,-1-2 43-16,0 3 69 15,-3 4 29 1,1 2 19-16,-1 3-68 0,2 4-91 16,2 10 22-1,3 6 4-15,1 5 0 16,1 5-3-16,0 4-3 15,-2 1 2-15,-1-1-16 0,-3 1-11 16,-3-3-23-16,-1-4-13 16,-1-3-11-16,-7-6-11 15,0-5 0-15,-4-8-26 16,2-4-20-16,-5-12-91 16,3-8-197-16,2-3-519 0</inkml:trace>
  <inkml:trace contextRef="#ctx0" brushRef="#br0" timeOffset="133379.64">8177 1328 1413 0,'0'0'183'0,"0"0"-126"0,0 0-28 16,0 0-29-1,54 30-115-15,-34-26-562 0</inkml:trace>
  <inkml:trace contextRef="#ctx0" brushRef="#br0" timeOffset="134811.82">8538 1267 1102 0,'0'0'547'0,"0"0"-144"0,0 0-118 15,0 0-77-15,0 0-66 16,-43-1-98-16,34 12-23 16,0 5 0-16,3 3 1 15,2 0-13-15,2 0-8 16,2-2-1-16,6-2-1 16,4-3-44-16,2-5-24 15,3-4 11-15,0-3-10 16,0-4-17-16,-1-6-34 15,-1-5 25-15,-4-4 41 16,0-3 36-16,-3 0 17 0,-2 0 0 16,0 3 40-16,-1 4 32 15,-3 5 27-15,0 4 2 16,0 4 9-16,0 2-38 16,0 3-35-16,0 9-17 0,0 5 8 15,3 4-1 1,2 3-14-16,0-3-4 15,4 0-9-15,0-2 0 16,3-6 0-16,-1-4-1 16,3-6-17-16,0-3-34 15,1-1-44-15,-2-10-32 0,-1-4-35 16,-1-3-10-16,-1-3 9 16,-3-1 66-1,-2-1 65-15,-1 1 33 0,-2 5 15 16,-1 4 55-1,-1 5 42-15,0 6 19 0,0 2-50 16,0 5-48-16,0 7-10 16,0 5-6-16,1 3-10 15,2 0-6-15,4 0 0 16,1-2 0-16,0-4-1 16,1-4-1-16,0-4-24 15,0-5-59-15,-1-1 8 16,1-5 36-16,-1-6 18 0,-2-3 16 15,-2-2 6 1,-1-1 21-16,0 0 34 0,-1 4 66 16,-1 3-25-16,-1 5 29 15,0 3-36-15,0 2-38 16,0 9-30 0,0 8 9-16,0 7 2 0,0 3-3 15,0 4-11-15,-3-1-5 16,2 0-5-16,-3-4-7 15,2-3-1-15,-1-6 0 16,1-4-16-16,0-6-94 16,1-7 1-16,0-1 63 0,1-13-106 15,0-6 18 1,0-6 80-16,3-4 37 0,1-1 6 16,0 2 11-16,3 1-1 15,-2 9 1 1,1 5 16-16,-1 7 7 0,0 5 2 15,1 2-5 1,1 3-4-16,1 5 2 0,1 4 7 16,0 0-3-16,2 0-16 15,-3-3-6-15,0-2 1 16,-1-2-1-16,-1-2-6 16,0-3-19-16,2 0-11 15,-2-9 11-15,-1-1 13 16,1-4 11-16,-3 1 1 15,1-1 12-15,-2 3 38 0,-1 2 5 16,-1 3-3-16,1 3 10 0,-1 3-13 31,0 0-28-31,0 0-14 16,0 1-7-16,0 5 0 0,0 2 1 16,0 3 1-16,0-1-1 15,-3 1 0-15,-2-2-1 16,1 0-10-16,-1-2-20 15,0-2-10-15,-1-2-33 16,0-2 8-16,1-1 29 16,0-2 8-16,3-5 12 15,1-5 6-15,1 2 10 0,0-3 16 16,5 2 8 0,0 0 2-16,3 4-1 15,-1 0-5-15,2 3-5 0,1 3 1 16,-1 1-1-1,2 0 0-15,-1 0-4 0,0 0-3 16,-1 5-7-16,-1 1 8 16,-1 0-7-16,-3 1 4 15,-1 0 0-15,-3 2 7 16,0-1 2-16,0 0-8 16,-2 0-6-16,-4 1 5 15,-2-2-5-15,0-2-1 16,2 0 0-16,-2-2 0 15,1-1-1-15,2-1-17 16,-2-1-68-16,2-1-104 0,2-5-468 0</inkml:trace>
  <inkml:trace contextRef="#ctx0" brushRef="#br0" timeOffset="135611.81">9055 1296 569 0,'0'0'1040'0,"0"0"-560"0,0 0-209 16,0 0-106-16,0 0-17 0,0 0-75 15,-14 49 54-15,14-6-6 16,0-1-35-16,0-2-15 15,0 1-7-15,1-13-25 16,2 4-19-16,1-1-13 16,0-9-5-16,-1-4-2 15,0-5 0-15,-2-7-18 16,0-6-15-16,-1 0 9 0,0-14 0 16,0-8-25-1,0-10 16-15,-2-13 18 0,0-11 3 16,2-2-5-1,0 11 3-15,0 12 8 0,0 14 5 16,4 7-1 0,0-1 1-16,2 1 1 0,1-1-6 15,2 5 6-15,-1 3 1 16,3 2 0-16,2 2-1 16,-1 3 0-16,2 0 0 15,-1 1-1-15,-1 7-5 16,-1 1 0-16,-3 2-4 15,-3 1 4-15,-3 1 5 16,-2 0 1-16,-2 0 2 0,-8 0-2 16,-1-2 0-1,-5-1-1-15,2 0-26 0,2-4-44 16,5-1-103-16,5-5-90 16,2 0-231-1,0 0-298-15</inkml:trace>
  <inkml:trace contextRef="#ctx0" brushRef="#br0" timeOffset="135864.59">9231 1125 1428 0,'0'0'339'0,"0"0"194"0,0 0-335 0,0 0-49 16,0 0-64-16,0 0 9 15,4 65 26-15,6-13-30 16,4 4-22-16,-3-8-14 0,0-15-28 16,-5-12-17-16,1-3-9 15,-1 0-1-15,1 0-44 16,4-3-121-16,-3-5-204 16,-1-7-370-16</inkml:trace>
  <inkml:trace contextRef="#ctx0" brushRef="#br0" timeOffset="136227.62">9386 1329 1228 0,'0'0'349'0,"0"0"-107"16,0 0-65 0,0 0 29-16,0 0-64 0,0 0-55 15,50 33-39 1,-34-33-28-16,0 0-20 0,-2-7 0 15,-3-3-7 1,-1-4 1-16,-4-1-6 0,-2 1 10 16,-2 1 2-16,-2 4 8 0,0 2 44 15,-5 5 68 1,-3 2 16-16,-4 2-35 16,-3 12-39-16,-2 4 5 15,0 5 6-15,5 4-8 0,2-1 1 16,6 1-2-1,4-2 8-15,2-3-6 0,11-4-15 16,3-4-20-16,6-3-20 0,2-6-11 16,1-5-31-1,-1-3-61-15,-1-15-90 16,-6 0-372-16,-11 1-1046 0</inkml:trace>
  <inkml:trace contextRef="#ctx0" brushRef="#br0" timeOffset="136731.91">9728 1100 1531 0,'0'0'377'0,"0"0"-51"16,0 0-120-16,0 0-141 15,0 0-27-15,0 0-3 16,8 44 28-16,6-25 7 0,6 1-15 16,5-4 8-1,0-2-42-15,0-4-21 0,-3-4 1 16,-7-2 5-16,-5-3-6 0,-6 0 0 16,-4 1 10-1,0 1-3-15,-10 4 23 0,-6 4-3 16,-5 6-17-1,-4 4-4-15,-3 4 5 16,1 0 14-16,1 0 1 0,6-3-5 16,4-2-11-1,8-5-10-15,6-3-5 0,3-5-69 16,29-7-181-16,1-6-71 16,1-6-478-16</inkml:trace>
  <inkml:trace contextRef="#ctx0" brushRef="#br0" timeOffset="136947.65">10105 1136 1905 0,'0'0'327'0,"0"0"-44"15,0 0-180-15,0 0 15 0,0 0-63 16,44 0-33-1,-18 0-22-15,0 0-22 0,-1 0-135 16,-1 0-131 0,-8 0-274-16,-9 0-348 0</inkml:trace>
  <inkml:trace contextRef="#ctx0" brushRef="#br0" timeOffset="137096.79">10069 1267 1283 0,'0'0'358'0,"0"0"-170"16,0 0-100-16,0 0-47 16,51-9 10-16,-20-1-51 15,14-9-57-15,-6 3-174 16,-13 0-399-16</inkml:trace>
  <inkml:trace contextRef="#ctx0" brushRef="#br0" timeOffset="137349">10270 1035 1195 0,'0'0'361'15,"0"0"-214"-15,0 0 20 16,0 0-2-16,47 46-40 16,-27-26-55-16,-1 2 11 0,-2 0-5 15,-3 3-7 1,-4-1 1-16,-7 1 17 0,-3-1 6 15,-2-1-15 1,-7-2-29-16,-4-1-35 0,-1-3-14 16,2-5-53-16,3-5-133 15,5-5-126-15,4-2-417 0</inkml:trace>
  <inkml:trace contextRef="#ctx0" brushRef="#br0" timeOffset="137996.84">10475 922 1386 0,'0'0'667'0,"0"0"-379"16,0 0-131 0,0 0-111-16,-2 40 37 15,10-11 43-15,0 5-22 16,5 2-40-16,-4-7-29 0,3 4-16 15,-3-5-8 1,-1-5-10-16,-1-3 0 0,-3-6-1 16,-1-4-6-16,-1-6-22 15,0-4 5-15,1 0 13 16,0-9-19-16,2-5-21 16,2-2 21-16,2 0 14 15,2 2 0-15,1 3 9 16,-2 3-2-16,2 2 0 15,-2 4 7-15,0 1 0 16,-2 1-12-16,-2 0-1 16,-3 5 2-16,-3 3 3 15,0 3-1-15,-5 1 2 16,-6 3 8-16,-3 1 2 16,-2 1 4-16,1 0 3 0,1-2-2 15,2-1-5-15,5-3-2 16,3-1 0-16,4-5 0 15,0-4-18-15,9-1-29 16,5-3 36-16,4-8 10 16,0-2-11-16,1-5-14 15,-1-4 2-15,-2-1 9 16,0 0 10-16,-4 3 5 0,-3 5 12 16,-3 7 34-1,-3 4 23-15,0 4-8 0,1 3-38 16,2 10 2-1,4 5 53-15,3 4-7 0,-3 0-18 16,2 0-26-16,-3-2-15 16,-2-4-12-16,-2-4-5 15,-2-4-85-15,-3-5-113 16,0-7-89-16,0-6-200 16,-6-5-611-16</inkml:trace>
  <inkml:trace contextRef="#ctx0" brushRef="#br0" timeOffset="138127.01">10768 987 703 0,'0'0'105'0,"0"0"-27"0,16 57-56 16,4-31-22-16,-1-6-163 15,-2-7-152-15</inkml:trace>
  <inkml:trace contextRef="#ctx0" brushRef="#br0" timeOffset="138513.67">10920 1063 786 0,'0'0'313'15,"0"0"-30"-15,0 0-52 16,0 0-55-16,0 0-83 16,0 0-71-16,-38-1-12 15,30 8-9-15,0 0 0 16,3 0-1-16,0-2 1 15,5-1-1-15,0-3-11 16,0-1 1-16,6 0 10 0,2-6 9 16,2-2 1-16,0-2-9 15,-1 2 9-15,-2 2 3 16,-2 2 101-16,-4 4 10 16,0 0-20-16,0 7-44 15,0 7 35-15,2 7-19 0,0 4 1 16,1 6-4-1,2 2 0-15,0 0-4 16,-1 0-26-16,-2-1-7 16,0-4-18-16,-2-5-12 0,-1-2-6 15,0-7 0 1,-5-4-50-16,-1-4-1 16,-4-5-36-16,2-1-44 0,3-16-66 15,-1-2-158 1,6-4-328-16</inkml:trace>
  <inkml:trace contextRef="#ctx0" brushRef="#br0" timeOffset="138959.12">11087 1025 1208 0,'0'0'338'0,"0"0"-204"16,0 0-37-1,0 0-45-15,0 0-33 0,-34 46-10 16,32-39-8 0,2-2-1-16,0-2 0 0,0-3-85 15,6 0 24-15,0-2 55 0,1-6 0 16,-1-3 6 0,1-3 0-16,-2-1 21 15,-1 4 62-15,-2 0 103 16,-2 7 23-16,0 3-12 15,0 1-86-15,0 10-61 16,0 7-12-16,0 13 0 16,0 12-3-16,1 9-6 15,4 3 12-15,2-4 0 16,-3-11-3-16,-2-13-14 16,-2-6-9-16,0-4-6 15,0-1-9-15,-3-1-2 16,-4-2-26-16,0-5 2 15,-1-7 7-15,-2 0 4 0,2-13-31 16,-1-5-11-16,2-13-65 16,6-14-46-16,1-9-126 15,7 7-218-15,3 13-241 0</inkml:trace>
  <inkml:trace contextRef="#ctx0" brushRef="#br0" timeOffset="139564.46">11209 1088 671 0,'0'0'382'0,"0"0"-194"0,0 0-121 15,0 0-37-15,43-9-29 0,-34 0 0 16,-1-1 5-1,-1-1 3-15,-2 0-3 16,-1 2 7-16,-4 1 101 16,0 7 73-16,0 1 32 15,-7 1-96-15,-2 10-57 0,-2 6-21 16,-1 1 25 0,1 3-7-16,4-2 2 0,4-1 11 15,3-3-26 1,1-3 31-16,11-4 11 0,2-5-41 15,5-3-37 1,1 0-11-16,-1-9-3 0,-2-3-20 16,-1-4 8-1,-2-2-2-15,-2-3 5 0,-3-2 8 16,-3 0-13-16,-4 2 6 0,-2 4 7 16,0 5-15-1,-5 5-5-15,1 3 21 0,1 2 7 16,3 2-7-1,0 0 0-15,0 4-9 16,0 5 9-16,5 3 9 16,2 4 9-16,-1 3-6 15,-1 1-5-15,-2 2-6 0,-2 0 14 16,-1 0 40-16,0 0-3 16,0-2 36-1,-1-3-19-15,0-4-24 0,1-2-3 16,0-4-21-16,1-3-9 15,6-2 16-15,4-1-28 16,0-1-38-16,8-5-66 16,-2-4-181-16,-2-1-502 0</inkml:trace>
  <inkml:trace contextRef="#ctx0" brushRef="#br0" timeOffset="139746.66">11684 1128 2109 0,'0'0'536'0,"0"0"-333"0,0 0-116 15,0 0-56-15,0 0-31 16,0 0-203-16,-58 26-1308 0</inkml:trace>
  <inkml:trace contextRef="#ctx0" brushRef="#br0" timeOffset="152707.01">10327 7696 1303 0,'0'0'294'16,"0"0"-86"-16,0 0-22 15,0 0-44-15,0 0-34 16,0 0-21-16,6 0 8 16,8 3 46-16,3-2-20 15,6 2-23-15,3-2-34 16,1-1-18-16,-1 0-19 15,1 0-9-15,-4-4-10 0,-2 2-8 16,-4-2 0-16,-4 2-7 16,-5 1-41-16,-4 0-125 15,-4 0-98-15,0 1-77 16,-3-2-356-16</inkml:trace>
  <inkml:trace contextRef="#ctx0" brushRef="#br0" timeOffset="153446.57">10354 7544 968 0,'0'0'305'0,"0"0"-65"0,0 0 32 15,0 0 2-15,0 0-97 0,0 0-93 16,0 0-53-1,-5 9-6-15,0 11 18 16,-5 6 23-16,1 1-10 0,-3 1-11 16,-2-1-13-1,0-2-11-15,-1-1-3 0,1-3-7 16,1-5-10 0,2-2 5-16,4-6-5 0,4-4-1 15,2-3 11 1,1-1 15-16,0 0 43 0,7 0-9 15,5-4-11-15,4 0-9 16,2 3-11-16,3 1-19 16,1 0 5-16,-1 4-3 15,0 3-3-15,-2 2 0 16,1 1-3-16,-2-2 0 0,-1 1-6 16,-3-3 0-1,0 0 0-15,-3-2 0 0,-2-2 0 16,-4-1 0-1,0 0-15-15,-3-1-39 16,-1 0-65-16,-1 0-86 0,0-5-158 0,-3 0-365 16</inkml:trace>
  <inkml:trace contextRef="#ctx0" brushRef="#br0" timeOffset="153697.03">10627 7909 1739 0,'0'0'490'0,"0"0"-305"0,0 0 2 15,0 0-18-15,0 0-32 16,0 0-85-16,0 0-35 15,-2 1-17-15,2-1-16 16,0 0-53-16,0 0-136 0,5-4-273 16,-2 0-452-16</inkml:trace>
  <inkml:trace contextRef="#ctx0" brushRef="#br0" timeOffset="162406.79">10307 4365 1475 0,'0'0'339'0,"0"0"-163"16,0 0-22-16,0 0-22 16,0 0-41-16,0 0-30 0,0 0 12 15,33-6-12 1,-19 4-34-16,2 0-26 0,-2 0-1 16,0 0-8-16,-1 0-14 15,-2 0-95-15,-1 0-66 16,-3-1-145-1,-4 0-160-15,-3-2-181 0</inkml:trace>
  <inkml:trace contextRef="#ctx0" brushRef="#br0" timeOffset="162709.84">10305 4267 955 0,'0'0'262'0,"0"0"2"0,0 0-64 16,0 0-45-16,0 0-23 15,0 0-50-15,0 0-20 16,-40 30 28-16,33-7 12 16,2 1-19-16,2 1-24 15,2-3 2-15,1-2 0 16,1-4-2-16,7-3-2 15,4-3-17-15,5-4-5 16,6-1-12-16,1-5-12 0,2 0-11 16,1 0-5-1,9-5-116-15,-8 1-158 0,-5 2-459 0</inkml:trace>
  <inkml:trace contextRef="#ctx0" brushRef="#br0" timeOffset="165827.79">9032 1355 1057 0,'0'0'0'0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07:44.9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10364 7532 670 0,'0'0'158'0,"0"0"-33"0,0 0 102 16,0 0-25-16,0 0-21 16,6-24-47-16,-6 24-80 15,0-1-27-15,0 1-14 0,0 0-7 16,0 1-6-1,-4 8 0-15,-4 3 19 16,-2 5 5-16,-4 2 3 16,-1 1 9-16,-1 1-16 15,-2-1 15-15,2 0-4 16,2-5-10-16,2-2-7 16,4-4-7-16,2-3 9 0,2-2-5 15,4-3 3-15,0 1-7 16,0-2-7-16,0 3-2 15,6 0 2-15,3 3 9 16,2 1-1-16,4 1 28 16,1 1 9-16,-1 2-4 15,2 1-4-15,0-2 1 16,-1 2-7-16,-1-2 1 16,-1 1-12-16,-3-2 1 15,0-1-2-15,-3-1-4 0,0-1-3 16,-2 0-10-1,-1-1 0-15,-2-1-2 0,-1-2-7 16,-1 0-64-16,-1-2-205 16,0-1-327-16,-3-5-844 0</inkml:trace>
  <inkml:trace contextRef="#ctx0" brushRef="#br0" timeOffset="250.4">10406 7717 1572 0,'0'0'296'0,"0"0"-91"0,0 0-38 16,0 0-74-1,0 0-40-15,53 11-13 0,-37-11-4 16,1 0-14-1,1 0-7-15,0-4-5 0,-1-1-4 16,0 0-6-16,-3 1-2 16,-2 2-7-16,-5 0-112 15,-5 2-670-15</inkml:trace>
  <inkml:trace contextRef="#ctx0" brushRef="#br0" timeOffset="3565.73">6521 7233 773 0,'0'0'222'0,"0"0"7"15,0 0 94-15,0 0-60 0,0 0-48 16,0 0-118-1,-11-7-45-15,11 7-15 0,0 0-11 16,4 0 1-16,6-4 1 16,4 3-4-1,5-4-4-15,2 0-9 16,1-1-2-16,-1 0-7 0,-1 0-1 16,-1 1-1-16,-4 1-7 15,-2 2-15-15,-4 1-286 16,-5 1-412-16</inkml:trace>
  <inkml:trace contextRef="#ctx0" brushRef="#br0" timeOffset="3802.34">6508 7321 1363 0,'0'0'302'0,"0"0"23"16,0 0-88-1,0 0-134-15,0 0-49 0,0 0-19 16,0 0 2-16,50-10-8 16,-27 1-15-16,0 1 1 15,1-3-9-15,1 2-5 0,-1 1-1 16,6 3 0 0,-6 3-21-16,-8 1-313 0</inkml:trace>
  <inkml:trace contextRef="#ctx0" brushRef="#br0" timeOffset="7380.03">4986 6339 488 0,'0'0'185'0,"0"0"-36"15,0 0 3-15,0 0 21 16,0 0-40-16,0 0-34 0,0-20-18 15,0 17-33 1,0 1-13-16,-3 0-10 16,-1 0-6-16,-4 1-2 15,0 0-11-15,-1 1 10 16,-3 0-9-16,-2 0 8 0,0 1-14 16,-2 2 4-1,1 2 2-15,-3 0-1 0,1 0-4 16,0 1 5-1,0 1-6-15,-2 0-1 0,0 1-1 16,2 0 1-16,-3 1 0 16,1 0 6-16,0 0-6 15,1 0-1-15,1 0 0 16,1 1 1-16,-2-1-1 16,2 0 1-16,-1 0 2 15,1 0 7-15,0 0-9 16,-1 0-6-16,0 1 3 0,-2 1 3 15,-1 0 1 1,3 1 0-16,-1-1-1 0,3 2 0 16,-1 0 0-1,2-1 1-15,2 1 9 0,0 2-9 16,2 0-1-16,-1 2 7 16,1 2 9-16,0 0-10 15,1 1 20-15,3 1 8 0,-1 0-5 16,2 0-10-1,0-1 6-15,2 1 2 0,0-1 5 16,0 0 9-16,3 2 4 16,0 1-13-1,0-1-13-15,0 2 8 0,0-1-8 16,1-1 7 0,3 1 19-16,0-3 9 0,1 1-9 15,1 0-16 1,0-1-4-16,0-2 2 0,0 1-3 15,0 0 4 1,1-2-3-16,-1 0 6 0,-1 0-4 16,3-1 1-16,-3 1-1 0,3-2 0 15,-1 1-2 1,1-1 0-16,1-1 1 16,0 0-5-16,0-1 3 15,1-1-2-15,0 1-1 0,2-2-3 16,0 0-5-1,0 0-2-15,1-1 8 0,0-2-1 16,2 0-2-16,0 0 2 0,0-1 0 31,0-2-6-31,0 0 1 0,1-3-5 16,-1 1-7 0,3-2 5-16,-2-1 3 0,1 0 9 15,0 0-2-15,2-1-5 16,-1-3-1-16,1-2 2 15,1-2-5-15,1 0-6 16,0-2 4-16,0 0 4 16,-1-2 5-16,1-2-2 15,-1 2-6-15,2-3-5 16,-3 1 5-16,1 0-5 16,-1-1 1-16,-1 0-1 15,0-1 2-15,0-1-2 0,-4 0 1 16,4-1-1-16,-2-2 0 15,-2-3 0-15,0 0 0 16,-1-2-1-16,-3-3-9 16,2 0-7-16,-2-1-7 15,-2-1 7-15,-1 0-11 16,-1 1-6-16,0-1 3 16,-2 0-9-16,-1 0-1 15,-2 0 5-15,-1 1 15 16,0 0 13-16,0 1 6 0,0 2-15 15,-1 0-23 1,-4 1-10-16,-1 0-1 0,-1 1 8 16,-1 2 11-16,-2 2-3 15,-1 0 11-15,-2 2-11 16,-2 0 7-16,-1-1-13 16,-4 1 14-16,0 0 0 15,-3 1-5-15,0 1 3 0,1 1-3 16,-2 2 9-1,0 2-18-15,3 1-13 16,-1 1 8-16,1 3 25 16,1 1 16-16,1 3 3 15,4 1 1-15,0 1-2 0,2 0-21 16,2 0 6 0,0 3-25-16,1 1 21 0,2 1 2 15,1-2-3 1,-1 3 0-16,2-1-14 0,-2 1-1 15,1 2-2-15,-1 0-17 16,-1 10-31-16,0-3-38 16,0-3 61-16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36:01.7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10713 4127 1375 0,'0'0'312'0,"0"0"-81"16,0 0 11-16,0 0-92 15,0 0-47-15,0 0-30 16,4-6-28-16,11 6 2 16,5 0-15-16,4-1 0 0,1-1-14 15,0 2-12 1,0-1-5-16,-2 0-1 0,-4 1 0 15,-5 0-22-15,-2 0-81 16,-6 0-51-16,-3-3-111 16,-3 2-94-16,0-3-258 0</inkml:trace>
  <inkml:trace contextRef="#ctx0" brushRef="#br0" timeOffset="400.15">10713 3971 1094 0,'0'0'223'0,"0"0"-28"15,0 0 30-15,0 0-8 0,0 0-38 16,0 0-61 0,0 0-43-16,-7-12-33 0,2 16-26 15,-4 4-5 1,0 5 9-16,-3 3 10 0,0 3-2 16,0 3 6-1,0 2-2-15,2-1-6 0,3 1-3 16,2-1-4-1,3-3-6-15,2-3-4 0,3-3-3 16,11-2-4-16,12-2 4 16,17-6-5-16,19-1-1 15,8-3 0-15,0 0-1 16,-7 0-118-16,-24-1-202 16,-11-1-616-16</inkml:trace>
  <inkml:trace contextRef="#ctx0" brushRef="#br0" timeOffset="5780.34">12262 7182 1296 0,'0'0'708'0,"0"0"-598"16,0 0-58-16,0 0 4 16,0 0 49-16,0 0-18 0,62-11-24 15,-21 10-22 1,-3 1-26-16,0 0-1 0,-8 0-6 15,-7 0-2-15,0-1-5 16,1 1-1-16,-7 0 0 16,-3 0-55-16,-8 0-96 15,-6-2-157-15,-1 1-281 16,-7-2-421-16</inkml:trace>
  <inkml:trace contextRef="#ctx0" brushRef="#br0" timeOffset="6147.9">12245 7032 1094 0,'0'0'232'15,"0"0"-19"-15,0 0 4 16,0 0-54-16,0 0-71 16,0 0-47-16,0 0 2 0,-30 26 18 15,18-6 2 1,-1 1 13-16,0 3-14 16,1 0-23-16,1 1-4 15,3 0-6-15,3 0-10 16,4-2 0-16,1-1-12 15,8-1-3-15,8-2-7 16,7-3 12-16,11-3-5 16,-1-3-7-16,2-5 1 0,0-3-2 15,-7-2-5-15,3-2-91 16,-8-3-134-16,-6-2-361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07:03.2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2540 2317 644 0,'0'0'651'0,"0"0"-486"16,0 0 61-16,0 0-27 0,-21-42-15 15,4 42-137-15,-11 5 79 16,-1 9-67-16,-3 6-6 15,2 2 24-15,9-3 17 16,3 1-29-16,8-5-32 16,8 0-20-16,2-4-12 15,11-2-1-15,7 0 1 16,5-1 1-16,5 0 5 16,1-1-6-16,-1 1-1 15,-5 1 0-15,-5 0 0 0,-8 0-2 16,-5 1 1-1,-5-1 1-15,-6 2 6 0,-10 0 9 16,-7 2 17 0,-4-2 10-16,-5 1-12 0,-1-3-15 15,3-2-14-15,3-4 0 16,6-3-1-16,8 0-28 16,13-16-111-16,7-2-206 15,8 1-435-15</inkml:trace>
  <inkml:trace contextRef="#ctx0" brushRef="#br0" timeOffset="362.28">2654 2122 1697 0,'0'0'335'16,"0"0"-36"-16,0 0-204 15,0 56-22-15,0-4 65 16,4 5-3-1,2 1-58-15,-2-8-16 0,-3-12-8 16,-1-9-25-16,0-7-13 16,0-7-4-16,-1-3-11 15,0-2-1-15,0-5 1 16,1-5 8-16,0-11 7 16,2-10-15-16,5-6-1 0,2-2 0 15,1 2-1 1,1 6 1-16,1 9 0 0,-1 7-10 15,1 5 4 1,-1 5-4-16,1 7 11 16,0 3 0-16,-1 2-1 15,0 0 0-15,-2-3-26 0,1-1-170 16,4-5-154-16,-2-4-377 16,-2-4-527-16</inkml:trace>
  <inkml:trace contextRef="#ctx0" brushRef="#br0" timeOffset="699.93">2888 2360 1029 0,'0'0'288'0,"0"0"-152"0,0 0-3 16,0 0 33 0,0 0-46-16,0 0-6 0,41 8-22 15,-29-8-28 1,-1-4-13-16,-1-4 5 0,-2-1 7 15,-3-1-9 1,-2-1 6-16,-3 0-5 0,0 1 12 16,-3 2 52-16,-6 3-5 0,-2 5-28 15,-3 0-15 1,-3 10-18-16,0 8 15 16,0 6-3-16,2 4-14 15,4 3-2-15,4 0-10 16,7-1-13-16,0-3-17 15,15-4-9-15,5-5 0 16,12-3-19-16,24-11-83 16,-8-2-254-16,2-2-402 0</inkml:trace>
  <inkml:trace contextRef="#ctx0" brushRef="#br0" timeOffset="929.99">3698 2326 1879 0,'0'0'252'0,"0"0"-162"16,0 0 57-16,8 44 95 0,1-24-53 16,-1 1-95-1,-2-2-41-15,0 1-32 0,-3-5-15 16,-3-3-6-1,0-4-12-15,0-5-116 0,-12-5-150 16,1-8-288-16,0-4-531 0</inkml:trace>
  <inkml:trace contextRef="#ctx0" brushRef="#br0" timeOffset="1080.15">3673 2137 835 0,'0'0'258'0,"0"0"-196"16,35 53 15-16,3-23-77 0,-6-4-16 16,0-7-1012-16</inkml:trace>
  <inkml:trace contextRef="#ctx0" brushRef="#br0" timeOffset="1331.06">3926 2294 1142 0,'0'0'349'15,"0"0"42"-15,-49 30-102 0,28-14-27 16,3 1-57 0,6-1-63-16,4-1-67 15,5-1-25-15,3-3-20 16,7-2-9-16,7-1 0 16,5-2-1-16,4 1-7 15,2-1-5-15,1 1-7 0,-2 0-1 16,-2 2 1-1,-5 0-1-15,-4 0 0 0,-7 0-1 16,-6 3-5-16,-2 1 5 16,-15 0 1-16,-22 4-56 15,4-2-181-15,0-5-454 0</inkml:trace>
  <inkml:trace contextRef="#ctx0" brushRef="#br0" timeOffset="2079.98">4892 2272 782 0,'0'0'360'0,"0"0"-47"0,0 0-78 15,0 0-91-15,0 0 28 16,0 0-59-16,0 0-34 16,-3 37-20-16,14-32-11 15,1-2-25-15,2-2 3 16,0-1-13-16,-4-2-1 15,-2-5 1-15,-3-4-3 16,-5-1 1-16,0-2-2 0,-3 0 52 16,-9 2 29-1,-2 1-21-15,0 7 32 0,-3 4-2 16,-2 0-23 0,2 15-21-16,0 6 7 15,-1 11-7-15,5 1-19 16,8 2-18-16,5-2-9 0,5-6-9 15,21 1 0 1,18-9-2-16,20-11-49 0,6-9-124 16,-4-19-125-1,-21-2-333-15,-19 3-158 0</inkml:trace>
  <inkml:trace contextRef="#ctx0" brushRef="#br0" timeOffset="2650.28">5209 2256 1170 0,'0'0'509'16,"0"0"0"-16,0 0-229 15,0 0-38-15,0 0-88 16,-49-14-45-16,37 28-31 0,-1 6-15 16,0 5-26-1,5 4-10-15,4 0-16 16,4-1-10-16,2-4 5 16,8-5-5-16,7-7-1 0,-1-7-9 15,2-5-37-15,0-8-47 16,-2-8-25-16,-2-4 1 15,-4-2 56-15,-1 0 36 16,-2-1 17-16,-2 3 8 16,-3 3 1-16,-2 2 20 15,0 6 44-15,0 3 20 16,0 4-2-16,0 2-14 0,-1 0-25 16,-1 7-32-1,1 6-10-15,1 4-1 16,0 2 5-16,4 2-5 15,7-2 0-15,2-2 0 0,6-4-1 16,2-3 0 0,1-8-28-16,0-2-59 0,-2-5-35 15,-3-8-37 1,-6-6 12-16,-1-3 65 0,-5-4 58 16,-5-10 24-16,0-11 0 0,-6-11 13 15,-3 5 18 1,2 14 35-16,3 15 38 15,1 15 23-15,0 3 9 16,3 3-20-16,0 3-60 16,0 12-51-16,12 20-5 0,5 16 0 15,4 5 2 1,0 0 4-16,-7-13-6 0,-4-11 0 16,-4-7 0-1,-5-1-55-15,-1 9-183 0,0-4-352 16,-6-4-506-16</inkml:trace>
  <inkml:trace contextRef="#ctx0" brushRef="#br0" timeOffset="2864.27">5397 2223 1413 0,'0'0'177'0,"0"0"-56"0,0 0-16 0,56 3 51 15,-29 9-22-15,-2 8-2 16,-1 2-29-16,-3 4-18 0,-6-1-23 16,-5 0-25-16,-5-2-17 15,-5-4-20-15,0-4-27 16,-10-11-171-16,-2-4-356 16,0-1-514-16</inkml:trace>
  <inkml:trace contextRef="#ctx0" brushRef="#br0" timeOffset="2984.94">5519 2074 1153 0,'0'0'135'0,"0"0"-126"15,0 0-9-15,56 43-38 16,-36-23-335-16</inkml:trace>
  <inkml:trace contextRef="#ctx0" brushRef="#br0" timeOffset="3666.16">5662 2252 829 0,'0'0'715'0,"0"0"-481"15,0 0-20-15,0 47-38 16,0-26-19-16,3 1-55 0,-1-3-17 16,-1 0-49-1,1-6-19-15,-1-1-6 0,1-7-10 16,1-5 5-1,2-1-6-15,2-13 0 16,2-6-33-16,5-4 1 16,-2-1 13-16,0 1 10 15,0 5 9-15,-2 5 0 16,-1 6 2-16,-3 6 8 16,0 2 5-16,2 4 13 0,0 10 12 15,1 1-7-15,3 3-6 16,-2-2-11-16,3-2-10 15,-2-4-6-15,1-7-18 16,1-3-79-16,-2-4-84 0,4-10-166 16,-4-6 17-1,1-3 81-15,-1-2 69 16,-1-1 15-16,-2 0 124 0,-2 6 41 16,-3 6 113-1,-3 6 126-15,-1 7-13 0,-7 1-102 16,0 9-75-1,-2 2-15-15,2 2-16 0,1-1-11 16,3-2-6-16,2-2-1 0,2-5-45 16,0 0-18-1,0-3 41-15,0 0 22 0,3-6 16 16,-1 2 64 0,-2 0 121-16,1 1 38 0,-1 3-33 15,0 0-43 1,2 3-73-16,0 11-26 0,4 6 46 15,5 13-6 1,3 15-16-16,4 10 3 0,0 2-29 16,-4-12-38-16,-3-11-14 0,-6-14-2 31,-4-3-8-31,-1 4 0 16,0 1 0-16,-5 1 0 0,-13-4-1 15,-11-2-6-15,-19 0-30 0,-19-4-49 16,7-4-135-1,6-7-416-15</inkml:trace>
  <inkml:trace contextRef="#ctx0" brushRef="#br0" timeOffset="4252.06">7257 2162 1355 0,'0'0'191'0,"0"0"70"0,0 0-61 15,0 0-11-15,0 0-69 16,-47 2-41-16,32 15-5 15,1 2-9-15,0 3-25 16,3-1-14-16,4-1-19 16,3-4-6-16,4-5-1 15,0-6 0-15,4-4-9 16,5-1 3-16,4-12 4 0,2-5-25 16,-2-7-2-1,1 1 23-15,-3-2 6 0,-2 4 1 16,-3 7 8-1,-2 6 9-15,1 7 9 0,-1 2 1 16,2 13-3-16,2 10 29 16,5 3 4-1,4 5-30-15,6 0-17 0,12 1-11 16,17-3-7-16,20-9-161 16,-7-7-340-16,-6-11-841 0</inkml:trace>
  <inkml:trace contextRef="#ctx0" brushRef="#br0" timeOffset="5660.25">8240 2075 1516 0,'0'0'367'16,"0"0"-83"-1,-47-8-66-15,28 8-116 0,3 5-37 16,2 7-35-16,0 5 3 15,1 4-15-15,3 1-11 16,2 0-6-16,3-3-1 0,4-5 0 16,1-5-14-1,0-6-38-15,1-3-16 16,7-3 50-16,0-10 9 16,1-5-1-16,2-3 10 15,-3-4 1-15,0 4 15 16,-3 4 35-16,-1 6 50 0,0 8 12 15,1 4-56 1,5 23-35-16,9 22 29 0,6 19 13 16,4 11-8-16,-2 0-12 15,-8-6 4-15,-10-9-19 16,-9-5-1-16,-9-3-10 16,-10-12-16-16,0-11-2 15,0-12 1-15,-1-8 1 16,-3-5-1-16,-1-5-1 15,-1-7 0-15,3-19-18 16,7-19 9-16,13-13-1 0,4-2-2 16,18 4 3-16,5 13 3 15,-3 13-3-15,0 8 1 16,0 4 2 0,3-1 5-16,3-1-7 0,3 0 2 15,-4 5 5 1,-4 0-6-16,-5 3-4 0,-3-1-6 15,-5-2 2-15,-7 3 7 16,0-1-7-16,-3 0 6 16,-3 2 8-16,-4 2-5 15,0 1 5-15,-1 3 1 16,3 2 7-16,3 2 1 0,1 1-7 16,1 0-1-1,0 6-11-15,0 9 11 0,4 4 0 16,2 3 1-1,1 4 11-15,2 0 3 0,2-1 3 16,3 3-5 0,3-7-5-16,0-3-8 15,1-5 0-15,0-7-11 16,-1-6-71-16,1-3-89 0,-2-12-46 16,-2-6-65-16,-2-4 18 15,-2-3 118-15,-1-1 95 16,-4 0 51-16,-3 3 107 15,-2 4 86-15,0 5-4 16,-1 5 0-16,-4 6-21 16,2 6-28-16,-2 1-65 15,0 15-53-15,2 4-5 16,3 5 5-16,0 2-2 0,3 1-2 16,8-3 0-1,2-2-9-15,3-4-8 16,2-7-1-16,1-7-1 15,0-5-43-15,-1-7-37 16,0-9-22-16,-3-4-10 0,0-5 37 16,-4-1 43-16,-2-2 23 15,-2 2 10-15,-4 2 8 16,-2 6 45-16,-1 6 44 16,0 5 8-16,-3 5-13 15,-3 2-32-15,-2 9-36 16,0 6-10-16,2 6 1 15,2 1-6-15,4-1-3 16,0-1-6-16,7-4 1 0,7-5 0 16,3-4-1-16,13-6-20 15,-1-1-44-15,4-7 31 16,0-5-175-16,-7-2 19 16,0-5 36-16,-9-1 2 15,-6-1 82-15,-6 4 69 16,-5 2 32-16,0 6 87 15,-3 5 26-15,-2 4-8 16,-2 2-45-16,0 11-56 0,2 6 3 16,-1 3 4-1,2 2-10-15,1-1-3 16,2-2-11-16,1-2-10 16,0-5-9-16,0-5 2 0,0-3-2 15,0-6-7-15,0-2 5 16,0-11-10-1,2-7 6-15,5-12 6 0,1 1 0 16,2-3 0 0,3 4 9-16,-1 9 13 0,4 5 18 15,1 11-10-15,1 5-9 16,0 19 6-16,-1 9 22 16,0 6 2-16,-4 0-19 15,-3 0-19-15,-4-6-11 16,-3-4-2-16,-3-7-61 15,0-6-317-15,-1-10-1209 0</inkml:trace>
  <inkml:trace contextRef="#ctx0" brushRef="#br0" timeOffset="7380.08">10243 2174 807 0,'0'0'529'0,"0"0"-328"0,0 0 51 16,0 0 10 0,0 0-33-16,0 0-66 0,0 0-21 15,-31-26-66 1,13 41-43-16,-2 4 7 0,-2 5 32 15,2 2-15 1,4-1-22-16,5-1-17 0,5-1-17 16,6-5 0-1,3-2-1-15,9-6 0 16,6-5-9-16,3-5-29 0,2-6-27 16,0-10-45-16,-1-5-2 15,-5-3 44 1,-5-4 37-16,-4-1 23 0,-2-1 8 15,-4 2 2-15,-2 5 24 16,0 8 18-16,0 8 37 16,0 7-30-16,0 7-45 15,0 10-5-15,3 7 11 0,6 4-3 16,4 0-8 0,7-1 5-16,3-3-6 0,5-4 0 15,0-7-70 1,1-7-55-16,-5-6-42 0,-4-4-23 15,-5-11 62 1,-7-5 90-16,-5 0 38 0,-3 1 55 16,0 1 72-16,0 6 27 15,-1 4 12-15,-1 7-26 16,2 1-109-16,0 14-20 0,0 7-5 16,8 13 29-1,0-2 3-15,1 4-7 0,-1-1-3 16,-2-6-10-1,-1 0-9-15,-1-5-3 16,-3-5-6-16,-1-7-5 0,0-8-55 16,-3-4 27-1,-1-13-38-15,-1-13 1 16,4-14 40-16,1 1 21 16,0 3 8-16,3 4 0 0,6 10 1 15,1 1 6 1,0 1 6-16,0 7 3 0,1 7 0 15,-1 6-14 1,3 0 0-16,3 8 8 0,0 6-7 16,2 1-1-16,0-1-1 0,0-2-16 15,-1-4-82 1,-2-4-74-16,-3-4-38 0,-3-1 38 16,-3-10 65-1,-2-4 75-15,-4-5 32 0,0 0 52 16,0 0 44-1,0 3 39-15,0 5 23 0,0 6-1 16,0 6-45-16,0 2-81 0,0 14-31 16,1 9 14-1,5 3 2-15,0 4-2 16,0 2-3-16,-4-1-2 16,0-2-3-16,-2-6-4 15,0-6-2-15,0-6-12 16,-2-9-43-16,-1-4 25 15,1-11-37-15,0-8 2 16,2-5 28-16,0-2 28 16,0-1 8-16,2 4 1 15,1 5 21-15,-1 6 21 16,3 5 5-16,-2 5-10 0,4 2-28 16,3 6 6-16,4 5 15 15,5 4-2-15,1 0-16 16,-1-2-6-1,1-2-6-15,-3-6-11 0,-1-4-34 16,-4-1-20 0,-3-11 2-16,-4-7 26 0,-4-6 32 15,-1-13 5-15,-3-18 10 16,-6-23 8-16,-1-8 25 16,2 4-7-16,1 22 35 15,3 28 32-15,3 17 44 16,0 14-47-16,-2 1-11 0,1 14-79 15,0 20-10 1,5 23 0-16,12 13 0 0,10 4 0 16,2-5 0-16,0-15-1 15,-2-14 1-15,-6-13-19 16,-5-12-102-16,0-7-67 0,2-6 16 16,4-2-6-1,2-6-30-15,-1-10 13 0,-4-7 126 16,-1-4 69-1,-3-1 40-15,-4 3 73 0,-5 4 63 16,-4 7 30-16,0 5 25 16,-7 9-19-1,-9 3-118-15,-4 13-32 0,-1 7 15 16,3 4-3 0,5 3-8-16,8 0-27 0,5-1-3 15,17 0 5 1,17-4 22-16,15-10-1 0,4-11-17 15,0-5-2-15,-11-12-10 16,-14 1-10-16,-6 1-8 16,-3 1-8-16,-1-2-1 15,0 1-5-15,-3 2-1 16,-9 3-1-16,-6 4-55 16,-20 2-109-16,-8 8-323 15,-4 0-738-15</inkml:trace>
  <inkml:trace contextRef="#ctx0" brushRef="#br0" timeOffset="8031.97">10353 2680 1097 0,'0'0'248'0,"0"0"105"0,0 0-34 16,0 0-92-16,0 0-33 16,46-20-43-16,23 9 24 15,18-3-25-15,16 1-30 0,5 1-24 16,-4 2-15-1,4 3-29-15,1 2-14 16,-8 1-23-16,-11 2-15 16,-17 1 1-16,-22-1 8 15,-19 2-8-15,-13-1-1 16,-9 0 0-16,-3-1-1 16,-3 2-7-16,-3-1 2 0,-3 1-37 15,-18 0-106-15,-26 0-202 16,3 4-223-16,-3 1-239 0</inkml:trace>
  <inkml:trace contextRef="#ctx0" brushRef="#br0" timeOffset="8365.82">10476 2791 1257 0,'0'0'177'0,"0"0"41"16,0 0-46 0,0 0 31-16,0 0-44 15,0 0-15-15,12 38 67 16,42-36-10-16,39-2-55 16,26-9-35-16,17-3-8 15,5 0-21-15,-16 4-16 0,-10 2-31 16,-15-2-14-16,-23 1-9 15,-22 0-1-15,-23 1-9 16,-16 1-1-16,-10 1 0 16,-2 1-1-16,-4-2-23 0,-13 0-54 15,-23 3-152 1,-25 2-241-16,5 1-54 0,2 5-277 0</inkml:trace>
  <inkml:trace contextRef="#ctx0" brushRef="#br0" timeOffset="8660.24">11026 2956 320 0,'0'0'1793'15,"0"0"-1527"1,0 0-97-16,0 73 128 0,2-14-12 15,1 10-68 1,1 5-61-16,0-7-31 0,0-9-41 16,-2-6-45-16,0-11 6 15,1-10-24-15,-3-9-12 16,0-3-3-16,0-1 3 16,0-1-9-1,0-3-8-15,0-7-54 16,0-6-58-16,0-2-39 15,-5-27-95-15,0 1-302 0,-1-4-398 0</inkml:trace>
  <inkml:trace contextRef="#ctx0" brushRef="#br0" timeOffset="9000.03">10928 2989 2041 0,'0'0'243'16,"0"0"-72"-16,-43 20-55 0,28-6 30 16,4-1-31-16,5-1-56 15,2-3-17-15,3-4-24 16,1-2-9-16,0-3 0 16,1-3 8-16,9-11 8 15,5-5-19-15,4-2-5 16,6-1 7-16,-1 5-7 15,3 5 8-15,-2 8 8 16,1 4 1-16,-2 7 0 0,1 10 2 16,-1 5 4-1,-3 3-9-15,-2 0-5 16,-3-1-8-16,-2-1-2 16,-5-4-22-16,-1 0-129 0,-5-5-302 15,-1-7-495-15</inkml:trace>
  <inkml:trace contextRef="#ctx0" brushRef="#br0" timeOffset="9167.93">11434 3037 2201 0,'0'0'508'16,"0"0"-269"-1,0 0-104-15,0 0-90 0,0 0-21 16,0 0-24-1,0 0 0-15,-21 25-135 0,5-16-592 0</inkml:trace>
  <inkml:trace contextRef="#ctx0" brushRef="#br0" timeOffset="12718.14">10946 3899 918 0,'0'0'324'0,"0"0"-7"0,0 0-21 16,0 0-43-1,-23-40-59-15,11 40-56 0,-4 2-33 16,-3 11-23-16,-1 7-8 16,3 4-12-1,1 3-12-15,4 3-15 0,5-2-17 16,4-3-17-16,3-1 6 16,5-5-7-16,7-4 0 15,4-5 0-15,3-6-34 16,1-4-59-16,-1-2-23 15,-3-10 18-15,-1-3 28 16,-4-4 27-16,-3-3 26 16,-3 0 16-16,-2-1 1 0,-2 1 0 15,0 4 8 1,-1 6 7-16,0 4 26 16,0 3 7-16,0 5 8 15,0 0-21-15,0 8-34 0,0 5 6 16,3 4 0-1,6 0-5-15,5 1-1 16,3-2 5-16,9-2-1 0,0-3-5 16,5-6-59-16,13-5-111 15,-8 0-295-15,-8-9-306 0</inkml:trace>
  <inkml:trace contextRef="#ctx0" brushRef="#br0" timeOffset="13315.09">11213 3832 733 0,'0'0'717'0,"0"0"-404"0,0 0 35 16,0 0-175-16,0 0-89 0,-3 59 86 15,18-5-4 1,3 6-34-16,4-4-28 0,-2-9-39 16,-5-12-32-16,-4-6-16 0,-4-9-9 15,-1-1-3 1,-2-1-5 0,0-2-12-16,-2-1-74 0,-2-10-97 15,0-5 46-15,-3-12 23 16,-7-17-14-16,1-14 24 15,-1-14 17-15,5-4 43 0,3 13 26 16,2 13 18-16,0 17 13 16,4 3 26-1,4 1 8-15,2 1-22 0,2 0-10 16,0 8-8 0,0 5-7-16,-3 3-1 0,-4 12-10 15,-4 4 11 1,-1 4 12-16,-8 4-11 0,-4 0 0 15,-3-1-1 1,0-3-50-16,3-2-178 0,4-7-324 16,5-8-472-16</inkml:trace>
  <inkml:trace contextRef="#ctx0" brushRef="#br0" timeOffset="13680.29">11438 3900 1360 0,'0'0'268'0,"0"0"-44"16,0 0-31-16,0 50-1 16,2-24-50-16,3 4-49 15,4 1 7-15,0 0-26 16,1-4-45-16,-3-5-17 16,-1-4-11-16,-2-5 1 15,-4-8 0-15,0-5 4 16,0-2 14-16,-2-13-20 0,-4-6-25 15,0-12 3 1,3-10 8-16,0 2 4 0,3 5 8 16,0 7 2-1,6 9 0-15,2 3 0 0,1 2 0 16,1 9-1-16,-1 6-8 16,0 1 0-1,-2 13-4-15,-4 3 12 0,0 3-1 16,-3 1 1-1,0 2-9-15,-5-2-16 0,-2-2-70 16,-6 0-90-16,0-3-178 16,3-8-433-16</inkml:trace>
  <inkml:trace contextRef="#ctx0" brushRef="#br0" timeOffset="13902.39">11509 3628 1303 0,'0'0'482'0,"0"0"-271"16,0 0-122-16,0 0 36 0,32 53 63 15,-11-6-59-15,4 15-17 16,0 1-17-16,-3-9-28 16,-8-16-37-16,-7-15-19 15,-1-2-11-15,-2-1-6 16,2 5-146-16,0-5-145 15,-2-9-371-15</inkml:trace>
  <inkml:trace contextRef="#ctx0" brushRef="#br0" timeOffset="14314.74">11744 3845 1251 0,'0'0'208'15,"0"0"-63"-15,0 0-62 16,0 0 0 0,0 0-21-16,25 42-27 0,-14-38-4 0,-1-4-8 15,0 0-5 1,-2-10-2-16,0-2-1 0,-3-4-1 16,-2-1 7-1,0 1 40-15,-3 3 30 16,0 2 20-16,-3 5 22 15,-3 6-14-15,-2 0-19 0,-4 10-33 16,0 7 20-16,-2 5-7 0,5 6-4 31,1 1-2-31,7 0-12 0,1-3-9 16,11-2-13-16,5-3-7 16,6-5-3-16,5-5 14 15,0-4-8-15,2-5-15 16,-2-2-13-16,-1-4-2 15,-6-6-6-15,-3-2-13 16,-4 0-67-16,-10-3-126 16,-2 2-309-16,-1 1-692 0</inkml:trace>
  <inkml:trace contextRef="#ctx0" brushRef="#br0" timeOffset="17860.33">12203 3795 1070 0,'0'0'238'0,"0"0"-26"0,0 0-102 16,0 0-21-16,0 0 47 16,0 0-39-16,4 31 8 15,-4-23-28-15,0-3-8 16,-1 1 4-16,-2-2-28 16,0-1-16-16,0-3-10 15,1 0-1-15,0-4-2 16,0-5-4-16,1-3-11 15,1 2 5-15,0 1-6 16,0 1 1-16,0 4-1 16,0 3 0-16,0 1-16 15,0 1-37-15,0 8-7 0,9 4-127 16,-1-1-127-16,1-3-350 0</inkml:trace>
  <inkml:trace contextRef="#ctx0" brushRef="#br0" timeOffset="19331.3">12491 3636 1308 0,'0'0'184'0,"0"0"-15"15,0 0 37-15,-39-14-89 16,28 17-11-16,1 8-56 0,2 5-13 15,0 2-12 1,2 0-15-16,3-1-3 16,2-1-6-16,1-4 0 15,0-3-1-15,0-4 0 16,3-3-10-16,-1-2 10 0,-1 0 7 16,0-7 2-16,0-4-8 15,0-4 5-15,-1-1-5 16,1 0 5-16,1 3 15 15,-1 4 38-15,2 6 2 16,1 3-29-16,8 17-14 16,5 21 37-16,6 19 42 15,5 11-14-15,-3 1 1 0,-5-3 23 16,-10-11-46 0,-6-2-32-16,-4-4-16 0,-6-7-7 15,-5-11-4 1,0-9-1-16,-2-8-1 0,-2-3 0 15,-3-4-16 1,-1-7-8-16,2-4-8 0,4-21-21 16,6-12 6-16,7-13-5 15,10-4 15-15,7 10 4 16,0 11 20-16,-1 11 7 0,2-1 5 16,3-4 0-1,2-5-1-15,3-3-11 0,-2 0-14 16,-5 2 2-1,-5 3 8-15,-4 3 10 0,-6 5 6 16,-4 5 1 0,0 4 1-16,-4 6-1 0,-3 1 0 15,-1 2 8-15,1 3 8 0,3 0 8 16,2 1-2 0,1 0-22-16,1 2 0 15,0 6 0-15,1 3 0 16,5 4 12-16,3 2 2 15,1 3-2-15,3 1 10 16,1-1-1-16,2 2-11 16,2-4-4-16,0-4-5 0,-1-4-1 15,0-5-10-15,0-5-11 16,-1 0-49 0,-2-12-13-16,-1-5-11 15,-1-5 2-15,-2-3 7 16,-2-4 39-16,-3 3 31 15,-3-1 15-15,-2 3 9 0,0 4 25 16,0 4 35 0,-6 4 19-16,2 5 16 0,-1 4 28 15,1 3-51-15,0 5-51 16,-1 8-18-16,1 5 1 16,3 5 3-16,1 2-1 15,1 0 2-15,9 0-10 16,3-2 5-16,4-3-12 15,2-6 0-15,1-4 0 16,-1-8-30-16,-1-2-46 0,-4-7-24 16,-1-8 3-16,-3-3 21 15,-1-5-4-15,-3-2 24 16,0-1 17-16,-4 1 31 16,-2 3 8-16,0 4 7 15,-2 5 33-15,-4 6 25 16,-1 6 4-16,-1 1-35 15,0 5-18-15,2 8-2 16,0 6-4-16,3 0 2 16,3 2-3-16,0 0-8 15,9-3 5-15,3-3-6 0,2-3 0 16,3-6-21 0,-1-5-41-16,1-1-20 0,1-9-39 15,-3-5-56 1,-2-3 26-16,-3-2 72 0,-3-1 58 15,-3 0 21-15,-1 4 40 16,-2 3 58-16,-1 5 41 16,0 5-6-16,0 3-47 15,0 1-58-15,1 9 9 16,0 5 9-16,2 3-10 0,0 1-15 16,-2 1-11-1,1-3 1-15,-1-1-3 0,-1-2-7 16,0-6 5-1,0-3-4-15,0-5 5 0,-3 0 11 16,0-12-4 0,1-7-5-16,1-5 4 0,1-3 20 15,1-1 17-15,6 1 12 16,1 5-4-16,2 7-22 16,0 6-11-16,2 7-6 0,1 2-1 15,1 14 6 1,2 5 9-16,0 2-9 15,-2 2-10-15,-1-1-14 16,-3 0 0-16,-1-3-15 16,0-4-118-16,10-1-128 15,-2-5-124-15,0-5-706 0</inkml:trace>
  <inkml:trace contextRef="#ctx0" brushRef="#br0" timeOffset="19650.46">13495 3501 1650 0,'0'0'322'0,"0"0"-103"15,0 0-6-15,0 0-133 0,0 0 12 16,-15 50-16 0,33-33-9-16,3-1-32 0,2-2-25 15,-1-2-1 1,-2-3-2-16,-2-2-6 15,-4-3 0-15,-6-1 0 16,-2-1 0-16,-5-1 0 0,-1 2 20 16,0 2 24-16,-7 4 4 15,-7 5 10-15,-4 4-8 16,-6 4-18-16,-9 8-23 16,-10 4-10-1,-8 5 0-15,-4-1-102 0,12-11-235 16,9-9-700-16</inkml:trace>
  <inkml:trace contextRef="#ctx0" brushRef="#br0" timeOffset="20410.15">10632 3703 1197 0,'0'0'191'16,"0"0"37"-16,0 0-156 15,-33 65-23-15,21-8 26 16,-4 4 14-16,1-8 9 16,4-16 42-16,1-16-25 0,3-4-41 15,-2 3-7 1,-1-2-16-16,1-1-15 15,4-4-20-15,2-8-10 16,2-5 17-16,1-1 54 0,2-10-25 16,5-4-46-16,3 2-6 15,2 2 0 1,3 5-9-16,1 6 7 0,4 0-5 16,1 11 7-16,1 5 10 15,0 2 17-15,-1 3-12 16,0 0-15-1,12 9-2-15,-4-8-158 0,-5-2-388 16</inkml:trace>
  <inkml:trace contextRef="#ctx0" brushRef="#br0" timeOffset="21530.04">10738 4968 1217 0,'0'0'342'15,"0"0"-31"-15,0 0-4 16,0 0-65-16,0 0-43 0,0 0-84 16,-40 32-60-16,16 20 13 15,-4 5-10-15,2-8-18 16,5-15-19-16,7-12-6 16,1-5-7-16,2 1-2 15,0-3-6-15,2-3 1 16,5-6-1-16,4-5 1 15,1-1 1-15,11 0-2 16,7 0 1-16,6 0 1 0,4 1-1 16,8 9 0-1,7 3 1-15,6 2-1 16,-3-2 0-16,-11-3 0 16,-10-4-1-16,-8-4-27 0,10-2-202 15,-2 0-141-15,0-6-454 16</inkml:trace>
  <inkml:trace contextRef="#ctx0" brushRef="#br0" timeOffset="21935.4">11162 4970 1268 0,'0'0'718'15,"0"0"-524"-15,0 0 42 0,0 0-75 16,-40 3-36-1,29 21-45-15,-1 4-2 0,0 4 10 16,1 3-34 0,4-6-21-16,2 0-6 0,5-1-17 15,0-6-8 1,6-4-1-16,4-5-1 0,7-9-12 16,0-4-33-1,2-4-55-15,0-14-60 0,-3-5-17 16,-3-5-13-16,-3-3 15 15,-4-3 33-15,-3 3 84 16,-3 2 44-16,0 6 14 16,0 6 8-16,0 10 35 15,0 6 44-15,0 2-29 16,0 13-14-16,0 7 15 16,0 3 3-16,2 3-22 15,5 0-14-15,5-1-13 0,4-6-3 16,4-5-2-1,4-3-8-15,3-5-10 0,0-7-115 16,5-11-114-16,-8-6-140 16,-6-2-253-16</inkml:trace>
  <inkml:trace contextRef="#ctx0" brushRef="#br0" timeOffset="22300.13">11421 5041 596 0,'0'0'356'0,"-7"-38"-3"16,3 22-30-16,1-1-40 0,2 10-61 15,1 5-72 1,0 3-80-16,3 13-14 0,8 13 35 15,-2 2 29 1,3 7-27-16,0 1-39 0,-2-4-7 16,-2 2-18-1,0-1-19-15,-1-2-4 0,-5-3-6 16,0-5-31-16,-2-9-64 16,0-6-102-16,-4-9 15 15,-3-7-55-15,-5-20 63 16,2-16 54-1,-3-12 26-15,5-3 56 0,2 10 29 16,6 16 9-16,0 13 20 16,0 6 20-16,4 2 6 15,4 0 1-15,1 2-13 0,3 5-12 16,0 4 1 0,0 0-1-16,1 9-4 0,-1 5-12 15,-2 1-6 1,-3 4 0-16,-3 1-14 0,-2 0-49 15,-2 3-87 1,-2-5-199-16,-5-5-441 0</inkml:trace>
  <inkml:trace contextRef="#ctx0" brushRef="#br0" timeOffset="22780.15">11658 4950 1424 0,'0'0'214'0,"0"0"-72"0,0 0-87 16,0 0 65-16,6 44-8 0,1-21 1 15,0 4 5-15,0 2-50 16,-1-1-22-16,0 0 5 15,-1-2-26-15,-2-3-15 16,3-3-9-16,-3-4 0 16,-1-5-1-16,-1-4-11 15,-1-6-28-15,0-1 15 16,-1-10-35-16,-4-9-9 0,-3-11 19 16,0-15 22-1,4-9 20-15,1 2 7 0,3 12 0 16,3 16 1-1,8 10 5-15,1 2-5 16,3-1 0-16,2 6 0 16,-3 5 6-16,-2 2 1 0,-1 9 11 15,-5 8 12 1,-5 5 0-16,-1 2-4 0,-4 3-13 16,-8 0-12-16,-1-3-2 15,-1-3 0-15,-5-8-90 16,5-5-200-16,4-8-403 0</inkml:trace>
  <inkml:trace contextRef="#ctx0" brushRef="#br0" timeOffset="22985.11">11758 4698 1713 0,'0'0'250'0,"0"0"-130"0,13 48 36 16,4-3 4-16,3 10-68 15,4 4-21-15,-5-9-26 16,-5-16-26-16,-5-12-19 0,-1-3 0 16,4 1-98-1,-2-3-209-15,1-7-395 16</inkml:trace>
  <inkml:trace contextRef="#ctx0" brushRef="#br0" timeOffset="23302.24">12041 4878 1482 0,'0'0'235'15,"0"0"-157"-15,0 0-40 16,0 0 35-16,0 0 5 0,49 12-37 16,-37-15 11-16,-1-7-10 15,-3-3-16-15,-2-3 8 16,-2-2-7-16,-3 3-1 15,-1 1 19-15,0 4 49 16,-5 4-11-16,-4 6 24 16,-2 1-20-16,-2 14-7 15,-3 6 17-15,0 12-27 16,2-1 1-16,4 4-5 16,5 0-17-16,5-7-12 0,4 3-16 15,7-4-12 1,6-6-2-16,2-3-7 0,2-7-7 15,0-7-77 1,5-7-143-16,-5-7-307 0,-5-4-645 0</inkml:trace>
  <inkml:trace contextRef="#ctx0" brushRef="#br0" timeOffset="23650.3">12434 4917 1160 0,'0'0'187'0,"0"0"104"16,0 0-91-16,0 0 2 16,0 0-43-16,0 0-28 15,0 0-11-15,19 42-26 16,-23-39-28-16,-2-2-20 15,-1-1-25-15,1 0-8 16,1-7-3-16,4-4-4 0,1-1-6 16,0 2-1-16,4 0 0 15,3 5-1-15,1 2 1 16,0 3-5 0,-2 0 4-16,1 4-9 15,-5 9-48-15,-1-1-153 0,-1-3-417 0</inkml:trace>
  <inkml:trace contextRef="#ctx0" brushRef="#br0" timeOffset="24430.08">12926 4706 1198 0,'0'0'319'0,"0"0"20"0,0 0-40 15,0 0-85-15,0 0-44 16,-49-3-48-16,31 19-16 16,-1 5-23-16,2 5-14 0,3 0-14 15,3 1-13 1,7-3-28-16,4-3-13 0,1-3 1 16,12-5-2-16,4-7-1 15,5-6-12-15,1 0-7 16,-1-11-17-16,-1-7-11 15,-5-2 5-15,-2-3 17 16,-6-1 17-16,-2-1 8 16,-2 3 1-16,-2 4 0 0,0 6 1 15,-1 7 6 1,0 5-5-16,2 5-2 0,3 11 19 16,4 4-1-1,3 5-5-15,6-1-5 0,2 0-7 16,4-5 0-1,-1-2-1-15,0-5-10 0,8-7-175 16,-8-4-160 0,-4-1-501-16</inkml:trace>
  <inkml:trace contextRef="#ctx0" brushRef="#br0" timeOffset="24800.21">13422 4557 2036 0,'0'0'245'0,"0"0"-14"0,0 0-154 0,0 0-5 15,33 50-16-15,-7-32-17 16,2-1-15-16,-1-4-17 16,-2-2-1-1,-6-4 0-15,-4-4-5 0,-6-1 0 16,-3-2 7-16,-3 0 2 15,-2 1 43-15,-1 3 48 16,-4 6-23-16,-8 6-21 16,-8 11 15-16,-8 14 1 15,-7 8 1-15,-1 4 0 0,7-9-5 16,10-12-15 0,10-11-21-16,2-1-13 15,2-2-14-15,1 3-6 16,1-2-6-16,2-6-74 15,0-7-126-15,0-4-279 16,-3-2-448-16</inkml:trace>
  <inkml:trace contextRef="#ctx0" brushRef="#br0" timeOffset="25583.78">11034 5862 1302 0,'0'0'216'15,"0"0"-18"-15,0 0 32 16,0 0-43-16,0 0-51 16,0 0-47-16,-3 38 36 0,-11 18 17 15,-2 7-31-15,-4-5-47 16,3-14-30-16,5-15-8 15,2-10-7-15,3-5-3 16,0-1-14-16,2-3 4 16,2-2-5-16,3-8 16 15,0 0 5-15,8-8-7 16,6-3-9-16,6 0-6 16,4 4-1-16,1 4 0 15,5 3 1-15,2 0 12 16,2 7-4-16,-1 2-7 0,-4 1 0 15,-3 0-1 1,-7 1-4-16,-5-2-53 0,-1-3-191 16,-3-3-256-16,-3-3-415 0</inkml:trace>
  <inkml:trace contextRef="#ctx0" brushRef="#br0" timeOffset="26530.24">11595 5911 1247 0,'0'0'198'0,"0"0"115"0,0 0-71 15,0 0 11-15,0 0-77 16,0 0-27-16,-41-32-3 16,23 42-54-16,-2 8-20 15,-2 5 4-15,1 5-20 16,1 2-16-16,7 1-24 16,6-3-15-16,7-4 0 15,7-4 0-15,10-5-1 0,8-8 0 16,3-7-9-1,3-3-37-15,-2-12-45 0,-3-4-23 16,-5-5 38-16,-6-3 12 0,-7-1 24 31,-3-3 31-31,-2-1 1 16,-3 5 8-16,0 4 2 16,0 8 8-16,0 7 20 0,0 6 37 15,0 2-13-15,0 6-21 16,0 11-20-16,0 4 1 15,0 4 4-15,0 2-6 16,8-3-6-16,3-3-6 16,3-4-1-16,5-8-7 15,1-3-19-15,1-6-64 16,0-4-52-16,-3-9-59 16,-1-5-58-16,-4-3-9 0,-6 0 89 15,-1 0 131 1,-2 2 49-16,-2 4 55 15,-1 4 57-15,-1 5 46 0,0 5 11 16,0 1-67-16,1 5-55 16,0 11 27-16,0 4 20 15,1 5-11-15,-1 3-25 16,0 0-7-16,2 1-10 16,0-2-14-16,-1-3-13 15,1-4-13-15,-1-4 0 16,1-6-1-16,-2-6-5 0,-1-4-28 15,0-2-11 1,0-12-32-16,0-5-15 0,-3-5-2 16,-2-6 11-16,0-1 4 15,0-3 42-15,3 2 27 16,1 4 9-16,1 5 0 16,0 4 0-16,3 4 0 15,4 6 1-15,1 2-1 16,1 4 1-16,0 3 7 15,1 1 1-15,0 8 1 16,-3 4 3-16,0 3 3 16,-4 4 4-16,-2 0-6 15,-1 0-5-15,-1-1 0 0,-6-1-8 16,-1-3-1 0,0-3-8-16,0-5-140 0,0-3-356 15,4-4-584-15</inkml:trace>
  <inkml:trace contextRef="#ctx0" brushRef="#br0" timeOffset="27100.34">11978 5910 1558 0,'0'0'216'0,"0"0"-38"0,-2 43-30 0,2-19 21 0,1 3-57 16,4 1-32-1,0 1 1-15,-2-2-25 16,-1-2-19-16,-1-5-25 16,-1-5-10-16,0-6 4 0,0-7-6 15,0-2-1 1,0-8-51-16,-4-15-12 16,2-14 7-16,0 0 33 0,2 2 8 15,0 7 15-15,3 8 0 16,2 2 1-16,2 2 0 15,1 7 11-15,-1 7 7 16,3 2-1-16,1 8 21 16,3 6 26-16,-1 5-13 15,0 1-12-15,-1-2-10 16,-2-1-15-16,0-4-8 0,-1-5-6 16,0-5 0-1,-1-3-1-15,1-5-9 0,-2-10-19 16,-3-3-24-1,-3-12 3-15,-1-15 1 0,-7-21 19 16,-5-10 12 0,-2-9 17-16,1 5-1 0,5 20 2 15,3 20 9-15,1 19 37 16,2 12 52-16,1 7-24 16,1 2 32-16,0 14-76 0,3 27-12 15,12 19 28 1,5 11-10-16,4-1-9 15,0-10-7-15,-6-19-2 16,-4-9-6-16,-3-9-11 16,-2-5-1-16,0 0-27 0,3-4-148 15,6-10-128 1,-4-4-285-16,0-9-787 0</inkml:trace>
  <inkml:trace contextRef="#ctx0" brushRef="#br0" timeOffset="27450.24">12355 5804 1396 0,'0'0'207'0,"0"0"-115"0,0 0-21 0,0 0-10 0,0 0-6 16,0 0-19 0,48 28-8-16,-34-28-12 15,-4-4-3-15,-1-7-1 16,-2-2 18-16,-3-3 13 15,-1 1 0-15,-3-1 11 16,0 6 38-16,0 3 4 0,-6 4 29 16,-3 3-45-1,-2 5-17-15,-2 10 10 16,0 6 9-16,0 5-8 0,4 4-11 16,3 3-2-16,5 2-10 15,1-4-20-15,7-2-16 16,6-4-7-16,3-8-8 15,4-4 0-15,-1-9 0 16,1-4-40-16,6-10-86 16,-7-4-141-16,-4-4-385 0</inkml:trace>
  <inkml:trace contextRef="#ctx0" brushRef="#br0" timeOffset="28130.37">12748 5797 1394 0,'0'0'296'0,"0"0"-40"0,0 0-114 16,0 0 4-16,0 0-26 16,0 0-45-16,0 0 10 15,8 12-14-15,-8-9-25 16,0 0 1-16,0-2-25 0,0-1-4 15,0 0 3 1,2-6-2-16,0-1-12 16,2-4-7-16,3 2-1 0,-2 2-7 15,1 3 1-15,0 3-17 16,1 1-46-16,5 0-45 16,3 2-60-16,20 0-147 15,-3 1-164-15,-1-3-566 0</inkml:trace>
  <inkml:trace contextRef="#ctx0" brushRef="#br0" timeOffset="29100.01">13128 5643 1431 0,'0'0'598'0,"0"0"-532"0,0 0 0 15,0 0-46-15,0 0 5 16,0 0-5-16,0 0 4 16,24 25-9-16,-11-23-3 15,0-2-4-15,0 0 3 16,-1-10-5-16,-2-2-5 0,-1-4 5 16,-3-2-4-1,-3-2 4-15,-3 0 5 16,0 0 53-16,-6 6 21 15,-6 2 2-15,-3 7 16 0,-3 5-18 16,-4 7-1-16,-4 15-5 16,-1 15-22-1,7 0-14-15,5-3-9 0,10-3-14 16,5-8-10 0,8 0-4-16,10 2-5 15,13-3 0-15,11-10-1 0,-1-8 0 16,-3-4-47-16,-6-5-51 15,-9-9-57-15,2-5-19 16,1-3 4-16,-6-6 23 16,-4-1 62-16,-5-1 64 15,-3 0 21-15,-5 6 41 16,-2 5 55-16,-1 7 42 16,-1 5-4-16,-6 7 1 15,-2 0-41-15,-2 9-55 0,0 8 1 16,0 6-4-1,2 4-15-15,4-1-10 0,3 0-5 16,2-3-6-16,0-4 1 16,7-5-1-16,3-6-1 15,0-5-32-15,1-3-24 16,1-6-34-16,-1-7-17 16,-2-2-2-16,1-5 21 0,-4-3 37 15,-1-1 19 1,-1 1 16-16,-1 2 11 15,-1 4 6-15,-2 8 1 16,0 4 24-16,0 5 11 0,-5 5-23 16,0 8-2-16,3 4-2 15,2 4 3-15,0 1-4 16,8-2 0-16,4-2-1 16,3-6 1-1,2-4-7-15,1-5 7 0,0-3-8 16,0-5 0-1,-3-6-23-15,-3-5-9 0,-1-4 2 16,-5-5 14-16,-2-9 10 0,-4-11 5 16,-2-11 1-1,-5 4 0-15,-2 11 1 0,1 13 15 16,4 14 39 0,-2 2 21-16,2 5 62 0,1 2-41 15,3 5-76 1,0 17-20-16,7 16-1 15,8 14 9-15,2 8-9 16,1-3 1-16,-3-5 0 16,-5-12-1-16,-5-9 0 0,0-8 0 15,-5-5-109-15,0 3-118 16,-1-3-275-16,-4-4-567 0</inkml:trace>
  <inkml:trace contextRef="#ctx0" brushRef="#br0" timeOffset="29317.95">13587 5501 1253 0,'0'0'186'0,"0"0"-100"0,0 0 55 0,47 4 14 16,-28 13-4 0,1 6-31-16,-1 4-4 0,-4 0-27 15,-3 0-39 1,-5-4-25-16,-4-5-16 0,-3-5-9 15,0-7-14 1,-1-6-99-16,-8-13-109 0,1-5-314 16,2-5-190-16</inkml:trace>
  <inkml:trace contextRef="#ctx0" brushRef="#br0" timeOffset="29699.95">13684 5416 622 0,'0'0'214'15,"0"0"-84"-15,0 0-45 0,0 0-23 16,0 0 8-1,0 0-27-15,48 15-4 0,-37 4-2 16,2 2 51-16,-1 3 78 0,-2 0 7 16,0 0 11-1,-2 1-28-15,-2-3-44 16,-1-3-40-16,-2-3-35 16,0-7-22-16,-2-3-14 15,0-6 8-15,-1-1 13 16,0-10-17-16,0-7-5 0,2-5-15 15,1-4-3 1,4-2-11-16,3 1 12 16,1 5 16-16,0 7 1 0,0 7 0 15,0 7 9-15,-1 2 17 16,2 9 14 0,-1 9 28-16,2 5 14 15,0 2-9-15,-2 0-30 0,1-4-24 16,-2-3-10-1,1-6-9-15,0-7-8 0,1-5-88 16,3-4-124-16,-1-12-256 16,3-16-80-16,-5 3-51 15,-3 2 63-15</inkml:trace>
  <inkml:trace contextRef="#ctx0" brushRef="#br0" timeOffset="30050.93">14085 5424 425 0,'0'0'309'0,"0"0"-36"15,0 0-73-15,0 0-57 16,0 0-58-16,0 0-27 0,0 0-18 15,-32 2-18 1,31 4-12-16,1-2-9 0,0-2 5 16,1-2 4-16,2 0-3 15,2-7-7-15,0-4-16 16,1-1 16-16,0-1 15 16,-2 2 23-16,0 3 164 15,-3 3 33-15,-1 5-21 16,0 0-86-16,0 10-65 15,0 7 30-15,0 16 1 16,0 14-21-16,10 14 8 0,1 1-17 16,0-9-12-1,-4-14-20-15,-3-17-13 16,-2-3-7-16,-2 1-4 16,0 0-7-16,-2-1 0 0,-7-6-1 15,-5-3-19-15,-4-7-72 16,-1-3-106-16,-6-11-72 15,6-7-273-15,5-6-392 16</inkml:trace>
  <inkml:trace contextRef="#ctx0" brushRef="#br0" timeOffset="30362.17">14243 5225 1721 0,'0'0'247'0,"0"0"-156"16,0 0 7-16,1 53 3 16,11-37-8-16,4-3-29 15,1-3-23-15,1-3-18 0,-1-4-4 16,1 0 9 0,-1-2-5-16,-2 1-12 0,-2 3-9 15,-1 1 4 1,-2 3-5-16,-3 1 13 0,-1 4 4 15,-3 1 10 1,-3 3 0-16,0 1-2 0,0 3 3 16,-5-1 3-16,-4 2-13 15,-3-1-7-15,-4-2-12 16,-17 7 0-16,4-6-154 16,-1-5-362-16</inkml:trace>
  <inkml:trace contextRef="#ctx0" brushRef="#br0" timeOffset="30780.34">12859 6274 1602 0,'0'0'195'16,"0"0"-138"-16,0 0-40 0,0 0-17 15,0 0-2 1,0 0-6-16,-18 43-38 15,25-25-260-15,2-1-515 0</inkml:trace>
  <inkml:trace contextRef="#ctx0" brushRef="#br0" timeOffset="30961.32">12921 6555 1713 0,'0'0'147'0,"0"0"-93"15,0 0-30-15,0 0 1 0,-17 38-11 16,22-24-3 0,5 4-11-16,6 8-78 0,-2-4-236 15,-3-2-323-15</inkml:trace>
  <inkml:trace contextRef="#ctx0" brushRef="#br0" timeOffset="31100.28">12997 6927 1415 0,'0'0'176'0,"0"0"-69"16,0 0-53-16,0 0-27 15,0 0-13-15,0 0-14 16,0 0-51-16,19 42-453 0</inkml:trace>
  <inkml:trace contextRef="#ctx0" brushRef="#br0" timeOffset="31280">13088 7196 887 0,'0'0'864'0,"0"0"-775"16,0 0 20-16,0 0-49 0,0 0-8 15,0 0-41 1,0 0-11-16,2 0-133 15,3 4-393-15</inkml:trace>
  <inkml:trace contextRef="#ctx0" brushRef="#br0" timeOffset="31433.96">13124 7367 2133 0,'0'0'256'0,"0"0"-69"15,0 0-123-15,0 0-64 16,0 0-33-16,-56 11-464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08:14.2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7237 4012 1121 0,'0'0'501'16,"0"0"-121"-16,0 0-78 16,0 0-54-16,0 0-150 15,0 0-46-15,0-1-13 0,2 1-9 16,8-2-2-16,5 2 1 15,6-3 11-15,3 2 5 16,4-2-11-16,2-1-8 16,0 0-11-16,-1 1-3 15,-2-2-11-15,-4 2 0 0,-2 0-1 16,-5-2-2 0,-1 3 1-16,-3 0-8 15,-4-1 8-15,-3 2-1 16,-4 0-19-16,-1 1-21 15,-1 0-150-15,-17 1-272 16,1 5-303-16,-1 0-644 0</inkml:trace>
  <inkml:trace contextRef="#ctx0" brushRef="#br0" timeOffset="267.64">7289 4065 1153 0,'0'0'538'0,"0"0"-215"16,0 0-73-16,0 0-50 0,0 0-39 15,0 0-48 1,0 0-40-16,26 3-17 16,-7-3-10-16,4 0 2 0,3 0-2 15,2-6-23-15,1 0-11 16,-1-1-12-16,-3 1-1 15,-2 2-14-15,-6 1-12 16,-13 3-116-16,-2 0-529 16,-4 6-956-16</inkml:trace>
  <inkml:trace contextRef="#ctx0" brushRef="#br0" timeOffset="4061.49">7510 3596 860 0,'0'0'200'0,"0"0"-40"0,0 0-54 16,0 0-39-16,0 0-44 15,0 0-23 1,0 0-19-16,0-2-175 0,0 2-497 0</inkml:trace>
  <inkml:trace contextRef="#ctx0" brushRef="#br0" timeOffset="4830.43">7985 4004 313 0,'0'0'152'0,"0"0"40"0,0 0 1 0,0 0 1 16,0 0-28-1,0 0 5-15,0 0 5 16,-10-25 6-16,9 21-9 15,-1 1 9-15,0 0-13 0,1 1-19 16,-1 1-28 0,1 0-12-16,1-1-16 0,0 2-23 15,0 0-33-15,0 0-25 0,0 0-3 32,0 4-10-32,0 4 0 0,0 5 0 0,2 1 8 15,2 0-8 1,0 0 1-1,-1-1 0-15,2 0 6 0,0-1-7 16,-1-2 0-16,0-1 0 16,-1-1-1-16,0-3 1 15,-1 1-3-15,1-2-10 16,-2-1-64-16,-1 1-49 16,0-1-43-16,0 0-31 0,-5 0-107 15,-1-1-225 1,-2-1-286-16</inkml:trace>
  <inkml:trace contextRef="#ctx0" brushRef="#br0" timeOffset="5131.38">7915 4078 1115 0,'0'0'312'0,"0"0"-53"0,0 0-75 15,0 0-42 1,0 0-8-16,0 0 36 0,0 0-40 16,29 34 2-16,-14-23-16 15,2-1-8-15,1-1-20 16,0-2-42-16,-2-1-20 16,0 0-16-16,-2-2-9 15,-2-2-1-15,-1-2-1 16,-4 2 0-16,0-2-55 15,-2 0-94-15,0-5-96 16,-2-2-124-16,-1-1-339 0</inkml:trace>
  <inkml:trace contextRef="#ctx0" brushRef="#br0" timeOffset="5360.34">8111 4012 1217 0,'0'0'330'0,"0"0"-45"15,0 0-111 1,0 0-11-16,0 0 34 16,-6 51-47-16,1-27-30 15,-1 0-51-15,0-1-41 16,2-1-16-16,0-2-12 15,1 4-6-15,1-6-195 16,-1-4-470-16</inkml:trace>
  <inkml:trace contextRef="#ctx0" brushRef="#br0" timeOffset="8700.51">5706 3278 607 0,'0'0'221'0,"0"0"-24"0,0 0 18 16,0 0-20-16,0 0-28 15,0 0-17-15,0 0-42 16,-47-23-10-16,27 23-3 16,-3 1-8-16,-5 6-7 15,-6 3-9-15,-9 9-2 0,-6 7-21 16,3 0-5-1,10-2 9-15,10-5-2 0,7-1-5 16,-1 5-9-16,-1 5-11 16,-1 11-5-16,2 6 2 15,2 8-9-15,5 1 2 16,3-4 0-16,2-5 3 16,3-4-2-16,2-2 4 15,0-4 5-15,3-6 5 16,0-7 4-16,0 1-11 15,4 2-5-15,4 4 4 16,4 3 5-16,5-1 8 0,4-1-8 16,5-2-8-1,2-3 9-15,4-4-7 16,1-4 21-16,1-5-1 0,1-4-10 16,-1-5-5-1,1-3 2-15,-1-3 17 0,1-9-6 16,-1-4-9-1,-2-2 3-15,0-3-9 0,-1-2-3 16,-3-1-6-16,-1-2-2 16,-1-2 2-16,-2-1 8 15,0-7 4-15,-1-5 1 0,-3-10 1 16,-3-1-5 0,-8 3 0-16,-5 4-3 0,-4 5-6 15,-1 1-5 1,-7 6-1-16,0 6-9 0,-1 5 0 15,2 2-2 1,-5-2-5-16,-2-2-14 0,-2-3 0 16,-1 2-3-16,0 2 1 15,1 2 8-15,-2 0-10 16,2 3 1-16,-1 0-9 16,3 2 3-16,-1 1 12 15,-1 4 3-15,1 1 13 16,-1 3-10-16,0 1-10 15,-2 3-4-15,1 1-1 16,-1 2 3-16,0 0 1 16,-1 3 2-16,-2 6 6 15,-1 4-11-15,-1 4 7 16,0 2-7-16,-9 9-10 16,7-4-220-16,2-6-611 0</inkml:trace>
  <inkml:trace contextRef="#ctx0" brushRef="#br0" timeOffset="14383.05">12262 3518 1438 0,'0'0'291'15,"0"0"-33"1,-45-11-47-16,24 11-17 0,-2 4-96 15,-1 11-56 1,-2 12-2-16,1 15-3 0,3 13 9 16,6 4-16-16,9-3 45 15,7-6 4-15,4-9-12 16,8-8-21-16,0-7-11 16,2-8-13-16,2-6-14 15,3 1-8-15,7-4 0 16,3-1-1-1,2-7-43-15,1-1-117 0,6-10-101 16,-9-3-371-16,-5-2-472 0</inkml:trace>
  <inkml:trace contextRef="#ctx0" brushRef="#br0" timeOffset="14610.48">12431 3845 1315 0,'0'0'590'16,"0"0"-366"-16,0 0 9 0,0 0-22 16,-11 51-32-16,11-35-55 15,0 0-42-15,0-2-38 16,0-2-26-16,0 0-17 16,0-4 6-16,0 1-7 15,1-3-5-15,-1-1-70 16,0-5-157-16,0 0-92 15,0-9-180-15,-2-3-748 0</inkml:trace>
  <inkml:trace contextRef="#ctx0" brushRef="#br0" timeOffset="14900.81">12396 3612 1112 0,'0'0'284'16,"0"0"64"-16,0 0-54 0,0 0-140 15,0 0-78 1,0 0-29-16,0 0 5 0,-33 48-17 16,33-30-15-16,0-3-10 15,5-5-9-15,3 1 6 16,-1-6-7-16,2-5 0 0,0 0 1 16,-1-3 0-1,0-8-1-15,-2-2-10 0,-2-4-18 16,-3-1-5-1,-1-1-17-15,0 3-15 0,-5 4-22 16,-3 6-41-16,-2 6-147 16,3 5-120-16,2 4-435 0</inkml:trace>
  <inkml:trace contextRef="#ctx0" brushRef="#br0" timeOffset="15202.32">12730 3689 1795 0,'0'0'322'0,"0"0"2"16,0 0-163-1,0 0-30-15,0 0-55 0,0 0-51 16,0 0-13-16,43 0-10 16,-18 0 4-16,5 0-5 15,1 0-1-15,0 0 0 16,-1 0-48-16,-2-2-77 16,-3-1-61-16,1-1-124 15,-8 0-329-15,-6 0-674 0</inkml:trace>
  <inkml:trace contextRef="#ctx0" brushRef="#br0" timeOffset="15481.5">12748 3871 1370 0,'0'0'583'16,"0"0"-498"-16,0 0 31 15,0 0 50-15,0 0 82 16,68 24-56-16,-12-33-58 16,5-4-44-16,-2-4-36 15,-9 0-11-15,-13 5-13 16,-7 2-16-16,-8 3-5 16,-4 1-9-16,-1 0 1 0,0 0-1 15,-4 1-32 1,-7 1-76-16,-6-1-134 0,-9 1-288 15,-5 0-664-15</inkml:trace>
  <inkml:trace contextRef="#ctx0" brushRef="#br0" timeOffset="16000.48">12903 3510 865 0,'0'0'275'0,"0"0"42"0,0 0 8 16,0 0-29-16,0 0-51 15,0 0-42-15,0 0-87 16,-11-4-72-16,10 17-31 15,-1 13 2-15,-1 15 46 0,2 13 3 16,0 7 26-16,1 0-6 16,0-5-17-16,0-5 12 15,0-10-22-15,1-9-4 16,0-8-7-16,0-5-13 16,0 2-23-16,1 1-9 15,-1-2 0-15,1-5-1 16,-2-4 0-16,1-5-43 0,-1-4-59 15,0-4-76 1,0-7-171-16,-3-4-824 0</inkml:trace>
  <inkml:trace contextRef="#ctx0" brushRef="#br0" timeOffset="17532.39">13409 3414 725 0,'0'0'244'0,"0"0"-46"16,0 0 34-16,0 0-10 0,0 0 32 16,0 0-18-16,0 0-141 15,-26-33-53-15,25 33-21 16,1 6-12 0,0 10-8-16,0 12-1 0,4 12 19 15,2 1 42-15,1-3 28 16,0-5 3-16,0-5-12 15,0 2-18-15,1 4 9 16,-1-4-25-16,-2-2-22 16,-1-4-22-16,-2-4 5 0,-1-5-7 15,-1-3 0 1,0-5 0-16,0-3 1 0,0-3-1 16,0-1 6-1,0-6 13-15,-2-8 2 16,0-3-8-16,2-6-5 15,0 0-2-15,1 2 4 0,6 2 4 16,2 4 7-16,1 5-9 16,0 4-11-16,2 4 1 15,0 2-1-15,-1 0-1 16,1 10 0-16,-1 3 0 16,-1 2 1-16,-1 1 26 15,-3 2 4-15,0-3 2 16,-1 1-12-16,-2-3-6 15,-1-2-7-15,-1 0-8 16,0-2-1-16,0-3-13 16,4-3-135-16,-1-1-368 15,2-2-511-15</inkml:trace>
  <inkml:trace contextRef="#ctx0" brushRef="#br0" timeOffset="18550.52">13757 3716 642 0,'0'0'357'0,"0"0"-58"0,0 0 92 16,0 0-28-16,0 0-62 15,0 0-51 1,0 0-83-16,-4-10-103 0,4 17-46 16,0 5-6-16,0 5 23 15,0 3 19-15,1 0-9 16,1 0-16-16,0-1-14 15,1-1-5-15,-1-1-10 16,0-4 1-16,0-1-1 0,0-2-12 16,-2-4-114-1,0-6-159-15,0-6-26 0,-4-9-328 16,-2-2-571-16</inkml:trace>
  <inkml:trace contextRef="#ctx0" brushRef="#br0" timeOffset="18880.45">13719 3535 79 0,'0'0'1017'16,"0"0"-771"-16,0 0 32 0,0 0-99 15,0 0-18 1,0 0-1-16,0 0-36 0,-24 39-20 15,24-27-26 1,0-2-18-16,1 1-14 0,5-4-14 16,0-2-6-16,-1-2-1 0,2-3 2 15,1 0 0 1,-2 0-5-16,1-8-7 0,-2-1-8 16,-1-3-7-1,-1-1 0-15,-3-1-16 16,0 0-11-16,0 2-6 15,-3 3-8-15,-1 1-66 16,-2 3-97-16,1 2-318 0,2-1-662 0</inkml:trace>
  <inkml:trace contextRef="#ctx0" brushRef="#br0" timeOffset="19480.15">13922 3329 1202 0,'0'0'294'0,"0"0"-97"0,0 0-19 15,0 0 15-15,0 0-51 0,0 0-57 16,0 0-33 0,41 31-15-16,-30-31-10 0,1 0-14 15,-3-5-4-15,-1-5 0 16,-1-2-7-16,-3-3 9 16,-2-3-2-16,-2 0-1 15,0-1-7-15,-4 2-1 16,-5 1-6-16,0 3-6 15,-1 3-2-15,0 3 8 16,-1 3 5-16,0 2 0 16,-1 2 0-16,0 4 1 0,0 9 1 15,0 5-1 1,1 5 1-16,3 5 21 0,3 1 14 16,4-1 13-1,1-2 24-15,5-2 10 0,8-3-14 16,4-4-11-1,4-4-12-15,5-2 0 0,3-5-4 16,1-4-4-16,-1-2-5 16,1 0-15-16,-4-8-6 15,-2-2-11-15,-2-2-2 16,-4 1 1-16,-3 0-22 16,-6 3-26-16,-9 8-19 0,-3 3-173 15,-12 8-641-15</inkml:trace>
  <inkml:trace contextRef="#ctx0" brushRef="#br0" timeOffset="22480.29">12443 3369 431 0,'0'0'389'0,"0"0"-139"16,0 0-73-16,0 0-12 15,0 0 36-15,0 0 3 16,0 0-29-16,5-28-77 16,-7 26-39-16,-6 2-24 15,-4 0-25-15,-3 4-8 16,-2 6 4-16,0 2-5 16,1 4 0-16,3-1 1 15,4 1 4-15,5 0 11 16,4-2-2-16,0-2 3 0,6-4-9 15,4-2 8 1,1-6 1-16,2 0 1 0,0-7 8 16,1-6-14-16,-3-4-12 15,-2-3-1-15,-4-3 0 16,-3-1-19-16,-2-3-9 16,0-4-30-16,-3 0 5 15,-2-1 4-15,-1 5-14 16,2 5-6-16,1 7 52 15,0 6 16-15,3 3 1 16,-2 5-6-16,2 1 5 0,0 3-20 16,5 10-21-16,4 5 30 15,1 6 5-15,2 4 7 16,0 0 8 0,-1 2 57-16,-1-1-1 0,0 0 8 15,2 11-19-15,-2-9-53 16,-3-4-247-16</inkml:trace>
  <inkml:trace contextRef="#ctx0" brushRef="#br0" timeOffset="28162.13">14309 3167 591 0,'0'0'131'0,"0"0"-47"16,-75 70 79-16,-1-2 30 15,-22 15-2-15,-18 6-24 16,-11-1-29-16,5-8-45 16,2-1-27-16,7-2-25 15,14-7-22-15,16-8-9 16,18-12-9-16,19-14 0 15,16-8 1-15,11-10-1 16,5-4 0-16,3-2-1 16,0 0-1-16,2-7-69 15,4-5-196-15,2 0-357 0</inkml:trace>
  <inkml:trace contextRef="#ctx0" brushRef="#br0" timeOffset="28512.24">12820 3242 1076 0,'0'0'95'15,"0"0"-69"-15,40 16-10 0,21 17 9 16,41 21 46-16,24 20 115 16,13 9 57-1,-5 4 48-15,-17-6-30 16,-6 0-52-16,-9-2-86 16,-11-9-72-16,-13-8-11 0,-16-12-22 15,-16-14-4-15,-17-11-2 16,-11-7-5-16,-8-6 1 15,-1 1-7-15,-2-3-1 16,-2-1 0-16,-6-6-24 16,-7-3-137-16,-8 0-668 0</inkml:trace>
  <inkml:trace contextRef="#ctx0" brushRef="#br0" timeOffset="31800.31">7768 3369 163 0,'0'0'161'16,"0"0"-41"-16,0 0-2 15,0 0-18-15,0 0-13 0,0 0-17 16,-17 0-7-16,17-1-16 16,-2 0-9-1,0 0-6-15,1 1-6 0,-1 0 5 16,-1 0-7-16,-1 0 9 16,-2 0-1-16,0 2-8 15,-3 2 8-15,-1 0 3 16,-2 3-12-16,0 1 5 15,-2 1 5-15,2 2-3 16,1 0 7-16,1 0-10 16,0 3-1-16,4 0-8 0,0 0-8 15,2 2-1 1,0 1 1-16,2 2-1 16,1-1 4-16,-1 1-2 15,1 1 7-15,1 1 2 0,0 0-1 16,0 0 3-1,0 0 0-15,0 1 0 0,0 2 2 16,0-1 11-16,0 1-3 16,0 0-2-16,0 1-11 15,0 0 13-15,2-1-6 0,2-1 8 16,0 1-12 0,1-3 19-16,1-1-5 15,1-2-6-15,0-1-7 16,1-2 2-16,1-3-3 15,2-2-9-15,2 0 20 16,2-3 14-16,2-2-7 0,1-2-9 16,2-1 3-16,2-1-12 15,2-1-3-15,0 0-6 16,1 0-1-16,1-1-3 16,-1-4 3-16,-1 1-5 15,0-3 1-15,-1 1-1 16,0 0-1-16,-2-1 3 15,0-1 3-15,-1-1 4 16,-2 0 9-16,1-1 1 16,-2 0 0-16,0-2 4 15,0-1 4-15,0-3-7 16,-1-1 6-16,0-1-8 16,0-4-1-16,-2 0 1 15,0-1-2-15,-2-1 2 16,-1 1-2-16,-1-3 3 0,-2 2 3 15,-1 0 2 1,-3-1 2-16,-2 1-6 0,-2 0-12 16,0 0-15-16,-9-20-9 15,1 22-3 1,-1 3-3-16,-1 0-2 16,1 2-3-16,-1 1 5 15,-1 0-9-15,-1 2 6 0,0 0 9 16,-3 2-14-1,2 0-4-15,-4-1 1 16,1 2-35-16,0 1 8 16,-1 1 27-16,0 0-23 0,-2 1 21 15,0 1-5-15,-1 1-20 16,0 0 7-16,-1 3 28 16,0 1-20-1,0 2 8-15,2 0 17 0,1 0 1 16,2 0 10-16,2 4 1 15,1 0-18-15,0 1 11 16,-1 2 8-16,0 0 0 16,-1 1-1-16,2 2 1 15,1 0 0-15,-3 9-7 16,5-2-123-16,0-2-587 0</inkml:trace>
  <inkml:trace contextRef="#ctx0" brushRef="#br0" timeOffset="33416.21">7635 3299 804 0,'0'0'330'0,"0"0"-77"16,0 0-12-16,-3-39-16 15,0 25-48-15,-2-1-50 16,-1-1-34-16,0 0-10 15,-1-1-3-15,-1 2-3 16,0 2-17-16,0-1-11 0,-1 3 18 16,-1 0-23-1,-1 2-12-15,0 3-13 16,-1-1 0-16,-1 4-7 16,-1 1 0-16,1 2-3 15,-2 0-1-15,-1 3-7 16,0 8 0-16,0 1 0 0,0 4-1 15,1 3 0 1,1 3 1-16,2 0 8 0,1 0 3 16,2 0-2-16,2-1 1 15,1 1-1-15,2-2 0 16,1-1-2-16,0-2-7 0,2-1 5 16,1-2-4-1,-1-3 3-15,0-2-5 0,0 0 0 16,1-3-1-1,0-2 1-15,0-1 0 0,0-2-1 16,-1 0-54 0,-1-1-76-16,-7 0-82 0,1 0-248 15,-4-2-622-15</inkml:trace>
  <inkml:trace contextRef="#ctx0" brushRef="#br0" timeOffset="33732.23">7190 3300 571 0,'0'0'989'0,"0"0"-675"16,0 0-69-16,0 0-95 15,0 0 16-15,0 0 45 16,0 0-38-16,33 50-74 15,-22-33-21-15,1-1-14 0,-1 0-25 16,1-1-12-16,-1-1-12 16,-1-3-8-16,1 1-5 15,-2-2-1-15,-1-3-1 16,0-4 0-16,0 0-7 16,0-3-53-16,0 0-62 15,5-13-140-15,-2 0-246 16,-2-2-348-16</inkml:trace>
  <inkml:trace contextRef="#ctx0" brushRef="#br0" timeOffset="33980.35">7455 3315 1265 0,'0'0'483'0,"0"0"-199"15,0 0-51-15,0 0-36 16,0 0-10-16,0 0-9 16,-30 43-44-16,16-25-32 15,-1 2-27-15,1-2-38 16,1 0-5-16,2-1-2 16,1-2-8-16,3-1-13 0,1-2-8 15,1-1-1 1,-1 3-37-16,1-1-170 0,-2-3-541 0</inkml:trace>
  <inkml:trace contextRef="#ctx0" brushRef="#br0" timeOffset="39583.94">5552 3884 794 0,'0'0'347'0,"0"0"-54"0,0 0-62 15,0 0-92-15,0 0-53 16,0 33 60-16,1-13-28 16,1 1-52-16,1 1-17 15,0-3-19-15,1 0-17 16,0-2-3-16,1-1-10 0,-2-4-1 16,1-1-53-1,-1-5-182-15,-2-2-262 0,-1-3-332 0</inkml:trace>
  <inkml:trace contextRef="#ctx0" brushRef="#br0" timeOffset="39882.55">5513 3897 691 0,'0'0'158'0,"0"0"-25"15,0 0 10-15,0 0-29 16,0 0-46-16,0 0-37 0,0 0-22 16,-41 40-7-16,37-37 4 15,3-3 22-15,0 1 65 16,1-1 38-16,0 0-16 16,0 0-32-1,0 0-36-15,6 0-31 0,5 0-10 16,5 0-5-16,4 1 11 15,5 5-12-15,12 1 0 16,-3-1-121-16,-5-2-595 0</inkml:trace>
  <inkml:trace contextRef="#ctx0" brushRef="#br0" timeOffset="-116166.54">8478 3432 180 0,'0'0'1316'0,"0"0"-1076"0,0 0-133 15,0 0 30-15,0 0 76 16,0 0-75-16,59 0-51 16,-34 0-35-16,3 0-24 0,-2-1-13 15,1-2-7 1,-4 0-8-16,-3 0 0 0,-7 1 0 16,-2-2-28-1,-6 2-122-15,-5-1-202 0</inkml:trace>
  <inkml:trace contextRef="#ctx0" brushRef="#br0" timeOffset="-115866.45">8514 3303 1347 0,'0'0'241'0,"0"0"-85"16,0 0 6-16,0 0-8 16,0 0-28-16,0 0-47 15,0 0-27-15,-28 37 57 16,15-11-29-16,-1 3 5 0,2-1-25 16,3 0-7-16,7-3-21 15,2-2-19-15,20-1-11 16,22-1 7-16,25-4-9 15,11-5-1-15,-1-8-100 16,-21-4-216-16,-22 0-763 0</inkml:trace>
  <inkml:trace contextRef="#ctx0" brushRef="#br0" timeOffset="-111944.52">6965 3807 212 0,'0'62'0'0</inkml:trace>
  <inkml:trace contextRef="#ctx0" brushRef="#br0" timeOffset="-108306.54">946 3823 1743 0,'0'0'256'16,"0"0"-101"-16,0 0 44 15,0 0-17-15,0 0-57 16,0 0-86-16,-18 82 22 15,9-11 6-15,-5 7-19 16,-4-8-12-16,-4-8-20 16,-4 0-5-16,0-14-10 15,5-12 0-15,5-13-1 16,6-10 0-16,2-4-1 0,-1-5 1 16,3-4 7-16,4-9-7 15,2-11-8-15,0-5 0 16,8-1 8-16,4 3 6 15,3 6-6-15,4 5 1 16,1 8-2-16,2 4 1 16,1 0-7-16,1 6 6 15,-1 1 1-15,0 1-6 16,1-3-15-16,9-5-187 16,-7 0-282-16,-2-6-267 0</inkml:trace>
  <inkml:trace contextRef="#ctx0" brushRef="#br0" timeOffset="-108154.35">1113 4025 1536 0,'0'0'326'0,"0"0"-111"0,0 0-131 0,0 0-56 16,0 0-27-1,50-19-1-15,-23 12-31 0,-6 2-234 16,-5 3-519-16</inkml:trace>
  <inkml:trace contextRef="#ctx0" brushRef="#br0" timeOffset="-107986.7">1144 4142 1328 0,'0'0'327'16,"0"0"-223"-16,0 0-62 15,44-16-11-15,10-10-31 16,-3 1-128-16,-4-1-445 0</inkml:trace>
  <inkml:trace contextRef="#ctx0" brushRef="#br0" timeOffset="-107634.15">1524 3801 1323 0,'0'0'365'0,"0"0"-244"0,-2 47 53 16,8-23-12-16,1 3-47 15,2-2-46-15,-3-1-11 16,-1-4-25-16,-2-2-17 16,-3-4-1-16,0-4-14 15,0-6 8-15,0-4 20 16,-3-8 82-16,0-12-66 15,3-7-20-15,0-4-4 16,0-2-6-16,9 2-5 16,2 6 5-16,1 8-1 0,3 7-7 15,2 6-1 1,1 4 12-16,4 10 60 0,0 6-19 16,0 4-26-1,0 2-16-15,-4 3-17 0,-3-2 0 16,0-2-29-1,-2-3-201-15,-3-3-293 0,-2-8-556 0</inkml:trace>
  <inkml:trace contextRef="#ctx0" brushRef="#br0" timeOffset="-106534.59">1823 3644 1655 0,'0'0'259'0,"0"0"20"15,0 0-161 1,0 0-51-16,-28 46-6 0,20-19-5 16,4 4-13-16,2 2-19 15,2-1-11-15,0-4-7 16,4-5-6-16,4-7-6 16,2-7-3-16,0-9-8 15,2-4-15-15,-2-12-3 16,-1-6 11-16,-2-5 12 15,-5-3 11-15,0 2 1 16,-2 0 0-16,0 4 7 0,-4 4 5 16,-1 7 27-1,1 6 17-15,0 7 17 0,1 0-28 16,1 9-30 0,1 7-14-16,1 3-1 0,0 1 0 15,7-2-1 1,5-3-6-16,2-5 5 0,3-4 1 15,1-5 0 1,0-1 1-16,-1-8-9 0,-4-5-21 16,-4-5-7-16,-5 0-6 15,-3-2-2-15,-1 1 10 16,0-1 11-16,-2 3 2 16,-1 1 8-16,1 5 7 15,1 2 6-15,1 4 0 0,0 4 1 16,0 1-1-1,3 6-14-15,2 9 15 16,5 3 36-16,-1 4 10 0,3 1 3 16,0-1-2-16,3-2 2 15,1-4-20-15,2-4-17 16,3-7-6-16,3-5-6 16,4-5 0-16,-2-10-95 15,-1-5-147 1,-5-5-150-16,-9-1-325 0,-4-2 111 15,-6 1 521-15,-1 0 85 16,-5 6 383-16,-1 3 29 16,-1 6-62-16,2 5-45 15,2 4-60-15,2 3-115 16,1 2-95-16,0 8-24 16,6 6 15-16,3 3-1 15,1 2-6-15,-2 1 1 0,4-2 2 16,-5-1-9-1,0-4-12-15,-1-3-1 0,-3-5 0 16,-2-4-15-16,-1-3-16 16,0-4 13-16,-3-9-33 15,-4-6 20-15,0-6 21 16,0-3 9-16,2 1 1 16,3 4 8-16,2 5 4 15,0 7 2-15,1 7-5 16,8 4-3-16,2 0-6 0,1 7 1 15,4 4 6 1,-2 4 4-16,-1 1 3 0,-4 1 10 16,-1-1 7-16,-5-1-4 15,-1-4-6-15,-2-3 6 16,0-4 19-16,-4-3 19 16,0-1 22-16,-2-10 3 15,2-7-41-15,1-7-24 16,3-4-11-16,2-2-14 15,6 1 2-15,4 5-2 16,2 8-1-16,-1 7 1 0,6 8-1 16,-2 1-7-1,2 10 2-15,-1 6 0 16,1 3 0-16,-3 2-1 16,0-2-50-16,4 6-152 15,-2-7-178-15,-1-4-622 0</inkml:trace>
  <inkml:trace contextRef="#ctx0" brushRef="#br0" timeOffset="-105806.55">2640 3387 1820 0,'0'0'312'0,"0"0"41"0,0 0-200 0,0 0-53 0,-40 27-64 0,35-5 2 15,1 1 9-15,4 5-12 16,0-2-9-16,3-2-11 16,5-4-9-16,4-6-6 0,1-5-1 15,0-8-14-15,4-1-52 16,-3-12-49-16,-1-7-35 16,-3-4 23-16,-3-2 39 15,-4-2 51-15,-3 0 30 16,0 1 8-16,-4 5 12 15,-2 5 40-15,-1 5 32 16,0 6 11-16,0 5-1 16,1 1-52-16,0 12-33 15,2 4-2-15,2 5-1 16,2 4 0-16,3 0 3 0,7-1-3 16,3-3-5-1,4-3 0-15,2-6-1 0,1-8-9 16,0-5-14-1,-2-3-50-15,-2-12-19 0,-3-5 3 16,-5-12 41-16,-8-17 35 0,-4-20 12 16,-14-13 1-1,-8-7 2-15,-4 3 7 0,5 22 3 16,4 20 14 0,7 17 67-16,5 15-53 15,1 6 16-15,-1 6-32 16,3 7-24-16,4 26-1 0,8 22 1 15,15 8 0 1,10 5 21-16,6-6-14 0,-2-10-7 16,-5-13-8-16,-6-11-27 15,-5-12-151-15,-5-8-85 16,2-4-28 0,0-4-6-16,-3 0 190 0,-6-7 115 15,-3-3 23-15,-2-2 169 16,-2 4 51-16,0 4 26 15,0 4-80-15,0 0-115 16,3 7-47-16,1 6 16 16,2 3-3-16,1 2-17 15,0-1-17-15,0 1-6 16,-1-3-6-16,-6-5-159 16,0-2-215-16,0-7-546 0</inkml:trace>
  <inkml:trace contextRef="#ctx0" brushRef="#br0" timeOffset="-105686.34">2898 3202 636 0,'0'0'225'0,"0"0"-160"0,0 0-65 0,41 49-231 0</inkml:trace>
  <inkml:trace contextRef="#ctx0" brushRef="#br0" timeOffset="-105306.6">2985 3313 1175 0,'0'0'326'16,"0"0"33"0,0 0-119-16,0 0-88 0,0 0-101 15,0 0-38-15,0 0 21 16,17 2 36-16,-10 6-3 15,3 3-14-15,-1-1-17 16,0 0-14-16,1 0-7 16,0 0 12-16,0 1 13 15,-2 0 8-15,2 1 4 16,-1 2 6-16,1 3 0 0,-1 1-13 16,-1 0-12-1,-1 1-15-15,-4-1 2 0,-3-2 11 16,0-1-6-1,-9-2-1-15,-2-5 3 0,-1-5 2 16,0-3-2-16,0-6-5 16,5-12-11-16,4-5-11 15,3-6-14 1,3-3-43-16,8 3-62 0,4 1-101 16,9-4-87-16,-3 7-260 15,-3 6-284-15</inkml:trace>
  <inkml:trace contextRef="#ctx0" brushRef="#br0" timeOffset="-104650.87">3197 3275 888 0,'0'0'342'0,"0"0"-30"16,0 0-139-16,0 0-56 0,0 0-45 16,0 0-5-1,0 0-23-15,19 44-16 0,-8-40-9 16,1-4-5-1,1 0 0-15,0-7-1 0,0-5-1 16,0-3 16-16,-3-4-14 0,-2 0-3 16,-5 2 48-1,-3 1 12-15,0 5 18 0,-7 6 6 16,-6 5-33 0,-2 2-43-16,1 10-8 0,1 6-10 15,5 3-1 1,5 2 0-16,3 0-9 0,6-3 3 15,7-4-48 1,5-9-138-16,5-4-112 16,3-6-53-16,2-10 48 0,-2-5 87 15,1-3 180-15,-5 0-49 16,-7 3 91-16,-5 4 297 16,-4 3 54-16,-5 6 5 15,-1 4-15-15,0 1-97 16,-8 9-153-16,-1 7-44 15,1 5-5-15,1 6-5 16,1 0-7-16,6 0 5 0,0-3-11 16,9-7-13-1,5-4-10-15,4-8-1 16,-1-5-1-16,3-2-55 16,-3-12-52-16,-3-8-14 15,0-12 28-15,-6-18 60 16,-7-21 29-16,-1-10 5 0,-5 3 16 15,-4 18 54 1,2 27 98-16,2 18-14 0,2 12 40 16,0 3-108-16,1 2-56 15,2 12-19-15,0 23-10 16,11 19 7-16,8 9 29 16,6 3-8-16,-1-8-22 15,-4-9-7-15,-6-3-18 16,-7-13-158-16,-5-9-720 0</inkml:trace>
  <inkml:trace contextRef="#ctx0" brushRef="#br0" timeOffset="-104116.6">2460 4149 1208 0,'0'0'221'0,"0"0"4"0,0 0-88 0,0 0-59 0,-21 42 87 16,14-9-4 0,2 0-44-16,2 2-27 0,3 0-31 15,3-9-29 1,9-1-6-16,4-6-17 0,3-7-1 15,3-10 5 1,-2-4-2-16,1-14 1 16,-1-12-9-16,-6-13-1 15,-9-8-2-15,-5-3 1 0,-11 7 0 16,-5 13 0-16,0 12 0 16,2 7 0-16,-5 6 1 15,-1 5-8-15,-2 2-6 16,4 12-5-16,5 5-17 15,7 2-60-15,14 1-138 16,7-6-135-16,5-5-451 0</inkml:trace>
  <inkml:trace contextRef="#ctx0" brushRef="#br0" timeOffset="-103851.74">2611 3975 1400 0,'0'0'685'16,"0"0"-528"-16,0 0 99 0,0 0-101 16,0 0-72-16,0 0-59 15,0 0 54-15,22 15 4 16,-3 9-21-16,6 11-7 16,3 8-15-16,0-1-15 15,-4-5-6-15,-2-4-6 0,-5-11-11 16,0 0-1-1,3-3-11-15,-1-8-16 0,-7-10-110 16,-1-11-129 0,-4-8-207-16,-7-1-405 0</inkml:trace>
  <inkml:trace contextRef="#ctx0" brushRef="#br0" timeOffset="-103686.6">2665 4123 1038 0,'0'0'141'0,"40"-27"-99"0,6-2-42 15,-6 3-4 1,-1 3-217-16</inkml:trace>
  <inkml:trace contextRef="#ctx0" brushRef="#br0" timeOffset="-103016.66">2268 4326 697 0,'0'0'190'15,"0"0"76"-15,0 0-24 0,0 0-12 16,0 0-34 0,-40-16-15-16,29 16-40 15,-2 0-32-15,-1 11-29 16,0 4 3-16,1 7-20 15,3 10-23-15,4 0-10 16,5 2-7-16,1 0-11 0,7-9-6 16,6-1-6-16,4-6 0 15,2-6-6-15,0-7 5 16,1-5 1-16,-6-8-18 16,-1-15-29-16,-8-15-8 15,-5-16 15-15,-5-7 23 16,-12-2 3-16,-6 1 12 15,-3 6 2-15,-3 0 8 16,5 9-7-16,4 15 0 16,10 12 35-16,5 13-8 15,4 4-13-15,1 3-15 16,6 16-8-16,17 20 8 16,14 15 6-16,7 7 2 0,9-2-8 15,1-9 0 1,0-11-17-16,-11-12-232 0,-6-10-410 0</inkml:trace>
  <inkml:trace contextRef="#ctx0" brushRef="#br0" timeOffset="-102734.66">3212 3865 1441 0,'0'0'958'0,"0"0"-859"0,0 0-57 15,-17 42-1-15,25-19 65 16,8 5-31-16,4 0 7 16,3 1-36-16,0 2-22 15,1-2-15-15,-2 2-9 16,-4-1 0-16,-3-3-47 15,-5-5-177-15,-5-13-99 16,-3-7-358-16,-2-3-436 0</inkml:trace>
  <inkml:trace contextRef="#ctx0" brushRef="#br0" timeOffset="-102549.35">3213 3853 1536 0,'0'0'229'0,"0"0"-25"16,0 0-50-1,21-47-42-15,-2 43-52 0,4 4 22 16,2 9 28 0,-2 9 3-16,-4 6 4 0,-4 4-48 15,-5 2-47-15,-4 0-12 16,-3-3-10-16,-3-3-94 16,0-5-107-16,0-6-166 0,-4-7-377 15</inkml:trace>
  <inkml:trace contextRef="#ctx0" brushRef="#br0" timeOffset="-102066.8">3353 3813 1358 0,'0'0'233'0,"0"0"7"16,0 0-100-16,38-25 27 16,-19 24-51-16,2 1-9 15,0 2-14-15,-2 7-17 16,-4 3 36-16,-4 4-35 15,-4 1-27-15,-4 1-30 16,-3 1-19-16,0-1-2 0,-1-3-23 16,-4-5-67-1,2-6-26-15,1-4 25 0,1-10-69 16,1-10-53 0,2-6 80-16,5-3 76 0,2 0 40 15,0 2 18 1,-1 4 1-16,-1 6 19 0,-4 6 46 15,0 5 56 1,-2 6-3-16,0 3-54 0,0 8 31 16,3 6-23-16,2 4-19 0,2 0-17 15,3 3-11 1,0-6-11-16,2-3-3 0,2-5-10 16,-2-8 7-1,-1-2 0-15,-1-7 8 0,-3-9-6 16,-3-5-5-1,-3-2-5-15,-2-3 0 0,-3 0 4 16,-7 2-5-16,-3 5 0 16,0 6-7-1,2 8-18-15,4 5-83 16,7 7-135-16,8 4-111 0,6-1-470 0</inkml:trace>
  <inkml:trace contextRef="#ctx0" brushRef="#br0" timeOffset="-101684.8">3752 3675 1385 0,'0'0'324'0,"0"0"-2"0,0 0-154 0,0 0-63 15,0 0-37-15,-31 53 28 16,30-29-26-16,1 3-21 15,4-1-6-15,7 0-23 0,2-4-8 16,3-4-12-16,0-8-6 16,-2-9-39-16,1-1-46 15,-4-15 23-15,-2-7-9 16,-5-13 12-16,-4-13 42 16,-15-18 23-16,-9-6 0 15,-4 4 6-15,3 17 3 16,9 21 25-16,7 17 71 0,5 9 57 15,0 4-28 1,4 6-70-16,0 17-52 0,16 16-3 16,9 14-9-16,6-3 0 15,-2-9-1-15,-8-13-13 16,1 0-124-16,-4-5-134 16,-4-5-614-16</inkml:trace>
  <inkml:trace contextRef="#ctx0" brushRef="#br0" timeOffset="-100986.64">3907 3568 1520 0,'0'0'249'0,"0"0"-60"16,0 0-88 0,0 0 40-16,16 57-61 0,-4-32-31 15,-1 1-14 1,1-3-18-16,-3-3-11 0,0-4-6 15,-2-8 1 1,0-8 1-16,2-1 15 0,0-15-6 16,-1-7-10-16,-1-4 6 15,-2-5-1-15,-1 0 0 16,-1 3 3-16,3 4 65 0,-1 7-17 16,1 9-20-1,1 4-21-15,3 5-14 0,2 0-2 16,1 9 0-1,1 2-15-15,0 1-25 0,1 0-95 16,-2-3-168-16,-1-5-172 16,-2-3 179-1,-1-1 157-15,-3-9 97 0,2-3 42 16,-2-4 72-16,-1 1 99 16,-3 1 74-1,-2 3 0-15,0 4 39 0,0 4-53 16,-1 3-22-1,-4 4-88-15,-1 9-78 0,0 5-1 16,1 4 1-16,4 3-10 16,1-3-7-16,3 0-4 15,7-5-11-15,3-5-10 16,2-5-1-16,1-7 0 16,0-4-1-16,0-10-15 15,-1-5-35-15,-3-7-22 16,-4-11 8-16,-4-14 34 15,-4-18 19-15,-9-4 12 0,-4 12 0 16,2 15 9-16,4 23 4 16,1 10 69-16,2 2 30 15,-1 5-1-15,2 5-65 16,0 3-34-16,3 21-11 16,4 15-1-16,10 13 15 15,5 4 7-15,0-8-5 16,-3-14-10-16,-4-12-5 15,-2-3-1-15,0 2-1 16,0-1-24-16,-2 1-157 16,-3-8-281-16,-4-6-422 0</inkml:trace>
  <inkml:trace contextRef="#ctx0" brushRef="#br0" timeOffset="-100799.14">4180 3474 2189 0,'0'0'326'0,"0"0"-86"0,0 0-133 15,80-37 37-15,-25 16-92 16,-3 2-37-16,-7 0-15 16,-19 5-207-16,-16 2-1052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09:30.2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15673 1851 579 0,'0'0'227'0,"0"0"85"0,0 0-112 15,0 0 8 1,0 0-10-16,-4 0 1 0,4 0 7 16,-1 0-62-1,1 0-57-15,-2 7-31 0,0 13-14 16,1 14 65-1,-1 0 18-15,2 1-33 0,0-3-29 16,0-7-6-16,0 6-9 16,3 3-12-16,1-2-14 15,0 1 7 1,-1-4 2-16,-1-5-19 0,-1-3-12 16,-1-6 0-16,0-4 0 0,0-4-55 15,0-3-46 1,-1-4-54-16,-7-4-95 0,1-8-294 15,0 1-241-15</inkml:trace>
  <inkml:trace contextRef="#ctx0" brushRef="#br0" timeOffset="584.39">15669 1878 424 0,'0'0'160'0,"0"0"15"16,0 0 62-16,0 0-23 0,0 0-23 16,0 0-27-16,0 0-12 15,-4-5-9-15,2 5-8 16,-3 0-43-16,-1 0-28 16,-3 3-28-16,-4 2-3 15,1 3 1-15,-2 0-9 16,1 0-3-16,0 0-13 15,3-1-7-15,1-3 5 16,2-1-6-16,2-2-1 0,4 1 1 16,0-2 0-1,1 0 8-15,0-2 10 16,1-4 12-16,4-2-1 0,3-4-8 16,2 3-3-16,2 0-17 15,2 3-2-15,0 1 7 16,0 3-7-16,0 2-11 15,-1 0 10-15,0 0-6 16,-1 6 7-16,0 1-2 16,-2 2-5-16,-1 0 5 0,-1 2-13 15,-2-1-40 1,-2 2-84-16,1 0-128 0,-2-2-260 16,-1-2-388-16</inkml:trace>
  <inkml:trace contextRef="#ctx0" brushRef="#br0" timeOffset="798.74">15840 1941 1054 0,'0'0'542'0,"0"0"-410"0,0 0 17 0,0 0-32 15,0 0-65 1,0 0-52-16,0 0-90 16,-20 16-507-16</inkml:trace>
  <inkml:trace contextRef="#ctx0" brushRef="#br0" timeOffset="10984.31">15817 1378 526 0,'0'0'195'16,"0"0"-66"-16,0 0-2 16,0 0-33-16,0 0 32 15,-5-12-41-15,3 11 15 16,-1-3 8-16,0 1-11 16,0 1-9-16,-1-1-10 15,0 1-10-15,0 0-13 0,-1-1 2 16,-1 2-14-1,-1-1-6-15,1 0 3 0,-1 1-4 16,-2-1-4-16,-2 0-7 16,0 2 3-16,-2 0 3 15,0-1 0-15,-1 1-7 16,1 0-3-16,0 0-1 16,0 0 1-16,0 0 0 15,1 0-9-15,-1 0 5 16,1 0-8-16,-1 0 3 15,-1 0-6-15,0 0 3 16,-1 0-3-16,1 0-5 0,0 1 5 16,1 2-6-16,1-1 0 15,0 0 1-15,1 0 1 16,0 1-1-16,2-1 6 16,0 0-6-16,1 1 1 15,0-1-1-15,1 1 5 16,0-1-5-16,1 1 2 15,0-1 4-15,1 1-6 16,0-1 1-16,1 1-1 16,1-1 1-16,0 1-1 15,1 0 0-15,-1 1-1 16,1 1 1-16,-1 0-1 16,0 2 1-16,0-1-1 0,0 2 0 15,-1 0 0 1,1 0 0-16,-1 1 0 15,2 0 1-15,-1 0-1 16,0 0 0-16,0 3 0 0,0-3 0 16,2 2 0-16,-1-1 0 0,1 1 0 15,-1 1 0 1,2 0 0-16,-1-1 0 0,1 2 0 16,0 0 0-1,-1-1 0-15,1-1 1 0,-1 0 0 16,1-2-1-1,-1 0 0-15,1 0 1 0,0-2-1 16,0 2 1-16,-1-2-2 16,1-1 2-16,0 2-1 15,0-1 0 1,0 0 1-16,0 1-1 0,0-1 0 16,0 2 0-16,0-3 0 15,0 2 0 1,1-1 0-16,1 0 1 0,0-1 0 15,0 1-1-15,0 0 1 16,1 0-1-16,-1 1 1 16,1-1-1-16,1 1 0 15,-1 0 0-15,-1 0 0 16,1-1 0-16,1 1 0 16,0 0 1-16,1 0-1 15,0-2 1-15,0 1-1 16,0-1 1-16,1 0-1 15,-1-2 1-15,0 3 0 0,0-4 0 16,1 2 1-16,0-1 5 16,0-1 1-16,1 1-1 15,0-2 2-15,0 3-8 16,1-2 8-16,0 0-8 16,-1 0 1-16,-1 0-2 15,2 0 6-15,-2-1-4 16,1 1-1-16,-1 0-1 15,0-1 1-15,0 1 5 16,0-1-5-16,1 0 0 0,-1 0-1 16,2-1 9-16,0 1-9 15,-1 0 8-15,2-1-8 16,0 0 6-16,0 1 9 16,1-1-9-16,-1-1 2 15,2 1 1-15,-1-1 4 16,1 0-1-16,-1 0-3 15,0 0-9-15,1 0 14 16,0 0-13-16,-1 0 7 16,1 0 2-16,-1 0-1 15,0-2-1-15,0-1 2 16,-2 2-1-16,0 0 0 16,-1-2 7-16,0 2 8 15,1-1 3-15,-2 0-9 16,0 0 4-16,1-1-5 0,0-2 2 15,1 2-7 1,0 0 4-16,1-4-7 0,-1 4-7 16,1-1 11-16,-2-1-4 15,0 2-7-15,0 0 10 16,-2 0-3-16,1 0 4 16,-1 0 1-16,0 0-8 15,-1 0 7-15,1 0 2 16,-1-1 0-16,2 1 9 15,-1-1-9-15,2-1 0 16,0-2-5-16,1 0 1 16,-1-1-4-16,2 0 1 15,-2 0-2-15,0-2-5 16,-1 1 6-16,1-2 1 16,-2 1-7-16,0 0 8 15,1-2 0-15,-2 0-3 0,0-1 3 16,-1-1-8-16,0 2 5 15,-1-2 3-15,-1 2-2 16,1-2-6-16,-1 3 0 16,-1-1 11-16,0 1-1 15,0-1-10-15,0 3 8 16,-2-3-2-16,0 1-7 16,-1 0 0-16,1 0 8 15,-1 0-7-15,0 1 0 16,2 0 0-16,-3 1-1 15,1 0 0-15,1 2 0 0,-1 0 1 16,0-1-1-16,0 2-1 16,1-1 1-16,-1 3-1 15,-1-2-1-15,0 1 1 0,0-1-5 32,0 2 5-32,0 0-5 0,0-1 5 15,-2 1 1-15,-2-1-6 16,0 1 6-16,-1-1-1 0,-1 0-5 15,-1 0-5 1,1 1 10-16,-2-1-11 0,1 1 11 16,-2 0-11-1,1-1 10-15,-2 1 1 0,3 1 0 16,0-1 1 0,2 1 0-16,2 1 0 15,0-1 0-15,2 2 0 16,1-1 0-16,1 1 0 0,0 0 0 15,0 0-1-15,1 1-5 16,0 0 4 0,-2-1 1-16,-1 0-11 0,-2 1 0 15,0 0 1 1,-6 0-10-16,-2 0-3 0,-5 2-22 16,-6 5-78-16,-23 6-151 0,5-1-329 15,2-1-862-15</inkml:trace>
  <inkml:trace contextRef="#ctx0" brushRef="#br0" timeOffset="24301.49">12183 6261 317 0,'0'0'222'15,"0"0"45"-15,0 0-37 0,0 0-35 16,-6 0 28-1,6 0-20-15,0 0-30 0,0 0 3 16,0 0-14-16,1 0-28 16,2 0-51-16,1 0-21 15,3 2 7-15,2-1-5 0,0 1-15 16,4-2-13 0,-1 1-8-1,1-1-13-15,-1 0-9 0,0 0-5 16,-1 0 0-16,0 0-1 0,-3 0 0 15,0 0-1 1,-3-1-45-16,-1 0-54 0,-1 0-54 16,-3-1-107-1,0 0-220-15,0 2-240 0</inkml:trace>
  <inkml:trace contextRef="#ctx0" brushRef="#br0" timeOffset="24730.83">12146 6339 1223 0,'0'0'296'0,"0"0"-105"0,0 0-14 0,0 0-7 0,0 0-38 0,0 0-15 15,0 0-12-15,46 11-29 16,-35-11-6-16,1 0-5 0,1 0-14 16,-1 0-12-1,1-1-9-15,0-2-5 0,-2 1-9 16,-1 0-8 0,-3 0-7-16,-2 0-1 0,-3 2-46 15,-3 0-151 1,-7 4-395-16,-3 1-929 0</inkml:trace>
  <inkml:trace contextRef="#ctx0" brushRef="#br0" timeOffset="28798.63">13877 6270 1220 0,'0'0'225'0,"0"0"18"16,0 0-8-16,0 0-37 16,0 0-80-16,0 0-44 15,7-4-12-15,2 2 21 16,3-1 1-16,3-1-14 16,-1 0-14-16,2-1-10 15,0 0-14-15,-2 0-10 16,-1 1-10-16,-3 0-11 0,0 2 0 15,-4 0-1 1,-2 1 0-16,-1 1-58 0,-3 0-104 16,0 0-136-16,0 0-318 15,0 1-402-15</inkml:trace>
  <inkml:trace contextRef="#ctx0" brushRef="#br0" timeOffset="29168.7">13848 6334 767 0,'0'0'616'0,"0"0"-443"0,0 0 31 16,0 0 39-16,0 0 16 15,0 0-67-15,0 0-15 16,37 0-29-16,-21 0-29 16,2-1-29-16,0-2-23 15,0-1-23-15,-1 0-20 16,-2 0-12-16,-3 2-5 15,-4 0-7-15,-2 1 0 0,-4 1-55 16,-3 0-160-16,-7 5-308 16,-4 2-693-16</inkml:trace>
  <inkml:trace contextRef="#ctx0" brushRef="#br0" timeOffset="42482.49">14155 6615 852 0,'0'0'278'15,"0"0"-42"-15,0 0 30 16,0 0-46-16,0 0-44 15,0 0-60-15,1 54 79 0,4-2 25 16,-1-1-37 0,-1-8-53-16,-2-12-49 0,0-11-20 15,2 1-21-15,0 1-23 16,1 1-8-16,-1-6-9 16,-1-4-9-1,-2-6-80-15,0-7-179 0,-2 0-120 16,-3-7-431-16</inkml:trace>
  <inkml:trace contextRef="#ctx0" brushRef="#br0" timeOffset="42828.75">14115 6595 1107 0,'0'0'256'16,"0"0"-75"0,0 0 50-16,0 0-65 0,0 0-67 15,-33 42-52 1,25-35-13-16,2-3-13 0,0-1-10 16,2-3 1-16,2 0 10 15,2-3 26-15,0-5-8 16,3-3-3-16,7 0 4 15,4 1 11-15,4 4-3 16,1 3 3-16,3 3-10 16,0 0-13-16,1 12-8 15,1 2-9-15,-1 2-10 16,0 4-1-16,0 0-1 16,7 9-65-16,-5-6-244 15,-5-4-677-15</inkml:trace>
  <inkml:trace contextRef="#ctx0" brushRef="#br0" timeOffset="44708.78">12912 6898 885 0,'0'0'188'0,"0"0"-54"15,0 0-21 1,-58-16 94-16,35 16-28 16,-5 0-42-16,0 1-5 15,0 7 19-15,-1 1-21 0,3 4-19 16,0 4-24-16,2 1-17 15,1 5-3-15,2 5 0 16,3 0-10-16,3 5-5 16,5 1-1-16,2 1-6 15,4 6-2-15,4-4-12 16,0-1 1-16,4 7-2 0,6-10-11 16,3 3 12-1,4-2 5-15,2-8 5 0,6-2-7 16,3-2-2-1,2-5 1-15,3-3 9 0,0-3-15 16,3-3-9 0,-1-4 4-16,-1-2-7 0,-4-2 0 15,0 0-6-15,-4-9 6 16,-3-2 0-16,-3-4 1 16,0-3-4-16,-4-3 2 15,0-3-4-15,-2-3-1 16,-2-4-1-16,-2-1-7 15,-3-1 5-15,-1 1 0 16,-3-1-5-16,-1 4 8 0,-2-1 3 16,0 3-3-1,-1 1 3-15,-5 0-11 16,-2 1 0-16,-2 0 5 16,-3 3-5-16,0 3 0 0,-2 2 0 15,-2 2 1-15,0 3-1 16,0 2-1-16,-1 3 1 15,1 1 0-15,0 2-1 16,1 3 0-16,2 1-1 16,0 0 1-16,2 0-8 15,4 0-7-15,2 0-31 16,0 3-62-16,3 1-66 16,3 1-170-16,0-2-372 15,3-3-667-15</inkml:trace>
  <inkml:trace contextRef="#ctx0" brushRef="#br0" timeOffset="44883.85">13050 6849 2002 0,'0'0'284'0,"0"0"-14"0,0 0-153 15,0 0-77-15,0 0-40 16,0 0-144-16,0 0-371 15,2-3-1378-15</inkml:trace>
  <inkml:trace contextRef="#ctx0" brushRef="#br0" timeOffset="47050.69">9000 3177 670 0,'0'0'234'0,"0"0"42"15,0 0-83-15,0 0-14 16,0 0-23-16,-40-20-7 16,29 17-39-16,-1 0 23 15,-2 0-31-15,-2 3-9 16,0 0-7-16,-3 0-17 15,-1 0-11-15,-1 4 6 16,1 3 14-16,0 3-28 16,2 3-9-16,0 2-4 15,-1 4-10-15,2 2-2 16,2 2-4-16,0 3-3 16,2 1-3-16,1 0 3 15,1 2-2-15,2-3 11 16,1 1-4-16,3 0 2 0,1-1 1 15,2 1 3 1,0 2 0-16,2-2-4 0,0 0 7 16,6 0-5-16,1-1-2 15,3 0 1-15,4-1-10 16,3 0 1-16,5-2-8 0,1-1 0 16,5-2 1-1,0 1 2-15,4-4 3 0,0-1 0 16,1-4 10-1,-1 0 10-15,1-5-17 0,1-2-5 16,-1-5 16 0,0 0-2-16,-1-5-6 0,-2-6-2 15,-1-3-5-15,-2 0-2 16,-1-5 1 0,-4 0-4-16,-1-3 2 0,-3-1-2 15,0 0 3-15,-3-3 3 16,0-1 0-16,-1 0 1 15,-2 0-15-15,-2 1-1 16,-3 0 0-16,0 1 0 16,-4-1-1-16,-3 0 0 15,0-1-6-15,-6-1-10 16,-4-1-22-16,-4-1 12 0,-2-1 18 16,-1 0 0-1,-2 2-39-15,-1 2 17 0,1 3 1 16,0 3 12-1,0 2-17-15,1 5 8 0,0 1 8 16,1 4-8-16,2 1 5 16,1 1 7-16,-1 4-5 15,1 1-1-15,0 1 0 16,2 1 6-16,-1 0-10 16,0 3 1-16,2 2 1 0,-1 1-4 15,1 2 17 1,2-2 2-16,1 0-9 15,1 0 2-15,3-2 0 16,2 1-9-16,1-2-8 16,1 1-5-16,6-3-90 0,5-1-461 15,-3 0-540-15</inkml:trace>
  <inkml:trace contextRef="#ctx0" brushRef="#br0" timeOffset="47212.55">9092 3118 1418 0,'0'0'336'0,"0"0"-81"16,0 0-174-16,0 0-81 16,0 0-79-16,0 0-508 0</inkml:trace>
  <inkml:trace contextRef="#ctx0" brushRef="#br0" timeOffset="53348.56">2431 6190 102 0,'0'0'599'0,"0"0"-501"0,0 0-42 16,0 0-56-1,0 0-72-15,10-2-165 0</inkml:trace>
  <inkml:trace contextRef="#ctx0" brushRef="#br0" timeOffset="54118.69">4431 6095 678 0,'0'0'223'0,"0"0"-71"16,0 0-25-16,0 0 3 0,0 0-5 15,0 0-33 1,0 0-30-16,-6 0-31 0,6 0-23 16,0 0-8-1,0 0-45-15,0 4-166 0,0-1-323 0</inkml:trace>
  <inkml:trace contextRef="#ctx0" brushRef="#br0" timeOffset="54908.62">6215 5912 728 0,'0'0'204'0,"0"0"-50"16,0 0-51-16,0 0-22 15,0 0-42-15,0 0-39 16,0 0-23-16,-3 5-152 16,7-4-224-16</inkml:trace>
  <inkml:trace contextRef="#ctx0" brushRef="#br0" timeOffset="56748.93">2949 6020 205 0,'0'0'0'0</inkml:trace>
  <inkml:trace contextRef="#ctx0" brushRef="#br0" timeOffset="63651.15">3735 5611 863 0,'0'0'240'0,"0"0"-62"16,0 0 2-16,0 0 41 16,0 0 1-16,0 0-36 15,26 14-41-15,-16-9-21 16,1 1-16-16,1 1-2 15,0-1-15-15,-1 0-12 16,1 1-15-16,0-1-12 16,0 0-6-16,-1-2-2 15,1 0-8-15,-1-1-9 16,-1-2 1-16,1-1 6 0,1 0-14 16,1 0-1-1,-1-5-5-15,1 0-1 16,-1-1-4-16,-1-2 2 15,0 1-4-15,-1 0 4 0,0-1-2 16,0 0 3-16,-1-1-2 16,2 0 1-16,-1 0-5 15,0-1-5-15,0 0 5 16,0-1-4-16,-1 3 4 16,-1-1-5-16,1 1 0 0,0-1 8 15,-2 1-3 1,0 0 2-16,1 1 1 15,-3-2 0-15,3-1 0 16,-1 0 1-16,-2 0-1 0,2-2-3 16,-3 0 3-16,2-1 0 15,-3-1-8 1,0-1 7-16,1 0-7 0,-3 0 5 16,0-1-5-1,-1 1-1-15,0 1 1 0,0-1 0 16,0 0 0-16,0 2 0 15,-1-1 1-15,-1 2 5 16,-1-2-5-16,0 3 11 16,2-1-2-16,-4 0 1 15,0 1-3-15,-1 0 1 16,-2 2-2-16,-1-1-7 16,-1 0 11-16,-3 1-6 15,0 0-5-15,-2 2 5 16,1-1-4-16,-2 2-1 15,-1 0 7-15,0 1-7 16,-1 0 0-16,0 0 0 0,0 1 0 16,1 1 5-16,-1 0-6 15,2 1 0-15,-1 1 0 16,2 0 0-16,-2 1 1 16,2 0-2-16,-1 1 1 15,0 4 0-15,-1 1 0 16,2 2-1-16,0 1 0 15,0 1 2-15,1 0-1 16,0 2 0-16,2-3 0 16,0 3 0-16,0 1-1 0,2 1 1 15,1 0 0 1,0 0 1-16,1 1-1 0,1 1 1 16,0 0 0-16,2 2 0 15,2 1-1-15,2 1 1 16,1 1 0-16,0 1 7 15,1 0 1-15,5 0-3 16,1 1-5-16,3-1 5 16,-1 1-5-16,3 0 5 15,-1-1-6-15,1-1 2 16,-1-3-1-16,-1-2 5 0,-1-1-5 16,-2-5-1-1,-2-2 0-15,-2-2 0 0,-1-3-1 16,-1-2-6-1,-1-1-50-15,0 0-84 0,-4-11-76 16,-6 0-358-16,0-1-505 0</inkml:trace>
  <inkml:trace contextRef="#ctx0" brushRef="#br0" timeOffset="63831.01">3728 5590 2112 0,'0'0'309'0,"0"0"-115"0,0 0-54 16,0 0-28-16,0 0-112 15,0 0-108 1,0 0-616-16</inkml:trace>
  <inkml:trace contextRef="#ctx0" brushRef="#br0" timeOffset="70878.72">2194 5420 1097 0,'0'0'349'0,"0"0"-139"16,0 0-56-16,0 0-41 15,0 0 7-15,0 0-12 16,29-3-41-16,-11 1-27 16,1 1-17-16,0-3-10 15,1 1-12-15,-1-1-1 16,-1-1-1-16,0-3-100 15,-2 0-208-15,-6 1-453 0</inkml:trace>
  <inkml:trace contextRef="#ctx0" brushRef="#br0" timeOffset="71164.67">2301 5285 1187 0,'0'0'399'16,"0"0"-195"-16,0 0-132 0,0 0-45 16,0 0 73-16,0 0 22 15,0 0-53-15,52 37-31 16,-35-26-24-16,0-1-13 16,-2 2 0-16,-3-2 1 15,-3 1-2-15,-5 2-1 0,-4 0-9 16,0 1 2-1,-4 3 7-15,-7 1-15 16,-3 1-38-16,-5 6-77 16,4-4-115-16,1-4-448 0</inkml:trace>
  <inkml:trace contextRef="#ctx0" brushRef="#br0" timeOffset="72800.94">782 5535 1041 0,'0'0'303'0,"0"0"2"16,0 0 11-16,0 0-68 15,0 0-51-15,0 0-80 16,0 0-74-16,-17-18-27 15,17 24-16-15,1 10-14 16,9 11 14-16,0 2 17 0,3 5 38 16,3 0 9-1,-2-6 18-15,2 1-26 0,0-2-32 16,-1-4-17 0,-1-3-6-16,-2-2-1 0,-3-6 0 15,-2-1 0-15,-2-5-1 16,-3-3-15-16,-1-3-7 15,-1 0 16-15,0-6 7 16,0-7 0-16,-2-4-2 16,0-3 1-16,1-2-5 15,1 4 1-15,0 1 5 0,3 4 0 16,4 5 0 0,2 2 0-16,1 4-2 0,2 2 2 15,2 0 0 1,-1 6 1-16,0 3 5 15,1 1-5-15,-1 0 5 16,-2 1-5-16,-2-1-1 0,0-2-1 16,-2 1-9-16,-2-3-151 0,-1-2-172 15,-2-4-383-15</inkml:trace>
  <inkml:trace contextRef="#ctx0" brushRef="#br0" timeOffset="73465.21">1053 5490 882 0,'0'0'350'0,"0"0"-38"15,0 0-42-15,0 0-52 0,0 0-49 16,0 0-48-1,0 0-20-15,-37 6-16 16,29 2-12-16,2 2-12 0,1 0-16 16,1 1-10-16,2 0-12 15,2 0-13-15,0 0-4 16,0-2-4-16,6 0-1 16,1-3-1-16,0-2 0 0,-1-2-8 15,1-2 7 1,0 0-5-16,-1-4 4 0,-1-7-7 15,-2-3-16 1,-2-4 8-16,-1-2 4 0,0-2 12 16,-8-2-1-16,-3-1 2 15,-3-1 0-15,0-1 5 16,-2 1-4-16,2 4 0 16,2 5 6-1,3 5-6-15,3 4 5 0,3 5-5 16,3 3 0-16,0 0-1 15,1 12-28-15,7 5 16 16,4 6 12-16,2 3 33 0,3 2 9 16,0-2-14-1,2-1-19-15,-3-3-7 16,1 0-2-16,-1-2-29 16,1 3-207-16,-5-6-404 15,-4-2-945-15</inkml:trace>
  <inkml:trace contextRef="#ctx0" brushRef="#br0" timeOffset="73783.8">1227 5680 1497 0,'0'0'300'0,"0"0"-41"0,0 0-93 0,0 0-87 16,0 0-42-16,0 0 32 0,0 0-27 15,24 38-20-15,-18-28-11 16,0-1-5-16,-1 1-5 15,-1-2-1-15,0 1-20 16,-2-3-153-16,-2-3-189 16,0-2-406-16</inkml:trace>
  <inkml:trace contextRef="#ctx0" brushRef="#br0" timeOffset="74078.72">1175 5549 932 0,'0'0'270'0,"0"0"-122"0,0 0-54 15,0 0 30-15,0 0-51 16,0 0-28-16,7 41-13 16,-3-33-12-16,0-4-4 15,-2 0-4-15,0-3 0 16,-2-1 10-16,0 0 35 0,0-6-12 15,0-2-26 1,0-2-19-16,-2-1 0 0,-1 2-1 16,0-1-31-1,2 4-19-15,1 3-31 0,0 3-148 16,0 7-334-16,1 3-106 0</inkml:trace>
  <inkml:trace contextRef="#ctx0" brushRef="#br0" timeOffset="74350.72">1299 5702 1585 0,'0'0'333'15,"0"0"-62"1,0 0-98-16,0 0-69 0,0 0-59 16,0 0-12-1,0 0-7-15,30-8-14 0,-20 3-6 16,0 2-6-16,-2-2 0 0,0 0-7 16,2-4-84-1,-3 2-196-15,-3 0-350 0</inkml:trace>
  <inkml:trace contextRef="#ctx0" brushRef="#br0" timeOffset="74618.75">1373 5547 1245 0,'0'0'524'0,"0"0"-383"15,0 0 19-15,0 0 42 16,0 0-22-16,0 0-12 16,33 55-35-16,-23-36-16 15,3 1-20-15,-2-1-25 16,0-1-29-16,-3-3-22 16,-1-2-15-16,-1-3-5 15,-2-2-1-15,-1-2-14 0,-1-6-170 16,-1 0-338-1,-1-2-869-15</inkml:trace>
  <inkml:trace contextRef="#ctx0" brushRef="#br0" timeOffset="81850.5">1515 5392 372 0,'0'0'208'0,"0"0"-92"0,0 0 15 16,0 0-20-16,0 0-51 16,0 0-29-16,0 0-16 15,1 0-5-15,-1 0 10 16,0 0 3-16,0 0-2 15,0 0-7-15,0 0-14 16,-1 0 31-16,0 0-4 16,-1 0-8-16,1 0 0 15,0 0 0-15,0 0 12 16,1 0-15-16,0 0 12 0,0-1-28 16,0-1 14-1,0 1-3-15,0-1 3 0,0 1-11 16,0 0-2-1,0 0-1-15,0 1-7 0,1 0-2 16,0 0-1-16,0 0 3 0,-1 0 6 16,1 0-8-1,-1 3 8-15,0 0 1 16,0-1-1-16,0 1 1 16,-1 0-2-16,-3-2 2 0,2 1 3 15,0-1-2 1,0-1 7-16,-1 0 0 15,3 0 4-15,0 0-12 16,0-3-21-16,0 0 21 16,0 0 13-16,3 1-13 15,1 0 0-15,-2 0-2 0,2 2 1 16,-2-1 0-16,1 1-8 16,-1 0 0-16,-2 0-22 15,3 0-90-15,-3 0-142 0</inkml:trace>
  <inkml:trace contextRef="#ctx0" brushRef="#br0" timeOffset="84868.07">1541 5124 1134 0,'0'0'269'0,"0"0"-86"0,0 0-33 0,0 0-11 16,0 0-26-16,0 0-43 0,0 0-36 16,-3 5-27-16,9 9 16 15,1 5 15-15,2 4 9 16,0 2-11-16,3-1-14 16,-1 1-10-16,1-2-2 15,-1-1-9-15,-2-2 0 16,0-1 0-16,-1-4 0 15,-2-3-1-15,-2-2-1 0,-1-5-14 16,-1-2-9-16,-2-2-7 16,0-1 6-16,0 0 18 15,0-6 0-15,-2-4-2 16,-1-3 7-16,-1-2 1 16,1-2 1-16,0 1 1 15,3 0 5-15,0 2 3 16,0 3-8-16,3 2 5 15,2 5-5-15,2 2 1 16,1 2 4-16,2 0 3 16,1 9 10-16,0 2 4 0,0 3-2 15,-1 0-2 1,-1 1-8-16,-1-1-5 0,-2-2-5 16,0-1 0-1,-2-2-1-15,0-3-1 0,0-2-117 16,-2-2-183-1,0-2-339-15</inkml:trace>
  <inkml:trace contextRef="#ctx0" brushRef="#br0" timeOffset="85584.42">1819 5267 1107 0,'0'0'232'0,"0"0"-54"0,0 0-41 0,0 0-49 16,0 0-11-16,0 0 5 16,0 0-25-16,14 9-23 0,-10-9-13 15,0 0-3-15,0 0-6 16,-1 0-3-16,0 0-8 16,-1-4 7-16,0-3-8 15,-1 0-23-15,-1-1-11 16,0 2 8-16,0-2 14 15,-5 4 11-15,0 0 0 16,1 1 1-16,-2 3 16 16,-1 0 21-16,0 0 23 0,1 2 6 15,-1 6-11 1,1 4 5-16,2 2-8 16,1 1 7-16,2 4-2 0,1-2-2 15,0-1-11-15,4-1-4 16,3-2 7-16,3-3-1 15,0-1-9-15,0-2-12 16,2-3-2-16,-1-1-11 16,1-3-5-16,0 0 1 15,0-3-7-15,-1-5-1 16,-2-2-5-16,-1-3-105 0,-3 1-152 16,-4 1-563-16</inkml:trace>
  <inkml:trace contextRef="#ctx0" brushRef="#br0" timeOffset="86210.36">1749 4953 351 0,'0'0'293'0,"0"0"-34"15,0 0-3-15,0 0-24 0,0 0-20 16,0 0-23-16,0 0-3 16,0-6-5-16,-1 6-39 15,1 0-27-15,0 0-30 16,0 0-23-16,0 0-30 15,0 3-20-15,2 6-6 16,3 4 28-16,3 0 13 16,2 3-6-16,-1-1-7 15,1 0-10-15,0 1-17 0,-1-2-6 16,0 0-1 0,0 6-64-16,-2-4-264 0,-2-4-897 0</inkml:trace>
  <inkml:trace contextRef="#ctx0" brushRef="#br0" timeOffset="89460.56">4344 5533 721 0,'0'0'351'0,"0"0"-125"0,0 0-44 0,0 0-31 16,0 0-40-16,0 0 0 15,29-9-9-15,-13 5 21 16,1-2-22-16,2 0-29 0,-1 0-34 16,0 0-18-1,-3 2-13-15,-1-2-7 0,-4 3-7 16,-3 0-9 0,-4 3-154-16,-1 0-103 0,-2-2-221 0</inkml:trace>
  <inkml:trace contextRef="#ctx0" brushRef="#br0" timeOffset="89878.86">4360 5407 1041 0,'0'0'290'0,"0"0"-176"16,0 0 123-16,0 0 22 16,0 0-159-16,0 0-75 15,0 0-12 1,-9-10-3-16,9 20 43 0,0 1 14 16,-2 4-26-16,-1 1-11 15,-3 0-1 1,2 2-8-16,-1-1-6 15,-1 0-6-15,0-1-8 0,2-1 6 16,2-2-1-16,1-2 5 16,1-1-4-16,0-3 2 15,2-2 4-15,5-1-4 16,2-2 5-16,1-2-4 16,3 0 0-16,2 0-9 15,-1-2 0-15,5-4-1 16,-2 1 0-16,-1 1-18 15,3 1-53-15,-3 3-173 0,-4 0-349 0</inkml:trace>
  <inkml:trace contextRef="#ctx0" brushRef="#br0" timeOffset="91084.44">4560 5287 1021 0,'0'0'285'0,"0"0"-15"0,0 0-12 16,0 0-74-16,0 0-103 16,0 0-47-16,0 0 56 15,8 56 6-15,2-28-33 16,2-1-35-16,1 1-16 16,0-3-11-16,-2-4 1 15,1-1-2-15,-4-3-2 0,0-3-10 16,-4-4 5-1,0-4-6-15,-2-5-7 0,-2-1 20 16,0-1 5-16,0-10-5 16,0-1 1-16,-2-6-1 15,-2 0 2-15,4 2 4 16,-2 1 1-16,2 2 2 16,0 6-2-16,0 2 1 15,5 3-2-15,2 2-6 16,3 2 1-16,2 8 8 0,2 5 10 15,11 20 17 1,-12-15-27-16,-3-1-1 16,0 1-2-16,-2-3-6 15,0-1 0-15,-2 1-55 16,-2-4-195-16,0-5-396 0</inkml:trace>
  <inkml:trace contextRef="#ctx0" brushRef="#br0" timeOffset="92208.73">4810 5313 414 0,'0'0'186'0,"0"0"-21"0,0 0 1 0,0 0-4 0,0 0-12 16,0 0 8-16,0 0 15 15,-5-9-5-15,-2 9-35 16,3 0-28-16,-3 0-13 15,-1 0-27-15,0 5-9 16,0 4-20-16,4-1 2 0,-2 1-16 16,5 1-7-1,1 0-7-15,0-1 0 16,1-1-7-16,6-2 0 16,1-1 0-16,0-2 4 0,4-1-5 15,-4-2-1 1,1 0-6-16,-2-3-34 15,-2-4-20-15,-4-3-8 16,0-2 21-16,-1 0 23 0,0-4 18 16,-5-3 7-16,-1 1 0 15,-3-4 0-15,2 2 7 16,0-2 2-16,-2 5 14 16,4 2-1-16,0 5 39 15,1 4-9-15,2 1 4 16,1 4-16-16,1 1-21 15,0 1-19-15,3 8 0 0,5 3 0 16,2 6 12 0,2 1-3-16,1 1-7 0,-1 0 5 15,-1 0-7 1,0-3-9-16,4 9-16 0,-4-6-194 16,-1-4-419-16</inkml:trace>
  <inkml:trace contextRef="#ctx0" brushRef="#br0" timeOffset="92499.51">4916 5496 1013 0,'0'0'592'0,"0"0"-407"0,0 0-54 0,0 0 50 15,0 0-30-15,0 0-58 0,11 50-31 16,-5-38-32 0,-1 0-12-1,0-2-17-15,-1-1-1 0,-1-2-8 16,-2-1-106-16,-1-1-205 0,0-4-385 0</inkml:trace>
  <inkml:trace contextRef="#ctx0" brushRef="#br0" timeOffset="92766.03">4865 5412 1047 0,'0'0'236'0,"0"0"-28"16,0 0-73-16,0 0-49 15,0 0-36-15,0 0-4 0,0 0 10 16,-4-9-25 0,4 3-14-16,0 1-6 15,0 2-10-15,0 0-1 16,4 3-9-16,2 0-10 15,0 6-4-15,5 9-104 16,-2-3-233-16,-1 0-627 0</inkml:trace>
  <inkml:trace contextRef="#ctx0" brushRef="#br0" timeOffset="93028.55">4986 5563 1272 0,'0'0'389'15,"0"0"-95"-15,0 0-33 16,0 0-78-16,0 0-69 16,0 0-37-16,0 0-43 0,37-11-22 15,-32 10-12 1,0-1 0-16,-1 1-64 0,2-3-129 15,-1 0-307 1,-1 0-427-16</inkml:trace>
  <inkml:trace contextRef="#ctx0" brushRef="#br0" timeOffset="93232.08">5075 5436 1613 0,'0'0'493'16,"0"0"-291"-16,0 0-55 0,0 0 39 15,0 0-37-15,20 41-40 16,-12-23-48-16,3 0-26 16,-3-1-28-16,2 2-7 15,-1 6-19-15,-4-1-231 16,-1-4-413-16</inkml:trace>
  <inkml:trace contextRef="#ctx0" brushRef="#br0" timeOffset="96348.88">5102 5291 176 0,'0'0'138'0,"0"0"-2"0,0 0 50 0,0 0 6 16,0 0-1-16,0 0-16 15,0 0-13-15,0 0 8 16,0 0-42-16,0 0-32 16,0 0-31-16,0 0-27 0,0 0-19 15,0 0-12 1,0 0-6-16,0 1 23 0,0 1 15 16,0 1-12-1,0-1-8-15,0 0-8 16,0-1-2-16,-1 0-7 15,1-1 5-15,-2 0-5 0,2 0 10 16,-1 0-3-16,1-3-9 0,0-2 0 16,0 0-9-1,0-1-1-15,0 2 3 16,0 2 5-16,1 0 1 16,2 0-5-16,0 2 5 0,1 0 0 15,0 0-5 1,-1 0 3-16,-1 0 2 0,1 2-8 15,-2 2 3 1,-1-1 4-16,0 1-9 0,0 0-7 16,0-1-8-16,0-1 2 15,0-1 23 1,-1-1 0-16,-3 0 1 0,1 0 0 16,0-1 1-16,1-4-1 15,-1-2-1-15,0 1-1 16,3-1-4-16,0 1-1 15,0 2 7-15,0 2-1 16,0-1 1-16,0 3-1 16,3 0 1-16,0 0-2 15,0 0 1-15,0 0-8 16,-1 0 6-16,1 5-3 16,-2-1 0-16,-1 0 0 15,0-1-4-15,0-1 1 16,0 2-4-16,0-3 6 15,-3 0-9-15,0 1 1 16,1-2 14-16,-1 0 0 0,0 0-6 16,-1-2 7-16,4-2-1 15,-1 1-11-15,1-1-4 16,0 1 2-16,0 1-15 16,0 2-53-16,1 0-100 15,2 0-306-15</inkml:trace>
  <inkml:trace contextRef="#ctx0" brushRef="#br0" timeOffset="98000.68">5166 5068 376 0,'0'0'280'0,"0"0"-22"0,0 0-34 0,0 0 14 16,0 0 0-16,0 0-61 16,0 0-56-16,-10-12-47 15,10 29 3-15,3 5 20 16,4 4 4-16,0 3-41 16,3 1-9-16,-1-1-2 15,2-3-15-15,-2-2-19 16,2-3-8-16,-3 0-7 0,-1-5 0 15,-1-2-1 1,-3-6-6-16,-2-3-2 0,1-4 0 16,-2-1 0-16,0-5-6 15,0-7-17-15,0-3 12 16,-4-4 19-16,0-2 0 16,0 0 0-16,1 1 0 15,2 3-4-15,1 3 5 16,0 4 6-16,4 4-6 15,2 1 0-15,3 5 9 16,3 0-8-16,0 5-1 16,4 5 1-16,-1 5 11 15,-2 0 7-15,1 0-4 0,-3 4-6 16,-2-4-7 0,-1 1-2-16,-2-3 0 0,-1 0-12 15,1-2-99 1,-2-4-266-16,-1-3-673 0</inkml:trace>
  <inkml:trace contextRef="#ctx0" brushRef="#br0" timeOffset="99914.91">5315 5001 837 0,'0'0'289'0,"0"0"-77"0,0 0-38 0,0 0-68 15,0 0-42-15,0 0-24 16,0 0-14-16,4-1 27 15,1 1 8-15,3 0-24 16,-1-2-20-16,1-2-11 16,-3 0-5-16,-1-3 0 15,0 0 0-15,-2-2-1 16,-2 0 0-16,0-2-1 16,-3 1 0-16,-4 0 0 0,-1 0 1 15,3 2 1 1,-3 1 6-16,1 2 5 0,2 1 40 15,-1 3 22 1,-2 1 1-16,1 0-17 0,3 1-10 16,-2 8-5-16,1 2-3 15,0 4 2-15,4 2 2 16,1 1-2-16,0 0-12 0,9-1 1 16,1-1 1-1,1-1-12-15,2-3-7 0,2-4-1 16,0-1-10-1,-1-2-2-15,2-4 0 0,-1-1 0 16,-2 0-18-16,1 0-95 16,-1-4-175-16,-5 2-499 0</inkml:trace>
  <inkml:trace contextRef="#ctx0" brushRef="#br0" timeOffset="100684.06">5470 5229 801 0,'0'0'286'0,"0"0"-53"0,0 0 12 0,0 0-60 15,0 0-43-15,0 0-33 16,0 0-33-16,-4-29-23 16,6 27-13-16,1 0-20 15,1 2-9-15,1 0 3 16,0 0 7-16,0 2 10 15,0 4 5-15,-1 1-5 16,0 1 7-16,-2 2-2 16,0 0-8-16,-2 0 3 15,0 0-8-15,0 0-6 16,-4-3-6-16,-3 2-5 16,4-2-6-16,-2-1 1 0,-1-1-1 15,1-3 0 1,1-1 0-16,1-1-18 0,1 0 1 15,1 0 8 1,1-2 0-16,0-1 7 0,0 0 1 16,0 2 0-16,3 1 0 0,0 0 1 15,2 0 0 1,0 4 0-16,1 4 1 0,0 2 18 16,1 2 14-1,-1-1 1-15,1-1 11 0,0-2-1 16,0 0-2-1,1-3-8-15,0-1-10 0,2-4-6 16,0 0-7-16,1 0-4 16,2-7-7-16,-2 0-131 15,-6 0-539-15</inkml:trace>
  <inkml:trace contextRef="#ctx0" brushRef="#br0" timeOffset="103967.89">6148 5321 1125 0,'0'0'376'0,"0"0"-137"0,0 0-83 15,0 0-63-15,0 0-62 0,0 0 31 16,-9 45 59 0,7-19-25-16,1 2-35 0,1 1-14 15,0-3-4 1,0-1-16-16,0-1-13 0,0-2-14 15,3-3 0 1,-2-4-1-16,1-3-5 0,-1-5 4 16,0-3 1-16,0-4 1 15,-1 0-1-15,1-5 1 16,0-7 7-16,0-4 1 16,2-3-7-16,2 0 1 15,2 3 5-15,0 3-5 16,2 5 8-16,0 5-2 15,2 3-8-15,1 3 1 16,0 6-1-16,0 5 2 16,0 2 5-16,-3-1-1 15,0 2-6-15,-3-3 0 16,0 0-11-16,-2-2-8 16,2-4-112-16,-2-2-191 0,1-4-428 0</inkml:trace>
  <inkml:trace contextRef="#ctx0" brushRef="#br0" timeOffset="104560.98">6425 5396 966 0,'0'0'274'0,"0"0"4"0,0 0-71 15,0 0-59-15,0 0-29 16,-46-4-29-16,36 10-16 15,1 3-5-15,1 1-7 16,2 2-19-16,2-1-19 16,2 1-23-16,2 0 9 0,0-2 7 15,1-1-17 1,5-2 1-16,1-2-1 0,0-3 0 16,1-2-1-1,0 0-39-15,1-2-25 0,-1-7-1 16,-2 0 17-1,1-6 12-15,-3 1 25 0,-1-4 12 16,-1-2 1-16,-2-1 15 16,0-3-4-16,0-1 3 15,-3 0 1-15,-1 2 23 16,1 2 12-16,0 5 0 16,0 5 6-16,1 5-2 15,1 4-31-15,1 2-24 16,0 10-1-16,0 8 1 15,3 6 7-15,1 6 38 16,2 0-6-16,1 3-19 0,0-4-14 16,-1 0-6-1,1-3-25-15,-1 7-122 0,-2-8-356 16,-2-5-687-16</inkml:trace>
  <inkml:trace contextRef="#ctx0" brushRef="#br0" timeOffset="104928.46">6434 5653 469 0,'0'0'914'0,"0"0"-715"0,0 0-15 16,0 0 30-16,0 0-25 15,-8 44-82-15,8-32-13 16,0 1-37-16,0 0-19 15,0-1-11-15,0-2-18 16,0-1-8-16,0-2-1 0,1-2-10 16,-1-2-62-16,0-3-159 15,-1 0-135 1,-3-2-502-16</inkml:trace>
  <inkml:trace contextRef="#ctx0" brushRef="#br0" timeOffset="105200.16">6398 5563 951 0,'0'0'243'16,"0"0"-90"-16,0 0 40 0,0 0-56 16,0 0-78-1,0 0-37-15,0 0-7 16,-16 9-8-16,14-9 1 15,-1-1-8-15,3-4-25 0,0 0 25 16,0 0-36-16,0 2-23 0,3 2-21 16,1 1-16-1,2 4 41-15,1 4-99 16,-1 0-187-16</inkml:trace>
  <inkml:trace contextRef="#ctx0" brushRef="#br0" timeOffset="105428.61">6489 5697 1174 0,'0'0'388'16,"0"0"-141"-16,0 0-77 0,0 0 2 15,0 0-72-15,0 0-66 16,41 0-21-16,-30-3-13 16,0 0-13-16,0-2-130 15,-1 1-216-15,-2 0-479 0</inkml:trace>
  <inkml:trace contextRef="#ctx0" brushRef="#br0" timeOffset="105660.69">6612 5580 1416 0,'0'0'316'16,"0"0"-124"-16,0 0 70 15,0 40-56-15,0-21-74 16,1 2-35-16,4-1-21 15,-1-1-48-15,1 0-18 0,0-2-10 16,1 5-19-16,0-4-164 16,-3-3-438-16</inkml:trace>
  <inkml:trace contextRef="#ctx0" brushRef="#br0" timeOffset="107267.5">6724 5412 154 0,'0'0'281'0,"0"0"-37"0,0 0-17 16,0 0-32-16,0 0-62 16,0 0-56-16,0 0-3 15,3-4 25-15,-2 8-6 0,-1 0-39 16,0 1-22-1,0-1 4-15,-1 1 10 0,-3-1-11 16,-2 0 0-16,2-1-19 16,-1-2-10-16,1-1-5 15,0 0-1-15,1 0 1 16,1 0-1-16,1-6 0 16,0 2 10-16,1-2-10 15,0 2 2-15,0 0-2 16,3 1 1-16,1 2 0 0,0 1 1 15,1 0-2 1,-1 0 0-16,0 1-1 0,0 3-1 16,-1 2 1-16,0 0-9 15,-3-1-1-15,0 0 1 16,0-1 1-16,0 0 9 16,-3-1 5-1,-1 0-4-15,-1-3 11 0,3 0-2 16,-1 0 2-16,0 0 0 15,3-1-4-15,-1-3-7 16,1-1 18-16,0 0-7 16,0 1-11-16,0 1 1 15,2 1 5-15,0 2-7 16,1 0-1-16,-2 0-12 16,2 0 4-16,-3 4 0 15,1 1 8-15,-1-3-13 16,0 4-3-16,0-3 5 15,-1-3-70-15,-2 0-196 16,3 0-857-16</inkml:trace>
  <inkml:trace contextRef="#ctx0" brushRef="#br0" timeOffset="109300.39">6803 5174 571 0,'0'0'196'0,"0"0"7"0,0 0 9 0,0 0-13 16,-8-45-16-16,6 39-21 15,1 5 9-15,-1 1-58 16,2 12-59-16,0 15 72 0,0 14-18 15,0 1 11 1,0-3-45-16,0-4 18 0,3-8-31 16,1 3-23-16,2 3-21 15,1-5-9-15,-1-2-8 16,1-5-1-16,-2-4-1 16,-1-7-4-16,-1-3 5 15,-2-4-5-15,0-3 6 16,-1 0 7-16,1-5 5 15,-1-6-6-15,0-5-6 0,1-3 0 16,0-1 0-16,3 0 0 16,0 1 1-16,2 4 0 15,0 5 0-15,0 3-1 16,0 6-1-16,2 1-7 16,1 4 7-16,1 6 1 15,-1 4-1 1,0 3 1-16,0 0 1 0,-3-1-1 15,0 0-1-15,-1-3-7 16,-1-1-6-16,-1 0-12 16,-2-1-136-16,0-4-189 0,-1-2-383 0</inkml:trace>
  <inkml:trace contextRef="#ctx0" brushRef="#br0" timeOffset="109910.68">7028 5425 963 0,'0'0'294'0,"0"0"-39"0,0 0-79 0,0 0-18 15,0 0-38 1,0 0-53-16,0 0-40 0,13-5-26 15,-5 5 0-15,0 0-1 16,-2 1-14-16,-1 3 3 16,-1 3-6-16,-2 1 5 15,-2 0-10-15,0 1-8 0,-1-1 10 16,-6-1-24 0,0 1 44-16,-1-4 9 15,1 0 2-15,2-2-5 16,2 0 10-16,1-2 42 15,2 0-10-15,0 0 3 16,0 3-16-16,5 0-7 0,2 3 15 16,1 0-9-16,2 5-16 15,0 1 1-15,-1 0 2 16,0 0-8-16,-4 1 8 16,-1 0 12-16,-4-2 1 15,0-1 15-15,-2-1 7 0,-6-2-22 16,-1-1-16-1,-3-3-8-15,-1-3-10 0,-2 0-20 16,-5-14-108-16,6-2-230 16,0-3-748-16</inkml:trace>
  <inkml:trace contextRef="#ctx0" brushRef="#br0" timeOffset="110410.57">7001 5162 1130 0,'0'0'328'0,"0"0"-50"0,0 0-86 0,0 0 0 0,0 0-71 16,0 0-73-1,0 0-24-15,6-1-11 0,0 0-2 16,0 0-10-16,-1-2-1 0,2-1-7 16,-3-2 5-1,0 1-11-15,-2-3 6 0,-2-1-1 16,0 0 8 0,0 2 0-16,-1 0 2 15,-4 2-2-15,-1 2 0 16,-1 1 0-16,-1 2 7 0,-1 0 9 15,-2 6-15 1,0 6 11-16,0 2 1 0,1 4 14 16,3 0-11-16,3 2 5 15,4-1 16-15,0-2-1 16,2 0 2-16,8-2-7 16,2-3 7-16,4-1 5 15,4-5-12 1,1-2-6-16,3-2-13 0,0-2-10 15,2 0-2-15,-2-6-6 16,2-4-60-16,-7 0-143 16,-5 4-394-16</inkml:trace>
  <inkml:trace contextRef="#ctx0" brushRef="#br0" timeOffset="146752.32">5855 3736 218 0,'0'0'222'0,"0"0"-17"0,0 0 6 0,0 0 52 0,0 0-33 15,0 0-24-15,0 0-32 16,0 0-12-16,1 0-6 16,4 0-30-16,0 0-33 15,3 0-16-15,2 0-25 16,-1 1-23-16,2 0-17 16,0 0-6-16,0-1-6 15,-2 0 0-15,1 0-17 16,-2 0-97-16,-3-3-160 15,-2-2-226-15,-3-1-355 0</inkml:trace>
  <inkml:trace contextRef="#ctx0" brushRef="#br0" timeOffset="146948.72">5815 3792 1210 0,'0'0'275'16,"0"0"-113"-16,0 0 39 0,0 0-30 16,0 0-73-1,45 3-54-15,-27-3-44 16,9 0-2-16,-5 0-269 16,-1 0-824-16</inkml:trace>
  <inkml:trace contextRef="#ctx0" brushRef="#br0" timeOffset="149328.72">6499 2942 963 0,'0'0'252'0,"0"0"-32"0,0 0-3 0,0 0-60 15,0 0-64 1,0 0-51-16,-1 5-29 0,1 8-2 15,0 4 19 1,1 3 38-16,2 2-33 0,0-1-23 16,0-2-11-16,-1 0-1 15,0-2-6-15,-2 3-59 16,0-4-109-16,0-4-151 0</inkml:trace>
  <inkml:trace contextRef="#ctx0" brushRef="#br0" timeOffset="149566.65">6443 3083 88 0,'0'0'1126'0,"0"0"-920"16,0 0-85-16,0 0-6 15,0 0 48-15,0 0-21 16,0 0-23-16,43 38-32 0,-26-28-27 15,-1 1-23 1,1-2-16-16,-2-2-20 0,-3-2 4 16,0-1-5-16,0-4-88 15,-3 0-137-15,-2 0-272 0</inkml:trace>
  <inkml:trace contextRef="#ctx0" brushRef="#br0" timeOffset="149785.6">6638 3027 1106 0,'0'0'378'0,"0"0"-225"0,0 0 3 16,0 0 65-16,-6 40-61 15,2-21-77-15,-1 0-43 16,0 2-24-16,-1-4-16 15,-2 8-16-15,2-6-195 16,1-4-396-16</inkml:trace>
  <inkml:trace contextRef="#ctx0" brushRef="#br0" timeOffset="156598.74">3348 4356 966 0,'41'-21'133'0,"10"-1"-96"0,6-2 3 0,-1 6 24 16,-10 7-25-16,-7 4-25 16,-8 2-8-16,-8 2-5 15,-5 0-1-15,1 1 0 16,3 0-6-16,-2 0-31 16,-2 0-78-16,-6 1-86 15,-6-2-196-15</inkml:trace>
  <inkml:trace contextRef="#ctx0" brushRef="#br0" timeOffset="156832.41">3699 4138 1162 0,'0'0'0'16,"0"0"-68"-16,0 0 68 15,0 0 75-15,39 14-49 16,-22-7-10-16,0 1-6 16,2 0-9-16,-1 3 1 0,-5 1-2 15,-5 2 0-15,-6 6-1 16,-9 13-24-16,-7-4-105 16,-3-1-142-16</inkml:trace>
  <inkml:trace contextRef="#ctx0" brushRef="#br0" timeOffset="157313.82">4686 4348 1275 0,'0'0'184'0,"0"0"-127"0,0 0-2 15,0 0 3-15,0 0 18 0,44-16-25 16,-18 8-8-16,4-1-29 16,1 0-12-16,0 0 4 15,-4 1-6-15,3-2-69 16,-8 2-203-16,-7 1-316 0</inkml:trace>
  <inkml:trace contextRef="#ctx0" brushRef="#br0" timeOffset="157533.26">4877 4238 986 0,'0'0'124'0,"0"0"-89"16,0 0-3-16,0 0 29 0,48 0-25 15,-39 4-10 1,-4 8-16-16,-4 4-2 0,-1 4-8 15,-12 14-1 1,1-5-30-16,-1-4-289 0</inkml:trace>
  <inkml:trace contextRef="#ctx0" brushRef="#br0" timeOffset="158065.9">6216 4303 1521 0,'0'0'222'0,"0"0"-143"0,0 0-52 16,0 0 23-16,0 0 28 15,39 0 26-15,-13-6-35 16,5-1-42-16,1-4-26 16,0 1 1-16,-2-4-2 15,2-3-87-15,-7 2-196 16,-6 0-436-16</inkml:trace>
  <inkml:trace contextRef="#ctx0" brushRef="#br0" timeOffset="158278.78">6412 4185 1408 0,'0'0'291'0,"0"0"-220"16,0 0-52-16,0 0-7 16,0 0 28-16,45 9-8 15,-25-3-12-15,-2 2-8 16,-4 2-5-16,-5 2-1 15,-8 4 2-15,-13 15-8 16,-8-5-5-16,-4-1-217 0</inkml:trace>
  <inkml:trace contextRef="#ctx0" brushRef="#br0" timeOffset="158815.23">7892 4211 1323 0,'0'0'322'0,"0"0"-110"16,0 0-131-16,0 0-33 0,0 0 9 0,59-20-23 16,-35 10-24-16,0 0-10 0,2-5-27 15,-5 4-160 1,-6 0-327-16</inkml:trace>
  <inkml:trace contextRef="#ctx0" brushRef="#br0" timeOffset="159033.37">8014 4075 1266 0,'0'0'174'16,"0"0"-72"-16,0 0-51 16,44-7 9-16,-24 7-2 15,-1 3 15-15,-3 6-14 16,-3 2-35-16,-7 6-9 15,-6 2-13-15,-1 3-2 16,-22 11-10-16,2-4-129 16,-1-7-268-16</inkml:trace>
  <inkml:trace contextRef="#ctx0" brushRef="#br0" timeOffset="173878.47">14347 3454 1074 0,'0'0'275'0,"0"0"-18"0,0 0 12 0,-8-40-11 15,6 36-90-15,2 3-52 0,0 1-69 16,0 16-38-16,0 16-1 16,-1 3 29-16,0 0 10 15,0-2-11-15,1-8-18 16,0 2-9-16,0 2-8 16,0-4 0-16,0-4-1 15,0-7-2-15,0-3-7 16,0-5 8-16,0-5 1 15,1-1 11-15,3-8 7 16,1-5-10-16,3-5-7 16,2-2 7-16,0 2-7 15,3 3 1-15,-2 5-2 16,1 4 0-16,-2 6-1 0,1 0-1 16,-1 7-5-1,0 5-2-15,0 3 1 16,-2 1-4-16,-1 1-71 15,4 5-120-15,-4-4-302 0,0-4-376 0</inkml:trace>
  <inkml:trace contextRef="#ctx0" brushRef="#br0" timeOffset="174158.57">14613 3645 1473 0,'0'0'551'0,"0"0"-354"0,0 0-52 0,0 0-2 0,0 0 6 16,18 42-63-16,-11-26-49 15,-1 2-31-15,-2-3-6 16,-2 2-101-16,-1-5-214 0,-1-5-570 0</inkml:trace>
  <inkml:trace contextRef="#ctx0" brushRef="#br0" timeOffset="174980.63">14710 3335 898 0,'0'0'275'0,"0"0"9"0,0 0-44 0,0 0-48 16,0 0-33-16,0 0-29 16,0 0-52-16,-43-16-20 15,33 23 13-15,1 2-13 0,-1 3-15 16,3 0 12 0,1 1-21-16,4-1-22 15,2 1-11-15,0-2-1 16,2-2-12-16,6-1 0 0,3-3 6 15,0-3-3 1,1-2-7-16,0 0-32 16,0-9-1-16,-1-4 0 0,-1-5 18 15,-1-9 21-15,-2-12 10 16,-2-12 1-16,-3 0 12 16,-2 6-4-16,0 12 12 15,0 15 19-15,0 4 3 16,0 3-20-16,-1 1-23 15,0 2-5-15,-1 7-8 16,1 1 7-16,-1 11-15 16,-1 15 16-16,-1 13 5 15,2 12 39-15,1 4 4 0,1-11-10 16,2-10-23 0,4-10-10-16,11 7-17 0,0-5-232 15,2-1-817-15</inkml:trace>
  <inkml:trace contextRef="#ctx0" brushRef="#br0" timeOffset="175831.85">14603 3889 1077 0,'0'0'371'0,"0"0"-42"0,0 0 26 16,0 0-93-16,0 0-63 0,0 0-95 16,0 0-64-16,-12 36 59 15,12 12-7-15,0 4-12 16,0-8-33-16,2-10-18 15,2-13-19-15,2 0 1 16,-1 1-11-16,1 3-1 16,1-2 0-16,-2-8-13 15,-2-6-42-15,0-8 12 16,1-1 28-16,0-12 10 16,0-4 5-16,0-2 1 15,2 0-1-15,-1 6 1 16,-2 3 0-16,0 8 0 15,0 1 0-15,1 2-1 16,2 11 1-16,1 2 1 0,0 1-1 16,1 2 5-16,0 0-5 15,0-1-15-15,2-3-126 16,3-2-170-16,-3-4-275 16,0-4-660-16</inkml:trace>
  <inkml:trace contextRef="#ctx0" brushRef="#br0" timeOffset="176128.61">14813 4147 660 0,'0'0'950'16,"0"0"-806"0,0 0 89-16,0 0-83 0,0 0-44 15,38-19-44 1,-21 19-7-16,-1 0 0 0,-5 5-6 15,-1 1-8 1,-6 2 1-16,-4 0 1 0,0 2 27 16,-6 0-4-16,-5 3-21 0,-1-1-20 15,0 0-13 1,2-1-11-16,2-1 0 16,4-3-1-16,4-2-9 15,2-2-2-15,11-3-15 16,5 0-62-16,17-16-79 15,-5 0-59-15,0-3-460 0</inkml:trace>
  <inkml:trace contextRef="#ctx0" brushRef="#br0" timeOffset="176578.85">15106 3816 1531 0,'0'0'327'16,"0"0"17"-16,0 0-155 16,0 0-36-16,0 0-26 15,-46 25-29-15,36-7-1 16,1 2-25-16,3 1-17 0,2 1-23 16,4-2-19-1,0-3-4-15,4-3-9 0,5-2 0 16,3-5-1-1,0-6-7-15,1-1 6 0,-1-7-31 16,-1-8-9-16,-2-12 11 16,-3-15 11-16,-2-15 10 15,-4-7 4-15,0 0 6 16,0 15 6-16,-3 16 12 16,0 14 21-16,1 9-24 0,0 2-9 15,1 3 0 1,0 3-5-16,0 2 0 0,0 13-1 15,1 17-9 1,2 16 9-16,10 9 27 0,6 2 2 16,3-4 20-16,-1-5-18 15,-1-3-31-15,-3-7-16 16,-5-11-238-16,-3-11-658 0</inkml:trace>
  <inkml:trace contextRef="#ctx0" brushRef="#br0" timeOffset="177328.73">14647 4529 1227 0,'0'0'331'0,"0"0"-9"0,0 0-6 0,0 0-102 16,0 0-108-1,0 0-72-15,0 0-16 0,-7 53 28 16,12-16 21-1,0-1-9-15,0-4-15 0,0-6-17 16,0 1-17-16,0 0-8 16,-2-3-1-16,-1-8 0 15,0-4 0-15,-2-6-7 0,1-5 7 16,-1-1 6 0,1-7 9-16,0-6-9 0,1-3-5 15,3 1 0 1,0 1 0-16,0 7 1 0,1 4-2 15,1 3 0 1,-1 1 0-16,2 9 0 0,2 3 0 16,-1 3-2-16,3 0-10 15,8 7-89-15,-3-4-53 16,-1-4-165-16</inkml:trace>
  <inkml:trace contextRef="#ctx0" brushRef="#br0" timeOffset="177748.83">14881 4746 1754 0,'0'0'246'16,"0"0"22"-16,0 0-161 0,0 0-48 15,0 0-28 1,47-19-19-16,-34 19-1 0,-3 6-10 15,-4 1 5 1,-4 2-5-16,-2 0 11 0,0 1-6 16,-4 1 3-16,-3-3 0 15,-2 0-3-15,3-4-5 16,2 0 6-16,2-4 20 0,0 1 17 16,2-1-9-1,0 1-19-15,2 0-15 0,4 1 1 16,4 3 4-1,1 1-6-15,1 3 0 0,0 0 1 16,-2 3-2-16,-1-2 1 16,-5 1 0-16,-1-2 0 15,-3 1 1-15,-3-2 1 16,-7-2 11-16,-4-2-7 16,-5-2-6-16,-1-2 0 15,0 0-77-15,-3-10-152 16,5-2-260-16,6-2-361 15</inkml:trace>
  <inkml:trace contextRef="#ctx0" brushRef="#br0" timeOffset="178213.76">15099 4513 1288 0,'0'0'341'0,"0"0"44"16,0 0-136-16,-39-8-66 0,26 8-59 16,0 3-32-16,2 6-22 15,2 3-21-15,2 2-10 16,3-1-18-16,4 1-15 15,0-1 3-15,4-1-9 16,6-1-2-16,0-4-8 16,3-2-4-16,-1-5 4 15,-1 0-14-15,-1-11-1 0,-1-5 11 16,-2-5 13 0,0-13 1-16,0-12 1 15,-2 0 0-15,0 4 6 0,-2 10 1 16,-2 15-8-1,1 3-7-15,-1 7 5 0,0 7-4 16,0 14-10-16,0 26-4 16,3 16 20-16,4 9 51 15,3-2-20-15,5-7 5 0,4-9-36 16,2-4-6 0,-1-7-76-16,-4-10-282 0,-8-12-1263 0</inkml:trace>
  <inkml:trace contextRef="#ctx0" brushRef="#br0" timeOffset="178978.81">14992 3275 1029 0,'0'0'484'0,"0"0"-296"0,0 0-1 0,0 0-93 16,0 0-26-16,0 0-29 15,0 0-8-15,34-7-17 0,-19 5-8 16,3 0-6 0,-4 1-1-16,-3 1-71 0,-6 0-107 15,-3 4-208 1,-2 2-510-16</inkml:trace>
  <inkml:trace contextRef="#ctx0" brushRef="#br0" timeOffset="179108.81">14954 3369 685 0,'0'0'296'15,"0"0"-45"-15,0 0-43 16,0 0-59-16,0 0-88 16,0 0-10-16,0 0 42 15,44 0-71-15,2-17-22 16,-6 2-195-16,-4 0 14 0</inkml:trace>
  <inkml:trace contextRef="#ctx0" brushRef="#br0" timeOffset="179348.72">15142 3185 1323 0,'0'0'178'0,"0"0"31"15,0 0-119 1,50 12-2-16,-26 2-7 16,-1 4-1-16,-3 4-1 0,-5 2-5 15,-6 1 34-15,-7 1-52 16,-2 0-30-16,-9-2-26 16,-17 3 0-16,2-8-140 15,2-5-230-15</inkml:trace>
  <inkml:trace contextRef="#ctx0" brushRef="#br0" timeOffset="179928.54">15500 3033 1106 0,'0'0'336'0,"0"0"-6"0,0 0-68 0,0 0-92 16,-45-6-40-16,33 17-52 15,-1 6 0-15,2 5 8 16,2 3-28 0,2 2-9-16,4 2-1 0,3 0-1 15,0-1-5-15,7-3-9 16,4-2-4-16,4-5-12 15,3-3-3-15,3-5-7 16,2-5-5-16,2-4-2 16,2-1 0-16,15-9-119 15,-6-4-137-15,-6 0-366 0</inkml:trace>
  <inkml:trace contextRef="#ctx0" brushRef="#br0" timeOffset="182064.53">15699 3154 998 0,'0'0'333'0,"0"0"21"0,0 0-1 16,0 0-83-16,0 0-60 15,0 0-74-15,0 0-83 16,-7-11-42-16,7 30-2 16,0 6 9-16,5 7-10 15,12 8-8-15,15 8-51 16,-2-8-273-16,-3-8-834 0</inkml:trace>
  <inkml:trace contextRef="#ctx0" brushRef="#br0" timeOffset="182548.84">15342 3886 1419 0,'0'0'216'0,"0"0"-54"0,0 0-51 0,0 0-61 15,0 0-32 1,47-17-18-16,-32 17-4 16,-3 0-144-16,-3 2-146 0</inkml:trace>
  <inkml:trace contextRef="#ctx0" brushRef="#br0" timeOffset="182659.16">15347 3954 566 0,'0'0'326'0,"0"0"-16"0,0 0-80 15,0 0-63-15,0 0-91 16,0 0-45-16,0 0-15 16,29 4-16-16,-9-13-114 0</inkml:trace>
  <inkml:trace contextRef="#ctx0" brushRef="#br0" timeOffset="182910.83">15458 3817 1132 0,'0'0'220'0,"0"0"-72"16,0 0-2-16,42 36-37 16,-29-20-18-16,-2-1-19 15,-3 1-19-15,-5-1-6 0,-3 0-7 16,-3 0-16-1,-8-1-17-15,-1-2-7 0,-7-1-21 16,5-4-99-16,1-4-126 0</inkml:trace>
  <inkml:trace contextRef="#ctx0" brushRef="#br0" timeOffset="183216.43">15733 3727 1370 0,'0'0'337'0,"0"0"-34"0,0 0-47 16,-50 32-60-1,35-11-1-15,2 4-80 0,6 0-42 16,6 0-40-16,1-1-19 0,5-2-8 16,10-3-6-1,2-3-1-15,5-4-49 0,10-6-117 16,-5-5-63 0,-2-1-347-16</inkml:trace>
  <inkml:trace contextRef="#ctx0" brushRef="#br0" timeOffset="183498.81">15823 3831 1390 0,'0'0'362'16,"0"0"-97"-16,0 0-65 0,0 0-94 15,0 0-18-15,43-4-32 16,-30 9-1-16,-3 2-4 15,-6 2 19-15,-4 4 40 16,-3 1 5-16,-8 4-22 16,-3 0-20-16,-4 1-16 15,2-1-14-15,2-3-16 16,3 0-4-16,5-4-11 16,4-3-6-16,2-3-6 0,19-5 0 15,20-2 0 1,15-9 0-16,-5-5-102 0,-13 1-273 15,-18 2-962-15</inkml:trace>
  <inkml:trace contextRef="#ctx0" brushRef="#br0" timeOffset="184109.78">15344 4658 1202 0,'0'0'342'0,"0"0"-50"0,0 0-58 15,0 0-116-15,0 0-69 16,0 0-32-16,0 0-6 16,22-4-11-16,-10 4-1 0,1 4-89 15,-3 1-105-15,-4 5-130 16,-3-2-969-16,-3 0 1238 0</inkml:trace>
  <inkml:trace contextRef="#ctx0" brushRef="#br0" timeOffset="184248.54">15322 4767 903 0,'0'0'253'0,"0"0"-114"16,0 0-68-16,0 0-39 15,0 0-10-15,42 5-22 16,-19-16-21-16,-3-1-276 0</inkml:trace>
  <inkml:trace contextRef="#ctx0" brushRef="#br0" timeOffset="184482.82">15483 4601 782 0,'0'0'175'15,"0"0"33"-15,42 15-57 0,-25-3 17 16,-4 5-22-16,-4 2-22 16,-5-2-25-16,-4 3 4 15,-5 1-17-15,-7-3-37 16,-4 2-32-16,-3-3-17 16,0-4-7-16,-2-4-113 15,5-3-154 1,7-5-373-16</inkml:trace>
  <inkml:trace contextRef="#ctx0" brushRef="#br0" timeOffset="184708.48">15704 4563 1332 0,'0'0'354'16,"0"0"-74"-16,-40 28-39 15,24-6-61-15,4 3-48 0,5 2-48 16,7 1-29-16,1-2-25 16,15 1-19-16,6-3-11 15,5-5 0 1,2-4-30-16,7-7-126 0,-7-5-213 16,-8-3-478-16</inkml:trace>
  <inkml:trace contextRef="#ctx0" brushRef="#br0" timeOffset="185078.91">15752 4701 1280 0,'0'0'283'15,"0"0"25"-15,0 0-140 16,0 0-85-16,0 0-27 16,48-8-12-16,-31 8-4 15,-1 0-5-15,-2 5-1 16,-4 1-4-1,-4 1-8-15,-3 1-3 0,-3 0-2 16,0 1-1-16,-4-1 8 0,-3 0-3 16,-1 0-5-1,2-2-3-15,1-2-1 0,2-2 15 16,3 1-12 0,0 1-9-16,0 2-5 0,8 2 16 15,2 3 10 1,2 2 17-16,0 0-11 0,-1 3-12 15,-2 1-3 1,-3 1 0-16,-5 0-5 0,-1 2 41 16,-3-2-33-1,-7 0-21-15,-6-3-24 0,-15 3-166 16,2-4-337-16,-1-4-733 0</inkml:trace>
  <inkml:trace contextRef="#ctx0" brushRef="#br0" timeOffset="191628.68">3164 1529 827 0,'0'0'254'0,"0"0"4"0,0 0-55 16,0 0-5-1,-30-42-66-15,17 42-6 0,-4 0-52 16,-5 8-26-16,-3 11-13 16,-4 6-1-16,4 5 3 15,3 1-2 1,6-1-1-16,9-3-19 0,7-3-3 16,4-4-11-1,11-2 5-15,6-3-6 16,3-3 2-16,2-2-1 0,-1-1 0 15,-4 1-1-15,-5-1 1 16,-5 2-1-16,-7 2 0 16,-4 1 0-16,-1 1 1 0,-11 1 0 15,-3 0 0 1,-2-2 7-16,-2-4-8 0,4-1 0 16,0-4 1-1,6-3 0-15,2-1 39 0,4-1 10 16,3 0-19-1,0 1-21-15,1 2-10 0,7 3-2 16,6 4 2 0,1 4 2-16,1 6 10 0,-1 10 10 15,-3 14 51-15,-8 12 16 0,-4 6-16 16,-3-2 27 0,-9-6-46-16,1-14 30 15,0-9-36-15,3-10 11 16,3-4-21-16,1 0-7 0,0 0-7 15,1-2-7 1,2-5-8-16,1-6-3 16,0-2-5-16,6-2 0 15,5 0 6-15,4-7-5 16,3-2 4-16,1-2-6 16,-1-1 0-16,-1 2-1 15,-3 3-11-15,-1 1-26 0,-1 2-91 16,0 1-137-1,-1 3-305-15,-4 0-757 0</inkml:trace>
  <inkml:trace contextRef="#ctx0" brushRef="#br0" timeOffset="195800.62">6952 1608 773 0,'0'0'0'0,"0"0"-28"0,0 0-223 0</inkml:trace>
  <inkml:trace contextRef="#ctx0" brushRef="#br0" timeOffset="196678.68">7919 1574 338 0,'0'0'89'0,"0"0"-8"0,0 0 6 0,0 0 22 16,0 0-10-16,0 0-34 15,0 0-18-15,0 0-2 16,0 0 14-16,0 0-5 16,0 0-15-16,0 0-13 15,0 0-10-15,0 0-7 16,0 0-9-16,0 0 2 15,0 0 0-15,0 0-1 0,0 0 0 16,0 0 5-16,0 0-5 16,0 0 9-16,0 0 3 15,0 0-4 1,0 0-3-16,0 0-5 0,0 0 0 16,0 0 1-16,0 0 0 15,0 0-2 1,0 0 0-16,0 0 0 0,0 0 0 15,0 0 0-15,0 0-2 16,0 0 2-16,0 0 2 16,0 0-1-16,0 0 0 0,0 0-1 15,0 0 0 1,0 0 1-16,0 0 0 0,0 0-1 16,0 0 1-1,0 0-1-15,0 0 1 0,0 0-1 16,0 0 0-1,0 0 0-15,0 0 0 0,0 0-1 16,0 0-8 0,0 0-26-16,0 1-63 0,0 1-52 15,0 0-5-15</inkml:trace>
  <inkml:trace contextRef="#ctx0" brushRef="#br0" timeOffset="198348.51">9238 2439 533 0,'0'0'767'0,"0"0"-481"0,0 0-39 0,0 0-10 16,0 0-47-16,0 0-67 0,0 3-49 15,9 0 17 1,4 0-6-16,4 1-12 16,4-2-31-16,3-2-23 15,1 0-17-15,0 0-2 16,-3 0-24-16,-4-3-100 16,-3-6-124-16,-6 2-282 15,-5 0-315-15</inkml:trace>
  <inkml:trace contextRef="#ctx0" brushRef="#br0" timeOffset="198665.22">9229 2361 1099 0,'0'0'481'15,"0"0"-308"-15,0 0 48 16,0 0-5-16,0 0-53 15,0 0-65-15,0 0-48 16,-1-14-27-16,-2 22-17 0,-2 4 10 16,-3 6 55-16,-1 2 2 15,-1 2-23-15,-1 0-17 16,3 0-10-16,1-2-9 16,4-1-7-16,3-2-6 15,0 0-1-15,8-1 1 16,6-4-2-16,3 1 1 15,6-4-7-15,3-2-22 16,13-6-102-16,-6-1-130 0,-3 0-385 16</inkml:trace>
  <inkml:trace contextRef="#ctx0" brushRef="#br0" timeOffset="201032.88">3509 1946 700 0,'0'0'260'0,"0"0"-10"0,0 0-47 16,0 0-78-16,0 0-55 15,0 0-32-15,0 0 1 16,13 8 50 0,1-1 9-16,4-1-17 0,5 1 1 15,3 0-19 1,3 0-6-16,1-1-9 0,2-1-1 15,1 0-6 1,1-3-2-16,0 0-5 0,3-2-3 16,-2 0-7-16,-2 0-6 0,0 0-4 15,-4 0-5 1,-2 0 0-16,-3 1-8 0,-2 1 1 16,1-2 4-1,-2 1-5-15,1 0 0 16,-1 0 5-16,1-1-5 15,1 1 0-15,-2-1 1 0,2 0 4 16,-3 0-6 0,2 0 9-16,-4 1-8 0,-1-1 5 15,-2 0 3-15,1 0 2 16,0 0 1-16,0 0 2 16,0 0-2-16,0 0-4 15,4 0-1-15,2 0-5 16,2 0 10-16,2-1-2 15,-1 1 0-15,1 0-4 16,-2 0 3-16,0 0-1 16,-1 0 5-16,-2 0 7 15,1 0 0-15,-3 0-3 16,1 0 4-16,-3 0-3 16,0 1-2-16,0 2 9 15,-1-2 1-15,0 2-1 0,-2-2 4 16,3 1-3-1,-2-1 4-15,-2-1 5 0,0 0 2 16,-2 0-7-16,-2 0 3 16,-2 0-9-16,-3 0-6 15,-1 0-6-15,-2 0-2 16,-1 0-2-16,0 0-2 16,0 0-6-16,0 0 1 0,0 0 0 15,0 0-1 1,2 0-10-16,-1 0-81 0,2-3-155 15,2-2-314 1,-1-3-867-16</inkml:trace>
  <inkml:trace contextRef="#ctx0" brushRef="#br0" timeOffset="203548.53">6850 2051 376 0,'0'0'290'0,"0"0"-81"0,0 0-31 0,0 0-13 16,0 0-14-16,0 0-23 15,-1 0-22 1,1 0-32-16,0 0-1 0,0 0-6 15,0 0-2-15,4 0 8 16,4 0 19-16,5 0 14 16,4 3-1-16,4-1-9 15,3 0-35-15,2 0-20 16,0 0-6-16,1-1-7 16,0 0-1-16,1 1 2 15,-1-2-8-15,-1 1-3 16,-3 0 3-16,-1-1-8 15,-3 1-1-15,-1-1-4 16,-1 0-1-16,0 0 1 16,1 0 0-16,0 0 3 0,-1 0-1 15,1 0 2-15,0 0-1 16,1 0-1-16,0 0-1 16,0 0-1-16,0 0-2 15,-1 0 1-15,0 0-5 16,-1 0 5-16,2 0-6 15,-2 0-1-15,0 0 0 0,1 0 0 16,0 0 0 0,0 0 0-16,2 0 0 0,0 0 0 15,1 0 0 1,1 0 0-16,1 0 0 0,1 0 0 16,-1 0 1-1,1-1-1-15,2-1 1 0,-1 2 0 16,1-1-1-16,-1 1 1 15,1-1 0-15,0 1 0 16,1 0 0-16,0 0 0 16,0 0 0-16,0 0 0 15,1 0 0-15,-1 0-1 16,-1 0 0-16,1 0-1 0,-1 0 1 16,-1 0-1-1,0 0 0-15,0 0 1 0,-1 0 0 16,1-1 0-1,-2 0 0-15,1 0 0 0,-3 0 0 16,2 0 0-16,-1 0 0 0,-1 0 2 16,-1 1-2-1,2-1 1 1,-1 0 0-16,0 0 0 0,1 1 0 16,0 0 5-16,0-1-5 0,0 1-1 15,1 0 1 1,-2 0 0-16,1 0 0 0,0 0-1 15,0 0 0 1,0 0 1-16,-1 0-1 0,0 0 0 16,1 0 0-16,-1 0 1 15,-1 0-1 1,2 0 1-16,1 0 1 0,0 0-2 16,-1 0 0-1,1 0 6-15,-1 0-6 16,-1 0 0-16,1 0 1 0,-2 0 0 15,2 0-1-15,-1 0 1 16,2 0 0-16,-2 0 1 16,1 0-1-16,0 0-1 15,0 2 2-15,-1 1-1 16,-1-1 0-16,-2 1 0 16,-1-1-1-16,1 1-1 15,-1-1 1-15,0 0 0 16,0 0 1-16,2-1 0 0,-1 1 5 15,1-1-5 1,1-1 7-16,0 0-1 0,0 0-1 16,0 1 3-16,-1-1-8 15,0 0 5-15,0 0 7 16,-1 0-4-16,2 0 1 16,-3 0-2-16,2 0 5 15,-2 0-2-15,-1-1-1 16,1 0-1-16,0 1-3 15,0 0 3-15,1 0-8 16,-3 0 1-16,1 0 4 0,2 0-6 16,-2 0 1-1,2 0 0-15,-1 0-1 16,1 0 1-16,0 1-1 16,2 0 0-16,0 1 0 15,-1 1 8-15,2-3-8 16,-3 1 0-16,3 1 1 0,-1-2 0 15,1 0 5 1,1 0-5-16,-2 0-1 0,0 0 1 16,1 0 6-16,-3 0-6 0,-3 0-1 15,-2 0 1 1,-1 0 1-16,0 0-1 0,0 0 1 16,1 0-2-1,0 0 1-15,-1 0-1 0,2 0 1 16,0 0 1-1,1 0 4-15,-1 0-6 16,2 0 1-16,-1 0 1 16,-1-2-1-16,1 2 1 0,1-1-2 15,-2 1 7-15,1-1 0 16,0-1-6-16,-1 0 0 16,2 1-1-1,-1 0 1-15,-2-1-2 16,1-1 2-16,-1 2-1 0,-1-1 0 15,0 1-1-15,-2 0 1 16,2 0 0-16,-3 0 0 16,1 0 0-16,-1 1 0 15,-2-1 0-15,1 1 1 16,1 0-1-16,-2 0 1 16,3 0 1-16,-2 0 5 15,1 0-1-15,-2 0 0 0,1-1-5 16,0 1 5-1,1 0-5-15,-2-1 0 0,0 1 7 16,-1 0-8-16,-2 0 1 16,2-1 0-16,-1 1 0 15,-1 0 0-15,-1 0 6 16,-2 0-6-16,0 0 0 16,-1 0 4-16,0 0-4 15,0 0-1-15,0 0 0 16,0 0 1-16,0-3-1 0,-5 0 0 15,-24-6-60 1,0 0-288-16,-2-3-537 0</inkml:trace>
  <inkml:trace contextRef="#ctx0" brushRef="#br0" timeOffset="205062.37">3514 2374 685 0,'0'0'270'0,"0"0"-56"0,0 0-5 0,0 0-25 16,0 0-58-16,0 0 24 0,40 4 16 15,-8 2-56 1,11 2-16-16,10 2-16 0,6-1-8 15,1-1-6-15,0-2-8 16,-2-1-10-16,1-1-4 16,1-1-8-16,0-1-12 15,4 1-7-15,0-1 5 16,0 0-5-16,1-1-14 16,-4 0 24-16,1-1-10 0,-3 0-4 15,-2 0-2 1,-1 0 1-16,-4 1 1 0,-1-1-5 15,0 1 1 1,-2 0-6-16,-1-1 5 16,1 0-5-16,1 0 11 0,-1 0-5 15,-3 0-5-15,-2 0 8 16,-8 0-8-16,-8 0 7 16,6 0 0-16,4-1-2 15,6 0 10-15,0 0-8 16,-10-1 0-16,-10 0 0 15,-1 0-8-15,4-1 12 16,6 2-11-16,9-3 5 16,6 0 1-16,6-2-7 0,1 1-1 15,-9-1 2-15,-13 3 4 16,-11 0-6-16,-3 1 0 16,7 0 0-16,1-1 0 15,2-1-1-15,-2 1 1 16,-1 0 1-16,-2 2 6 15,-1-2 4-15,-1 1-10 16,0 0 8-16,-1-1-9 16,0 2 9-16,0-2-9 15,0 1 6-15,-2-1 0 16,1 2 2-16,0-1-7 0,-1 0 10 16,0 1-1-1,-1-1-1-15,-1 1 0 16,-2 0-1-16,-1-1-7 15,0 0 1-15,-1 0 4 0,0-1 13 16,0 1 6-16,0-1 2 0,-1 1-1 16,0 0-8-1,-2 0-2-15,1 0-10 0,-2 0-4 16,1 0 4 0,-2 0 0-16,0 0-6 0,-2 1 1 15,-3 0 0 1,0 0 1-16,-1 1-1 15,0 0 5-15,-2-1-5 16,1 1 0-16,-1 0-1 16,0-1 0-16,2 1-2 15,0-1-14-15,1-1-113 16,-1-2-976-16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14:15.2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6546 8498 801 0,'0'0'228'0,"0"0"-108"0,0 0-55 0,0 0-10 16,0 0-19-16,0 0-11 15,6-2-18-15,4-2 1 16,3-2-1-16,1 1-6 16,2-1 9-16,0 1-10 15,-1 0 0-15,0 0-2 16,3 1 1-16,-5 1-182 0,-5 1-377 0</inkml:trace>
  <inkml:trace contextRef="#ctx0" brushRef="#br0" timeOffset="199.79">6531 8611 748 0,'0'0'219'16,"0"0"-39"-16,0 0-40 15,0 0-30-15,0 0 37 16,0 0-63-16,0 0-57 16,45-36-16-16,-27 22-9 15,-1-1-2-15,3-5-7 16,-4 6-207-16,-6 0-369 0</inkml:trace>
  <inkml:trace contextRef="#ctx0" brushRef="#br0" timeOffset="6381.85">2960 2745 902 0,'0'0'178'0,"0"0"13"0,0 0 96 0,0 0-65 15,0 0-61-15,61-4 31 16,15 10-19-16,22 0 28 0,9-1-25 16,-8-4-54-1,-13-1-20-15,-10 0-27 0,-9 0-30 16,-16-1-16-16,-14 0-18 16,-15 0-10-16,-9 1-1 15,-2 0 0-15,-4 0-62 16,-14 6-145-16,-10 4-256 15,-9 1-84-15</inkml:trace>
  <inkml:trace contextRef="#ctx0" brushRef="#br0" timeOffset="6860.16">1789 3278 660 0,'0'0'208'0,"0"0"-58"0,0 0 62 0,0 0 57 16,0 0-46-16,0 0 19 15,0 0-25-15,-35-3-62 16,35 3-51-16,6 0-36 15,17 0 1-15,20 0 51 16,22-3-6-16,12-3-20 16,1-1-30-16,-5 0-13 15,-13 2-12-15,-6 1-20 16,-12 2-5-16,-10 1-14 0,-12 0-2 16,-6 1-16-1,-5 7-95-15,-5 3-342 0,-4 4-302 0</inkml:trace>
  <inkml:trace contextRef="#ctx0" brushRef="#br0" timeOffset="8979.95">2506 4106 1177 0,'0'0'196'0,"0"0"-144"0,0 0-36 0,0 0-6 16,0 0 7-16,0 0-17 15,17 2 0-15,0 3-126 16,4-3-446-16</inkml:trace>
  <inkml:trace contextRef="#ctx0" brushRef="#br0" timeOffset="9449.79">3681 3982 328 0,'0'0'1082'0,"0"0"-922"0,0 0-50 0,0 0 48 0,0 0 47 16,0 0-81-16,0 0-70 16,-3 0-36-16,3 0-16 15,0 0-2-15,10 0-16 0,4 0-207 16,5 0-295-16</inkml:trace>
  <inkml:trace contextRef="#ctx0" brushRef="#br0" timeOffset="9750.11">5107 4024 1052 0,'0'0'6'0,"0"0"-6"15,0 0-22-15,0 0 21 16,0 0-36-16,0 0-330 0</inkml:trace>
  <inkml:trace contextRef="#ctx0" brushRef="#br0" timeOffset="10380.04">1720 4683 135 0,'0'0'872'0,"0"0"-719"0,0 0-67 16,0 0 37-16,0 0 26 0,0 0-47 16,0 0-35-1,0 0-19-15,0 0-23 0,0 0-1 16,0 0-5-16,0 0-9 16,0 0-10-16,0 0 0 15,2 0-16-15,3 0-65 16,15-6-83-16,-2 0-151 15,2-4-549-15</inkml:trace>
  <inkml:trace contextRef="#ctx0" brushRef="#br0" timeOffset="10879.89">3563 4566 789 0,'0'0'577'0,"0"0"-508"0,0 0 0 0,0 0 83 0,0 0 40 16,0 0-29-16,0 0-115 15,-5-5 61-15,5 5-54 16,0 0-5-16,0 0-11 0,0 0-17 16,0 0-15-1,0 0-5-15,0 0-2 0,0 0-7 16,15-4-118-1,1 2-177-15,1-3-539 0</inkml:trace>
  <inkml:trace contextRef="#ctx0" brushRef="#br0" timeOffset="11700.17">4501 4518 794 0,'0'0'253'0,"0"0"-166"16,0 0-18-16,0 0 50 15,0 0 45-15,0 0-54 16,0 0-47-16,0 0-29 15,0 0 9-15,0 0 16 16,0 0-15-16,0 0-6 16,0 0 3-16,0 0 4 15,0 0-5-15,0 0-13 16,0 0-5-16,0 0-7 16,0 0-2-16,0 0 2 0,1 0 3 15,1 0-2 1,-2 2-3-16,2-1-5 0,0 0-7 15,0-1 9 1,-2 0-9-16,2 1 5 0,0 0-5 16,-1 0 0-16,2-1 0 0,-3 1 0 15,2 0 0 1,-2 0 0-16,1-1 0 0,-1 0-1 16,1 0 1-1,-1 0-1-15,0 0 1 16,0 1-1-16,2-1 0 15,-2 1 0-15,0-1 0 16,1 0 0-16,1 1-1 16,-1-1-12-16,1 0-23 15,-1 0-25-15,1 0-56 0,-2 0-49 16,0 0-135 0,0 0-374-16</inkml:trace>
  <inkml:trace contextRef="#ctx0" brushRef="#br0" timeOffset="12459.8">1487 5029 903 0,'0'0'83'0,"0"0"-83"0,0 0 0 0,0 0 1 15,0 0 1-15,0 0-2 16,2 3-21-16,0 1-24 16,5-2-63-16,1 2-77 15,1-3-445-15</inkml:trace>
  <inkml:trace contextRef="#ctx0" brushRef="#br0" timeOffset="12831.78">2988 5014 811 0,'0'0'0'0,"0"0"-139"15</inkml:trace>
  <inkml:trace contextRef="#ctx0" brushRef="#br0" timeOffset="15361.87">477 5800 827 0,'0'0'0'0,"0"0"-16"0,-54-20-60 0,30 17 58 0,-1 3 0 16,3 7-3-1,1 9 21-15,3 6 3 0,5 4 36 16,6 3 51 0,5 0 25-16,2-2-28 0,9-4 11 15,6-1 1-15,4-4 4 16,4-2-18-16,2-2-14 16,1 1 8-16,-2 0-3 15,-4 2-24-15,-3 4 2 16,-8 9 0-16,-9 10 2 15,-8 11 27-15,-15 3-18 16,-2-9-14-16,2-13-12 16,7-12-12-16,1-3-9 0,-1-2-10 15,-2-2-2 1,3-1 3-16,5-6 7 0,3-4 17 16,5-2-10-1,2 0-23-15,0 1 0 0,6 3-10 16,7 4 10-1,4 3 1-15,2 5 9 16,0 5-4-16,1 4 1 0,0 11 21 16,-3 10 11-16,-2 14-2 15,-4 6 1-15,-7-6-4 16,-3-5-10-16,-1-11 9 16,0-2-3-1,-2 2-7-15,-1-7 3 0,0-6-10 16,1-9-1-16,2-6 1 15,0 1-8-15,0-4-7 16,0 0 0-16,0-5-1 16,0-5 0-16,2-2 0 0,-1-1 7 15,1 0 6 1,2-4 7-16,0-4-13 0,2-4-7 16,0-1-16-1,-1 0-57-15,2-4-76 0,-1 3-204 16,-1 3-483-16</inkml:trace>
  <inkml:trace contextRef="#ctx0" brushRef="#br0" timeOffset="15530.03">591 7071 2259 0,'0'0'218'0,"0"0"-188"0,0 0-30 0,0 0-169 16,-47 31-113-16,28-17-216 0,-1-1-648 0</inkml:trace>
  <inkml:trace contextRef="#ctx0" brushRef="#br0" timeOffset="18230.09">9034 4192 1195 0,'0'0'355'0,"0"0"-85"0,0 0-131 0,0 0-80 15,0 0-14-15,0 0-12 16,47 0 8-16,-22 0-28 16,0-3-13-16,-1 0-18 0,-2 3-80 15,-7 0-193 1,-9 0-361-16</inkml:trace>
  <inkml:trace contextRef="#ctx0" brushRef="#br0" timeOffset="18379.66">8973 4301 313 0,'0'0'708'16,"0"0"-556"-16,0 0-19 15,0 0-83-15,0 0-1 16,53-13-25-16,-14-2-24 15,-6 3-62-15,-7 0-332 0</inkml:trace>
  <inkml:trace contextRef="#ctx0" brushRef="#br0" timeOffset="18629.78">9151 4121 1193 0,'0'0'164'16,"0"0"-10"-16,0 0-32 0,0 0-28 16,56 10 39-16,-33 2-25 15,0 5-13-15,-2 0-12 16,-6 3-33-16,-7 1-15 16,-7 1-1-16,-3-1-10 15,-15 3-17-15,-15 5-6 16,-15 5-1-16,-18 4-63 15,9-8-287-15,6-7-699 0</inkml:trace>
  <inkml:trace contextRef="#ctx0" brushRef="#br0" timeOffset="23429.97">6216 7787 1398 0,'0'0'342'0,"0"0"-241"0,0 0-63 0,0 0 25 16,0 0 80-16,45-24-41 15,-26 10-46-15,1 0-34 0,1-1-16 16,-1 0-6-16,-2 3-65 16,-3 1-80-16,-1 1-104 15,-5 4-119 1,-3 3-311-16</inkml:trace>
  <inkml:trace contextRef="#ctx0" brushRef="#br0" timeOffset="23609.77">6272 7852 862 0,'0'0'250'16,"0"0"-131"-16,0 0-34 15,0 0 81-15,0 0-18 16,38 6-27-16,-17-17-48 0,3-4-35 16,1-2-25-1,-2-1-13-15,4-8-72 0,-5 6-173 16,-8 1-370-16</inkml:trace>
  <inkml:trace contextRef="#ctx0" brushRef="#br0" timeOffset="23982.13">6226 7588 1418 0,'0'0'189'16,"0"0"-134"-16,0 0-15 15,0 0 61-15,0 0-14 16,0 0-7-16,0 0-32 16,-27 27 10-16,24-1 20 0,1 3 14 15,0 3-21-15,2 0-15 16,0-1-20-16,1-2-11 15,6-4-1-15,2-2-8 16,2-6-8-16,1-3-2 16,1-3-5-16,2-6 9 15,2-2-4-15,0-3-5 16,1-3 0-16,2-8 0 16,0-3-1-16,0-3-44 0,6-9-125 15,-6 4-227 1,-5 1-534-16</inkml:trace>
  <inkml:trace contextRef="#ctx0" brushRef="#br0" timeOffset="24179.83">6593 7757 2201 0,'0'0'274'0,"0"0"-201"15,0 0-51-15,0 0-21 0,0 0 0 16,0 0-1 0,0 0-54-16,-5 1-170 0,8-1-537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14:58.8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2105 3945 1296 0,'0'0'317'0,"0"0"-76"0,0 0 1 16,0 0-37-1,0 0-99-15,0 0-76 0,-2 0-15 16,8 0-14-16,2 3 15 0,5 0 7 16,6 1 12-1,4 0 19-15,3 0 14 16,2 1-5-16,2-2-12 16,2 1-8-16,2 0-9 15,1 0 1-15,-1-2-6 16,-1 2 0-16,-1-2-2 15,-3-1-2-15,-4-1-4 16,-5 0-6-16,-1 0-4 16,-5 0-5-16,-2 0 0 0,-3-1-4 15,-2-1 0 1,-4 2-1-16,-1-1 1 0,-1 1-1 16,-1 0-1-1,0 0-1-15,-1 0-21 0,-18 10-23 0,1 3-164 31,-2 4-613-31</inkml:trace>
  <inkml:trace contextRef="#ctx0" brushRef="#br0" timeOffset="1454.37">2209 5910 225 0,'0'0'309'0,"0"0"-96"0,0 0-24 16,0 0-19-16,0 0-30 15,0 0-31-15,-1 0-6 16,1 0-6-16,0 0-9 15,0 0 2-15,-1 0-14 16,1 0-10-16,0 0-8 16,0 0-6-16,0 0 3 15,-1 0-2-15,1 0-7 0,0 0-18 16,0 0-6-16,0 0-1 16,0 0-1-1,0 0 4-15,0 0-2 0,0 0 3 16,0 0-1-16,0 0 1 15,0 0 2-15,0 0-1 16,0 0 0-16,0 0-9 16,0 0 0-16,0 0-5 15,0 0-3-15,0 0 3 0,0 0-2 16,0 0-4 0,0 0 0-16,0 0-5 15,0 0 8-15,0 0-3 16,0 0 0-16,0 0 4 0,0 0 9 15,6 0 26 1,3 0 25-16,0-1-21 0,2 0-11 16,0 0-4-16,-1-1 0 0,3 2 4 15,0-1-12 1,0 0-6-16,-1 0-2 16,2-1 0-16,-3 0 1 15,0 2-7-15,-1-4-3 0,0 3 0 16,-2-2 3-1,0 0-10-15,1 1 7 0,-2 1-9 16,-1-1 6-16,-1 1-6 16,-1 0 10-16,-3 1-4 15,1-1-5-15,-1 1 8 16,-1 0-3-16,0 0-6 16,0 0 2-16,0 0 5 15,0 0-6-15,0 0 5 16,0 0-5-16,0 0 0 15,0 0 0-15,0 0 0 16,0-1-1-16,-3 0-32 16,-4-1-106-16,-9 2-132 15,3 0-235-15,-1 0-252 0</inkml:trace>
  <inkml:trace contextRef="#ctx0" brushRef="#br0" timeOffset="6339.8">2992 4011 809 0,'0'0'276'0,"0"0"-62"0,0 0-25 0,0 0-6 0,0 0-21 16,0 0-39-1,0 0-36-15,0 0-17 16,4 0 1-16,5 0 15 15,7 0 31-15,2 1-55 0,4 2-9 16,3-1-11-16,2 0-3 16,0 2-1-16,1-2-5 15,2 1-1-15,-1-2-9 0,2 0 7 16,-1 1 3 0,1-2-6-16,-1 0-8 0,-1 0-7 15,0 0 9 1,-1-2-7-16,-1 0-1 15,-1 1 5-15,0-1-6 16,0 1-6-16,1 0-6 0,-2 0 0 16,2-2 0-1,0 2 15-15,-1-1 9 16,-1 0-10-16,-2 0-2 0,-1 1-6 16,0-1 4-16,-1 2-1 15,0-1-1 1,-1-1-1-16,-1 2-1 0,0 0 3 15,-2 0 0-15,2 0 3 16,1-1-2-16,-1 0-2 16,1-1 1-16,0 0 0 15,-1 0-3-15,1 0-5 16,1 0 5-16,-1 1-5 16,2 0 8-16,0-1 0 0,2 1 9 15,1-1-6 1,0 0 8-16,0 1-8 0,-1 0 6 15,0 0-8 1,-3-1 2-16,-2 2-1 0,-1-1 11 16,-4 0 1-1,0-1-8-15,-3 2-6 0,0-1 6 16,-4 0-5-16,1 0-1 16,-2 0 0-16,-3 0 3 15,1 1-2-15,-2-2 1 0,-1 2-4 16,0 0 7-1,0 0-4-15,-1 0-2 0,0 0-2 16,0 0-5 0,0 0 0-16,0 0 0 0,0 0-1 15,-1 0-6-15,-22 2-21 16,0 3-103-16,-6 4-663 16</inkml:trace>
  <inkml:trace contextRef="#ctx0" brushRef="#br0" timeOffset="8799.59">2741 5886 364 0,'0'0'176'0,"0"0"-11"0,0 0-9 16,0 0-3 0,0 0-8-16,0 0-31 0,0 0-12 15,0 0 9-15,0 0 13 16,0 0 6-16,0 0-9 15,0 0-4-15,0 0-13 16,0 0-12-16,0 0-23 16,0 0-42-16,0 0-17 0,0 0 2 15,0 0-2 1,0 0-4-16,5 0 12 0,0 0-2 16,3 0 5-1,0 0-3-15,4 0 0 16,-1 0-1-16,1 1-3 15,1-1 5-15,0 0 0 0,1 0-5 16,-1 0 5-16,1 0-1 16,0 0-6-16,2 0 0 15,-1-2 1-15,0 0-4 16,-1 0 4-16,1 0-5 16,-2 1-2-16,0 0 4 15,-2 1-2-15,1 0 0 16,-2 0 3-16,1 0-2 15,2 0 4-15,-2 0 2 16,3-1-3-16,-2 0 4 0,0 1 4 16,1-1-8-16,-2 1-6 15,2 0 3-15,-1 0-8 16,-1 0 1 0,0 0-2-16,1 0 6 0,-1 0-6 15,0 0 1-15,1 0-1 16,0 0 9-16,-1 1 3 15,1 0 5-15,-1 0 10 16,1-1-3-16,0 0-3 0,2 0-1 16,-1 0-6-1,1 0-3-15,0 0-1 0,-1 0 1 16,-1 0-4 0,-1 0 4-16,-1 0-2 0,-1 1-2 15,0 0 1 1,0-1-2-16,0 0 1 0,-1 0 2 15,2 0-7 1,-1 0 13-16,0 0-9 0,-1 0 0 16,0 0 1-16,-1 0 1 15,0 0-2-15,-1-2 4 16,0 0-3-16,-1 0 1 0,-1 1-2 16,-2-1-6-1,0 1 1-15,-1 1 1 16,-1 0-1-16,0 0-1 15,0 0 0-15,0 0 0 16,-5 0-18-16,-34 3-29 0,-1 4-424 16,-11-1-1617-16</inkml:trace>
  <inkml:trace contextRef="#ctx0" brushRef="#br0" timeOffset="10551.86">10199 3933 26 0,'0'0'853'0,"0"0"-655"0,0 0-36 0,0 0-17 15,0 0 12-15,0 0-53 16,-1-5-23-16,1 4-19 0,0 1 9 16,0 0 11-16,0-1-9 15,0 1 2-15,0 0-8 16,0 0-5-16,0 0-13 16,0 0-9-16,1 0-12 15,5 0 11-15,4 0 16 16,1 0 3-16,4 0 1 15,4 0 10-15,2 0 18 16,4 0-6-16,1 0-21 0,0 0-14 16,3-1 11-1,-2-2-21-15,1 2-5 0,-1 1-10 16,-2 0 0 0,-3 0-9-16,0 0-3 0,-2 0 6 15,-1 3 0 1,-2-2 3-16,-2 1-9 0,-3-2 6 15,0 0 9 1,-2 0-3-16,-2 0-2 0,-1 0-1 16,-2 0-6-16,-2-1-6 0,-1 0 5 15,-2 1-5 1,0 0 1 0,0 0-5-16,0 0 4 0,0 0 1 15,0 0-6-15,0 0-1 16,0 0 0-16,0 0 0 15,-4 0-16-15,-4 0-92 16,-11 0-199-16,0 0-345 16,2 0-590-16</inkml:trace>
  <inkml:trace contextRef="#ctx0" brushRef="#br0" timeOffset="12249.8">4659 3963 923 0,'0'0'320'0,"0"0"12"0,0 0-78 15,0 0-100-15,0 0-74 16,0 0-25-16,0 0-11 0,6 6-3 16,6-2 20-1,7 2 4-15,5-2-10 0,4 1 0 16,3-1-11 0,7-2-11-16,-4 3-11 0,2-2 3 15,-1 0-4 1,-8-2 16-16,0 2-4 0,-5-1-31 15,-6-2-2 1,-4 0-11-16,-4 1 10 0,-5-1-1 16,-1 0-6-16,-1 0 8 0,-1 0 0 15,0 0-5 1,0 0-4-16,0 0-12 16,0 0-9-16,-4 0-25 15,-16 6-29-15,2 0 64 0,-1 0-760 0</inkml:trace>
  <inkml:trace contextRef="#ctx0" brushRef="#br0" timeOffset="13285.14">3805 5912 478 0,'0'0'264'0,"0"0"-27"0,0 0-36 15,0 0-17-15,0 0 17 16,0 0-10-16,-26 4 2 0,25-4 1 16,1 0-41-1,0 0-10-15,0 0-7 0,0 0-21 16,0 0-46 0,0 1-23-16,7 0 2 0,6 0 10 15,6 1 6 1,6-1-7-16,3-1-23 0,4 0-5 15,1 0 13 1,1 0-3-16,2-1-14 0,-2-3 8 16,-1-1 2-16,-3 1-13 0,-2-1-8 15,-6-1-1 1,-4 1-4-16,-5 0 0 0,-4 2-8 16,-3 2 5-1,-4 0-5-15,-1 1 0 0,0-1-1 16,-1 1-2-1,1-1-11-15,2-1-27 0,-1 0-73 16,3-2-519-16</inkml:trace>
  <inkml:trace contextRef="#ctx0" brushRef="#br0" timeOffset="14369.91">10397 4175 617 0,'0'0'306'0,"0"0"-15"0,0 0-25 0,0 0-25 16,0 0-18-16,0 0-47 0,-7 2-45 15,13-1-1 1,6 0 47-16,4 1-4 16,4-1-34-16,5 2-38 15,1 0-23-15,1-1-11 0,1 0-22 16,0 0-3-1,-1-1 2-15,-1 0-4 0,-5-1-22 16,-3 0-7-16,-4 0-10 16,-4 0 0-16,-2 0 0 15,-6 0 5-15,1 0-6 0,-2 0-11 16,-1 0-34 0,0-1-48-16,0-17-97 0,0 2-375 15,0-4-503-15</inkml:trace>
  <inkml:trace contextRef="#ctx0" brushRef="#br0" timeOffset="15351.94">11724 2965 169 0,'0'0'151'0,"0"0"5"0,0 0-19 0,0 0 35 15,0 0 17-15,0 0-18 16,0 0-5-16,-7-6 30 15,6 4-15-15,-1 1 4 16,2 0 1-16,0-1-12 16,0 2-1-16,0 0-24 0,0 0-70 15,-1 0-36 1,1 0-13-16,0 0-14 16,-1 0-7-16,0 8 0 15,-1 8-9-15,0 6 32 16,0 5 24-16,1 1 8 15,0 0-13-15,1-2-7 0,0-3-4 16,0-2-13-16,0-3-6 16,0-3-12-16,0-1-9 15,0-4 0-15,0-1-10 16,-2-2-154-16,-3-3-383 16,-3-2-944-16</inkml:trace>
  <inkml:trace contextRef="#ctx0" brushRef="#br0" timeOffset="27638.98">11055 3089 4 0,'0'0'0'0,"61"-5"105"0,-11 4-71 0,12-3 19 15,1 3-52 1,-17 0-1-16,-12 1-70 0</inkml:trace>
  <inkml:trace contextRef="#ctx0" brushRef="#br0" timeOffset="45055.68">12299 3531 991 0,'0'0'323'0,"0"0"47"0,0 0-83 15,0 0-37-15,0 0-68 16,2-4-48-16,8 4-23 16,5 0-6-16,4 0-16 0,4 0-23 15,0 0-26 1,1 1-17-16,-2-1-16 0,-1 2 1 16,-2-1-8-1,-3 0-1-15,-4-1-11 0,-5 2-63 16,-4-1-118-1,-4-1-80-15,-7 0-239 0,-4 0-368 0</inkml:trace>
  <inkml:trace contextRef="#ctx0" brushRef="#br0" timeOffset="45504.45">12355 3422 1074 0,'0'0'316'16,"0"0"-167"-16,0 0 79 0,0 0-26 16,0 0-12-1,0 0-77-15,0 0-50 0,-1-20-30 16,-1 20-32-1,0 0-1-15,-3 4 0 0,-1 6 8 16,-1 0 2-16,-3 3-2 16,2 3-7-16,-1 0 9 15,0 1-10-15,2-2 1 16,1 1 1-16,2-3-1 16,1-2 0-16,3 0-1 15,0-3 1-15,0 0 7 16,0-3 7-16,3 1-2 15,2-2 1-15,3 0-2 16,0 0 0-16,4-1 4 0,1-1-3 16,1 1-4-1,0-3-7-15,-1 1-1 0,0 0-1 16,-3-1 0-16,-1 0-5 16,-1 0-59-1,-3 0-127-15,-1 0-346 0,-3 0-630 0</inkml:trace>
  <inkml:trace contextRef="#ctx0" brushRef="#br0" timeOffset="45669.96">12472 3647 1889 0,'0'0'283'0,"0"0"-70"0,0 0-94 0,0 0 3 15,0 0-67 1,0 0-55-16,0 0-85 0,-4-5-435 0</inkml:trace>
  <inkml:trace contextRef="#ctx0" brushRef="#br0" timeOffset="46801.82">11019 3006 326 0,'0'0'410'0,"0"0"-235"0,0 0-54 0,0 0-70 0,0 0-51 16,0 0-10-16,0 0-149 0,-5 10-147 0</inkml:trace>
  <inkml:trace contextRef="#ctx0" brushRef="#br0" timeOffset="47151.82">10694 3471 852 0,'0'0'192'0,"0"0"-89"15,0 0-38-15,0 0-34 16,0 0-31-16,0 0-15 0,0 0-139 15,4 0-174 1,-2 0-328-16</inkml:trace>
  <inkml:trace contextRef="#ctx0" brushRef="#br0" timeOffset="48503.76">10973 3040 10 0,'0'0'849'0,"0"0"-570"0,0 0-87 0,0 0-43 16,0 0-49-16,0 0-50 16,0 0-49-16,0 0-1 15,0 1-90-15,-2 7-161 0,-1 0-88 0</inkml:trace>
  <inkml:trace contextRef="#ctx0" brushRef="#br0" timeOffset="48854.53">10666 3477 467 0,'0'0'261'0,"0"0"-131"16,0 0-59-16,0 0-47 15,0 0-9-15,0 0-15 0,0 0-14 16,0 0-113 0,0-2-149-16</inkml:trace>
  <inkml:trace contextRef="#ctx0" brushRef="#br0" timeOffset="50049.72">11021 2971 225 0,'0'0'160'0,"0"0"-68"0,0 0-1 16,0 0 0-16,0 0-14 0,0 0-24 15,0 0-7 1,0 0-8-16,0 0-11 16,0 0-12-16,0 0-9 15,0 0-4-15,0 0-1 0,0 0 1 16,0 0-2-1,0 0 0-15,0 0-8 0,0 0-30 16,0 0-265 0,0 0 268-16,0 0 35 0</inkml:trace>
  <inkml:trace contextRef="#ctx0" brushRef="#br0" timeOffset="52249.9">10435 3412 210 0,'0'0'195'0,"0"0"-61"0,0 0-24 0,0 0 0 15,0 0-3 1,0 0-83-16,0 0 118 0,2-4-55 16,2 3-48-16,1-1-12 15,2 0-4-15,0-1-1 16,-1 1-12-16,3 0-9 16,-3 1-1-16,1-1-11 15,1 2-76-15,-2 0-113 16,-1 0-155-16</inkml:trace>
  <inkml:trace contextRef="#ctx0" brushRef="#br0" timeOffset="52432.1">10420 3474 482 0,'0'0'108'15,"0"0"-23"1,0 0-23-16,0 0 64 0,0 0-34 16,0 0-92-16,56-18-13 15,-37 9-141-15</inkml:trace>
  <inkml:trace contextRef="#ctx0" brushRef="#br0" timeOffset="52682.93">10520 3339 837 0,'0'0'155'15,"0"0"-83"-15,0 0-10 0,0 0-27 16,38 18-6-16,-29-6-1 15,-5 2-8-15,-4 2-19 16,0 1-1-16,-16 9-14 16,0-4-4-16,-1-3-177 0</inkml:trace>
  <inkml:trace contextRef="#ctx0" brushRef="#br0" timeOffset="60422.07">7313 7942 1147 0,'0'0'360'0,"0"0"-140"0,0 0-35 16,0 0-22-16,0 0-2 16,0 0-31-16,8 0-43 15,4 0 4 1,6 0-14-16,2 0-11 0,0 0-20 16,2 0-22-16,-2-3-12 15,-2 0-11-15,-2-2-1 16,-2 0 0-16,-2 0-56 15,-2 0-81-15,-4 1-45 16,-5-2-145-16,-1 1-295 16,0 1-361-16</inkml:trace>
  <inkml:trace contextRef="#ctx0" brushRef="#br0" timeOffset="60631.05">7293 8014 1217 0,'0'0'389'16,"0"0"-157"-16,0 0-59 16,0 0-74-16,0 0 19 15,0 0-23-15,0 0-30 16,46-5-28-16,-21 0-25 16,1 0-6-16,1-1-4 0,-2 1-2 15,-1 0-70 1,3-4-134-16,-7 0-176 0,-3-1-388 0</inkml:trace>
  <inkml:trace contextRef="#ctx0" brushRef="#br0" timeOffset="60985.19">7511 7768 1300 0,'0'0'264'0,"0"0"-67"15,0 0-47-15,0 0-2 16,0 0-17-16,0 0-55 16,0 0-22-16,21 7 24 15,-4 3-12-15,3 0-11 16,1 2-13-16,2-1-2 0,0-1-9 15,-1 1-10 1,-2-1-9-16,-5-1-10 0,-4 0-1 16,-4 1 1-16,-5 0-2 15,-2 4 6-15,-5 2 0 16,-9 4-5-16,-12 6-1 16,-17 6-14-16,-18 8-138 15,7-7-227-15,4-9-666 0</inkml:trace>
  <inkml:trace contextRef="#ctx0" brushRef="#br0" timeOffset="65837.67">9892 3319 684 0,'0'0'255'0,"0"0"-70"0,0 0 11 0,0 0-4 0,-26-39-48 16,12 34-26-1,-2 5-23-15,-1 0 0 0,-1 2-17 16,-1 10-14-16,1 5-9 16,2 6-12-16,2 3 4 15,6 2-15-15,2 1-5 16,5-2-3-16,1 2-12 15,4-4-5-15,5 0 0 16,2-1-5-16,2-1-1 16,-3-1 0-16,0-1-1 15,-4-1 1-15,-3-1 0 16,-3 0 0-16,-3-1-1 0,-7-1 0 16,-2-2 0-1,-2-3 0-15,1-1-1 0,2-5 1 16,2-3-2-1,3-2 2-15,2-1 0 0,4 0 0 16,0 0-1-16,6 0 0 16,4 0 1-16,3 0 0 15,3 5 0-15,-1 6 0 0,0 4 2 16,-2 5-1 0,-2 2 8-16,-2 5 15 0,0 2 34 15,-4 0-21 1,0 4-4-16,-3-2-1 0,-2 2 1 15,0 6-5 1,0-3 2-16,-4 1 0 16,-2-2 19-16,-1-4-13 15,0 3 18-15,0-4-27 16,1-1 3-16,2-4-21 0,1-7 23 16,2-4-15-16,1-4-16 15,0-4 5-15,0-3-5 16,2-1 0-16,3-2 1 15,2 0 4-15,1-1-6 16,3-6 0-16,0 0 0 16,0-2-11-16,-2 2-45 15,-2-1-86-15,1-2-101 0,-4 3-255 16,-1-1-417-16</inkml:trace>
  <inkml:trace contextRef="#ctx0" brushRef="#br0" timeOffset="66019.78">9799 4336 2001 0,'0'0'386'0,"0"0"-285"0,0 0-10 15,0 0-21-15,0 0 3 16,0 0-73-16,0 0-246 15,-36 22-1118-15</inkml:trace>
  <inkml:trace contextRef="#ctx0" brushRef="#br0" timeOffset="68869.97">9918 6664 905 0,'0'0'213'0,"0"0"-99"0,0 0 22 16,-47-16 30-16,31 13-31 15,0 1-40-15,2 2-19 16,-3 0-19-16,0 0-10 16,-2 7-9-16,3 3-8 15,-1 4-9-15,2 1 1 16,4 5-1-16,1 0-8 15,7 3-4-15,3 1-8 16,0 1 8-16,6-1-3 16,6-1-4-16,2-2-1 15,2-1 0-15,0 0 1 16,-3-2-1-16,-2 2-1 16,-4 0 1-16,-6-2 0 0,-1 1-1 15,-3-2 2 1,-7 0-1-16,-4-1 0 15,1-2-1-15,-2-2-10 16,1-4 10-16,5-3 0 16,2-4 0-16,5-1 0 0,2-4 0 15,3-3 0-15,7 2 0 16,4 0 0-16,1 2 2 16,3 3 5-16,-1 3 0 15,0 7 7-15,-2 8 34 16,-2 5 5-16,-1 11 16 15,-4 12 9-15,-7 12-7 16,-1 9-17-16,0-3-27 16,-1-7 54-16,-4-5-37 15,-2-6-22-15,2-5-12 16,1-7 13-16,1-10 23 0,0-4-22 16,1 4-12-16,-2 3-3 15,2 4-8-15,1 1 47 16,1-5-30-16,0 1-8 15,0-6-9-15,0 0 12 16,0-1-2-16,0 2-4 16,0-2 7-16,0-1 20 15,1-3-20-15,1-4-8 16,-2-2-5-16,0-3 1 0,0-1-1 16,0-1 0-1,0 0 0-15,0-3 0 0,0 0 6 16,0 0-7-1,0-1-1-15,0-1 1 0,0 1 0 16,0-1-6-16,0 0-5 16,-2-1-8-16,1 0-5 15,0 0-9-15,-1-2-13 16,1-3-35-16,0-3-31 16,1 0-72-16,-1-2-96 0,1 1-267 15,-1 1-192-15</inkml:trace>
  <inkml:trace contextRef="#ctx0" brushRef="#br0" timeOffset="69050.02">9772 8048 1430 0,'0'0'400'0,"0"0"-277"0,0 0 15 0,0 0-67 16,0 0 20-16,0 0-49 15,0 0-42-15,-2-14-71 16,8 3-274-16,-3-2-363 0</inkml:trace>
  <inkml:trace contextRef="#ctx0" brushRef="#br0" timeOffset="70969.82">2505 6941 850 0,'0'0'320'0,"0"0"-49"0,0 0-22 16,0 0-42-16,0 0-21 0,0 0-63 15,-3 0-54 1,3 0-25-16,0 0-15 0,4 0-7 15,9 0 13 1,3 0 10-16,5 2-5 0,5 1 14 16,8-1-1-16,11 0-8 0,8-1-6 15,-6-1 4 1,-8 0-10-16,-14 0-17 0,-7 0-1 16,2 0-6-1,3 0 3-15,1 0 1 16,-1 1-4-16,-1 0-3 15,-2 2-4-15,-2-2-1 0,1 1 5 16,-3 0-5-16,3-2 5 16,-3 0-5-16,0 0 7 15,0 0-7-15,-1 0 0 16,0 0 7 0,0 0-7-16,1 0 0 0,-1-2 1 15,1 0-1 1,-1 2 5-16,1 0-6 0,-1 0 0 15,0 0 1-15,1 0 0 16,0 0-1-16,0 0 0 16,1 1 0-16,1 0 2 0,0-1-2 15,0 1 1 1,0-1 0-16,-1 0-1 16,1 0 1-16,-1 0 0 15,0 0 0-15,1 0 0 0,0 0 0 16,2 0-1-1,0 0 1-15,0 0 0 16,2 0-1-16,1 0 0 0,0 0 1 16,1 0 0-16,-1 0 0 15,-2 0 0-15,1 0 1 16,-2-1-1-16,1 1 0 16,1-1 5-16,1 0-5 15,4 1 0-15,-1-2 7 16,3 0-1-16,2-1 4 15,0 1 8-15,0-2 1 0,0 1-2 16,0 0-5-16,-3 0-4 16,-2-1-1-16,-1 0-1 15,-1 2 5-15,-2-2 1 16,-1 1-1-16,-1 0 5 16,0 0 1-16,-2 0-3 15,0 1 1-15,0 0 1 16,1 0-7-16,0 0-1 15,1 1 5-15,0 0-13 16,0 0 14-16,0-1-4 16,-1 1 4-16,-2 0-2 15,0 0-1-15,-1 0 3 0,-2 0 6 16,1 0-3 0,-4 1-1-16,1-1 2 0,-2 1-6 15,0-1-1 1,-3-1 0-16,2 2-6 0,-3-2 1 15,-1 1-6 1,-1 0 4-16,-2 0-4 0,-1 1-1 16,0-1 0-16,-1 1-1 0,-1 0-14 15,-30 0-109 1,0 7-335-16,-10 1-607 0</inkml:trace>
  <inkml:trace contextRef="#ctx0" brushRef="#br0" timeOffset="72303.57">1907 4909 940 0,'0'0'288'0,"0"0"-123"0,0 0 24 16,0 0 28-16,0 0 29 16,0 0-38-16,46 18-20 15,-23-18-5-15,4 0-32 16,1 0-23-16,4-2-40 0,0-4-25 16,-1 2-20-1,-4-1-14-15,-4 2-17 0,-4 0-11 16,-5 2 7-1,-5 1-8-15,-6 0-1 0,-1 0-16 16,2 0-62-16,2 2-118 0,2 2-174 16,-1-4-516-16</inkml:trace>
  <inkml:trace contextRef="#ctx0" brushRef="#br0" timeOffset="72719.78">2655 4992 1097 0,'0'0'309'0,"0"0"-54"0,0 0 20 16,0 0-16 0,0 0-36-16,0 0-19 15,69 0-13-15,-14 4-54 16,3 0-32-16,-9 0-30 0,-13-1-18 15,-13-1-11 1,-3 0-10-16,3-1-15 0,1 1-9 16,0-2-10-16,-4 0-1 15,-3 0-1-15,7 0-46 16,-4-5-137-16,-3-2-446 0</inkml:trace>
  <inkml:trace contextRef="#ctx0" brushRef="#br0" timeOffset="73183.81">3688 5003 1575 0,'0'0'314'0,"0"0"-97"0,0 0-65 0,0 0 6 0,0 0 79 16,53 5-18-1,10-2-54-15,12-2-64 16,2-1-18-16,-8 0-14 16,-12-3-10-16,-6-5-3 0,-6-2-16 15,-9 2-16 1,-8 1-7-16,-8 1-4 0,-4 0-4 15,0 1-8 1,-1-1 1-16,-1 1-2 16,-6 1-5-16,-16 4-69 0,-7 4-128 15,-13 3-506-15</inkml:trace>
  <inkml:trace contextRef="#ctx0" brushRef="#br0" timeOffset="75721.72">1925 5119 429 0,'0'0'741'0,"0"0"-612"0,0 0 80 0,0 0-108 16,0 0-61-16,0 0 13 15,-7 27 34-15,7-9-24 16,0 0 0-16,0 1 12 0,0-2-14 16,4-2-28-16,-2-2-14 15,0-3-7-15,0-4 2 16,-1-2-6-16,1-2-7 15,0-2 30-15,2-2 75 16,3-8 24-16,6-6-66 16,7-4-30-16,10-5-8 15,12-3-5-15,12 2 2 16,4 4 6-16,0 10-13 16,-6 8 3-16,-8 4 8 0,-6 2-16 15,-8 6-10 1,-6 0 0-16,-4 3-1 0,2 1 0 15,1 6 0 1,-1 4 0-16,-3 0-6 0,-7 2 4 16,-3-1 1-16,-6-2 0 15,-3-1 0-15,0-5 0 16,0-2-1-16,-4-6 2 16,-1-5-1-16,2-2 1 15,0-5 6-15,0-8-4 0,2-4 5 16,1-3-6-1,3 0 5-15,8 2-6 0,3 0 0 16,5 2 7-16,3 1-1 16,5 4-4-16,3 0 4 15,8 4 1-15,-2 2-1 16,1 5 6-16,-1 0-3 16,-2 0 0-16,7 4-3 15,7 4 0-15,4 1 24 16,3 1-9-16,-12-3-9 15,-10-2-5-15,-10-2-5 16,4-2-1-16,10 0 8 16,15-1-7-16,4 0 4 0,-1 0-5 15,-7-1 6 1,-6-2 1-16,1-1-7 16,0 1 1-16,0 0-2 15,2 2 1-15,-1 1 0 16,-7 0 0-16,-8 0 5 15,-6 3-5-15,0 1 12 0,3 0-3 16,2 1-2 0,6 0 5-16,-2-1 5 0,-2-2 6 15,-1-2 11-15,0 0-2 16,-2 0-4-16,-3-1-3 16,-1-6-4-16,-2-2-1 15,-4-1-4-15,-1-4-8 16,0-1 3-16,-3-4-11 15,-3-2-1-15,0-1 6 16,-5 1-6-16,-2 1-1 16,-3 2 0-16,0 6-11 15,-4 2-21-15,-8 3-46 0,-1 6-50 16,-13 1-130-16,3 6-254 16,4 1-520-16</inkml:trace>
  <inkml:trace contextRef="#ctx0" brushRef="#br0" timeOffset="75904.59">4264 5119 1903 0,'0'0'277'0,"0"0"-196"0,0 0-64 0,0 0-17 0,0 0-85 15,0 0-422-15</inkml:trace>
  <inkml:trace contextRef="#ctx0" brushRef="#br0" timeOffset="77787.53">2678 7026 729 0,'0'0'162'0,"0"0"-36"0,0 0 53 16,-55-6-15-16,35 6 3 0,0 1 24 15,2 8-63 1,2 0-31-16,3 5-29 0,3 2-13 16,3 4-9-16,4 1-8 15,2 2-8-15,1 2-8 16,1-2-9-16,8-2-1 16,0-1 1-16,2-1-1 15,2-1-6-15,0 0-5 0,0-1 5 16,0 1-5-1,-1-1 0-15,-2 0 0 0,-1-2 0 16,-3-1 0-16,-3-2-1 16,-1-5 1-16,-1-2 0 15,-1-4 0-15,2-1 1 16,-2 0 14-16,0-1 62 16,0-8-5-16,0-4-49 15,0-1-18-15,4-4-5 16,4-2 13-16,4-1-14 15,4 1 1-15,7 0 10 0,9 0-3 16,11 2-1 0,9 3 4-16,2 5-4 0,-8 8-6 15,-13 2-1 1,-10 2-2-16,-4 5-4 0,-1 3 0 16,-1 5 0-1,-1 3 5-15,-5 2-1 16,-6 3 1-16,-5 0 1 15,0 0 1-15,-4-3 0 16,-5-2 5-16,0-5-5 0,1-5 0 16,0-4 0-16,0-4 10 15,3 0-1-15,-1-7 6 16,3-6-4-16,2-3 0 16,1-4-10-16,4 1-2 15,6-1 0-15,5 2 0 16,4 1 0-16,3 2-1 0,4 0 1 15,4 5-1 1,7 0 1-16,8 5 1 16,7 5 9-16,2 0-1 15,-10 0-7-15,-13 6 7 0,-8 0-9 16,-3 0 1-16,6 1 9 16,1 2-1-16,4-2 0 15,0 1 6-15,0-3 6 16,1-2 6-16,1-1-2 15,6-1 5-15,8 0-9 16,6-1 3-16,4 0 1 0,-6 0 14 16,-11 0-5-1,-12-2-5-15,-6 1-5 16,-3-2 12-16,4 0-8 16,2-2 3-16,2-1-2 0,-2-2 1 15,-2-2-6 1,-1 0-6-16,1-2-5 0,-3 1-1 15,-2-1-1 1,-1 0 1-16,-3 0-2 0,-3 1 2 16,-2 0-3-16,-1 2-3 0,-5 1-4 15,0 0-1 1,-2 2 7-16,-1 0-8 16,0-1 0-16,-1 2 0 15,-5 1-1-15,-2 1-18 16,-1 2-31-16,-3 1-74 15,-12 0-114-15,4 0-146 16,0 1-602-16</inkml:trace>
  <inkml:trace contextRef="#ctx0" brushRef="#br0" timeOffset="84252.07">2691 6439 850 0,'0'0'276'0,"0"0"-93"0,0 0 24 16,0 0-44-16,0 0-31 0,0 0-27 15,-43-14-14 1,33 12 7-16,2 0-12 0,-3 0-12 16,1 2-14-16,-2 0-9 15,0 0-4-15,-1 0-10 16,-1 0-7-16,0 1 3 16,-2 3-2-16,0-1 6 15,0 1 5-15,-1 1-9 16,2-2-1-16,1 1 0 15,3 0-4-15,-1 0-4 0,2 0-9 16,0-1 4-16,1 0-5 16,1 0-2-16,-1 0-3 15,1 1 1 1,-2-1-1-16,1 2 0 0,-1-1 3 16,-2 1 0-16,4-1 1 15,-4 0 1-15,1-1-1 16,-1 2 4-16,1 0-1 15,0-1 4-15,0 0-7 16,0 0-1-16,-1 1 2 16,2 0-1-16,1-1 3 15,0 0-4-15,2 0-3 16,-2 2-1-16,2 0-7 0,0 1 1 16,-1 2-1-1,0 1 0-15,1 0-1 0,-2 2 1 16,2 0 1-1,0 0-1-15,1 1-1 0,2-2 1 16,-1 0-1-16,3 1 1 16,0-1 0-16,2 3 0 15,-1 2 0-15,1 0 0 0,0 1 0 16,0 1 5 0,0 1-5-16,1 0 5 15,3-2 1-15,2 1-5 16,0-1 11-16,1-2-12 0,2-2 13 15,1 0-8 1,1-2 10-16,4 1 11 0,1-1 2 16,2-1 11-16,1-1-7 15,2 0-8-15,0-1-5 16,2-2-8-16,0-1-5 16,1-1 4-1,-1-2-2-15,-1-1 4 16,0-1-11-16,0 0 5 0,-1-2 5 15,-1-3-1-15,-2-2-4 16,0 0-1-16,-2-1-5 16,-1 0 7-16,1-1-2 15,-3 0-6-15,3-1 6 16,-2-1-4-16,1 1-1 16,2-2 6-16,-1 0-5 15,0 0 4-15,1-2-6 16,-3 2 1-16,0 0 5 0,-3 0-5 15,-2 0 5 1,0 0-4-16,-3 1-1 0,0 1 10 16,-2 1-10-16,0-1 19 15,-1 1-11-15,-2 0 1 16,0-2-2-16,0 0-7 16,-1-1 6-16,0-1-7 15,0 1 0-15,-1-2 0 0,-1 2 1 16,-3-2 0-1,2 3-1-15,-1-1 1 0,0 1 0 16,1 0-1-16,-1 2-1 16,1 2 0-16,0-1 0 15,0 1 1-15,-1 2-6 16,1-2 5-16,-1 2-8 16,0 0 9-16,1 0-6 15,-2-1 0-15,1 1-3 16,0 0-1-16,-2 1 1 15,3-1-2-15,-3 0 2 16,1 1 0-16,0-1-6 16,-1 2 3-16,1-1 0 0,1 1 0 15,-1 1-3 1,1 1-4-16,0-1-5 16,0 2-18-16,1 0-36 15,0 0-91-15,-1 0-182 0,0 2-317 16,0-1-538-16</inkml:trace>
  <inkml:trace contextRef="#ctx0" brushRef="#br0" timeOffset="84454.04">2635 6411 1565 0,'0'0'299'0,"0"0"-28"0,0 0-55 0,0 0-79 16,0 0-71-16,0 0-66 16,0 0-14-16,-5-1-179 15,9 3-177-15,-1 1-601 0</inkml:trace>
  <inkml:trace contextRef="#ctx0" brushRef="#br0" timeOffset="85671.99">6154 5436 1165 0,'0'0'376'0,"0"0"-200"0,0 0-12 16,0 0-41-16,0 0-38 16,0 0-43-16,25-8-22 0,-11 1-6 15,1-1-5-15,-1-2 3 16,-2-3 3-16,-3-2 5 16,-2-1 1-16,-4 0 12 15,-2-1 8-15,-1 0 15 16,-3 5 14-16,-6 2 0 15,-2 1 18-15,-2 5 25 16,0 4-24-16,-2 0 4 0,-2 9-23 16,3 8-8-1,-1 11-21-15,4 3 16 16,3 2 15-16,5 3-18 16,3-7-28-16,11 2-11 0,7-5-9 15,12-3 1 1,0-7-7-16,4-7 0 0,2-7-30 15,-6-2-55-15,2-11-80 16,2-15-159-16,-8 2-295 16,-9-1-446-16</inkml:trace>
  <inkml:trace contextRef="#ctx0" brushRef="#br0" timeOffset="86035.66">6397 5304 1280 0,'0'0'353'0,"0"0"-215"16,0 0 113-16,0 0-30 0,3 56-79 16,3-35-58-16,1-2-17 15,0-2-22-15,-1-2-14 16,-2-5-15-16,-1 0-5 16,-1-5-10-16,-1-2 0 15,-1-3 8-15,0-4 9 16,-4-10 1-16,-1-4-6 15,1-8-2-15,1-1 10 16,3-2-2-16,0 2 17 16,5 4 16-16,3 7-3 15,5 7-17-15,1 4-10 16,2 5 2-16,2 7-3 16,0 7 5-16,3 7 12 15,-1 1 4-15,-1 2 9 0,-3-1-27 16,-2 0-17-1,-7-3-7-15,-5 5-86 0,-2-6-138 16,-2-4-311-16</inkml:trace>
  <inkml:trace contextRef="#ctx0" brushRef="#br0" timeOffset="86436.65">6896 5215 1213 0,'0'0'493'0,"0"0"-299"0,0 0-21 16,0 0-114-16,0 0-27 0,0 0-17 15,54-9-15-15,-35 4-15 0,-1 1-95 32,-2-1-139-32,-4 2-135 15,-6 2-402-15</inkml:trace>
  <inkml:trace contextRef="#ctx0" brushRef="#br0" timeOffset="86601.85">6858 5340 1019 0,'0'0'328'16,"0"0"9"-16,0 0-130 16,0 0-25-16,0 0-51 0,0 0-44 15,70-19-47 1,-17-4-40-16,-3-1-29 0,-4-3-134 16,-17 7-171-16,-15 4-493 0</inkml:trace>
  <inkml:trace contextRef="#ctx0" brushRef="#br0" timeOffset="86870.63">7043 5062 1155 0,'0'0'370'0,"0"0"-153"0,0 0-112 16,0 0 60-1,47 8-17-15,-18 1-60 0,2 1-43 16,0 2-19-1,-3 0 23-15,-4 1-15 0,-5 3-5 16,-9 1 0-16,-4 0 4 0,-6 2 19 16,-4 1-7-1,-9 0-21-15,-5-1-16 16,-2 0-8-16,-1-3-5 16,2-4-28-16,6-4-37 15,11-8-72-15,2-2-174 16,4-7-577-16</inkml:trace>
  <inkml:trace contextRef="#ctx0" brushRef="#br0" timeOffset="87151.48">7480 5009 1717 0,'0'0'352'16,"0"0"-29"-16,0 0-124 0,0 0-51 16,0 0-81-1,0 0-3-15,0 0 9 16,20 49-37-16,-13-31-22 16,1-1-13-16,-3-3-1 15,-1-2 0-15,-1-2-61 16,-3-4-178-16,0-6-90 15,-2 0-312-15,-4-9-911 0</inkml:trace>
  <inkml:trace contextRef="#ctx0" brushRef="#br0" timeOffset="87430.63">7399 4770 1363 0,'0'0'278'16,"0"0"-40"-16,0 0-66 15,-15 37-23-15,15-15-47 16,0-2-29-16,9-2-32 0,3-1-8 16,1-6-8-1,2-4 5-15,-2-6-21 0,-2-1-9 16,0-4 6 0,-3-6 1-16,-2-5-6 0,-2-1 11 15,-4-2-11 1,0 1 0-16,-3 1-1 0,-4 6-27 15,-2 5-16 1,0 5-45-16,3 1-45 0,6 21-99 16,0-3-89-16,1 2-274 0</inkml:trace>
  <inkml:trace contextRef="#ctx0" brushRef="#br0" timeOffset="87849.91">7607 4981 1435 0,'0'0'361'15,"0"0"-120"-15,0 0-114 16,0 0-8-16,0 0-9 16,7 41-21-16,-2-26-25 15,0 0-18-15,-1 1-4 16,0-2-14-16,-1-3-11 15,0-4-4-15,-2-2-12 16,-1-2 0-16,0-3-1 16,0 0 15-16,0-9 21 15,0-5 0-15,0-9 9 16,0-3 3-16,0-3-1 16,0 1 10-16,0 2 28 15,5 6-16-15,2 5-24 0,2 7-12 16,2 5-13-1,2 3-20-15,1 5 1 0,4 10 10 16,0 5 7-16,0 5 1 16,-1 5 4-1,-2-1-10-15,-1 1-12 0,-3-2-1 16,-2-3-49-16,-3 3-89 16,-3-6-327-16,-3-7-666 0</inkml:trace>
  <inkml:trace contextRef="#ctx0" brushRef="#br0" timeOffset="88588.58">5889 5044 596 0,'0'0'252'0,"0"0"-16"0,0 0 6 16,0-39-11-16,-4 31-14 0,0 0 8 16,-1 4-9-16,-2 3-91 15,0 1 8-15,0 7-33 16,0 9-69-16,1 6-12 15,2 3-8-15,4 1-4 16,0-2-5-16,4-3-1 16,8-4-1-16,0-4 1 15,3-6 0-15,-1-5 0 16,0-2-1-16,-2 0-2 16,-3-12 2-16,-4-2-1 15,-1-5 1-15,-4-4-17 0,0-3 7 16,-8-1-18-1,-2-2-11-15,-3 3 3 0,0 5 5 16,2 6-48-16,-1 6 38 0,4 6-33 16,4 3-71-1,4 7-3-15,3 3-91 0,6-3-280 0</inkml:trace>
  <inkml:trace contextRef="#ctx0" brushRef="#br0" timeOffset="88799.72">6046 4791 1585 0,'0'0'318'0,"0"0"-52"16,0 0-179-16,0 0 64 15,13 54-26-15,-2-30-49 16,1 3-41-16,1 0-27 15,-1 0-8-15,3-2-65 16,2 0-173-16,-1-7-381 16,-4-8-442-16</inkml:trace>
  <inkml:trace contextRef="#ctx0" brushRef="#br0" timeOffset="89003.48">6188 4816 1510 0,'0'0'357'0,"0"0"13"16,0 0-211-16,0 0-60 16,-6 43 45-16,9-18-39 15,5 4-34-15,2 2-20 0,-1 0-27 16,1-2-23-16,-1-2-1 16,-2-2-26-16,-3-5-158 15,-2-3-116-15,-2-7-354 16,0-7-478-16</inkml:trace>
  <inkml:trace contextRef="#ctx0" brushRef="#br0" timeOffset="89200">6190 4758 1130 0,'0'0'202'0,"0"0"-49"15,0 0-7 1,0 0 7-16,45-12 7 0,-32 21-32 15,-5 6-44 1,-3 4-23-16,-5 3-8 0,0 3-14 16,-4 1-25-16,-3-1-14 15,-1 4-92-15,3-8-188 16,3-6-445-16</inkml:trace>
  <inkml:trace contextRef="#ctx0" brushRef="#br0" timeOffset="89532">7168 4515 1431 0,'0'0'382'0,"0"0"-1"0,0 0-139 15,0 0-107 1,0 0-62-16,0 0 15 0,0 0-24 16,25 47-36-1,-16-30-14-15,-2-3-14 0,0 0-9 16,-2-3-60-1,-3-4-144-15,-1-2-250 0,-1-5-238 0</inkml:trace>
  <inkml:trace contextRef="#ctx0" brushRef="#br0" timeOffset="89801.72">7131 4317 956 0,'0'0'245'15,"0"0"-15"-15,0 0-99 16,0 0-26-16,0 0-37 16,0 0-24-16,9 44-19 0,0-36-4 15,0-4-21-15,-1-4-6 16,-4 0 6-16,-1-1 1 16,-3-7 9-16,0-3-10 15,0-3-6-15,-7 2 5 16,-3 0-22-16,-3 3-30 15,-2 3 15-15,1 3-90 16,3 3-6-16,5 11 15 0,5 3-75 16,1-1-467-16</inkml:trace>
  <inkml:trace contextRef="#ctx0" brushRef="#br0" timeOffset="90049.65">7299 4344 1523 0,'0'0'279'0,"0"0"86"16,0 0-213-16,0 0-20 0,0 0 9 16,9 53-59-1,2-29-27-15,1 2-31 0,1 0-24 16,1-2-4-1,0-1-116-15,4 0-141 0,-4-7-347 16,-4-6-679-16</inkml:trace>
  <inkml:trace contextRef="#ctx0" brushRef="#br0" timeOffset="90251.56">7419 4407 1525 0,'0'0'375'0,"0"0"-150"15,0 0-62-15,-2 49 1 16,6-20-40-16,4 3-33 16,2 1-17-16,2-1-35 0,-1-1-17 15,0-3-22 1,-3-1-6-16,-2-4-57 0,-6-1-144 16,0-7-166-1,-1-7-384-15</inkml:trace>
  <inkml:trace contextRef="#ctx0" brushRef="#br0" timeOffset="90436.74">7430 4383 1019 0,'0'0'381'0,"0"0"-228"16,0 0-63-16,0 0 49 15,46-5-30-15,-32 14 6 16,-1 5-32-16,-3 1-9 15,-5 3-39-15,-4 1-2 16,-1 3-5-16,-6-3-28 0,-14 2-46 16,1-4-185-1,0-6-336-15</inkml:trace>
  <inkml:trace contextRef="#ctx0" brushRef="#br0" timeOffset="90599.81">7548 4397 2015 0,'0'0'347'0,"0"0"4"15,0 0-204-15,0 0-71 0,0 0-76 16,0 0-58 0,0 0-275-16,23 8-728 0</inkml:trace>
  <inkml:trace contextRef="#ctx0" brushRef="#br0" timeOffset="93181.68">13965 6710 231 0,'0'0'60'0,"0"0"-59"0,0 0-2 0,0 0-44 0</inkml:trace>
  <inkml:trace contextRef="#ctx0" brushRef="#br0" timeOffset="93753.58">14373 7089 101 0,'0'0'145'0,"0"0"-84"0,0 0-8 16,0 0-21-16,0 0-17 15,0 0-4-15,0 0 1 16,25 29 11-16,-22-26-9 0,1 1 8 16,0 0-12-16,0 0-9 15,2 2 5-15,0 0-6 16,-1-1-14-16,1 2-17 16,0 0-15-16,1 0-7 15,5 6 38-15,-2-2-3 16,-1-1-228-16</inkml:trace>
  <inkml:trace contextRef="#ctx0" brushRef="#br0" timeOffset="94430.01">15192 7979 83 0,'0'0'73'0,"0"0"-55"0,0 0-8 16,0 0 12-16,0 0-12 15,0 0 9-15,0 0 3 16,0 0 2-16,23 18-7 0,-20-18-17 16,0 0-108-16,-1 0 101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16:44.1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6703 5452 1551 0,'0'0'310'0,"0"0"-94"0,0 0 31 16,0 0-81-16,0 0-19 15,0 0-17-15,9-7-40 16,18 1-29-16,13-4-24 15,11-2-17-15,-2 2-10 16,-11 1-1-16,-12 5-9 0,-11 2-9 16,1 1-100-1,-5 1-191-15,-2 0-365 16,-9 0-414-16</inkml:trace>
  <inkml:trace contextRef="#ctx0" brushRef="#br0" timeOffset="205.88">6668 5543 1598 0,'0'0'364'0,"0"0"-123"16,0 0-71-16,0 0-20 16,45-4 18-16,2-7-63 15,12-1-33-15,-5-1-38 16,-11 5-19-16,-17 2-15 15,-10 5-66-15,-3 1-244 0,-6 0-727 0</inkml:trace>
  <inkml:trace contextRef="#ctx0" brushRef="#br0" timeOffset="9019.89">1043 4413 847 0,'0'0'299'0,"0"0"-116"0,0 0 1 16,0 0-22-16,0 0 7 15,0 0-28 1,0-6-76-16,10 6-4 16,5 0 30-16,5 0 2 0,3 4-17 15,4 0-6-15,3 0 1 16,8-1-6-16,7 2-11 15,-2 0-17-15,-7-3-12 16,-4 2 4-16,-7-2-10 0,4 0-10 16,4 0 6-1,-3-1-6-15,2-1 3 16,-1 0-5-16,0 0-5 16,0 0 5-16,-2 0-6 0,1 0 1 15,-1-3-1 1,-1 0-1-16,1 1-7 0,-1 1 7 15,0-1 0 1,-2 1 0-16,1 1 0 16,-1 0 0-16,-2 0-1 15,-1 0 0-15,-1 0 1 0,-2 0-2 16,1 0 2-16,-1 0-2 16,2 0 2-16,0 0-1 15,1 1 1-15,-1-1 0 16,1 2 0-16,0-2 0 15,2 1 0-15,-1-1 0 16,1 0-6-16,1 0 6 16,-2 0 1-16,3 0 0 15,-1 0 0-15,-2-1-1 16,-1 1 0-16,1 0 0 16,-2 0 0-16,-2 0-1 0,0 2 1 15,-1 2-1 1,-1-1 0-16,-1 1 1 0,-2-1-1 15,3 1 1 1,1 1-1-16,1-2 0 0,0 2 0 16,1-1 0-16,2 0 1 15,1 1 0-15,0-2-1 16,2 1 1-16,0-2-2 0,1-1 1 16,0 0 1-1,-1-1 0-15,0 0 0 0,0 0 0 16,0 0 0-1,0 1 1-15,1 0 5 0,-2 1-5 16,4-2 6-16,-2 2-1 16,2-1-4-16,-2 0 5 15,0 0-5-15,0-1-1 16,0 0-1-16,-1 0 6 16,1 0-4-16,0 0-1 15,0 0 7-15,-1 0-7 16,1 0-1-16,0 0 2 15,2 0-1-15,-2 0 5 16,3 0-4-16,-1 0-1 16,2-2 1-16,1-1-1 15,0 1-1-15,-1 0 8 16,1 0-7-16,-3 1-1 0,1 0 6 16,-2-1 0-1,0 0-5-15,1 0 10 0,1 0-4 16,-1 0-5-1,3-1 9-15,-2-2-5 0,2 3 0 16,-1-2-4-16,-1 2 7 0,0-2-3 16,0 2 7-1,-1 0-7-15,0 0 6 0,-2 1-6 16,0 1 3 0,-1 0-1-16,-3 0 2 15,-2 0 10-15,0 0-8 16,-2 0-2-16,0 0 9 15,0 4-5-15,0-2-2 16,0 2-11-16,0-2 25 16,0-1-8-16,1 1 10 15,-1-2-7-15,-1 0-1 16,1 0 2-16,0 0 2 0,-3 0 2 16,-1 0-26-16,-1 0 41 15,-2 0-4-15,0 0 17 16,-3-2-20-16,-1 0 4 15,-1-2-4-15,-3 3-8 16,1-1-5-16,-2-1-5 0,-2 2-2 16,0 1-7-1,1-1-6-15,-2 0 0 0,0 1-1 16,0 0-10 0,-14 6-71-16,-3 2-157 0,-5 3-401 0</inkml:trace>
  <inkml:trace contextRef="#ctx0" brushRef="#br0" timeOffset="16641.91">4789 5847 932 0,'0'0'257'15,"0"0"-57"-15,0 0-26 0,0 0-18 0,0 0 26 16,0 0-20-16,-9 0-51 16,16 0-38-16,4 0 25 15,7 2 21-15,4 0-12 16,2 0-18-16,12 0-1 15,9 1 2-15,12-1-20 16,3 1-3-16,1-1-17 16,-6 0-13-16,-9 0-4 15,-2-1-8-15,-3-1-2 0,-7 0-4 16,-6 0-4 0,-8 0-3-16,-4 0-4 0,0 0-2 15,2 0-5 1,-1 0 10-16,-2 0-11 0,-6-1 1 15,-2 0 5-15,-3 1-5 16,-3-1 1-16,0 1-1 16,-1 0-1-16,0 0-1 0,-8 0-62 15,-19 2-166 1,1 3-370-16,-1-2-728 0</inkml:trace>
  <inkml:trace contextRef="#ctx0" brushRef="#br0" timeOffset="20490">1082 6373 637 0,'0'0'234'0,"0"0"-162"0,0 0 11 15,0 0 45-15,0 0 1 0,50 3-10 16,-27-2-27-16,10 3-5 16,10 1 22-16,9 0-26 15,5-1-23-15,-5-2-3 16,-3-1 9-16,-4-1 12 16,1 0-19-16,-3 0-2 15,-5 0-11-15,-10 0-15 16,-5-1-6-16,-3 1-3 15,3 0 0-15,3 0 2 16,3 0-2-16,-1 1 8 16,0 1-1-16,0 0 7 15,0-1 10-15,0 0 6 16,-1-1 5-16,1 0-8 16,-2-1-6-16,-1-1 5 15,-2-2-21-15,-4 2-14 0,-3 0-1 16,-4 1-11-1,-4 0 0-15,-2 1 0 0,-4 0 0 16,-1-1 0 0,0 1-1-16,0 0-64 0,1 0-103 15,1 5-165-15,1 1-398 0</inkml:trace>
  <inkml:trace contextRef="#ctx0" brushRef="#br0" timeOffset="21239.97">3466 6330 216 0,'0'0'703'0,"0"0"-528"0,0 0-71 0,0 0-29 15,0 0 105-15,0 0-20 16,38 31-23-16,-6-19-13 15,15 0 17-15,16-2-12 16,7-4-17-16,2-4-14 16,-3-2-12-16,-7 0-7 0,-2 0-15 15,-6-2-6 1,-3 0-5-16,-11 1-8 0,-10 0-12 16,-6 0 4-1,-5 0-11-15,2 1-11 0,0-2 3 16,1 1-8-1,-6 0 2-15,-4 0-6 16,-5 0-6-16,-3 1 1 0,-3 0-1 16,-1 0-20-16,-13 0-143 15,-4 0-338-15,-5 0-915 0</inkml:trace>
  <inkml:trace contextRef="#ctx0" brushRef="#br0" timeOffset="31519.85">9206 4625 953 0,'0'0'146'0,"0"0"16"0,0 0 12 15,0 0-58-15,0 0-30 16,0 0 2-16,0 0-36 16,-46 5 1-16,27 14 20 0,0 3 12 15,2 2-13 1,1 0-13-16,5-1-8 15,4-1-17-15,5-2-12 16,2-3-11-16,0-1-6 16,10-3-4-16,1 3-1 15,3-3 0-15,1 0 1 0,1 1-1 16,0-1 0-16,-2 1 0 16,-4 2 0-16,-4-1 0 15,-5 0 0 1,-1 2 0-16,-4 0 0 0,-7-1 0 15,-2-2 0-15,0-1 0 16,0-3 0-16,1-4 0 0,2-3 2 16,5-2-2-1,1-1 0-15,2 0 2 16,2 0 3-16,0 0-5 16,0 0-1-16,3 6-5 15,4 2 6-15,1 5 1 16,1 5 5-16,-2 2 10 15,-2 5 21-15,-1 5 16 16,-4 8 5-16,0 9-6 16,-4 8 14-16,-2-6 2 15,0-10-14-15,3-11-11 0,2-9 8 16,0 5-7-16,1 1-15 16,0 3-10-16,1-2 2 15,5-3-7-15,1-2-3 16,0-2 3-16,3-4-4 15,-1-1 2-15,1-4-3 0,0-2-3 16,-1-2-5 0,0-4 0-16,0-2-1 0,1 0 0 15,1-6 0 1,0-5-18-16,-2-1-77 0,0-2-113 16,-3 1-137-16,-3 2-454 0</inkml:trace>
  <inkml:trace contextRef="#ctx0" brushRef="#br0" timeOffset="31723.13">9244 5666 1967 0,'0'0'244'15,"0"0"-69"-15,0 0-115 0,0 0 21 0,0 0 2 0,0 0-56 16,0 0-27-16,9-8-123 16,4-4-405-16,-1-3-719 0</inkml:trace>
  <inkml:trace contextRef="#ctx0" brushRef="#br0" timeOffset="36519.94">13138 4754 345 0,'0'0'121'0,"8"56"-16"16,-3-23 8-16,1-7-60 0,0 5-38 16,-1 4-8-1,-2 0-6-15,-1-2-1 16,-2 0-30-16,0 6-42 16,-1-8-35-16,-3-5-47 0</inkml:trace>
  <inkml:trace contextRef="#ctx0" brushRef="#br0" timeOffset="41005.58">12970 3225 317 0,'0'0'152'0,"0"0"-53"0,0 0-63 0,0 0-34 16,0 0-2-1,0 0-9-15,-1 9-28 0,1-3-56 0</inkml:trace>
  <inkml:trace contextRef="#ctx0" brushRef="#br0" timeOffset="41307.87">12964 3595 215 0,'0'0'121'0,"0"0"-88"16,0 0-21-16,0 0-12 0,0 0-158 0</inkml:trace>
  <inkml:trace contextRef="#ctx0" brushRef="#br0" timeOffset="41489.87">12953 3891 328 0,'0'0'78'16,"0"0"-55"-16,0 0-23 15,0 0-167-15</inkml:trace>
  <inkml:trace contextRef="#ctx0" brushRef="#br0" timeOffset="41645.92">12956 4058 361 0,'0'0'66'16,"0"0"-66"-16,0 0-53 0</inkml:trace>
  <inkml:trace contextRef="#ctx0" brushRef="#br0" timeOffset="42190">12965 3402 518 0,'0'0'227'15,"0"0"-45"-15,0 0-32 0,0 0-62 0,0 0-38 16,0 0-40-16,0 0-10 16,-3 10 1-1,2 0-1-15,1 5-26 16,-1 11-106-16,0-4-163 0,-1-1-385 0</inkml:trace>
  <inkml:trace contextRef="#ctx0" brushRef="#br0" timeOffset="42319.76">12947 3681 394 0,'0'0'120'16,"0"0"-68"-16,0 0-18 15,0 0-34-15,0 0-5 16,2 44-14-16</inkml:trace>
  <inkml:trace contextRef="#ctx0" brushRef="#br0" timeOffset="42505.6">12969 3850 573 0,'0'0'145'0,"0"0"-25"16,0 0 0-16,0 0-48 16,0 0-41-1,0 0-16-15,0 0-15 0,0 32-110 16,0-21-165-16,0-2-267 16</inkml:trace>
  <inkml:trace contextRef="#ctx0" brushRef="#br0" timeOffset="42689.84">12966 4035 442 0,'0'0'202'0,"0"0"-85"0,0 0 3 16,0 0-45-1,0 0-26-15,0 0-33 0,0 0-16 16,5 18-117-1,-5-13-151-15,0 0-90 0</inkml:trace>
  <inkml:trace contextRef="#ctx0" brushRef="#br0" timeOffset="42852.02">12967 4146 592 0,'0'0'126'0,"0"0"41"16,0 0-28-16,0 0-38 15,0 0-56-15,0 0-30 16,0 0-15-16,9 40 0 16,-7-29-78-16,-1-1-193 15,-1-2-33-15</inkml:trace>
  <inkml:trace contextRef="#ctx0" brushRef="#br0" timeOffset="43049.97">12971 4297 511 0,'0'0'172'0,"0"0"17"16,0 0-63-16,0 0-20 15,0 0-53-15,0 0-17 16,0 0-17-16,2 31-17 16,0-25-2-16,-1 0-43 0,1 4-102 15,-1-2-69 1,-1-1-82-16</inkml:trace>
  <inkml:trace contextRef="#ctx0" brushRef="#br0" timeOffset="43192.27">12979 4425 572 0,'0'0'134'16,"0"0"20"-16,0 0-61 15,0 0-32-15,0 0-41 16,0 0-20-16,0 0-70 15,3 39-113-15,-1-33-83 0</inkml:trace>
  <inkml:trace contextRef="#ctx0" brushRef="#br0" timeOffset="43341.66">12985 4550 497 0,'0'0'82'0,"0"0"-82"0,0 0-61 16,0 0-106-16</inkml:trace>
  <inkml:trace contextRef="#ctx0" brushRef="#br0" timeOffset="43552">12987 4610 943 0,'0'0'138'0,"0"0"-15"16,0 0-74-16,0 0 20 16,0 0-64-16,0 0-5 15,0 0-61-15,-1 10-211 16,1-9-267-16</inkml:trace>
  <inkml:trace contextRef="#ctx0" brushRef="#br0" timeOffset="43742.09">12987 4610 729 0,'19'50'599'15,"-22"-47"-518"-15,1-1 66 0,0 1-55 16,2 0-16-16,0-1-47 16,0-1-29-16,2 1-3 15,3-2-125-15,-1 0-198 0</inkml:trace>
  <inkml:trace contextRef="#ctx0" brushRef="#br0" timeOffset="44723.48">10859 4728 852 0,'0'0'302'0,"0"0"-26"0,0 0-65 16,0 0-8-16,0 0-41 0,0 0-64 15,0 0-49-15,0 0-31 16,0 0-13-16,3 0-5 15,3 0-1-15,0 2-24 16,5 0-108-16,8 2-112 16,-2 0-148-16,0-2-267 0</inkml:trace>
  <inkml:trace contextRef="#ctx0" brushRef="#br0" timeOffset="44889.96">11043 4749 979 0,'0'0'268'15,"0"0"-110"1,0 0 21-16,0 0-51 16,0 0-65-16,0 0-43 0,0 0-20 15,31-3-12-15,-16 2-102 16,-3 1-166-16,-1 0-258 0</inkml:trace>
  <inkml:trace contextRef="#ctx0" brushRef="#br0" timeOffset="45039.91">11226 4754 741 0,'0'0'202'16,"0"0"-109"-16,0 0-22 0,0 0-24 16,0 0-47-16,41 0-43 15,-27 0-246-15,2-2-339 16</inkml:trace>
  <inkml:trace contextRef="#ctx0" brushRef="#br0" timeOffset="45219.98">11486 4731 691 0,'0'0'331'0,"0"0"-114"15,0 0-111-15,0 0-36 0,0 0-25 16,0 0-45-1,0 0-37-15,29-6-97 0,-18 6-128 16,-3-2-123-16</inkml:trace>
  <inkml:trace contextRef="#ctx0" brushRef="#br0" timeOffset="45377.59">11683 4713 691 0,'0'0'158'0,"0"0"-61"16,0 0-67-16,39 0-30 0,-22 0-111 15,-1 0-57-15</inkml:trace>
  <inkml:trace contextRef="#ctx0" brushRef="#br0" timeOffset="45554.28">12031 4749 624 0,'0'0'260'0,"0"0"-85"16,0 0-101-16,0 0-48 16,0 0-26-16,43-5-8 0,-21 1-112 15,-4 3-160 1,0-1-114-16</inkml:trace>
  <inkml:trace contextRef="#ctx0" brushRef="#br0" timeOffset="45739.94">12385 4740 803 0,'0'0'186'0,"0"0"-40"16,0 0-65-16,0 0 34 15,0 0-72-15,0 0-28 16,40 0-14-16,-29 0-1 0,0 0-18 16,6-1-82-1,-4-1-108-15,0-1-168 0</inkml:trace>
  <inkml:trace contextRef="#ctx0" brushRef="#br0" timeOffset="45955.2">12683 4734 607 0,'0'0'249'16,"0"0"-93"-16,0 0-48 16,0 0-57-16,0 0 17 15,50-4-44-15,-35 2-24 16,1 1-60-16,-1-1-30 15,7 0-173-15,-5 1-537 0,-1 0 752 16</inkml:trace>
  <inkml:trace contextRef="#ctx0" brushRef="#br0" timeOffset="46071.68">12901 4719 611 0,'0'0'358'16,"0"0"-33"-16,0 0-76 15,0 0-50-15,0 0-79 16,0 0-95-16,0 0-25 15,-57-7-359-15</inkml:trace>
  <inkml:trace contextRef="#ctx0" brushRef="#br0" timeOffset="47489.91">10954 4672 473 0,'0'0'188'0,"0"0"3"0,0 0-64 15,0 0-32 1,0 0-35-16,0 0-34 0,0 0-19 16,0-4-7-1,0 4 1-15,0 0-1 0,0 0-1 16,0 0 1-1,0 0 1-15,0 0-1 0,0 0 16 16,0 0 16-16,0 0 33 0,0 0 5 16,0 0 2-1,0 0 10-15,0 0-14 0,0 0-17 16,0 0-9 0,-2 0-7-16,1 0-17 15,-1 0-1-15,1 0 2 16,-1 0-4-16,1 0-9 15,-2 0-5-15,2 0 1 16,-2 0-1-16,-1 0 5 16,1 1-4-16,0 1-2 15,0 0 0-15,-1-1 1 16,3 1 0-16,-1-2 0 0,-1 0 13 16,0 1 9-16,-1 1 12 15,-2 0 5-15,-1 0-7 16,-3 1 3-16,-2 2-1 15,-2-1-6-15,1 2 2 16,0-2 2-16,1 2 6 16,1-2-11-16,2 0-6 15,1 0-6-15,3 0 2 0,3-1-11 16,1 1 1 0,1 2-7-16,0 0 8 0,1 2-2 15,4 1 4 1,3 1-1-16,2-2 2 0,0 1 4 15,4-2 11 1,2-1 13-16,1-3 3 0,2 0 12 16,0-1-11-1,0-1-9-15,0 0-3 0,1 2 20 16,-1-1-22-16,-5 1-16 16,0-1-7-16,-2 0-6 15,-2 0 0-15,-1 0-1 16,-2-1 1-16,-4-1 0 15,1 2 0-15,-2-2-1 16,-1 1 0-16,-1-1-18 0,0 0-81 16,0 0-91-1,-1-5-378-15,-3-1-730 0</inkml:trace>
  <inkml:trace contextRef="#ctx0" brushRef="#br0" timeOffset="52219.66">12968 3387 665 0,'0'0'238'0,"0"0"40"0,0 0-59 0,0 0-46 16,0 0-61-16,0 0-57 16,0 0 15-16,-16 27 43 15,7-10-9-15,-1 2-23 16,-1-1-31-16,0-3-7 16,1-1-17-16,0-1-7 15,1-4-10-15,3-4 0 16,0-2-1-16,2-3 5 15,2-3 12-15,1-7 18 16,1-4 3-16,0-5-22 16,7-1 1-16,5-2 2 0,0 2-26 15,1 1 26 1,2 5-18-16,-1 3 21 0,0 6-29 16,2 5 9-1,0 2-8-15,1 9 4 0,2 4-5 16,-2 3 0-1,0 2-1-15,-4 1 0 0,0 1-11 16,-4 0-49-16,-3 2-117 16,-3-5-220-16,-2-5-333 0</inkml:trace>
  <inkml:trace contextRef="#ctx0" brushRef="#br0" timeOffset="58557.36">10940 5002 913 0,'0'0'268'0,"0"0"-93"0,0 0-24 0,0 0-37 0,0 0 5 16,0 0 23-1,17 11 16-15,-1-8-31 0,3-1-27 16,3-1-12 0,3-1-17-16,0 0-19 15,-2 0-23-15,-2 0-17 0,-2-2-3 16,-3-1-8 0,-3 1-1-16,-3-1-16 0,-3 1-62 15,-1-2-78 1,-4-1-172-16,-2 1-174 0,0 1-226 0</inkml:trace>
  <inkml:trace contextRef="#ctx0" brushRef="#br0" timeOffset="59023.08">11001 4910 882 0,'0'0'269'16,"0"0"-27"-16,0 0-12 15,0 0-38-15,0 0-70 16,0 0-65-16,0 0-24 16,-34 18 14-16,21-3 42 0,-1 1-29 15,-1 1-6 1,4 1-6-16,1-2-14 0,3 0-5 16,2-1-4-1,1 0-16-15,4-1 4 0,0-2-5 16,5-3 11-1,5-2 3-15,2-2-4 0,1 0-8 16,4-4-8-16,-1-1 4 16,1 0-5-16,-1 0-1 15,-1 0-1-15,0 0-80 16,0 0-102-16,-4 0-124 16,-4 2-295-16</inkml:trace>
  <inkml:trace contextRef="#ctx0" brushRef="#br0" timeOffset="61520.05">12584 4970 1049 0,'0'0'149'0,"0"0"-104"0,0 0-45 16,0 0-13-16,0 0-35 16,0 0-205-16,0 0-20 0</inkml:trace>
  <inkml:trace contextRef="#ctx0" brushRef="#br0" timeOffset="61689.7">12712 4939 1039 0,'0'0'104'0,"0"0"-104"0</inkml:trace>
  <inkml:trace contextRef="#ctx0" brushRef="#br0" timeOffset="62007.2">12688 4428 1013 0,'0'0'215'15,"0"0"-119"-15,0 0-96 16,0 0-13-16</inkml:trace>
  <inkml:trace contextRef="#ctx0" brushRef="#br0" timeOffset="62169.64">12661 4110 873 0,'0'0'211'15,"0"0"-72"-15,0 0-139 0</inkml:trace>
  <inkml:trace contextRef="#ctx0" brushRef="#br0" timeOffset="62341.69">12608 3753 882 0,'0'0'152'16,"0"0"-152"-16</inkml:trace>
  <inkml:trace contextRef="#ctx0" brushRef="#br0" timeOffset="62503.13">12550 3455 1047 0,'0'0'162'15,"0"0"-105"-15,0 0-57 16,0 0-96-16,0 0-150 0</inkml:trace>
  <inkml:trace contextRef="#ctx0" brushRef="#br0" timeOffset="62939.66">12596 3244 1054 0,'0'0'207'16,"0"0"-58"-16,0 0-24 0,0 0-56 15,-28 43-17 1,21-31-23-16,1-1-11 16,0 0-11-16,0-3 2 0,0-2-8 15,2-3 5-15,1-3-6 16,1 0 7-16,1-3-2 15,1-7 5 1,0-3 2-16,3-2 4 0,3 1-9 16,2-1 5-16,2 4-5 0,-1 3 2 15,2 4-8 1,0 4 8-16,1 0 3 16,0 7-11-16,0 7 12 15,0 4-4-15,-1 1-9 16,-1 2 0-16,-1 10-7 15,-3-7-176-15,-1-3-451 0</inkml:trace>
  <inkml:trace contextRef="#ctx0" brushRef="#br0" timeOffset="63119.98">12723 3355 1013 0,'0'0'293'0,"0"0"-22"16,0 0-158-16,0 0-60 16,0 0-40-16,0 0-13 0,0 0-47 15,0 9-184 1,0-3-913-16</inkml:trace>
  <inkml:trace contextRef="#ctx0" brushRef="#br0" timeOffset="67471.89">12619 5442 140 0,'0'0'114'0,"0"0"-70"0,0 0 30 0,0 0-29 16,0 0-5-16,0 0-15 0,0 0 8 15,30-20-6 1,-25 16 8-16,0-1-6 15,1 0-15-15,1-2-7 16,0-1-7-16,1 1-3 0,2-2-13 16,0-2-20-1,1 1-27-15,-1 1 6 0,1-1 5 16,-1-1-7-16,2 0 33 16,-2-1 16-16,1-1 9 15,1-1 1-15,-1-1 0 16,1-1 14-1,1 0-4-15,-1-2 0 0,2 1-9 16,3-7-1-16,-2 4-20 16,-2 4-78-16</inkml:trace>
  <inkml:trace contextRef="#ctx0" brushRef="#br0" timeOffset="67655.35">13114 4793 16 0,'0'0'0'15</inkml:trace>
  <inkml:trace contextRef="#ctx0" brushRef="#br0" timeOffset="67739.84">13114 4793 196 0,'0'0'111'16,"33"-39"-68"-16,-33 37-8 16,0 0-13-16,0 1-13 15,-1 1-9-15,-1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18:01.4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7301 6342 1497 0,'0'0'268'0,"0"0"-59"0,0 0-62 0,0 0-13 16,0 0 38-16,0 0-42 15,28 9-42-15,-11-8-46 16,-1-1-23-16,0 0-13 16,0 0-5-16,-1 0-1 0,-2 0-22 15,-1-1-109 1,-3-5-49-16,-3 2-146 0,-4-1-344 0</inkml:trace>
  <inkml:trace contextRef="#ctx0" brushRef="#br0" timeOffset="199.82">7254 6429 1302 0,'0'0'643'0,"0"0"-527"15,0 0 41-15,0 0-80 16,0 0-1-16,54 0-20 16,-31-8-35-16,1 1-21 15,5-6-100-15,-7 2-198 16,-7 2-460-16</inkml:trace>
  <inkml:trace contextRef="#ctx0" brushRef="#br0" timeOffset="1939.84">5178 4464 180 0,'0'0'209'0,"0"0"-28"16,0 0 29-16,0 0-25 0,0 0-20 16,0 0-30-1,-13 0-6-15,9 0-20 0,1 0 7 16,0 0-8 0,0 0-11-16,0 0-5 0,-1 0 3 15,4 0 2 1,-1 0-15-16,-1 0-20 0,2 0-7 15,0 0-2-15,0 0-15 16,0 1-9-16,6 4 7 16,8 1 80-16,8 3 4 0,10 1 1 15,14 1-39 1,-1-2-17-16,-4 0-7 0,-6-3-19 16,-9-3-9-1,1 2-2-15,5 0-5 0,-5-3-7 16,-4 1-4-1,-3-2-6-15,-6 0-5 0,-4-1-1 16,-4 0-30-16,-6 0-109 16,-7 0-209-1,-6-3-569-15</inkml:trace>
  <inkml:trace contextRef="#ctx0" brushRef="#br0" timeOffset="2790.09">887 4967 1087 0,'0'0'336'0,"0"0"-66"0,0 0-20 16,0 0-64-16,0 0-64 16,0 0-36-16,1 9-4 15,22-2 117-15,17-2-20 0,17 1-43 16,8-4-51-1,1-2-13-15,-3 0-23 16,-9-3-20-16,-3-2 5 16,-8 2 1-16,-11-1-11 15,-11 2-5-15,-4-1-7 16,-1 3-1-16,1-2-4 16,-1 0-5-16,-6 2-1 15,-3-2 5-15,-4 2-6 0,0 0 0 16,-3 0 0-16,0 0-1 15,0 0-14-15,-9 6-45 16,0 5-166-16,-5 1-464 16</inkml:trace>
  <inkml:trace contextRef="#ctx0" brushRef="#br0" timeOffset="6769.81">5043 6403 16 0,'0'0'1325'16,"0"0"-950"-16,0 0-96 0,0 0-55 16,0 0-47-16,0 0-41 15,12 13 22-15,3-4-7 0,4 2-30 16,4-1-36 0,3-1-21-16,2-1-28 0,1-3-18 15,0-1-12 1,0-3-6-16,-2-1-8 0,6-1-87 15,-8-6-214 1,-7-2-463-16</inkml:trace>
  <inkml:trace contextRef="#ctx0" brushRef="#br0" timeOffset="7720.18">875 6878 932 0,'0'0'293'0,"0"0"-32"0,0 0-10 0,0 0-73 0,0 0-46 16,0 0-33 0,0 0-33-16,56 14 69 0,10-8 37 15,17-1-14 1,6-2-32-16,-2-3-12 15,-7 0-9-15,0 0-26 16,3 0-7-16,-4 0-27 0,-7 0 10 16,-10 0-5-1,-9 0-3-15,-15 2-12 0,-9-1-8 16,-8-1 0-16,-3 2-5 16,2-1-2-16,-1-1-2 15,0 1-3-15,-4-1 1 0,-4 0-5 16,-4 0-5-1,0 0-5-15,-4 0 5 16,-1 0-5-16,0 0-1 16,-1 0 1-16,-1 0 1 0,0 0-2 15,0-1 0 1,0 0-21-16,-5-1-87 16,-5 2-94-16,3 0-251 15,1 0-236-15</inkml:trace>
  <inkml:trace contextRef="#ctx0" brushRef="#br0" timeOffset="15306.83">11107 5697 516 0,'0'0'543'16,"0"0"-265"-16,0 0-8 0,0 0-54 15,0 0 1-15,0 0-48 16,-2 2-14-16,8-1-12 16,3 0 3-16,4 0-8 15,3-1-57-15,1 1-32 0,1-1 1 16,2 0-4 0,-2 0-16-16,1 0-11 0,-3 0-12 15,-1 0-7 1,-1 0 0-16,-2 0 0 0,-2-1 0 15,-3-1-33 1,-2 0-67-16,-4 1-132 0,-1-3-123 16,-3 1-355-16,-5 0-637 0</inkml:trace>
  <inkml:trace contextRef="#ctx0" brushRef="#br0" timeOffset="16120.07">11155 5609 166 0,'0'0'326'0,"0"0"-77"0,0 0 10 16,0 0-35-16,0 0-18 15,0 0-36-15,0 0-24 16,0 0-23-16,0 0-20 16,0 0-16-16,-2 0-19 15,-2 0-21-15,0 3-13 16,-1 0-10-16,-2 1 5 16,0 1-5-16,-1 2-8 0,1 0-2 15,-2 2-7 1,1 1 0-16,-3 0-1 0,3 1-4 15,0 0 4-15,-1-1-5 16,2 1 0-16,1 1 5 16,1-3-4-16,1 1-1 15,2-1 1-15,2 0 0 16,0-2 6-16,0 1-1 16,2-1 4-16,5 1 32 0,3-2 19 15,3 0-8 1,1-1-8-16,3-1-21 0,3-2 8 15,-1-2-9 1,2 0-1-16,-2 0-15 0,-1 0-2 16,-3 0-5-16,-3-3-1 15,-4 0 0-15,-2 2 0 16,-2 0-18-16,-4 1-46 0,0-1-69 16,0-1-74-1,-6 1-190-15,0 0-314 0</inkml:trace>
  <inkml:trace contextRef="#ctx0" brushRef="#br0" timeOffset="19640.16">13297 5719 533 0,'0'0'352'0,"0"0"-94"15,0 0-37-15,0 0-38 0,0 0-44 16,0 0-44-16,0 0-41 16,-1 0-28-16,1 0-11 15,0 0-9-15,0 0-6 0,0 0-9 16,8 1-56-1,4 1-200-15,1-1-514 0</inkml:trace>
  <inkml:trace contextRef="#ctx0" brushRef="#br0" timeOffset="19871.95">13576 5730 705 0,'0'0'193'15,"0"0"-93"-15,0 0 20 16,0 0-36-16,0 0-35 16,0 0-33-16,0 0-16 15,0 0-35-15,-1 0-178 0</inkml:trace>
  <inkml:trace contextRef="#ctx0" brushRef="#br0" timeOffset="20089.75">13280 5710 586 0,'0'0'409'16,"0"0"-301"-1,0 0-76-15,0 0-20 0,0 0-12 16,0 0 0-16,0 0-106 16,47 4-290-16</inkml:trace>
  <inkml:trace contextRef="#ctx0" brushRef="#br0" timeOffset="20306.33">13595 5725 951 0,'0'0'174'16,"0"0"-112"-16,0 0 29 0,0 0-20 15,0 0-53 1,0 0-18-16,0 0-54 0,-5 0-138 16,1 0-432-16</inkml:trace>
  <inkml:trace contextRef="#ctx0" brushRef="#br0" timeOffset="20490.05">13302 5734 797 0,'0'0'289'16,"0"0"-213"-16,0 0-52 16,0 0-14-16,0 0 0 15,0 0-10-15,0 0-39 0,50 0-289 0</inkml:trace>
  <inkml:trace contextRef="#ctx0" brushRef="#br0" timeOffset="20672.75">13695 5756 1039 0,'0'0'172'15,"0"0"-114"-15,0 0 7 0,0 0 4 16,0 0-69-16,0 0-47 16,0 0-134-16,-4-2-828 0</inkml:trace>
  <inkml:trace contextRef="#ctx0" brushRef="#br0" timeOffset="20870.21">13249 5779 70 0,'0'0'1054'0,"0"0"-1027"16,0 0-27-16,0 0-23 15,0 0-1-15,47-1-215 16,-25-2-359-16</inkml:trace>
  <inkml:trace contextRef="#ctx0" brushRef="#br0" timeOffset="21055.91">13628 5757 1079 0,'0'0'149'15,"0"0"-110"1,0 0-23-16,0 0-7 0,0 0-9 16,0 0-136-1,0 0-470-15</inkml:trace>
  <inkml:trace contextRef="#ctx0" brushRef="#br0" timeOffset="21906.89">13354 5309 493 0,'0'0'399'0,"0"0"-103"0,0 0 12 0,0 0-29 16,0 0 16-16,0 0-92 15,0 0-49-15,-8-22-50 16,8 22-46-16,0 5-35 0,0 9-15 16,0 7 4-16,0 3 9 15,0 2-7-15,1 0-14 16,2-4 0-16,3-1-9 15,0-5-49-15,8-2-140 16,-1-6-306-16,1-6-447 0</inkml:trace>
  <inkml:trace contextRef="#ctx0" brushRef="#br0" timeOffset="22189.83">13577 5195 1752 0,'0'0'223'16,"0"0"-37"-16,0 0 8 15,0 0-117-15,0 0-35 16,0 0 50-16,0 0-1 0,-2 59-33 16,2-35-33-1,1 1-5-15,1-3-14 0,0-1-6 16,0-3-1-1,0-4-9-15,-1-2-75 0,-1-4-79 16,0-2-75-16,-3-6-112 16,-3 0-191-16,-1 0-277 15</inkml:trace>
  <inkml:trace contextRef="#ctx0" brushRef="#br0" timeOffset="22522.21">13524 5322 968 0,'0'0'338'0,"0"0"-12"15,0 0-98-15,0 0-92 16,0 0-31-16,0 0 2 16,0 0-17-16,33 42-12 0,-20-28-26 15,2-1-25 1,0-1-18-16,-2-3-9 0,-1-2 0 16,-1-4-36-1,-2-1-53-15,0-2-44 16,0-4-39-16,-1-6-11 15,0-2 27-15,-1-1 58 0,-2-2 63 16,-1 1 35-16,-1 4 19 16,-2 2 51-16,0 3 40 15,-1 4 11-15,0 1-36 16,0 2-50-16,-2 8-21 16,-3 2 16-16,0 5-6 15,0 1-10-15,0-1-12 16,0-1-1-16,1-4-1 15,0 2-74-15,1-5-232 16,0-4-684-16</inkml:trace>
  <inkml:trace contextRef="#ctx0" brushRef="#br0" timeOffset="22670.1">13832 5390 1441 0,'0'0'191'0,"0"0"-161"0,0 0-30 0,0 0-558 0</inkml:trace>
  <inkml:trace contextRef="#ctx0" brushRef="#br0" timeOffset="25405.77">10424 6125 364 0,'0'0'165'0,"0"0"11"0,0 0 17 16,0 0-35-16,0 0 0 0,0 0 7 16,-4-5-11-1,4 5-39-15,0 0-17 16,0 0 0-16,2 0-3 16,7 0-3-16,3-1 17 15,7 1-25-15,1-1-25 16,4 1-12-16,5-1 8 15,2 0-3-15,2 1-3 16,1-2-15-16,-1 0-16 0,-2-1-2 16,-4 1-15-1,-3-2 7-15,-4 1-8 0,-2-1 1 16,-6 2 5-16,-3-1-6 16,-4 1 0-16,-1 1-1 15,-4 1-1-15,0 0-15 16,0 0-59-16,-4 0-84 15,-15 8-141-15,2 1-274 0,-3-2-272 0</inkml:trace>
  <inkml:trace contextRef="#ctx0" brushRef="#br0" timeOffset="25924.09">10430 6167 394 0,'0'0'208'0,"0"0"-3"16,0 0 7-16,0 0-13 16,0 0-11-16,0 0-35 15,0 0-35-15,7-6-3 16,2 4 5-16,4 1 6 15,2 0-19-15,4-2-8 16,6 1-3-16,9-2-4 16,0 0 3-16,1-1-23 15,3 2-38-15,-7 1-19 16,2 0-8-16,-5 0-5 0,-3 1 7 16,-5 1-8-1,-5 0-1-15,-6 0 0 0,-3 0-1 16,-3 0 0-1,-3 0-5-15,0 0-6 0,0 0-45 16,-4 0-87-16,-4 0-100 16,-2 1-389-16</inkml:trace>
  <inkml:trace contextRef="#ctx0" brushRef="#br0" timeOffset="31940.07">13248 6023 1125 0,'0'0'190'0,"0"0"-133"0,0 0-2 16,0 0 4-16,0 0 10 15,0 0-37-15,-4 0-32 16,4 0-10-16,16 0-81 0,1-1-48 16,3-1-265-16</inkml:trace>
  <inkml:trace contextRef="#ctx0" brushRef="#br0" timeOffset="32140.31">13647 6007 1024 0,'0'0'161'0,"0"0"-112"0,0 0 26 16,0 0 78-16,0 0-27 16,0 0-72-16,0 0-39 15,0 0-15-15,0 0-21 16,0 0-82-16,0 0-208 15,-4 0-412-15</inkml:trace>
  <inkml:trace contextRef="#ctx0" brushRef="#br0" timeOffset="32369.75">13281 5980 1210 0,'0'0'175'16,"0"0"-125"-16,0 0-30 0,0 0 0 15,0 0 53 1,0 0-38-16,0 0-35 0,20 0-104 16,-1 0-136-1,1 0-404-15</inkml:trace>
  <inkml:trace contextRef="#ctx0" brushRef="#br0" timeOffset="32539.86">13647 6022 1110 0,'0'0'154'16,"0"0"-115"-16,0 0-27 15,0 0-2-15,0 0-10 16,0 0-62-16,0 0-464 0</inkml:trace>
  <inkml:trace contextRef="#ctx0" brushRef="#br0" timeOffset="32722.16">13365 6002 1122 0,'0'0'159'0,"0"0"-109"15,0 0-39-15,0 0-1 16,0 0 6-16,0 0-16 16,0 0-54-16,52 0-287 0</inkml:trace>
  <inkml:trace contextRef="#ctx0" brushRef="#br0" timeOffset="32901.82">13737 6008 1117 0,'0'0'178'15,"0"0"-121"-15,0 0 30 16,0 0-23-16,0 0-28 15,0 0-36-15,0 0-155 16,-13 0-513-16</inkml:trace>
  <inkml:trace contextRef="#ctx0" brushRef="#br0" timeOffset="33269.89">13206 6283 940 0,'0'0'160'15,"0"0"-118"-15,0 0-41 16,0 0 0-16,0 0-1 15,44 0-47-15,-20 0-129 16,-1-1-221-16</inkml:trace>
  <inkml:trace contextRef="#ctx0" brushRef="#br0" timeOffset="33439.87">13547 6317 703 0,'0'0'104'0,"0"0"-65"16,0 0-4-16,0 0-11 16,0 0-24-16,0 0-42 15,0 0-291-15</inkml:trace>
  <inkml:trace contextRef="#ctx0" brushRef="#br0" timeOffset="33620.19">13251 6315 826 0,'0'0'0'0,"0"0"-51"16,40 0 1-16,-18-3-184 15</inkml:trace>
  <inkml:trace contextRef="#ctx0" brushRef="#br0" timeOffset="33755.79">13783 6351 915 0,'0'0'0'15,"0"0"-272"-15</inkml:trace>
  <inkml:trace contextRef="#ctx0" brushRef="#br0" timeOffset="35989.93">13963 5913 1053 0,'0'0'556'0,"0"0"-419"0,0 0 76 16,0 0 18-16,0 0 0 15,0 0-78-15,52-7-79 0,-29 6-26 16,2 1-20-16,1 0-7 16,0 0-9-16,-1 0-6 15,0 0-6-15,-2 0 0 16,-2 0-7-16,-3 0-13 16,-4 0-84-16,-4-7-138 15,-4 1-251-15,-5-2-374 0</inkml:trace>
  <inkml:trace contextRef="#ctx0" brushRef="#br0" timeOffset="36449.82">13985 5735 888 0,'0'0'214'0,"0"0"27"16,0 0 4-16,0 0-54 0,0 0-24 15,0 0-79 1,0 0-50-16,-14 2-17 0,1 9 23 15,-2 3 18 1,-1 3-9-16,0 1 3 0,3 1 0 16,2-1-21-16,3 0-10 15,3 2-6-15,5-2 3 16,0 2 15-16,3-2 17 0,9 0 1 16,4-2 15-1,6-2 17-15,2-2-19 16,5-1-14-16,4-3-20 15,-1-2-11-15,0-2-13 16,-2-2-9-16,-3 0-1 16,-4-1 0-16,-5-1-24 15,-8 0-103-15,-5 0-197 16,-5 0-344-16</inkml:trace>
  <inkml:trace contextRef="#ctx0" brushRef="#br0" timeOffset="45972.95">5796 3630 1077 0,'0'0'290'0,"0"0"-180"0,0 0-28 0,59-15-15 15,-32 15-6-15,2 0 0 0,0 10-7 16,-3 5 5-16,-5 7 15 16,-7 10 27-16,-8 12 11 15,-6 12-22 1,-13 5 3-16,-6-5-11 0,1-12-21 16,4-14-14-16,5-9-21 15,2-2-10-15,1 2-7 16,3 0-9-16,1 0 0 15,2-4-1 1,2-5-1-16,5-5 1 0,2-2-8 16,1-4-1-16,0-1-1 15,3-3 1-15,-3-6-76 16,0-1 66-16,-4 2 19 0,-4 1 0 16,-1 2 1-1,0 4 1-15,-1 1 11 0,0 6 4 16,0 17-1-1,0 18 62-15,0 24 65 16,0 8-17-16,0 4-19 0,3-4-19 16,1-9-31-1,-1 1-12-15,1-5 1 0,-1-3-20 16,0-8-1 0,-1-2-13-16,-1-11 7 0,-1-7 0 15,0-7-8-15,-1-1-1 16,-5 1-7-16,-1 1 17 15,-3 0-7-15,-1-3 11 16,-3-4 3-16,-3-3 3 16,-2-2 1-16,-3-4-8 15,-2-2-7-15,0-4-3 0,0-1 2 16,-2 0 2-16,3-4 4 16,-1 1-4-16,2-2-5 15,2 1-4-15,3 0-1 16,1 2-5-16,3 0 1 15,1 2-1-15,3 0-1 16,0 0-1-16,1 5 1 16,0 0-8-16,2 0-5 15,1-1-22-15,5-1-83 16,0-1-111-16,0-1-431 16,0-1-860-16</inkml:trace>
  <inkml:trace contextRef="#ctx0" brushRef="#br0" timeOffset="51673.74">5617 5513 1084 0,'0'0'150'0,"0"0"-102"0,0 0 13 16,56-13 10-16,-30 14-8 16,1 12-10-16,0 8-3 15,-4 5 4-15,-4 11 20 0,-9 11-8 16,-10 8-5 0,-9 1 23-16,-11-4 7 0,0-11-11 15,4-12-6 1,5-7-18-16,2-3-16 0,0 1-15 15,4 0-10 1,1 0-9-16,4-5-5 0,0-4 0 16,5-4 1-1,4-4 4-15,4-3 1 0,3-1-6 16,2-5 0-16,-3-2-1 16,-1-2 1-16,-5 1 1 15,-2 4-1-15,-4 2 7 16,-2 2-7-16,0 0-1 15,0 12 1-15,3 14 78 16,1 17 20-16,7 19 23 16,-1 11-5-16,5-2-4 15,0-8-29-15,-2-11-9 16,1-1-7-16,-4-3-26 16,-2-3 12-16,-2-9-19 0,-6-9 13 15,-1-5-32 1,0-3 8-16,-3 2 13 0,-5 1-5 15,-3 0-1 1,-1-3-4-16,-4-4 0 0,0-3 2 16,-3-4-8-16,-2 0-3 15,0-2-8-15,0 0-8 16,0-1 10-16,1 2-11 0,1-1 1 16,1 0-1-1,2-1 0-15,3-1-1 0,3-1 0 16,4 0-1-1,2-3-8-15,1 0-7 0,-4 0-77 16,3-6-88-16,-5-5-337 0</inkml:trace>
  <inkml:trace contextRef="#ctx0" brushRef="#br0" timeOffset="66389.97">14310 4176 546 0,'0'0'186'0,"0"0"-137"0,0 0-49 0,0 0-45 0</inkml:trace>
  <inkml:trace contextRef="#ctx0" brushRef="#br0" timeOffset="66522.07">14585 4155 690 0,'0'0'120'16,"0"0"-2"-16,0 0-17 0,0 0-14 15,0 0-51 1,49-24-36-16</inkml:trace>
  <inkml:trace contextRef="#ctx0" brushRef="#br0" timeOffset="66669.98">15154 4087 807 0,'0'0'122'0,"0"0"-122"0</inkml:trace>
  <inkml:trace contextRef="#ctx0" brushRef="#br0" timeOffset="66890.2">14461 4628 634 0,'0'0'971'0,"0"0"-971"0,0 0-9 16,0 0-23-16,0 0-52 15,0 0-144-15</inkml:trace>
  <inkml:trace contextRef="#ctx0" brushRef="#br0" timeOffset="67056.35">14975 4551 1159 0,'0'0'143'16,"0"0"-133"-16,0 0-10 16,40-11-49-16,-21 4-264 0</inkml:trace>
  <inkml:trace contextRef="#ctx0" brushRef="#br0" timeOffset="67389.77">14491 5021 869 0,'0'0'4'0,"0"0"-4"16,54-20-328-16,-25 8-14 0</inkml:trace>
  <inkml:trace contextRef="#ctx0" brushRef="#br0" timeOffset="67539.89">14960 4940 1129 0,'0'0'201'15,"0"0"-201"-15,0 0-80 0,0 0-5 16,50-23-24 0,-27 15-286-16</inkml:trace>
  <inkml:trace contextRef="#ctx0" brushRef="#br0" timeOffset="67639.7">15253 4852 856 0,'0'0'18'0,"0"0"-18"0</inkml:trace>
  <inkml:trace contextRef="#ctx0" brushRef="#br0" timeOffset="98049.87">486 7761 1550 0,'0'0'235'0,"0"0"-152"0,0 0-48 16,0 0-13-16,0 0-7 0,0 0-15 16,-5 8-10-1,13 9 6-15,4 5 4 16,1 6 79-16,1 1 17 0,1 1-13 15,-1 0-27-15,-1-2-6 16,0-2-8-16,-2-5-18 16,1-5-24-16,-3-7-183 15,-2-7-371-15</inkml:trace>
  <inkml:trace contextRef="#ctx0" brushRef="#br0" timeOffset="98301.74">557 7694 1240 0,'0'0'341'16,"0"0"-197"-16,0 0-104 15,0 0-27-15,20 48 13 16,-5-22 69-16,2 5 43 16,0 2-10-16,0 1-22 0,0-2-23 15,-2 0-1 1,-3-4-32-16,-1-5-29 0,-4-3-21 15,-3-7-46 1,-3-4-110-16,-2-7-143 0,-8-2-212 16,-2 0-378-16</inkml:trace>
  <inkml:trace contextRef="#ctx0" brushRef="#br0" timeOffset="98519.71">459 7936 1066 0,'0'0'310'0,"0"0"-15"0,0 0-95 16,0 0-62-16,0 0-25 0,32 38-35 16,-9-26-4-1,1-1-3-15,7-3 0 0,0-3-1 16,-1 0-1 0,3-4-31-16,-6-1-17 0,-2 0-21 15,-4-3-6 1,-5-5-111-16,-7-3-88 0,-6-13-177 15,-3 1-288-15,0 1-498 0</inkml:trace>
  <inkml:trace contextRef="#ctx0" brushRef="#br0" timeOffset="98690.04">724 7819 1097 0,'0'0'410'0,"0"0"-165"15,0 0-135-15,0 0 55 16,2 53 3-16,4-25-57 15,-2 3-52-15,3 0-34 16,-2 0-16-16,0-4-9 16,0 7-53-16,-4-8-308 0,1-4-864 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22:54.0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10136 1822 424 0,'0'0'176'0,"0"0"13"0,0 0-33 0,0 0 28 0,0 0-34 16,0 0-23-1,-4-7-23-15,4 7 8 0,0-1 9 16,0 1-10-1,0 0 4-15,0 0-20 0,7 0-25 16,3 0-9-16,4 0-1 16,4 0-6-16,2 3-13 15,2-1-13-15,3 2-4 16,-2-1-2-16,0-1 2 16,1 1 3-16,-2-2-2 15,0 2-10-15,-2-1-5 16,-2-1-8-16,1 2 5 15,-2-1 7-15,0-1-4 16,-1 0 3-16,-1-1 1 0,-2 1-4 16,1 0 4-1,0 0-4-15,2-1-1 16,-2 2-3-16,2-1 0 0,-2 1 4 16,-1-2-9-1,2 4 1-15,-3-2-1 0,1 0 1 16,0-1 7-16,0 3 1 15,1-2 2-15,-2 0 1 16,2-1-2-16,-1 2-4 16,0-3 5-16,0 2 2 15,-2-1 4-15,1 0-1 16,-2-1-3-16,0 1-4 16,-2-1 4-16,-1 0-1 15,-1 0-2-15,-1 0-4 16,-2 0-6-16,0 0 7 0,-1 0-7 15,0 0 5 1,1 0-4-16,-2 0-1 0,2 0 7 16,-2 0-7-16,1 0 0 0,-2 0 0 15,1 0-1 1,-1 0 0-16,0 0 0 16,0 0 0-16,0 0-1 15,0 0-8-15,0 0-11 16,-37-3-23-16,2-4-257 15,-13-3-1349-15</inkml:trace>
  <inkml:trace contextRef="#ctx0" brushRef="#br0" timeOffset="6214.24">1502 3740 1331 0,'0'0'264'0,"0"0"-12"16,0 0 8-16,0 0-25 16,0 0-51-16,0 0-49 15,54 8-16-15,-11-3-8 0,12 1-33 16,4-1-30-16,-3-1-19 15,-6-3-5-15,-14 0-10 16,-7-1-13-16,-7 0 0 16,-3 0 5-16,1 0-6 15,0 0-2-15,-2 2-51 16,-5 0-100-16,-6 4-111 0,-3-1-212 16,-3 0-234-16</inkml:trace>
  <inkml:trace contextRef="#ctx0" brushRef="#br0" timeOffset="6834.29">3171 3642 1051 0,'0'0'294'0,"0"0"-84"0,0 0-80 0,0 0-10 16,0 0 133-16,0 0-26 15,0 0-46-15,55 34-38 16,-22-26-35-16,13-2-33 16,11-2-29-16,7-3-23 15,-4 2-15-15,-9 0-8 16,-8 2-54-16,0 1-153 16,-11-2-181-16,-6-1-449 0</inkml:trace>
  <inkml:trace contextRef="#ctx0" brushRef="#br0" timeOffset="7414.39">4696 3649 401 0,'0'0'1067'0,"0"0"-796"0,0 0-102 16,0 0-50-16,0 0 62 15,42 7-39-15,-10-4-68 16,14-2-22-16,19-1-22 15,10 0-19-15,4-1-11 16,0-4-26-16,-6 2-96 16,-16 2-241-16,-11-1-481 0</inkml:trace>
  <inkml:trace contextRef="#ctx0" brushRef="#br0" timeOffset="7964.12">6119 3694 826 0,'0'0'203'0,"0"0"25"0,0 0 88 0,0 0-62 15,0 0-127-15,0 0-74 16,41-25 32-16,-6 24 5 16,15 1-24-16,22 0-15 15,8 2-26-15,-1 4-24 16,-5 1-1-16,-12 2-19 16,-6 0-132-16,-16-1-211 15,-8-3-753-15</inkml:trace>
  <inkml:trace contextRef="#ctx0" brushRef="#br0" timeOffset="8584.18">7617 3664 819 0,'0'0'351'0,"0"0"-72"0,0 0-71 15,0 0-61-15,0 0-14 16,0 0-30-16,57 7-6 0,-8-5-35 16,23-2-33-16,11 0-29 15,1 0-6-15,-3-1-122 16,-30-1-251-16,-10 0-672 0</inkml:trace>
  <inkml:trace contextRef="#ctx0" brushRef="#br0" timeOffset="9064.23">8963 3740 1430 0,'0'0'378'0,"0"0"-215"15,0 0-59-15,0 0 6 0,56-1-30 16,-6 1-37-16,29 0-12 16,17 0-23-16,9 0-8 15,0 0-52-15,-11 0-159 0,-22 0-261 16,-13 0-501-16</inkml:trace>
  <inkml:trace contextRef="#ctx0" brushRef="#br0" timeOffset="9584.48">10441 3695 1016 0,'0'0'401'0,"0"0"-107"16,0 0-36-16,0 0-68 15,0 0-54-15,0 0-29 0,54 11 10 16,-14-3-33-16,11-1-55 16,4 0-22-16,1-2-7 15,-6-1-28-15,-1-4-127 16,-13 1-353-16,-7-1-528 16</inkml:trace>
  <inkml:trace contextRef="#ctx0" brushRef="#br0" timeOffset="10414.19">1851 2733 1684 0,'0'0'317'0,"0"0"-34"0,0 0-32 0,0 0-129 16,0 0-79-16,-42 91-18 15,24-20 22-15,3 6-16 16,9-6-21-16,6-14-10 16,1-16-184-16,6-15-762 0</inkml:trace>
  <inkml:trace contextRef="#ctx0" brushRef="#br0" timeOffset="11364.24">10282 2770 933 0,'0'0'577'0,"0"0"-322"0,0 0-20 0,0 0-119 0,0 0-26 15,0 0-32 1,21 2-20-16,-6 1 14 0,5-2-18 16,3-1-16-1,1 0-17-15,-3 0 0 16,1-4 5-16,-6-3-5 0,-4-1 0 16,-3-1 10-16,-5 0-2 15,-1 1 8-15,-3 2 67 16,0 2 33-16,0 1 13 15,0 3-42-15,0 3-45 16,-3 10-31-16,-4 8-4 16,-1 8 14-16,0 3 10 15,1 4 1-15,1-1-17 0,1-1-14 16,2-2-2 0,0-4 0-16,1-3-25 0,1-4-108 15,-4-3-158 1,3-6-258-16,-4-6-273 0</inkml:trace>
  <inkml:trace contextRef="#ctx0" brushRef="#br0" timeOffset="11551.74">10311 2927 1553 0,'0'0'356'0,"0"0"-56"15,0 0-164-15,0 0-74 16,0 0-35-16,40-1-8 0,-15 0-19 16,17-5-1-1,-6 0-239-15,-1-2-609 0</inkml:trace>
  <inkml:trace contextRef="#ctx0" brushRef="#br0" timeOffset="12584.45">12794 2798 1230 0,'0'0'328'0,"0"0"30"0,0 0-42 15,0 0-78-15,0 0-61 16,0 0-69-16,-13 2-53 16,8 16 14-16,0 8 22 15,2 5-27-15,-1 2-21 16,2 1-4-16,2-3-25 15,0-2-8-15,0-4-5 16,0-3-1-16,0-6-1 0,1-4-66 16,0-5-90-16,-1-3-98 15,0-4-17-15,0 0 10 16,-9-15-219-16,-1-1-100 16,0-1-2-16</inkml:trace>
  <inkml:trace contextRef="#ctx0" brushRef="#br0" timeOffset="12944.01">12693 2978 156 0,'0'0'530'0,"0"0"-154"15,0 0 24-15,0 0-64 16,0 0-47-16,0 0-92 16,0 0-80-16,-32-20-54 0,34 33 57 15,5 5-8 1,5 2-3-16,4 2-37 0,2-1-22 16,4-2-18-1,1-3-13-15,3-3-17 0,1-4-1 16,-2-3-1-1,-1-4 1-15,-3-2-1 0,-2 0-26 16,-4-8-41-16,-4-4-17 16,-1-3-16-16,-3-3 12 15,-3-2 35-15,0 1 28 0,-2 1 24 16,-2 4 1 0,0 1 0-16,0 6 32 0,0 3 26 15,-2 4-8 1,-4 0-21-16,-2 10-20 0,-5 7-1 15,-1 3 4 1,0 4-3-16,-1-1-8 0,1-1-1 16,4-2 0-16,0-2-82 15,-1 2-157-15,3-4-396 16,-1-3-781-16</inkml:trace>
  <inkml:trace contextRef="#ctx0" brushRef="#br0" timeOffset="13134.32">12961 3114 1870 0,'0'0'279'0,"0"0"-79"0,0 0-141 15,0 0-46 1,0 0-13-16,-41 14-191 0,33-8-476 0</inkml:trace>
  <inkml:trace contextRef="#ctx0" brushRef="#br0" timeOffset="35734.57">7870 4609 345 0,'0'0'398'0,"0"0"-280"0,0 0-22 0,0 0 57 16,0 0 9-16,0 0-56 0,-7 0-33 16,7 0-31-1,4 0-9-15,3 1 41 0,2 4 14 16,3-1-5 0,1 1-22-16,-1 0 23 15,2 1-17-15,1-1-10 16,2 1 6-16,-1-1-10 15,2 1-11-15,2-2-17 16,-1 2 0-16,0-2-7 0,1 1 1 16,0-2 0-16,0-1-1 15,-1 0-11-15,2 1 2 16,0-2-1-16,0 0-1 16,0 0 3-16,1-1-1 15,0 2 2-15,-1-2-5 16,-1 1-5-16,-1 0 7 15,1 0-7-15,-1 0 6 16,-1-1-5-16,0 0 4 0,-1 2 0 16,0-2-5-16,0 0 0 15,1 0 7-15,0 0-7 16,3 1 8-16,0-1 3 16,1 3 3-16,1-1-5 15,0 0-2 1,3 0-2-16,-2 0-5 0,1 0 6 15,0 0-5-15,1-1-1 16,-1 1 5-16,1-2-4 16,-1 2 4-16,0-1-5 0,-2 0 8 15,1 0-8 1,-2 0 0-16,2 0 1 0,-1-1-1 16,0 2 5-1,1-2-5-15,1 2-1 0,-3-1 0 16,3 1 1-1,-2-1-1-15,1 1 1 0,1-1 0 16,-1-1 0-16,1 0 0 16,0 0 0-16,0 0-1 15,-2 0 0-15,1 0 1 0,-3 0-1 16,3 0 0 0,-2 0 0-16,3 0 0 15,-2 0 0-15,1 0 0 16,1 2-1-16,-1-2 1 0,-1 1 0 15,0-1 0 1,0 2 1-16,-2-1 0 16,3-1 0-16,0 2 0 15,0-2-1-15,3 2 1 16,1-1-1-16,1 0 3 16,2 2-3-16,-1 0 1 15,1-1-1-15,-1 1 0 0,1 0 0 16,1-2 0-1,-1 2 0-15,0-1 0 0,2-1 0 16,0 0 1-16,-1 1-1 16,1-1 1-16,-1-1 0 15,-1 0 0-15,-1 0-1 16,1 0 1-16,-1 0 1 16,-1 0-1-16,0 0 0 15,0 0 7-15,-3 0-8 16,1 0 6-16,-4 0 15 0,2 0 0 15,-2-1-5-15,-1-2 1 16,-2 0-1-16,-1 1 5 16,1 1 7-16,-1-2-7 15,-1 0-1-15,1 2 2 16,0-2 3-16,-1 0-4 16,1 0 2-16,-1 0-10 15,0 0 4-15,0 0-3 0,0 0 0 16,-2 1-4-1,1-1 4-15,-1 0-5 16,1 2 4-16,-3-1 4 0,3 0-4 16,-1 1 2-16,-2-2 0 15,-1 3-1-15,0-2-4 16,-3 1 3-16,0-1-1 16,-3 2-1-16,-2-2-2 15,0 2-3 1,-2 0 6-16,0 0-5 0,-2 0 1 15,0 0-7-15,0 0-1 16,-1 0 6-16,0-2-6 16,0 2 0-16,0 0 1 0,0 0-1 15,0-1 1 1,0 0-1-16,0-3-2 0,0-3-56 16,-13-8-127-1,1 1-160-15,-1 0-344 0</inkml:trace>
  <inkml:trace contextRef="#ctx0" brushRef="#br0" timeOffset="42117.97">6215 4758 622 0,'0'0'166'0,"0"0"-98"0,0 0-32 16,0 0 58-16,-42 0 49 15,31 0-23-15,-2 0-34 0,1-1-35 16,-1 1 17-16,1-2 5 16,-1 1-8-16,-1-1-23 15,0 0-13-15,-3 0-2 16,1-1-10 0,-3-2 5-16,-3 2 0 0,-1-3 0 15,-4 0 3 1,-1-3 11-16,-2 2-4 0,1-1-7 15,0 0 8-15,-1 1-1 16,1-2 0-16,0 1-11 16,-1 2-8-16,1-2 3 15,-1 2 7-15,-1 2-10 16,0-1-4-16,-1 2-7 16,0-1-1-16,-1 0 1 15,3 2-1-15,0-1 5 16,1 0 1-16,0 1-6 15,0 0 0-15,-1 0 5 16,0 0-4-16,-1-1-1 16,0 0 1-16,-2 0-1 0,1 0 6 15,0 1-5-15,0-2 3 16,0 2-5-16,0 0-1 16,0 0 1-16,1 0 1 15,0-1 0-15,-7 0 8 16,-5-1-8-16,-9 1 0 0,-3-2 0 15,0 1 1 1,3 1-1-16,8 0 6 0,0 1-7 16,-2 1 1-1,3-1 6-15,0 1-7 16,1-1 0-16,8 1 0 0,3 0 0 16,-1 0 1-1,-7 0 1-15,-5-1-1 16,2 1 1-16,8 1 5 15,11 0 1-15,2 0-6 0,-5 0 4 16,-4 0 2-16,-10 0-7 0,-6 0 5 16,5 4-5-1,2-2 0-15,8-1 0 0,6 2 0 16,-4-1 0 0,-2 1 6-16,0-2-1 0,2 0-4 15,1-1 5 1,1 0 8-16,1 0 1 15,2 0-1-15,-1 0 3 0,1 0-6 16,1 0-3-16,2 0-1 16,-2 0 4-1,1 0-1-15,-1 0 0 0,0 1-3 16,-2 2 1-16,-1 0-8 16,-3 0-1-16,-2 3 0 15,-2-1 1-15,-8 4 0 16,-13 3 0-16,-15 2 0 15,-1-1-1-15,2 0 2 16,11-5 17-16,8-1-3 16,2-1-8-16,-2-2 1 15,0-1 7-15,2-1-16 16,3 1 1-16,1-3 5 16,1 0-5-16,2 0 0 15,-2 0 1-15,0-4 5 16,8 0-6-16,5 1 5 15,6-1 0-15,2 2-5 16,-5-2 0-16,-3 2 1 0,-5-2 5 16,2 2-7-16,0 0-1 15,1 0 1-15,1 0-1 16,0 0 1-16,3 1-1 16,1 0 1-16,0 1 0 15,-1 0 0-15,1 0 0 16,-1 0 0-16,-2 0-1 15,-1 0 1-15,2 0 0 16,-2 2-1-16,1 1 1 16,3-2 0-16,0 1 0 15,3 0 0-15,2-2 0 16,2 0 0-16,0 0 0 0,2 0 0 16,1-2 1-16,-1 0-1 15,3-1-1 1,0 2 0-16,3-1 1 0,1 1 1 15,3-1 0-15,1 1-1 16,1 0 0-16,0-1 0 16,-2 1 0-16,2 0 0 0,-2-1 0 15,-1 1 0 1,1-2 0-16,0 0 0 16,-2 0 1-16,0 0 1 15,2-1-2-15,-3 2 0 0,2-1 1 16,-1 2-1-1,2-2 0-15,1 0 1 0,0 2 0 16,2 0-1-16,1 1 0 16,1-2 0-16,-1 2-1 15,1-2 1-15,0 2 0 16,0 0 1-16,0 0 0 16,2 0-1-16,-3 0 0 15,3-2 0-15,-1 2 0 16,0-1 0-16,-1 0 0 0,1 1 0 15,-2-1 0 1,0 0 0-16,0-1 0 16,-3 2 0-16,2-2 0 15,0 2 0-15,1-1-1 0,0 0 1 16,0 1 0 0,0 0 0-16,1 0 1 15,2 0-1-15,0 0-6 0,-1 0-3 16,1 8-5-16,0 4 13 15,0 2 2-15,3 3 4 16,3 2-4-16,0 0-1 16,0 0 6-16,1 0-6 15,-1-2 1-15,-1-1 0 16,-1-3-1-16,1-3-1 16,-3-1-8-16,0-3-50 15,-2-4-85-15,0-2-93 16,-2 0-16-16,-5 0-231 0</inkml:trace>
  <inkml:trace contextRef="#ctx0" brushRef="#br0" timeOffset="42364.07">1256 4533 1023 0,'0'0'347'0,"0"0"-251"0,0 0-61 0,0 0 84 0,44 0 43 16,-22 0-14-16,2 1-43 16,0 0-6-16,1 0-24 15,0-1-22-15,-2 0-26 16,-1 0-18-16,-2 0-3 16,-3 0-6-1,3 0 0-15,-4-2-147 0,-7 0-406 16</inkml:trace>
  <inkml:trace contextRef="#ctx0" brushRef="#br0" timeOffset="46484.44">738 4425 926 0,'0'0'168'0,"0"0"-58"0,0 0 7 0,0 0-43 16,0 0-34-16,41-16-27 16,-25 7-13-16,-5 0-111 15,-2 4-388-15</inkml:trace>
  <inkml:trace contextRef="#ctx0" brushRef="#br0" timeOffset="46664.08">666 4560 1034 0,'0'0'249'15,"0"0"-60"-15,0 0-71 16,0 0-44-16,0 0-11 15,0 0-24-15,44-15-16 16,-19 3-16-16,-1-6-7 16,4-10-181-16,-6 3-204 15,-4 1-359-15</inkml:trace>
  <inkml:trace contextRef="#ctx0" brushRef="#br0" timeOffset="46914.04">809 4267 1144 0,'0'0'216'0,"0"0"-99"16,0 0-59-16,0 0 47 16,46 30 15-16,-26-15-19 15,0 0-16-15,-2 2-12 16,-6 2-18-16,-4 1-21 15,-7 2-20-15,-1 3 0 16,-10 2 1-16,-7 1-15 16,-19 14-47-16,5-9-252 0,-1-5-438 0</inkml:trace>
  <inkml:trace contextRef="#ctx0" brushRef="#br0" timeOffset="51401.12">1908 3269 604 0,'0'0'150'0,"0"0"39"15,0 0-8-15,-39-21-25 0,23 14-28 16,0 0-41-16,-3-1 9 0,-3 1-26 16,-1 0-16-1,-4 0 16-15,-2 3 6 16,0 0-39-16,-2 2-26 15,0 2-11-15,0 0-7 16,0 0-2-16,1 3-1 0,1 4 4 16,0 1-1-1,3 4-3-15,-1 3 8 0,1 2 1 16,1 4 1-16,-1 2-1 16,2 5 1-1,1-1 11-15,2 1 10 16,3 1 17-16,4 0 13 0,5-1 2 15,2 2 1 1,4 0 2-16,3-1 5 0,0 0-10 16,4 1 1-16,7-2-3 15,5-1-4-15,3-2-2 16,7-2-3-16,7 2 3 16,11-1 6-16,12-1 4 15,4-3-8-15,0-7 6 16,-5-5-17-16,-5-6 15 15,-2-2 1-15,-4 0-10 0,-1-9-19 16,-3-2-3-16,-7 0 0 16,-6 0 1-16,-5 2-1 15,-3-3-9-15,1-1 15 16,1-2-7-16,2-2-6 16,-1-1 0-16,-5 0-10 15,0 0 1-15,-3-1 4 16,1 2-5-16,-4-2 0 15,1 1-1-15,-2-1 0 16,0 2 0-16,-2 1 0 0,0 1 0 16,-2-1-1-16,-1 1 1 15,-3 0-1 1,0-2-10-16,-2 1 10 16,0-2-15-16,-2 0-3 15,-7-1-8-15,0-1-9 0,-3-1-9 16,-3-1-6-1,1 1-6-15,-2 2-4 0,-1 2-12 16,0 3 24-16,0 2 12 16,0 4 10-16,1 1 19 15,1 2 1-15,1 3-21 0,1 2-11 16,1 0 9 0,1 0 4-16,0 2-2 0,0 2 7 15,2 0-4 1,0 3 2-16,1-1-2 0,0 0-1 15,-1 3 3-15,-4 1-9 0,2 0-39 16,-2-5-524-16</inkml:trace>
  <inkml:trace contextRef="#ctx0" brushRef="#br0" timeOffset="51584.15">1829 3193 1291 0,'0'0'311'0,"0"0"-25"0,0 0-156 0,0 0-63 0,0 0-38 16,0 0-29-16,0 0-13 16,-4 27-205-16,3-18-816 0</inkml:trace>
  <inkml:trace contextRef="#ctx0" brushRef="#br0" timeOffset="52897.86">4614 7198 783 0,'0'0'176'0,"0"0"27"0,0 0 49 0,0 0-28 16,0 0-45-1,0 0-50-15,-20 17-3 0,27-11 39 16,8-1 4-1,5 2-12-15,10-1-27 0,13 0-27 16,9-3-21-16,1-3-15 16,-7 0-5-16,-13 0-25 15,-9 0-13-15,-3-1-6 16,4-2 1-16,2 0-4 16,0-2-6-16,-2 2-3 15,-7-1-5-15,-3 1 0 16,-7 1-1-16,-5 1-10 15,-11 0-105-15,-10-2-244 16,-5 1-693-16</inkml:trace>
  <inkml:trace contextRef="#ctx0" brushRef="#br0" timeOffset="54484.33">3116 7204 880 0,'0'0'244'0,"0"0"-155"0,0 0 88 15,0 0 61-15,51 14-57 16,-28-9-35-16,3 2-9 0,4-2-18 16,1 0-17-16,7 0-7 15,7-2-22-15,6 1-8 16,-4-2 14-16,-10-2-16 16,-9 0-16-16,-7 0-11 15,5 0 3-15,3 0 0 16,4-2 8-16,-3-2-17 15,-3 3-10-15,-2-3-8 16,-3 2 7-16,-2-2-2 16,2 1-4-16,-2 0 4 15,3-2 2-15,0 1 2 16,-1 0-2-16,0-1 2 0,0 0-3 16,-2 0-3-1,-3-1 0-15,1 1-3 0,-2 0 3 16,-2-1-9-1,-1 0 3-15,1 0 0 0,-1 0 2 16,0-2-4-16,1 1 2 16,-1-2 0-16,-1-1 0 15,0 0-3-15,0 0 2 16,-2-3-7-16,0 0 8 16,-1-1-3-16,1 0 0 0,0-3-5 15,-2 0 0 1,1 1 6-16,-3-2-1 0,-1 1-5 15,1 0 0 1,-4 0 5-16,-2-1 0 0,0 0-5 16,0 1 0-16,-5 1 9 15,-6-1 0-15,-4 0 1 16,-2-1-4-16,-4 2-1 16,-3 0-4-16,-3 2 4 15,-1 2 0-15,-4 2-5 16,-6 1 5-16,-9 1-5 15,-8 3 0-15,-4 1-1 16,6 3 0-16,3 1 0 16,5 0-1-16,4 4 1 15,5 0 0-15,6 1 0 16,8-2 1-16,1 1 1 16,-2 1-1-16,-3 1-1 15,-3 2 0-15,5-1 0 0,0 0-2 16,2 2 1-16,0-1-5 15,0 1 5-15,0 1-5 16,0 1 6-16,1-2-6 16,-2 1 5-16,2 2-5 15,0-1 5-15,1 0 1 16,0-1 0-16,3 1 0 16,2 0 0-16,2-1 0 15,0 0 1-15,2 1-1 16,1-2 1-16,0 1-1 15,0 1 1-15,2 0-1 0,2-1 1 16,0 2-1-16,2 0 0 16,1 2 0-16,3 0 0 15,0 4 0-15,3 0 0 16,4 1 1-16,3 0 0 16,0 0-1-16,3-1 1 0,0-1-1 15,1-3 1 1,1-1-1-16,0-2 1 0,0-1 0 15,-1-3 0 1,1-1 0-16,-3-3-1 16,0-1 1-16,-1-2 0 15,-2 0-1-15,-2 0 1 16,0-3-1-16,-1-5-12 0,0 1-37 16,-3-1-50-1,-1-1-81-15,-2-1-132 0,-1 3-210 16,-4 1-351-16</inkml:trace>
  <inkml:trace contextRef="#ctx0" brushRef="#br0" timeOffset="54714.07">3173 7183 530 0,'0'0'1243'0,"0"0"-1075"0,0 0-64 0,0 0 52 0,0 0-51 16,0 0-56-1,0 0-36-15,0 1-13 16,0 0-28-16,0 2-141 0,3-2-171 16,0-1-617-16</inkml:trace>
  <inkml:trace contextRef="#ctx0" brushRef="#br0" timeOffset="57765.81">9645 7872 477 0,'0'0'257'0,"0"0"-107"0,0 0-8 0,0 0-25 0,0 0 6 16,0 0-14 0,0 0-21-16,0 0-30 0,0 0-5 15,0 0 6-15,2 0 16 16,2 0 28 0,2 2-19-16,0 1-12 15,1 0-7-15,1 0 9 16,1 1-24-16,1-1-22 15,1 0 13-15,1 1-1 0,4 0 0 16,1-2 3-16,2 1 15 16,4-1-17-16,0 0-8 15,1 0-8-15,-1-1-7 16,0 1-6-16,0-1-1 16,-1 1-1-16,2 1 0 15,-1-1-2-15,0 0 1 16,1 0 4-16,-2 0 11 15,1 0-5-15,-2-2-7 0,-2 1-1 16,1-1-2-16,0 0 7 16,-1 0 2-16,2 0 0 15,-2 0 0 1,2 0 0-16,-2-1-2 0,2-3 0 16,-2 2-1-16,0-2 3 15,-2 0-3-15,0 0-3 16,-1-3 2-16,1 2-1 15,-1-2 2-15,-3-1-3 16,1-3 0-16,1 0 0 16,-3-2-3-16,1-1 3 0,-3 0-6 15,1-2-5 1,-3 2 5-16,-2-1 2 0,-1 1 1 16,-1 0 1-1,-2-1 4-15,-2 0-1 0,0-1 1 16,0-1-2-1,0 0-2-15,-2-1 0 0,-3 2-4 16,0-1 5-16,0 0 1 16,-3 0 1-16,1 1-1 15,-3-1-4-15,0-2-7 16,-2 0 8-16,-1 0-1 16,0 0-1-16,-3 1-6 15,0 1 0-15,-1 1-1 16,-3 2-1-16,-2 0-8 15,-2 1 0-15,1 2-1 16,-1 1-2-16,1 1 0 16,1 1-6-16,0 3-3 15,0 0 10-15,-3 2 0 0,0 2-1 16,-2 0-6-16,-3 1 3 16,-1 0 3-16,0 0 10 15,-2 0 2-15,1 0-1 16,0 0-15-1,3 0-18-15,1 0 25 0,1 0 9 16,2 1 0-16,1 0 1 16,3 0 0-16,1 0-1 15,1 0-1-15,3 0 1 16,-1 1-1-16,1-1 0 16,1 1 0-16,0-1 1 0,1 2-1 15,-1 0 1 1,1 1-7-16,-1 0 6 0,3 0-9 15,-1 2 2-15,0 0 1 16,0 0 6-16,1 1 1 16,2 1-1-16,-1-1 1 15,1 1-1-15,0-1 0 16,0 1 1-16,0 0-5 0,1 0 5 16,0 1 1-1,1 0 0-15,0 1 0 16,-1 1 0-16,2 1 5 15,0 2 1-15,0 0 4 16,2 3-4-16,1 0-6 0,1 2 7 16,1 1 20-1,1-1 10-15,1 2-11 0,0 0 1 16,0 1 8-16,0-1-11 16,3 3 7-16,1-1-5 15,3-2-6 1,1 0-11-16,1-3 1 0,1-3-10 15,-1-2 6-15,0-2-6 16,-2-4 0-16,0-2 8 16,-1 0-8-16,-3-2 0 15,-1-2-1-15,0-1 1 16,-2 0 0-16,0 0 0 0,1 0 5 16,-1 0-6-1,0 0-7-15,1 0-35 0,-1 0-64 16,0 0-118-1,-2 0-130-15,-4 0-406 0</inkml:trace>
  <inkml:trace contextRef="#ctx0" brushRef="#br0" timeOffset="63696.28">8307 7821 336 0,'0'0'189'0,"0"0"-46"0,0 0 13 0,0 0 2 15,0 0-35-15,0 0-31 16,0 0-22-16,0 0-12 0,0 1-10 15,0 1 4 1,2 2 60-16,1 1 0 0,3-1-38 16,-1 3-17-16,1-2 2 15,3 2-1 1,1 0-6-16,-1 1-1 0,2-1 0 16,-1 0-4-16,0 0-9 15,0 0 1-15,1 0-2 16,-1 0-1-16,0-2-9 15,0 2-2-15,0-2-1 0,-1 0-3 16,1-1 1-16,-1 1-3 16,2-1 8-1,1 1-3-15,0-1 5 0,2 0 19 16,2-1-21-16,-1-1-11 16,-1 2-9-16,0-2 5 15,-2 0-10-15,2 0 11 16,-2-2-12-16,2 2 10 15,-1-1-1-15,-1 0 0 16,1 0-1-16,-2-1 2 16,0 1-2-16,3 0-3 15,-2 0 4-15,1-1-2 16,-1 0 2-16,1 1 0 0,1-1-1 16,-1 0 3-1,0 0 0-15,1 0-1 16,-1 0-2-16,2 0-8 15,-2 0 10-15,0 0-10 0,1 0 7 16,-1 0-1-16,0-1 0 16,-1-2-1-1,2 1 0-15,-2-1-4 0,0-1 5 16,-1-2-5-16,0 1 4 16,0-2 0-16,-1-1 3 15,0-2-9-15,-2 1 8 16,0-3 4-16,-2 0 9 15,1-2-5-15,-1 0-3 16,0-2-7-16,0-1 3 0,0-1-8 16,-2-1 8-1,1 0-8-15,0 0 9 16,-2 1-2-16,0-1-7 0,-1-1 5 16,-2 1-5-1,0-2 5-15,0 1-4 16,0 1 4-16,-2-1 1 15,-3 0-5-15,0 0 4 0,-1 2-6 16,1 0 0-16,0 1-1 16,-2 2-6-16,0 0-2 15,1 1-9-15,-3 1-2 16,0 1-1-16,-3 0 2 16,2 0 7-16,-5-1-1 15,2-1 2-15,-3-3-2 16,1 0-32-16,-2 0-76 0,1 2 59 15,-3 3 23 1,0 2 18-16,-3 2-21 0,-1 2 11 16,1 2 16-1,1 0-7-15,-1 2 10 0,1 1 5 16,0 0 6-16,1 1-13 0,-2 0-11 16,-1 0 13-1,-1 1 5-15,-2 4 0 16,-2 0-13-16,0 2 3 15,0 0 9-15,1 0 7 0,0 2 0 16,2-1 0-16,1 1 1 16,1 0-10-16,1 1-6 15,3-1 10-15,0 1 6 16,3-1 0-16,1-1 0 16,0 0 0-16,2-1 1 15,1 0 0-15,2-2 1 16,1 2-1-16,0 0 0 15,1-1 0-15,-1 3 0 0,0-1 0 16,-1 1 8 0,1 1 3-16,0 1-6 0,1 3-5 15,1 0 10 1,0 1 9-16,1 2-4 16,1-1 5-16,0 2-2 15,3 0 6-15,0 1 8 0,0 0-2 16,2 1 11-1,0 1-1-15,0 0-2 0,4 0 13 16,1 1-3-16,1-1-16 16,1-2-10-16,1-1 5 15,1 0-4 1,3-3 1-16,-1-1 5 0,4-2-5 16,-1-4-10-1,0-1-9-15,-1-2 6 0,0-3-6 16,0 0-5-16,-2-2 5 15,1 0-5-15,-2-1 0 16,0-4 1-16,-3 0-2 16,-1 0-11-16,-2 0-84 15,-1 0-75-15,-3-2-88 16,0 1-332-16,-4 1-555 0</inkml:trace>
  <inkml:trace contextRef="#ctx0" brushRef="#br0" timeOffset="63864.17">8359 7906 1551 0,'0'0'288'0,"0"0"-208"0,0 0-40 0,0 0-40 15,0 0-66 1,0 0-324-16</inkml:trace>
  <inkml:trace contextRef="#ctx0" brushRef="#br0" timeOffset="66964.38">8969 7322 1008 0,'0'0'341'0,"0"0"-105"0,0 0-23 0,0 0 2 16,0 0 6-16,0 0-72 16,47-8-36-16,-30 4-36 0,1 0-11 15,0 0-11 1,0-1-19-16,0 2-14 0,-3-1-5 15,-1 0-11-15,0 2 1 16,-5-1-7-16,0 0 1 16,-3 2-1-16,-2-1 0 15,-2 0-22-15,-2-1-66 16,0 0-61-16,0 0-100 16,-7 0-115-16,-3-1-310 15,0 2-341-15</inkml:trace>
  <inkml:trace contextRef="#ctx0" brushRef="#br0" timeOffset="67414.07">9025 7224 508 0,'0'0'586'16,"0"0"-456"-16,0 0 43 0,0 0 42 16,0 0-11-1,0 0-31-15,0 0-37 16,-10-28-22-16,9 27-28 0,0 1-6 16,1 0-9-1,-2 0-28-15,-2 0-13 0,-1 4-5 16,-1 6-11-1,-4 3-2-15,0 2 8 0,1 5-3 16,2 0 4-16,2 1 1 16,2-2 0-16,1 0-5 15,2-1 1-15,0-5-8 0,6-1 4 16,3-2-8 0,2-3 5-16,3-2-2 0,1-3-7 15,1-2 4 1,0 0-6-16,0-1 1 0,-1-4-1 15,-2-1-14 1,-2 0-84-16,-3 1-57 16,-3 1-95-16,-4 2-247 0,-1 1-340 0</inkml:trace>
  <inkml:trace contextRef="#ctx0" brushRef="#br0" timeOffset="77184.22">8919 2784 1110 0,'0'0'197'0,"0"0"-59"0,0 0-72 0,0 0 24 0,0 0 72 15,0 0 9-15,-19 0-63 16,3 0-39-16,-6-2-17 16,-2 0-3-16,-5-1-10 15,-2 1-2-15,-7-1-8 16,-12-2-6-16,-12 0-9 16,-5-3-13-16,4 3 9 15,6 0-9-15,11 1 1 16,1 1 7-16,0-2-3 0,-3-1-5 15,-7-2 7-15,-10-1-8 16,-12-4 2-16,-12-1-1 16,-7 0 0-1,-1 1 8-15,3 2-9 0,5 4 0 16,2 1-1-16,4 1 1 16,1-1 1-16,-1 2 0 15,-1-2 0-15,-3 0 0 16,-5 0-1-16,-1 0 1 15,2 1 0-15,8 0 1 16,10 1 5-16,9 1 41 0,7 2-24 16,5-1-11-1,11-1-6-15,9 2-1 0,11 0 3 16,4 0 5 0,-1-2-1-16,0 3-4 0,1-1-2 15,4 0-6 1,3 1 1-16,1-1-1 0,1-1-1 15,2 2 0 1,0 0-1-16,0 0-50 16,2-1-65-16,1 1-77 0,1-3-164 15,0 0-327-15</inkml:trace>
  <inkml:trace contextRef="#ctx0" brushRef="#br0" timeOffset="77614.32">6404 2336 1314 0,'0'0'254'0,"0"0"-68"0,0 0-38 15,0 0 18-15,0 0-65 16,0 0-46-16,-56 14-18 16,33-3 9-16,-2 3-6 0,-1 1-9 15,3 0-5 1,1-1-2-16,4 1-6 0,2 0-12 16,5 0 0-1,2 1-5-15,3 1 0 0,3-1 0 16,3 2 0-1,0-1 0-15,5 1 0 0,6-1 5 16,2 0-4-16,6 0 5 16,2-3 7-16,6 0 11 15,2-2-6-15,1-4-3 16,3 0-9-16,-3-4-6 16,-2-1-2-16,-4-3 1 0,-4 0-39 15,-6 0-97 1,-6-3-182-16,-7-5-390 0</inkml:trace>
  <inkml:trace contextRef="#ctx0" brushRef="#br0" timeOffset="77814.1">6546 2755 655 0,'0'0'1529'0,"0"0"-1323"16,0 0-59-16,0 0-43 16,0 0 49-16,0 0-93 0,0 0-60 15,0 3-49 1,-1-3-553-16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24:24.3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7937 3798 313 0,'0'0'114'0,"0"0"-114"0,0 0-183 0,0 0 128 15,0 0 44-15,0 0 10 16,2 0 0-16,-2 0 0 15,0 0 1-15,0 0-1 0,0 0-6 16,0 0-1-16,-1 4 1 16,-3 2-66-16</inkml:trace>
  <inkml:trace contextRef="#ctx0" brushRef="#br0" timeOffset="512.92">9351 3884 318 0,'0'0'72'0,"0"0"-47"0,0 0-25 0,0 0-35 0</inkml:trace>
  <inkml:trace contextRef="#ctx0" brushRef="#br0" timeOffset="1110.07">10596 3860 355 0,'0'0'59'0,"0"0"-45"0,0 0-12 16,0 0-2-16,0 0 0 15,0 0-7-15,0 0-10 16,-2 9 4-16,-1-5 7 0</inkml:trace>
  <inkml:trace contextRef="#ctx0" brushRef="#br0" timeOffset="16499.64">5598 3392 923 0,'0'0'208'0,"0"0"-62"0,0 0 43 0,-47-44 29 0,27 30-79 16,-1-1-22-1,-3 0-29-15,-2 2 5 0,1 0-43 16,-3 2-33-16,1 3-15 16,-1 0-1-16,0 3 0 15,1 1-1-15,-8 3-26 16,-7 1 7-16,-10 1 18 16,-3 6-13-16,2 1-3 0,4 3 16 15,6 1 0 1,1 2-31-16,-1 2 23 0,-1 1 9 15,0 0 0 1,-2-1 1-16,2 0 1 16,6-3-1-16,10-1 1 15,5-2 5-15,6-1-5 16,-5 2 7-16,1 3 13 16,-4 2 3-16,4 2-2 15,2 0-14-15,0 3 7 0,5 0 15 16,0 2 0-1,2 2 5-15,1 2 2 0,3 1 7 16,1 3-5-16,3-1 1 16,3 5 10-16,1 6-1 15,0 6-2-15,5-4-8 16,4-7-17-16,1-4-7 16,3-10 5-16,5 4 1 15,5 3 5-15,4-4 7 16,9 2 5-16,9 0-1 15,12 1-10-15,5-6-6 16,-1-1 11-16,-4-9 3 16,-6-2-6-16,-1-2-1 15,-1-4 0-15,1 0 0 0,-1-4-14 16,0 0 6-16,-2-4-3 16,-1-3 1-16,0-3-2 15,-2-2-8-15,-1-2 4 16,-7 2-2-16,-10 0-10 15,-3 3 14-15,-3-2-3 16,6-2 2-16,2-5 1 16,3-2-8-16,2-1 5 0,-4 0-3 15,-1 0-8-15,-2-3 13 16,-2 0 3-16,-2-3-5 16,-2-3-1-16,-5-2-10 15,-1-1 5 1,-4-2-4-16,-5-6-2 0,-5-7 0 15,-1-5-14-15,-12-2-10 16,-3 12-22-16,1 9 6 16,2 11-1-16,-3 2-17 15,-3-4-5-15,-2-2-9 16,-4-1-39-16,0 3 47 0,1 1-9 16,0 4-6-1,0 2 24-15,-1 2-20 0,-1 2 15 16,-2 3-25-1,-1-1 30-15,-14 0-22 0,7 4-71 16,5-1-545-16</inkml:trace>
  <inkml:trace contextRef="#ctx0" brushRef="#br0" timeOffset="16682.15">5355 3231 1475 0,'0'0'195'0,"0"0"-55"0,0 0-16 0,0 0-7 16,0 0-52-16,0 0-65 16,0 0-31-16,3 14-273 15,-1-8-334-15</inkml:trace>
  <inkml:trace contextRef="#ctx0" brushRef="#br0" timeOffset="19230.3">8404 3443 611 0,'0'0'176'0,"0"0"-123"0,0 0 41 0,-53-49 45 0,34 36-10 15,-4-1-37 1,-4 2 20-16,-2-3-18 16,-3 3-18-16,-1-1 13 15,-1 2-22-15,-2 2-39 0,1 2-12 16,-1 2 1-1,3 0-15-15,1 2-1 16,3-1 0-16,0 3 0 16,-1 1 0-16,1 0 5 15,-1 0-4-15,1 2-2 16,1 1 1-16,1 4 5 16,1-1-4-16,-1 0-1 15,0 0 0-15,1 0 14 0,0 1-8 16,-1 1 3-16,1 0 4 15,0 0 0-15,-1 0 5 16,3 1-11-16,-1-1-7 16,1 0 10-16,0 1 19 15,2-1-5-15,1 0-12 0,0 1-12 16,4 0 17 0,-1 0 25-16,1 1-20 0,0 1 2 15,1 1 28 1,1 1-25-16,0 2-6 0,-1 0 15 15,0 2 1-15,0 2 14 16,1 0-2-16,1 2-13 16,2 0 2-16,0 1 4 15,1 2-9-15,3 2-3 16,2 1-1-16,3 0 25 16,2 3-11-16,1 1-4 15,2 0-6-15,6 1-1 16,3 1-8-16,2-4-7 0,3-1 5 15,2-3-1 1,2-2 3-16,1-3 7 0,1-1-11 16,2-2-6-16,0-1 4 15,4-2 4-15,1 0 2 16,8-2-4-16,8-2 1 0,8-2 4 31,4-1-8-31,-3-4-5 0,-4 0-1 16,-6-1-3-16,-2-1-1 15,-7 0-1-15,-8 0-1 16,-4-1 0-16,-2 0 2 16,5 0-7-16,2 0 8 15,3 0-2-15,1 0 1 0,-2 0 2 16,-1 0 4 0,-1 0-1-16,1-2-5 0,-3 1-7 15,1-1 5 1,0-1 4-16,-2 1 5 0,2-2-3 15,-3-1-4 1,1-1-2-16,-1 0 2 0,0-3-2 16,0 0-4-16,-2-1 4 15,0-2-5-15,-2 0 10 16,-3-2-10-16,1-1 0 16,0 2 0-16,-2-4 0 15,-2-1 4-15,2-3-5 16,-2-3 1-16,-1-2-2 15,0-1-4-15,-4-1-10 16,-1 1-10-16,-1 2 16 16,-4 1 9-16,1-1-1 15,-2 2-12-15,-1-2-11 16,-1 0-6-16,0 0 0 0,0-2 6 16,0 1 10-16,0-1-13 15,-2 1-9-15,-3 0 0 16,1 1-13-16,-2 1-3 15,-1 2 5-15,0 4 28 16,-4 0 17-16,1 3-14 16,-1 1-56-16,-1 1-14 15,-3 2 35-15,-1 0 30 16,-4 1-35-16,-4 0 11 0,-4 2-4 16,-1 0 21-1,-2 4-5-15,1 0-3 0,1 2 14 16,-1 2-27-1,-5 0 12-15,-14 7-9 0,6 0-42 16,1 0-845-16</inkml:trace>
  <inkml:trace contextRef="#ctx0" brushRef="#br0" timeOffset="24365.76">10000 3901 741 0,'0'0'202'0,"0"0"-127"0,0 0-31 0,0 0 18 0,0 0 51 16,0 0 17-1,36 11-22-15,-21-2-18 16,3 0-4-16,1 3 10 15,2-1-7-15,2-1-14 16,1 2 7-16,-1-2-13 0,3-1-16 16,0 1 1-1,-1-2-11-15,-1-1-5 0,1-1-5 16,-1 1-3-16,0-2 7 16,0-2-5-16,2 0-2 15,-1 0-8 1,0-1 3-16,0 0-7 0,1 1 0 15,0-1-3-15,0 1 1 0,3 0 2 16,1 1-2 0,-1-2 5-16,3 0-10 15,-1 2 7-15,-1-2-2 16,-1 1-7-16,1-2 6 16,0 1 0-16,-3 0 3 15,-1-1 2-15,-2 1 1 16,-2-1 3-16,-1-1-1 15,-1 1 0-15,0-1-5 16,0 2-3-16,0-1 2 0,-1-1-4 16,2 0 5-16,0 0 4 15,0 0-7-15,1 0 0 16,-2-3-3-16,0 1 2 16,-1-2-7-16,-2 0 8 15,1-2-3-15,-1-1-1 16,0 0 4-16,0-2-3 15,0-3 1-15,2 2-1 16,-3-3 1-16,1-1-2 0,0-1 2 16,0-2 2-1,-1-2-7-15,0-2-7 16,-2-2 8-16,0-2-3 0,-1-1-4 16,-1-1 4-16,-2 0-5 15,-2-1 0-15,-2 1 1 16,-3 0-2-1,-3 0-1-15,0 0-9 0,0 0-16 16,-2 0-2-16,-4-1-5 0,-3 1 5 16,-2 0-19-1,-1 1-14-15,-4 1 22 0,1 2 21 16,-4 1-40 0,-4 1 0-16,-3-2 9 0,-4 2 10 15,-7-5-15 1,-8-2-26-16,-10 0 28 0,0 1 7 15,2 6 5 1,3 4 6-16,2 4-6 0,-2 0 21 16,-1 3-2-16,2 0 20 15,1 3-67-15,2 0 12 16,2 2 46-16,4 2 2 16,0 0 8-16,-1 3-26 15,2 0 12-15,5 0-25 16,6 0 27-16,4 3 12 15,3-1 0-15,-4 2-1 16,-5 1 2-16,-1 1-2 0,-1 0 1 16,1 1 0-1,2 0 0-15,-1 1 8 16,1 0 16-16,2 0-15 16,2 2-8-16,0 0 16 15,2 0-11-15,-2 2-5 0,0 0 1 16,-1 3 15-16,3-1 2 15,2 3 1 1,1 0-4-16,3 1-7 0,2 0 11 16,-1 2 11-16,4 0-11 15,1 1 2-15,2 4 22 16,3 1-13-16,1 4 46 16,3 2-7-16,2 2 6 15,0-1-2-15,0 0-41 0,8-1 6 16,1-3 43-1,2 1-15-15,2-2-28 0,1-2-17 16,2-1 11-16,1-1-6 16,0-2-12-16,-1-3-6 15,-1-2 0-15,1-3-8 16,-2-2-1 0,-1-2 0-16,-1-5 1 0,0 0 0 15,0-3-1-15,-1-2-7 16,2 0-42-16,-2 0-90 0,4-7-132 15,-3 2-246-15,-5 0-221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25:42.8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2458 4175 888 0,'0'0'255'0,"0"0"-47"0,0 0 106 16,0 0-64-16,0 0-56 15,0 0-97-15,0-6-57 16,0 6-19-16,0 0-2 16,0 0-4-16,0 0-2 0,0 0 2 15,0 0 1 1,0 0 0-16,0 0-4 0,-1 0-3 16,0 0-3-1,0 0-5-15,1 0 0 0,0 0-1 16,0 0 1-1,0 0-1-15,0 0-1 0,0 0-10 16,9 0-24-16,29-4-39 0,-3-1-276 16,4-3-432-16</inkml:trace>
  <inkml:trace contextRef="#ctx0" brushRef="#br0" timeOffset="470.07">3770 4181 199 0,'0'0'1187'0,"0"0"-975"0,0 0-38 16,0 0 21-16,0 0 4 16,0 0-81-16,0 0-69 15,0 1-29-15,0-1-10 16,0 0-10-16,0 0-1 15,9 0-25-15,2 0-159 16,3 0-332-16</inkml:trace>
  <inkml:trace contextRef="#ctx0" brushRef="#br0" timeOffset="1055.99">5684 4173 1351 0,'0'0'254'0,"0"0"-61"0,0 0-50 0,0 0-27 15,0 0-65-15,0 0-40 16,0 0-11-16,0 0-18 16,2 9-29-16,0-1-199 15,-1-3-452-15</inkml:trace>
  <inkml:trace contextRef="#ctx0" brushRef="#br0" timeOffset="2221.9">11171 3933 1202 0,'0'0'271'0,"0"0"-44"0,0 0-94 16,0 0-72-16,-43-38-24 15,27 37-25-15,-2 1-6 16,-5 11-4-1,-3 8 16-15,-5 12 12 0,1 11 51 16,1 12-18-16,8 0 21 16,10-3 8-16,10-12 27 15,1-12-59-15,6-9 7 0,8-3-6 16,3 1-7 0,12 0-20-16,13-7-4 0,11-9 3 15,2-9-11 1,-9-12-5-16,-11-3-10 0,-10-7-7 15,-3-15-7 1,-3-9-21-16,-6-6-32 0,-9 12 7 16,-4 20-44-16,-2 8 12 15,-7 9 24-15,-4-1 9 16,-5 3 12-16,-4 2-7 16,-2 8 13-16,4 3 12 15,4 10-2-15,4 4 18 16,9 2 6-16,3 1 11 15,6-1 12-15,7-1 8 16,4-2 0-16,0 0 4 16,-1-1 4-16,-1 0 2 15,-2-1-13-15,-4 0-2 0,-2 1 2 16,-2 0 0 0,-4 0 2-16,-1 1 6 0,0 2 11 15,0-3-5 1,0 1 7-16,-3-2-10 15,1 0-5-15,0-1-17 0,1-3-11 0,1 1 1 16,0-4-5 0,3 0-1-16,4-2 5 0,1-2 6 15,4-2-5 1,2-1 5-16,3-1 0 0,2-7-11 16,0 0 5-1,-1-1-6-15,-2-1-28 0,-3 0-108 16,-7-4-101-1,-3 2-301-15,-3 1-691 0</inkml:trace>
  <inkml:trace contextRef="#ctx0" brushRef="#br0" timeOffset="2600.03">11542 3959 1253 0,'0'0'241'0,"0"0"233"0,0 0-233 16,0 0-140-1,0 0-41-15,0 0-14 0,0 0-13 16,-2-11-12-16,0 25 7 0,-2 5 39 16,1 6 30-1,0 6 3-15,-1 0-17 0,3 1 1 16,-1-1-15 0,1-2-26-16,0-3-22 15,1-1-14-15,0-3-6 16,0-4-1-16,0-2-9 0,0-4-9 15,0-8-220 1,0-4-347-16,0-4-270 0</inkml:trace>
  <inkml:trace contextRef="#ctx0" brushRef="#br0" timeOffset="2952.24">11681 3971 1446 0,'0'0'272'16,"0"0"-82"-16,0 0 5 16,0 0-28-16,-41 31-39 15,27-17-26-15,0 0-29 16,0 0-21-16,2 0-10 16,2-3-5-16,4-1-12 15,1-3-11-15,5 0-5 16,0-1 1-16,0 0-1 15,3 1 9-15,3-1 9 0,2 2-5 16,3-1-5-16,1 1-5 16,2-2 1-16,3 0 9 15,0-2-5-15,1 0-8 16,2 0-8-16,-3-2 5 16,2-2-6-16,-3 0-7 15,-2 0-117-15,5-3-124 16,-5-6-249-16,-4-1-519 0</inkml:trace>
  <inkml:trace contextRef="#ctx0" brushRef="#br0" timeOffset="3339.39">11800 3947 1617 0,'0'0'270'16,"0"0"105"-16,0 0-218 0,0 0-92 16,0 0-34-16,0 0-23 0,0 0 11 15,7 53 63 1,0-23 21-16,2 2-9 0,1-1-34 16,0-3-29-1,0-4-7-15,0-5 10 0,-2-6-5 16,-2-4-10-1,-1-5-1-15,1-4-5 0,2-2 4 16,1-13-1 0,5-5-7-16,3-15-8 0,5-18-1 15,5-18-33-15,0-1-25 16,-7 14-29-16,-6 17-21 16,-7 26-7-16,-5 7 34 15,0 0 27-15,-1 3-1 16,-1 5 1-16,-5 15-26 15,-7 9-50-15,-1 1-649 0</inkml:trace>
  <inkml:trace contextRef="#ctx0" brushRef="#br0" timeOffset="3721.85">11318 4414 1711 0,'0'0'250'0,"0"0"-61"0,0 0 28 0,0 0 3 0,0 0-54 15,0 0-89 1,0 0 14-16,46 11-38 0,37-11-5 16,18-4-2-16,2-5 11 0,-10 0-42 15,-23 2-14 1,-9 2 5-16,-16 0-5 0,-15 1-1 31,-11 1 0-31,-6 2-15 0,-2-1-7 0,1-1-17 16,-7 3-18-1,-10 0-146-15,-9 0-143 16,-8 0-608-16</inkml:trace>
  <inkml:trace contextRef="#ctx0" brushRef="#br0" timeOffset="4003.56">11325 4583 1448 0,'0'0'878'0,"0"0"-774"0,0 0 49 32,75 1 144-32,1-8-98 0,21-1-102 15,6 0-40-15,-8 1-12 16,-17 2-16-16,-11 0-4 0,-11 1 3 16,-16 0-5-1,-10 1-22-15,-12 1 8 16,-4 0-1-16,-4 1-8 15,-2 0 0-15,-2-1-1 16,-3 2 0-16,-3-1-19 16,-1-1-16-16,-27-9-37 15,2 0-434-15,-5-4-1171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25:58.8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1519 5271 1595 0,'0'0'326'0,"0"0"-206"0,0 0-45 0,0 0 68 0,0 0-31 16,0 0-48-16,-8 34-27 15,11-27-19-15,1-2-6 16,-1-2-6-16,0-1-5 0,-2 0 0 16,-1-1 0-1,0-1 0-15,0 0-1 0,0 0-23 16,0-4-106-1,0-4-199-15,0-1-607 0</inkml:trace>
  <inkml:trace contextRef="#ctx0" brushRef="#br0" timeOffset="577.87">3495 4154 1019 0,'0'0'248'0,"0"0"-119"0,0 0-16 16,0 0-50-16,0 0-52 0,0 0-11 16,-1 3-129-1,1 0-225-15</inkml:trace>
  <inkml:trace contextRef="#ctx0" brushRef="#br0" timeOffset="6328.03">8637 2290 607 0,'0'0'212'0,"0"0"21"15,0 0-45-15,0 0 4 0,0 0-6 16,-4-6-23-16,4 6-28 0,0 0-41 16,0 0 10-1,0 0-17-15,2 0-3 0,4 0-19 16,5 0-4 0,3 3-17-16,6 2-3 0,3-1-6 15,4 1-10 1,9 0-4-16,-3-1-6 0,3 1 2 15,-2-2 3-15,-4 1-2 0,3 0-9 16,-2-1-1 0,0 0-2-16,-1-1 12 15,-1 0-5-15,1-1-7 16,-2 1 0-16,2 0-5 0,-2-1 8 16,-2 1-3-1,0-1-4-15,-1 0 8 16,-2 0-9-16,0 0 7 15,-1 0-8-15,-2 0-1 16,1 0 1-16,-1 0 11 16,-1 0-5-16,0 0-5 15,1 0 9-15,-1 0-4 16,0 0-5-16,0 1 1 16,0-1 4-16,0 0-5 0,4 0 11 15,-1 1-10 1,3-1 8-16,0 1-1 0,2 0-8 15,-1-1 0-15,2 2 0 16,1-2 1-16,1 0 7 16,2 2-2-16,-2-2-5 15,0-1-1-15,-2 0 5 16,0 0-6-16,-1 0 8 16,-1 0-8-16,-2 0 1 15,0 0 0-15,-1-1 0 0,-1-2 4 16,2 1-4-1,-1-1 0-15,-1 1 6 0,3-1 15 16,-3 0-13-16,0 1-7 16,0-1-1-16,1 1 5 15,-1 0-5-15,0-1 5 16,-1 2-5-16,1 0 20 16,-1-1-10-16,1 1-2 15,-1 0 1-15,-1 0 2 16,-1 0-12-16,0 0 2 0,-1-1 4 15,0 1 1 1,0-1 13-16,0 1 9 16,-3-2-11-16,1 2-1 15,1-1-8-15,-4 0 10 0,0-1-2 16,-1 1-7-16,-2 0 4 16,0 0-4-1,-2 0 1-15,-2 1-2 0,-1 0-3 16,0-1-6-1,-1 2 8-15,-2-1-7 0,-1 1 0 16,-1 0 0-16,0 0 0 0,0 0-1 16,0 0 1-1,0-1-1-15,-2 0-2 0,-27-7-31 16,-2-1-261 0,-4-2-888-16</inkml:trace>
  <inkml:trace contextRef="#ctx0" brushRef="#br0" timeOffset="17130.3">1485 5666 1303 0,'0'0'266'0,"0"0"24"0,0 0-149 16,0 0-72-16,0 0-31 0,0 0-15 15,-4-38-5-15,4 38-6 16,0 2-12-16,-2 10 0 16,2 8-15-16,0 6 15 0,0 4 50 15,0 1 9 1,0-1-4-16,0-1-3 0,-1-3-19 16,-1-3-8-1,-1-3-18-15,1-6-7 16,-2-3-11-16,0-3-17 15,0-4-33-15,0-2-13 16,-4-2 49-16,0 0 18 16,-2-6 7-16,0-6 1 0,1-1-1 15,1 0 1-15,1 1 6 16,4 3 5-16,1 4 13 16,1 3 9-16,1 2-10 15,0 0-18-15,0 6-5 16,6 5 8-16,2 5 23 15,2 0 16-15,3 1-7 16,0-1 8-16,1-1-4 0,2-3-15 16,-2-3-14-1,1-1-5-15,-1-4-10 16,-2-2-1-16,-1-2 0 0,-1 0 1 16,0-1-1-1,-3-7 3-15,2-1-3 0,-2-2 0 16,-2-3 1-1,-1 0-1-15,-3 0-1 0,-1 2 1 16,0 2-2-16,0 2 2 16,0 3 0-16,0 2 2 15,0 3-2-15,-3 0-9 0,-1 5-3 16,-2 5 12 0,0 3 0-16,-1 3 0 0,2 1 0 15,0-2-1 1,0-1-8-16,2-2-49 0,1-2-74 15,-1 1-96 1,2-3-147-16,-2-2-437 0</inkml:trace>
  <inkml:trace contextRef="#ctx0" brushRef="#br0" timeOffset="17297.93">1702 5912 1358 0,'0'0'503'0,"0"0"-294"0,0 0-104 0,-39 20-105 0,20-7-367 0</inkml:trace>
  <inkml:trace contextRef="#ctx0" brushRef="#br0" timeOffset="21397.98">3292 3975 1153 0,'0'0'208'0,"0"0"-94"0,0 0-64 0,0 0-20 15,0 0-14-15,0 0-3 16,0 0 5-16,-10-35-5 16,10 37-13-16,0 10-11 15,0 8 11-15,0 9 9 16,0 2 81-16,0 3 1 16,2 0-12-16,-1-2-3 15,-1-1-1-15,0-4-20 16,0-1-27-16,0-4 8 15,-3-4-20-15,-3-5-9 0,-2-5-6 16,-1-5-1-16,-4-3-38 16,0-3-81-16,-3-9-39 15,0-4 4-15,-1-2 71 16,4-3 57-16,2 1 26 16,2 1 48-16,4 6 3 15,2 2-29-15,1 5 1 16,2 5-1-16,0 1-6 15,3 0-10-15,6 6 0 16,2 3 19-16,7 6 22 16,-1 1 20-16,5 1 20 0,1 0 15 15,1-1-31 1,0-3-30-16,2-3-26 0,-3 0 24 16,-3-6-10-1,-3 0-10-15,-3-4-13 0,-4 0-6 16,-1-8 0-1,-3-4-23-15,-1-3-50 0,-1-1-27 16,-2-3 26-16,0 0 48 16,-1 2 25-16,-1 4 0 15,0 4 1-15,0 3 22 0,0 3 6 16,0 3-7 0,0 0-13-16,0 4-8 0,-1 7 0 15,-5 5 1 1,-1 6 24-16,-3 1 31 0,-3 1-12 15,-3 1-13 1,-1-1-19-16,-13 9-12 0,4-7-130 16,1-5-559-16</inkml:trace>
  <inkml:trace contextRef="#ctx0" brushRef="#br0" timeOffset="27380.67">3354 7425 564 0,'0'0'207'0,"0"0"-12"0,0 0 4 16,0 0-17-16,0 0-14 16,0-15-6-16,-2 11-25 15,0 1-14-15,-1-1-15 16,-1 0 7-16,0 0-28 16,-3 0-3-16,1 0-8 0,-2 1-8 15,-1 0-28-15,-2 1 21 16,-1 1-16-16,1 0-18 15,-2 1-2-15,0 0 3 16,-2 0 1-16,0 3 4 16,-1 1-16-16,0 4-5 15,-1-2-1-15,2 1-5 0,-1 1-5 16,1-1 8 0,-1 1-2-16,0 2 2 0,-1-2-1 15,0 2-1 1,0-1 4-16,0 2-1 0,2-1-1 15,1-1 3 1,2 1-3-16,0 0-2 0,2 1 1 16,1 0-7-1,0 2 0-15,3 0 5 0,0 1-5 16,1 1-1-16,2 2 1 16,1-1 5-16,2 0-5 15,0 1 5-15,0-1-5 0,2 1-1 16,4-1 2-1,2-1 5-15,1-1 1 16,1 1 1-16,3-3 4 16,2-1 1-16,-1 0 4 15,3-1-2-15,-1-1 9 0,3-1-4 16,-2-1 3-16,0-2-3 16,0-1-4-16,-2-1-4 15,-1-2-1-15,0 1 0 16,-2-2-1-16,1 0-2 15,0 0 0-15,-2 0 1 0,0 0 7 16,2-3-1 0,-1-1 4-16,0-1-2 15,0-1 3-15,0 1-3 16,1-2-4-16,0 0-5 0,-1 0 3 16,0-1-4-1,0 1 1-15,-3 0-8 0,2 0 8 16,-3 1-8-1,-1 1 9-15,0-1-8 0,-2 1 11 16,0 0-2-16,0 0-4 0,-1-1 1 16,1-1 1-1,-1 0 0-15,0-4-8 16,0 3 5-16,1-2 0 16,-2-1 0-16,0-2-4 15,-1-1-1-15,0-1 0 16,-2-1 0-16,0-1-1 0,0 0 0 15,0 3-6 1,0 0 5-16,0 1 0 16,0 2-5-16,0 1 4 15,-3 1-4-15,1 0 5 16,0 2-8-16,0-1 0 16,-1-1-1-16,-1 1 2 15,0-1-4-15,0 1-1 0,0-1-1 16,-1 1 1-1,-1 1-2-15,2 0 0 0,-2-1-3 16,0 2 0-16,1-1 2 16,0 2-1-16,2 1 4 15,-1 0-2-15,1 0 6 16,1 2-2-16,-1 0 2 16,1 1-3-16,-1-1 2 0,2 1-5 15,-2 0-2 1,-1 0-4-16,-2 1 0 0,-4 0-12 15,-10 6-11-15,-26 14-36 16,4 0-466-16,-4 0-984 0</inkml:trace>
  <inkml:trace contextRef="#ctx0" brushRef="#br0" timeOffset="31577.99">3705 7304 461 0,'0'0'198'0,"0"0"1"0,0 0-63 16,0 0-13-16,-8-47-11 16,8 33 12-16,0-1-18 15,0-1 18-15,6-1-3 16,1 0-4-16,2-1-66 15,1 0-34-15,4 1-6 16,1 1-10-16,1 1 0 16,3 3 9-16,0 3 18 0,2 2 30 15,1 6-11-15,0 1-4 16,0 6-12-16,1 6-2 16,0 5 12-1,-3 2 10-15,0 3 9 0,-3-1 2 16,-3 0 2-1,0-2-16-15,-3-2-22 0,-1-2 0 16,-2-2 20-16,-2-2-6 16,0-3-12-16,-3-1-14 15,-1-2-8-15,-2-1-6 0,0-1 0 16,0-2 0 0,-1 1-99-16,-12-2-95 15,-1 0-167-15,-1 0-347 0</inkml:trace>
  <inkml:trace contextRef="#ctx0" brushRef="#br0" timeOffset="31833.72">3935 7241 1341 0,'0'0'361'0,"0"0"-190"0,0 0-22 0,0 0 29 16,0 0-3-16,38 26-89 15,-22-16-48-15,0-1 16 16,-1 0 7-16,0-2-7 16,0-3-16-16,-2 0-11 15,-1-3-13-15,-1 0-13 0,-1-1-1 16,-3 0-5-16,2-9-111 16,-4 0-160-16,-1-3-403 0</inkml:trace>
  <inkml:trace contextRef="#ctx0" brushRef="#br0" timeOffset="32050.29">4078 7119 1253 0,'0'0'346'15,"0"0"-37"-15,0 0-61 16,0 0-119-16,0 0-80 15,0 0-2-15,-7 54 4 0,6-31-14 16,-1 2 13-16,-1-1-2 16,0 0-5-16,0 1-22 15,-2 10-21-15,2-5-51 16,-2-5-423-16</inkml:trace>
  <inkml:trace contextRef="#ctx0" brushRef="#br0" timeOffset="33361.76">6285 7541 1175 0,'0'0'525'16,"0"0"-263"-16,0 0 7 0,0 0-12 0,0 0-39 15,0 0-41-15,52-2-56 16,-28 1-44-16,1 1-18 16,-1 0-14-16,1 0-9 15,-1 3-11-15,-1-2-8 16,-3 1-10-16,-3-1 1 16,-4-1-8-16,-4 0 0 15,-3 0-1-15,-2 0-35 16,-3 0-56-16,-3-7-96 0,-6 0-360 15,-3-2-328-15</inkml:trace>
  <inkml:trace contextRef="#ctx0" brushRef="#br0" timeOffset="33716.43">6353 7408 95 0,'0'0'1305'16,"0"0"-1020"-16,0 0 49 0,0 0-78 16,0 0-55-1,0 0-80-15,0 0-44 0,-9-12-19 16,4 20-20-16,-4 4 27 16,-1 6-2-16,-3 2-12 15,-1 4-18-15,-1 1-2 16,5 0 12-16,1-1-11 15,6-3-14-15,3-2-8 16,0-4-8-16,10-3 4 16,4-3 1-16,5-3-1 15,3-4-5-15,4-2 0 16,3 0-1-16,1-3 0 16,0-4-1-16,0 2-53 15,3 1-91-15,-6 2-212 0,-9 2-458 0</inkml:trace>
  <inkml:trace contextRef="#ctx0" brushRef="#br0" timeOffset="35881.08">5689 4406 432 0,'0'0'1106'0,"0"0"-783"0,0 0-39 0,0 0-70 16,0 0-9-16,0 0-30 15,0 0-57-15,65-24-35 0,-10 7-27 16,8-2-1 0,-3 0-19-16,-5 2-17 0,-18 6-10 15,-11 2-7 1,-8 3-1-16,-5 1-1 0,-1-1-44 15,-2 0-66-15,-7-2-110 16,-3 2-122-16,-2 1-406 0</inkml:trace>
  <inkml:trace contextRef="#ctx0" brushRef="#br0" timeOffset="36298.39">5660 4217 1315 0,'0'0'332'0,"0"0"-115"0,0 0 45 15,0 0-40-15,0 0-32 16,0 0-67-16,0 0-42 15,-8-15-40-15,-1 31-23 16,-6 12 18-16,-4 17 21 16,0 13-15-16,1 4 9 15,6-12 0-15,6-14 4 16,6-15-12-16,0-4-5 16,4-1-14-16,9 1 1 15,10-2 4-15,16-5 5 0,19-10 20 16,8-2-8-1,0-14-14-15,-7 0-22 0,-18 2-10 16,-12 5-12 0,-9 4-69-16,-7 3-73 15,-5 2-169-15,-4 2-364 0,-4 3-556 0</inkml:trace>
  <inkml:trace contextRef="#ctx0" brushRef="#br0" timeOffset="36665.62">5499 4815 1674 0,'0'0'297'0,"0"0"1"0,0 0-7 0,0 0-66 16,0 0-95 0,0 0-79-16,0 0-5 0,8 59 39 15,2-9-22 1,2 5-18-16,-3-11-24 0,-1-11-3 15,-2-12-10 1,0-3-8-16,1 1 0 16,2 0-35-16,1-2-89 0,6-8-132 15,-5-6-242-15,-1-3-412 0</inkml:trace>
  <inkml:trace contextRef="#ctx0" brushRef="#br0" timeOffset="37231.9">5716 4823 1793 0,'0'0'313'0,"0"0"-26"0,0 0-92 16,0 0 3-16,-33 60-68 16,28-34-42-16,5 2-34 15,0-1-33-15,6-1-3 16,6-5-8-16,3-4-8 15,3-8-1-15,2-6-1 16,0-3-1-16,-1-11-23 16,-4-6-29-16,-3-4-22 15,-6-1-18-15,-2-2 6 16,-4 2 28-16,0 0 35 0,0 3 15 16,0 1 9-1,0 3 0-15,3 0 0 0,1 2 0 16,2 3 9-1,1 2-8-15,0 4 11 0,2 4 0 16,-2 0 9-16,3 5 11 16,-3 6 27-16,5 3-1 15,-2 2-14-15,2 0-10 0,1-1-11 16,2-1-11 0,-1-4-6-16,1-2-5 15,-1-5 0-15,-2-3 1 16,-1-2 4-16,-1-9-5 0,-2-4-1 15,-2-4 0 1,-4-5-1-16,-1-1-8 0,-1-4-6 16,-4 0-4-16,-7 0-4 15,-2 6-2 1,-4 5-2-16,-1 8-4 16,0 9-10-16,1 1-26 15,4 7-9-15,3 5-36 0,7 4-63 16,7 3-84-1,7-4-227-15,3-5-334 0</inkml:trace>
  <inkml:trace contextRef="#ctx0" brushRef="#br0" timeOffset="37478.14">6083 4595 1596 0,'0'0'306'0,"0"0"-17"0,0 0-146 0,0 0 28 0,0 44 24 16,9-18-55-16,2 3-59 15,2 1-30-15,0-2-18 16,0-1-23-16,-2-3-4 16,-1-4-6-16,-2-4-78 15,0-9-155-15,-2-4-244 16,-2-3-269-16</inkml:trace>
  <inkml:trace contextRef="#ctx0" brushRef="#br0" timeOffset="37710.93">6256 4569 1326 0,'0'0'326'0,"0"0"7"0,0 0-158 15,0 0-18 1,0 0 12-16,-28 53-36 0,18-27-31 15,2 3-23-15,0 0 2 16,4-1-17-16,2-2-25 16,2-5-20-16,6-3-7 0,8-6-1 15,5-6-11 1,5-6 1-16,6 0-1 0,2-12-1 16,2-6-94-1,13-17-145-15,-9 6-249 0,-6-1-564 0</inkml:trace>
  <inkml:trace contextRef="#ctx0" brushRef="#br0" timeOffset="38410.5">6575 4501 190 0,'0'0'1790'15,"0"0"-1515"-15,0 0-35 16,0 0-108-16,0 0 37 15,-12 38-36-15,21-20-39 0,0 2-40 16,2-1-24 0,1-2-12-16,1-2-11 0,-1-4-6 15,0-3 0 1,-2-4-1-16,0-3-11 0,-1-1-40 16,-1-6-31-1,-1-6-25-15,0-4-29 0,-1-3 13 16,0-1 27-1,1-2 39-15,-2 1 41 0,0 2 10 16,-2 4 6-16,0 3 17 16,-3 5 45-16,0 4 39 15,0 2-11-15,0 1-36 16,0 4-34-16,0 9-5 16,0 4 29-16,0 1 6 15,0 2-18-15,3-2-10 16,2-2 1-16,3-4-13 15,2-2-4-15,1-5-5 0,3-4 0 16,1-1-1 0,2-6-5-16,-1-5-33 15,1-2-47-15,-3-2-27 16,-2-2-37-16,-2-3 2 16,-2-2 37-16,-4 0 43 15,0-1 38-15,-3-1 20 0,-1 3 6 16,0 3 3-1,0 3 15-15,0 2 41 0,0 6 73 16,-1 2 30-16,0 5-1 16,-1 0-61-16,1 11-54 15,1 13 7-15,-2 13 29 16,2 12-13-16,0-1-18 16,0-9-3-16,0-13 0 15,0-6-14-15,0 2-13 16,0 1-9-16,0 0-8 15,0-5-1-15,0-4-7 0,0-5-49 16,0-5-68-16,-2-4-90 16,-3-5-151-16,-1-7-346 15,2-4-537-15</inkml:trace>
  <inkml:trace contextRef="#ctx0" brushRef="#br0" timeOffset="38627.94">6845 4322 1543 0,'0'0'333'0,"0"0"-68"0,0 0-90 16,0 0-23-16,44-31-70 15,-24 31-34-15,1 9-14 16,-3 4-9 0,-1 4 24-16,-7 3-4 0,-4 0 10 15,-6 1-20 1,0 0-11-16,-12 0-12 0,-6 1-12 15,-21 3-26-15,4-5-251 16,-2-6-704-16</inkml:trace>
  <inkml:trace contextRef="#ctx0" brushRef="#br0" timeOffset="50882.36">2942 4669 642 0,'0'0'160'0,"0"0"19"15,0 0-4-15,0 0-17 0,0 0-43 16,-1 0-66-16,5 0-18 16,6 4 14-16,3 0 22 15,5 2 14-15,5-2-2 16,3 0-9-1,3-1 1-15,1 0-2 0,3-3-4 16,-1 0-15-16,-1 0-13 0,-2 0-6 16,-3 0-12-1,-3 0-4-15,-5 0-6 0,-1 0-3 16,-4 0-5 0,-2 0 0-16,-4 0 1 0,-2 0-2 15,-2 0 0 1,2 0-12-16,2 0-13 0,6 0-6 15,20 1-103 1,-1 2-414-16,0-3-735 0</inkml:trace>
  <inkml:trace contextRef="#ctx0" brushRef="#br0" timeOffset="51428.29">4019 4770 600 0,'0'0'103'0,"0"0"17"0,0 0 101 0,0 0-18 16,0 0 10-16,0 0 9 0,0 0-62 15,-32-9-42 1,32 9-2-16,5 0-44 0,10 0-3 16,10 0 41-16,14 0-9 15,-1 0-36 1,-1 0-14-16,-5 0-16 0,-6 0-9 15,-1 0 0-15,3 0-20 16,-5 0-5-16,-1 0 5 16,-4 0-4-16,0 1 4 15,-3 1-6-15,-6 6-6 16,-5-1-168-16,-4 2-556 0</inkml:trace>
  <inkml:trace contextRef="#ctx0" brushRef="#br0" timeOffset="61017">1283 6269 196 0,'0'0'605'0,"0"0"-439"0,0 0 1 0,0 0-10 0,0 0-23 0,-2 2-16 16,2-2-43-1,0 0-22-15,0 0-20 0,0 0-33 16,0 0 0-16,0 3-137 16,2-1-175-16</inkml:trace>
  <inkml:trace contextRef="#ctx0" brushRef="#br0" timeOffset="62698.25">5969 7286 158 0,'0'0'332'0,"0"0"-124"0,0 0-11 0,0 0-14 16,0 0 23-16,-42-23-74 16,30 21-9-1,-4 0 5-15,-2 2-20 0,-2 0-20 16,-2 0 16 0,-2 0 37-16,1 4-38 0,-2 1-16 15,1 1-20-15,-3 1-8 16,3-1 11-1,-1 2-2-15,2 0-8 0,2 0-9 16,0 1-7-16,3 1-9 16,0 1 0-16,0 2-6 15,2 0-8-15,-2 4-3 0,-1 1 0 16,2 2 1 0,-1 2 0-16,0 0 5 0,1 1 11 15,1-1-1 1,2-1-5-16,1 0-4 15,2 1-4-15,2 0-2 16,0 1-1-16,3 0 0 16,1 2-4-16,3-2-5 0,2 2 3 15,0-2-2-15,1 2 1 16,6-1-1-16,1-1 2 16,3 0 0-16,2 1-1 15,0-1 1-15,2-1 0 16,2-1-2-16,0-2 2 15,1-3 8-15,4-1-2 16,0-5 4-16,2-1 5 0,1-2 0 16,0-3-9-16,0-2-8 15,0-2 5-15,3 0 9 16,-1-4-3-16,-1-4-9 16,-2-2-4-16,0-3-1 15,-1-2-6-15,2 0 0 16,-3-1 0-16,0-3 1 15,-1 3 5-15,-2-1-5 16,-1-1 5-16,-4 0-6 16,-1 1 10-16,0-3-5 0,-3 0 10 15,0-3 1 1,-1 0-5-16,-1 0-3 0,-2-1-3 16,-3 0-6-1,-1 0 1-15,-2 0 8 0,0-1-1 16,-5 0-1-1,-2 1 1-15,-4 0-1 0,2 2-1 16,-1 1-4 0,1 4 4-16,0 2-6 0,3 4 1 15,-2 0 0 1,2 1-1-16,-1 1 0 0,1-1-1 16,-2-1 0-16,-1 1-11 15,2-2 3-15,-3 0-2 16,2 2-1-16,-2-1-1 15,1 3-2-15,0 1-2 16,-1 1 2-16,-1 1-3 16,-1 0 0-16,-1 2-3 0,-3 2 8 15,-5 1-5 1,-11 4-8-16,-14 17-29 0,-20 13-87 16,9 0-189-1,2-2-504-15</inkml:trace>
  <inkml:trace contextRef="#ctx0" brushRef="#br0" timeOffset="95797.93">9465 7131 501 0,'0'0'216'0,"0"0"10"0,0 0-53 0,0 0 18 16,0 0-2-16,0 0-38 16,-10 0-27-16,10 0-4 15,0 0-17 1,0 0-39-16,0 0-17 0,0 0-7 16,7 0 0-1,0-2-6-15,5-2-10 0,1 2-11 16,1-2-7-16,-1 2-5 15,0-2 0-15,0 3-1 16,-2-2 0-16,-1 1-23 0,0 0-53 16,-1-1-90-1,0-4-52-15,0 1-134 0,-4-2-322 0</inkml:trace>
  <inkml:trace contextRef="#ctx0" brushRef="#br0" timeOffset="96079.96">9554 7030 419 0,'0'0'547'16,"0"0"-395"-16,0 0-27 15,0 0-37-15,0 0-1 16,0 0 2-16,0 0 26 15,9 17-28-15,-3-11-23 16,2-1-15-16,-1 2-19 16,0 1-14-16,-3 0-7 15,-2 2-3-15,-2 3 1 16,0 0-6-16,-6 1 0 16,-10 6-1-16,2-3-62 15,1-3-417-15</inkml:trace>
  <inkml:trace contextRef="#ctx0" brushRef="#br0" timeOffset="97531.29">9476 6683 17 0,'0'0'17'0,"0"0"-17"0</inkml:trace>
  <inkml:trace contextRef="#ctx0" brushRef="#br0" timeOffset="99499.83">10975 7515 176 0,'0'0'215'0,"0"0"-51"0,0 0-9 16,0 0-46-16,0 0 6 0,0 0 2 16,0 0-15-1,-14-24-9-15,10 20-13 16,-2 0-16-16,0-1 14 15,-4-2-2-15,0 2-2 0,-3-1-9 16,-2-1-21 0,-3 2 10-16,1-1 5 0,-3 0 2 15,0 1-1 1,0 1-22-16,-2 0-13 0,2 0 6 16,0 2 3-16,0 0-3 15,0 1-11-15,0 0-4 16,-1 1-2-16,0 0 2 15,-1 0 2-15,1 0-4 16,-1 0 3-16,1 2-1 16,1 1 2-16,1 1 2 15,2-1-2-15,2 3 0 16,0-1-3-16,2 3 5 16,1 1 1-16,1 3 1 15,1 1 2-15,1 2 1 16,1 3 1-16,2-1 5 0,2 2-4 15,1-2-2-15,2 0 5 16,1-1-8-16,0 0-4 16,1-2-3-16,5 0 3 15,3 0 6 1,3 1 16-16,4 0-3 0,2 0 0 16,3-1-8-16,2-1-5 0,2-2-12 15,0 0 0 1,1-3-2-16,0-1-3 0,0-1 4 15,-2-1-5-15,0-1 0 16,-5-2-5-16,1 0 5 16,-3-2 0-16,2 0 10 15,-2 0 8-15,-1-1-3 16,0-2-1-16,0-1 2 16,-1-1 2-16,1-1 0 15,-2-1-3 1,3 0-6-16,-2-1 4 0,0-2-11 15,0 1-1-15,-1-2-1 16,-1 1 0-16,-1-1 2 16,-1-1-7-16,-1 2 8 15,-2-2-1-15,0 0-7 16,-2 0 5-16,-2-1-5 16,-2 0 7-16,-1 0-2 0,-1-1-5 15,0-1 1 1,0 1-1-16,-5 0 5 15,0-1-5-15,-2 1 0 16,0 0 0-16,-2 2 1 0,-1-1-1 16,-2 2 5-1,0 1-6-15,-1 0 1 0,-1 1-1 16,0 4 1-16,0 0-1 16,0 1 0-16,-1 3 0 15,-2 0 0-15,-3 1-8 16,-5 1-32-16,-19 11-92 15,7-1-177-15,-1 0-490 0</inkml:trace>
  <inkml:trace contextRef="#ctx0" brushRef="#br0" timeOffset="102599.94">11912 7423 232 0,'0'0'276'0,"0"0"-106"0,0 0-3 16,0 0 4-16,0 0-29 16,0 0-31-16,-43-36-35 15,31 28 30-15,-2 2 17 16,1 0-14-16,-3 0-28 16,0 0 3-16,-1 3-13 15,0-1-13-15,-3 2-11 16,3 1-6-16,-1-1 8 15,0 2-15-15,1 0-5 16,-1 0-13-16,-1 0-2 16,1 3-3-16,-2-1 1 15,2 2 4-15,-1 0-1 0,0 1 0 16,2-1 1 0,0 1-1-16,0 1 0 15,1 1-5-15,2 0 5 16,0-1-2-16,0 2-4 15,2-2-1-15,0 3-7 16,2-2 5-16,0 2-5 0,-1 0 1 16,5 2-1-16,-2 1 7 15,2 0-7-15,2 3 0 16,0 1 8-16,1 0 3 16,1 2 9-16,1 1 5 15,1 0 0-15,0 1 0 0,1 1-2 16,4-1 13-1,2 0 6-15,2-1-2 16,2-1-3-16,3 2 10 16,1-2-5-16,2-1-14 15,2-1 8-15,1-1-3 0,2-1-2 16,0-2-8-16,2-1-3 16,0-1-8-16,1-3 2 15,0-3-3 1,1 0 5-16,-2-2-7 0,0-2 0 15,-1 0-8-15,-3 0 5 0,-1 0-1 16,0-2 3 0,-2-2-3-16,-1-1 2 15,-1-1 1-15,-1 1 0 16,-1-1 0-16,-2 1 4 16,1-1 2-16,-1-1-4 15,0 2-2-15,0-3 0 16,-1 0-3-16,1 0-5 15,-1 0 10-15,-3-1-4 0,3 1-1 16,-3 0-6-16,0-2 1 16,-2 2 0-16,0-1 0 15,0-1 0 1,-1-1 1-16,0 1-1 0,-1-1-1 16,0-1 1-16,0-1 0 15,-2-1-1-15,1-2 0 16,-2 0 0-16,0-1 0 15,0 0 0-15,0 1 0 16,0-1 0-16,-4 1 0 0,-1 1 0 16,1 1 0-1,-2 2 0-15,0-1 0 16,1 3 0-16,-1 0 0 0,0 2 0 16,-1 0 0-16,0 1 0 15,1 1 1-15,1 0-1 16,-1 1-1-1,0-1 0-15,1 2 0 0,1 0-6 16,0 2 5-16,-1-1-5 0,3 1-5 16,-2 1-3-1,0-1-6-15,0 1-3 0,1 1-21 16,-2 0-21 0,2 0-13-16,-1 0-59 0,-1 4-78 15,1 2-101 1,0-3-412-16</inkml:trace>
  <inkml:trace contextRef="#ctx0" brushRef="#br0" timeOffset="103948.15">12219 7374 564 0,'0'0'168'0,"0"0"-21"0,0 0-1 0,0 0-4 16,0 0-13 0,0 0-13-16,0 0 3 0,4 6-22 15,-2-5-6 1,0 1-11-16,1-2-5 0,1 0 13 15,2 0-1 1,1 0-13-16,-1-2-11 16,3-1-6-16,-2-2-6 15,1-1 6-15,0 0-11 0,-1-1-9 16,0-1 1-16,-1-2 17 0,-1 0-12 16,0 0-10-1,1-2-11-15,-2 2-2 0,2-2-4 16,-2 1 1-1,0 0-8-15,0-1-2 16,0 4-6-16,0-1 5 16,-1 0 1-16,0 2 1 15,-1-1-2-15,1-1 3 16,0 2 4-16,0-1-5 16,0-1-1-16,1 1-1 15,1-1-5-15,-1 0 7 16,0-1-7-16,1 1 9 0,0-1-2 15,-1 3 11-15,-1-1-10 16,0 1 14-16,0 1-7 16,0 0-8-1,1 1-7-15,-2 1 8 0,0 0 0 16,1 0-8-16,-1-1 1 16,0 1 8-16,0 0-4 15,1 1-4-15,0 1 5 0,0-1-7 16,1 0 1-1,-2 0 5-15,2 1-6 0,0 0 0 16,0 0 0-16,1 0 1 16,-1 1 0-16,0-1-1 15,0-1 0-15,0 2 0 16,-1 0 1-16,0 0-1 16,0-1 0-16,-1 1 0 15,-1 1 0-15,2 0 0 16,-1-1 0-16,-1 0 0 15,0 1 0-15,-1 0-1 16,1 0 1-16,-1 0-1 16,0 0-8-16,0 0-3 0,0 0-18 15,0 0-48 1,0 0-42-16,0 0-83 0,-3-2-69 16,-3-1-351-1,-2 0-312-15</inkml:trace>
  <inkml:trace contextRef="#ctx0" brushRef="#br0" timeOffset="104348.09">12432 6967 644 0,'0'0'362'0,"0"0"-156"0,0 0-44 0,0 0-27 15,0 0 14 1,0 0-30-16,0 0-46 0,29 2-14 16,-21-2 1-1,0 1 9-15,0 0-22 0,-2 0-18 16,0 1-11-1,0 2-5-15,-2 0 0 0,0 2-4 16,-2 1-3-16,-1 1 2 16,-1 1-7-16,0 0 8 15,0 1-3-15,0-2-6 0,-2 1 1 16,-2-2-1 0,0 0 0-16,-2-1-1 0,1-1-98 15,-2-1-87 1,1-1-162-16,0-3-376 0</inkml:trace>
  <inkml:trace contextRef="#ctx0" brushRef="#br0" timeOffset="104527.91">12535 7084 1062 0,'0'0'248'0,"0"0"-116"16,0 0-30-16,0 0-65 0,-40 19-37 16,19-13-344-16</inkml:trace>
  <inkml:trace contextRef="#ctx0" brushRef="#br0" timeOffset="106658.29">9147 6739 645 0,'0'0'201'0,"0"0"-55"0,0 0-46 15,0 0-15-15,0 0-26 16,0 0-40-16,0 0-17 0,0 1-2 16,5-1-1-1,-1 0-90-15,5 0-184 0</inkml:trace>
  <inkml:trace contextRef="#ctx0" brushRef="#br0" timeOffset="107728.35">9785 6492 448 0,'0'0'136'0,"0"0"27"0,0 0 21 0,0 0-5 0,0 0-40 0,0 0-19 16,0 0 20-1,9 17-28-15,-5-17-22 0,0 2-17 16,2 0 10-1,-2-1-15-15,2-1-24 0,1 0-16 16,-1 0 1-16,-1 0-1 16,3 0-6-16,-1 0 3 15,-1-5 4-15,1 0 4 16,-1-3 1-16,-1-1-3 16,0-3-8-16,0 1-11 15,-1-3 1-15,-1 0-11 16,3-1 8-16,-2-1-1 0,2 0-1 15,-2 2-1-15,1 0 8 16,0 0 1 0,2 2 5-16,-2-1-2 15,2 2-4-15,1 0 0 16,-1 1 0-16,1 2-4 16,0-3 1-16,0 4 5 15,-1-1 9-15,3 0-5 16,-2 0 3-16,0-1-2 15,2 0 1-15,0-1-5 0,-1 1-2 16,-1 0-4-16,2-2 4 16,-2 2-2-16,-1-1-4 15,0 0 3-15,-1 2-1 16,1-1-1-16,-2 2 5 16,1 1-1-16,-1 0 0 15,0 0-3-15,0 2 1 16,0 0-4-16,-1 0-1 15,0 1-7-15,-1 1 5 16,1 0-5-16,-1 0-1 0,1 2 1 16,-1-1-1-16,0 0 0 15,-2 1-1-15,1 0 0 16,-1 0-9-16,-1 0 2 16,0 0-38-16,0 0-61 15,0 0-81-15,0-3-97 0,0-1-275 16,-3-1-518-16</inkml:trace>
  <inkml:trace contextRef="#ctx0" brushRef="#br0" timeOffset="108077.97">10109 6025 963 0,'0'0'239'0,"0"0"-83"0,0 0-27 16,0 0 17-16,0 0-6 0,0 0-36 15,0 0-30 1,40 27-18-16,-29-20-11 0,-2 0-6 16,0 0-14-1,-3 1-5-15,0 0-8 16,-1 2-3-16,-3 0 0 15,-1 2 0-15,-1 1 2 0,0 1-3 16,-3 1 7 0,-4 1-4-16,-2-1-3 0,1 1-7 15,-2-1-1 1,1-1 0-16,1-1-85 0,3-2-184 16,3-5-427-16</inkml:trace>
  <inkml:trace contextRef="#ctx0" brushRef="#br0" timeOffset="109359.91">10578 5566 179 0,'0'0'176'0,"0"0"10"0,0 0-10 0,0 0-20 16,0 0-4-16,0 0-16 15,0 0 10-15,3-38-39 0,-3 33-57 16,0-1-24 0,0-1-10-16,-3 1-6 0,-2 2-9 15,0-1 1 1,0 2-2-16,-2 0-2 16,1 2-21-16,-2 1-9 15,1 0 12-15,0 1 13 16,0 6 6-16,0 1 0 15,1 3 1-15,2 0 9 16,2 2 0-16,0-2-1 16,2 0 8-16,0-2 12 0,3-2-8 15,2-1-8-15,0-3-12 0,1-2 1 16,0-1 9 0,1 0 2-16,1-5 3 15,-1-3-2-15,0 0-7 16,-3 3-5-16,1-2 1 0,-2 4 0 15,-1 1-1 1,-2 2 0-16,1 0 0 16,1 2-1-16,-1 8 0 0,0 7 13 15,1 4 37 1,-2 5 13-16,0-1 5 0,0-1-6 16,0-2-14-1,0-5 2-15,0-2 0 0,0-6-24 16,0-1-17-16,0-3-8 15,0-4 6-15,0-1-1 16,0 0 24-16,0-4 24 0,0-6-36 16,0-3-18-1,3-4 0-15,2-4-34 0,3-5 2 16,-2-2-27 0,4-1-41-16,-2 3-14 0,1 6 15 15,-1 7-6 1,0 6 3-16,3 7 27 0,-2 0-33 15,-1 5-643-15</inkml:trace>
  <inkml:trace contextRef="#ctx0" brushRef="#br0" timeOffset="110031.92">10731 5622 674 0,'0'0'297'0,"0"0"-31"0,0 0-55 16,0 0-44-16,0 0-53 15,0 0-68-15,0 0-31 16,0 0-14-16,0 0-1 15,0 0 0-15,0 0-19 16,0 0-45-16,0 0-95 0,1 0-92 16,0 0-243-16</inkml:trace>
  <inkml:trace contextRef="#ctx0" brushRef="#br0" timeOffset="110330.17">10818 5466 932 0,'0'0'251'15,"0"0"-157"-15,0 0-65 16,0 0-5-16,0 0-7 15,0 0-14-15,0 0 3 16,-2 36 31-16,2-12 51 16,0 0-20-16,0 0 13 15,0 1-18-15,0-1-5 16,0-2-33-16,0-1-25 16,0-6 0-16,0-6-372 0</inkml:trace>
  <inkml:trace contextRef="#ctx0" brushRef="#br0" timeOffset="110598.36">10915 5478 862 0,'0'0'215'15,"0"0"-96"-15,0 0-51 0,0 0 0 16,-34 41-11-1,24-24-5-15,1 0 16 16,2 0 3-16,1 0 2 16,2-4-23-16,1 0-30 15,3-2 11-15,0-1-2 16,7-3 0-16,2-2 5 0,4-2-12 16,2-3-22-16,8 0-32 15,-4-7-253-15,0-1-450 0</inkml:trace>
  <inkml:trace contextRef="#ctx0" brushRef="#br0" timeOffset="110962.02">10986 5519 341 0,'0'0'751'16,"0"0"-508"-1,0 0-122-15,0 0-73 0,0 0-26 16,0 0-11-16,0 0 7 16,30-5-7-16,-22 6-2 15,-3 4 6-15,0 0-4 16,-2 1-5-16,-1 3-5 16,-2 1 9-16,-2 2 2 15,-4 3 7-15,-4 0 35 16,0 1 10-16,0 1-1 15,0-1-15-15,4-3-14 16,2-2 11-16,1-3-11 16,3-1-9-16,0-2 1 0,3-1 2 15,6-1 9 1,5-2-3-16,3-1-21 0,3 0-13 16,3 0-18-1,13-4-117-15,-5 1-495 0,-3 1-168 0</inkml:trace>
  <inkml:trace contextRef="#ctx0" brushRef="#br0" timeOffset="112029.92">10683 6227 979 0,'0'0'317'0,"0"0"4"0,0 0-62 16,0 0-37-16,0 0-68 16,0 0-59-16,0 0-51 15,12-27-20-15,0 21-14 16,4 1-4-16,3 0-6 15,0 2 0-15,0-1-7 16,-1 3-45-16,-3 0-70 16,1 1-142-16,-8 0-264 15,-3-1-477-15</inkml:trace>
  <inkml:trace contextRef="#ctx0" brushRef="#br0" timeOffset="112218.32">10633 6265 1326 0,'0'0'238'0,"0"0"-109"0,0 0-7 15,0 0 93 1,0 0-13-16,0 0-119 0,0 0-56 16,45-3-27-1,-13-1 0-15,-4 2-122 16,-3-1-401-16</inkml:trace>
  <inkml:trace contextRef="#ctx0" brushRef="#br0" timeOffset="116862.06">11597 6071 202 0,'0'0'160'0,"0"0"-30"0,0 0-2 0,0 0 8 15,0 0-18-15,0 0-19 0,0 0-16 16,-17-1-6-1,16 1-7-15,1 0-14 16,0 0-15-16,0 0-9 16,0 0-3-16,0 0-5 0,1 3 63 15,4 4 49-15,3 1-24 16,1 0-30 0,1 3-2-16,2-2 4 0,0 2-17 15,1-2 3 1,0 0-8-16,2-2-6 0,-1 0-1 15,2-2-16-15,-1-1-8 0,1-2-9 16,0 0-6 0,0-2-10-16,0 0 3 0,-2 0 7 15,0 0 8 1,2-1 0-16,-3-2-12 0,2-1-2 16,-2-1 1-1,-1 0-3-15,1-1-7 0,-1 0 6 16,1 0-6-1,-2-1 0-15,1-1 0 0,-2 1-1 16,-1-1 1-16,1-3-2 0,-1 1 1 16,0-4-6-1,0-1-3-15,0-1-16 16,-3 0-5-16,2-1-3 16,-2 0-1-16,-2 1-7 0,-1 0 13 15,-2 0 5 1,0-2-40-16,-1 2 14 0,0-3 12 15,0 2-19 1,-3-2-18-16,-1 0 52 16,0 1 3-16,-2-2-34 15,0 2-7-15,1 2-75 16,-2 2 45-16,-1 1 58 0,0 2 20 16,-2 1-17-1,-2 1-35-15,-1 1 32 0,0 0 5 16,-2 0-4-16,-1 1-9 15,-1 0 21-15,0 1-18 16,-1 0 14-16,-1 2 9 16,2 1-8-16,0 1 22 15,0-1 8-15,-2 3-2 16,3 0-5-16,-1 0 8 16,1 0 4-16,1 0 0 0,1 0-7 15,0 5 4 1,0 0 1-16,0 0 7 0,1-1 8 15,0 1-17-15,1 0-1 16,-1-1-6-16,1 1 15 16,0 1 30-16,-1 1-23 0,3 0 4 15,-1 0 4 1,2 4 0-16,-1-2-3 16,0 0 18-16,1 4-17 15,-1-2 7-15,3 1 2 0,0 1 3 16,0 0-2-1,1 0-20-15,0 0 29 0,0 0-1 16,2 1-1 0,0 1 0-16,1 0 26 0,0 1-17 15,0-2-14 1,2 3-13-16,0-2-16 16,1 1-1-16,0 0 10 0,0 0 17 15,0 0 7-15,0-1 3 16,2 1 0-16,4-1-6 15,-1 0-3-15,3 0-1 16,0-2-7-16,0-1 1 16,1-1-6-16,0 0 6 0,0-3-3 15,2 1-1 1,-1-2-5-16,2-3-3 16,-2 2-3-16,2-3-4 15,0-1-4-15,2-1-4 16,1-1-5-16,-2 0 0 15,1 0-1-15,-2 0 0 16,-3 0 0-16,-1-2 1 0,-1 0 0 16,-2 0 0-16,-3 1 6 15,1 0-6-15,-2 0-2 16,0 1 1-16,-1 0-8 16,0 0-4-16,0-1-9 15,0-1-12-15,0 1-19 16,-1-3-22-16,-3 1-185 15,0-2-551-15</inkml:trace>
  <inkml:trace contextRef="#ctx0" brushRef="#br0" timeOffset="118865.75">12307 5759 356 0,'0'0'111'0,"0"0"23"0,0 0-12 15,0 0 3-15,0 0-16 0,0 0-27 16,0 0-11-16,32-14-7 16,-23 14 1-16,0 0-9 15,-1 0-11-15,0 3-10 16,0 4-9-16,-1 0 2 15,1 4-2-15,-1 0 3 16,-1 2 0-16,0 1 2 16,-1 0-1-16,-1 1 9 0,0 1-14 15,0 0 12-15,1 1 49 16,1-1-25-16,-1 0-26 16,1-2-8-16,1-1 0 15,-1 0 3-15,-1-2 9 16,3-1 11-16,-1 0-13 15,-1-2-5-15,0-1-13 16,-1 0 0-16,-1-2-10 16,0-2-2-16,-2 1 1 15,0-2-7-15,-1 0 0 0,1-2-1 16,-1 1 0 0,-1-1-1-16,0 1 0 15,0-1-28-15,1 0-74 16,-1 1-57-16,0-1-72 0,0 0-140 15,-1 0-558-15</inkml:trace>
  <inkml:trace contextRef="#ctx0" brushRef="#br0" timeOffset="119015.4">12488 6047 539 0,'0'0'87'0,"0"0"-87"0,0 0-134 0</inkml:trace>
  <inkml:trace contextRef="#ctx0" brushRef="#br0" timeOffset="124247.99">12454 7267 189 0,'0'0'130'0,"0"0"-77"0,0 0-7 16,0 0 35-16,0 0-2 0,0 0-31 16,-1 0-32-1,1 0-15-15,0 0 5 0,0 0-4 16,0 0-1-1,0 0-1-15,0 0-7 0,0 0 7 16,0 0 0 0,0 0 8-16,0 0-6 15,0 0 5-15,1 1 6 16,-1-1 4-16,1 1-1 0,0 0-1 16,0-1-2-1,-1 1 3-15,0 1 1 0,0-1 3 16,0 0-5-16,1 1-5 15,-1-2-3-15,0 1-1 16,0 0-5-16,0 1 1 16,0-1-2-16,0-1 3 15,0 2-2-15,0-1 0 16,0 0 0-16,0 1 0 16,0 0-1-16,0-1 0 15,0 0-1-15,0 1-22 0,0-2-26 16,0 0-41-1,0 1-38-15,0-1-11 0</inkml:trace>
  <inkml:trace contextRef="#ctx0" brushRef="#br0" timeOffset="125697.83">13219 7369 1364 0,'0'0'287'0,"0"0"-97"0,0 0 1 16,0 0 10-16,0 0-18 0,0 0-43 15,0 0-63-15,28-11-45 16,-10 10-22-16,2 0-8 16,1 1-2-16,-1 0-1 15,-2-1-69-15,0 1-101 16,-2-3-118-16,-4-1-295 0,-5-1-301 0</inkml:trace>
  <inkml:trace contextRef="#ctx0" brushRef="#br0" timeOffset="125860.11">13174 7404 1503 0,'0'0'256'16,"0"0"-175"-16,0 0-7 0,0 0 70 16,0 0 13-16,0 0-72 15,0 0-50-15,48 9-35 16,-16-5-108-16,0-1-601 0</inkml:trace>
  <inkml:trace contextRef="#ctx0" brushRef="#br0" timeOffset="126598.27">14784 7364 1288 0,'0'0'260'0,"0"0"-84"0,0 0 94 16,0 0-32-16,0 0-50 15,0 0-62-15,0 0-62 16,-8 11-19-16,5 13 46 16,0 5-17-16,2 1-38 15,-1 0-19-15,1-3-7 16,1-1-9-16,0-4-1 16,-1-4 0-16,-1-2-42 15,-3-7-154-15,0-5-170 16,1-4-481-16</inkml:trace>
  <inkml:trace contextRef="#ctx0" brushRef="#br0" timeOffset="126864.42">14687 7296 642 0,'0'0'703'16,"0"0"-619"-16,-41 11-38 15,24-4 100-15,5-4-24 0,2 1-53 16,4-3-28-16,3-1-13 16,3 0 54-16,0-1 86 15,9-6-51-15,8-4-68 16,13-3-2-16,13 2 26 16,11 8 4-16,4 6-16 15,-3 21-31-15,-7 15-15 16,-5 11-15-16,-5 6-1 15,-12-12-114-15,-10-10-566 0</inkml:trace>
  <inkml:trace contextRef="#ctx0" brushRef="#br0" timeOffset="166478.1">10790 4783 310 0,'0'0'78'0,"0"0"-38"0,0 0 32 16,0 0 57-1,-38-12-6-15,26 9-38 0,-1 1 1 16,-1-2-2-1,-1 2-4-15,-2 0-14 0,0 1-11 16,0 1-13 0,-3 0-17-16,-1 0-6 15,-2 3 4-15,2 1-4 0,-4 3 4 16,2 0-7-16,1 0-1 16,0 4-7-16,2-2-2 15,0 1-4-15,1 1 0 16,1 2 6-16,-2-1-7 15,2 3 6-15,0 1-6 16,-2 0 1-16,1 3-1 16,-1-1 8-16,-1 2-3 0,2-1 1 15,-2 0 3 1,1 1 2-16,1-1 4 0,2-1 7 16,2 2 6-1,3-1-13-15,-1 1-4 16,4 0-3-16,0 1 1 15,1 2-2-15,1 1 0 0,0 2 3 16,0 0 4 0,2 1-2-16,-1 3-1 0,1 0-1 15,1-1-2-15,1 2-2 16,1-1-1-16,-1 1-5 16,1 1 1-16,0 1 5 0,0 1-6 15,2 0 8 1,-1 1-8-16,0-1 6 0,-1-1-5 15,1-2 4 1,0 1-5-16,0 0 5 0,-1 1-4 16,1 1-1-16,-2 1 0 15,3 0 8-15,-2-1 14 16,0 0-13-16,0-1-9 16,-1-2 0-16,0 0 9 15,0 1 2-15,-1 0-2 16,1 0-8-16,0 2 5 15,0-1-1-15,0 0-4 16,1-1 0-16,2 0-1 16,0-2 1-16,0 3 4 15,0-1-5-15,0 1 0 16,0 1 0-16,0-1 6 16,2-2-7-16,-1 1 0 0,2 0 0 15,-1 1-1 1,-1 2 0-16,-1 1 1 0,0-1-2 15,0 0 2-15,0 0 0 16,-4-1 2-16,-1-1-2 16,0 2 6-16,1-1-5 0,-1-1 0 15,0 1 0 1,-1-3 0-16,-1-2 0 16,1 0 0-16,1-1 0 15,1-1 0-15,1-1 0 16,0 0-1-16,3 0 1 15,0 0-1-15,-1 0 0 0,1 0 1 16,0 0 0-16,0 0-1 16,0 0 0-16,-1 0 0 15,1 1 0-15,0 1 3 16,0 2-3-16,0-1 0 16,1 1-7-16,3 1-1 15,0-2 2-15,0 0-46 16,0-2 39-16,-2-1 12 15,1 0 0-15,1 0 0 0,0-1 0 16,2-1 1 0,-1-1-1-16,3-2 1 15,1-2 0-15,1-1-1 16,-1-2 1-16,2 0-63 0,-2-2 50 16,1 1 11-1,-3-1 0-15,1 0 1 0,0 3 0 16,-2-1 0-1,1 1 0-15,-2 1 1 0,0 2 0 16,-1 0 1-16,1 1-1 0,1-2 7 16,0 1-2-1,3-2-5-15,-1-1 0 0,1-2 0 16,-2-2 1 0,0-1 1-16,-1-1-1 15,0-1 0-15,3-3 0 16,-4 2-1-16,3-2 0 0,-3 0 0 15,0-1 1-15,-1 0-1 16,-1 1 1 0,1-1-1-16,0 1 1 15,2-1 1-15,-1 0-2 0,0 0 2 16,-1 3 10-16,2-2-5 16,-1 3-1-16,-2-1 4 15,2 2-1-15,1-1-1 16,-2-1-7-16,1 2 5 15,-1-2-5-15,4-1-1 16,-2 0 0-16,1 0 1 16,1-1 0-16,0 2-1 15,-4-2 1-15,3 2-1 16,-2-3 6-16,-1 1-4 16,-1 1-2-16,0-1 8 15,-2-1 11-15,2 2-5 16,-1-2-12-16,1 1-1 15,-1-2 11-15,1-1-10 0,1 0-2 16,-1-1 1-16,0-1-1 16,1 1 0-16,-1 0 0 15,1-1 1-15,0-2 0 16,0 3-1-16,0-2 1 16,2-1-1-16,1 0 0 15,0 0 0-15,2 0 0 16,1 0 0-16,0 0 0 15,1 0 0-15,-1 0 0 0,1 1 0 16,-3 0-1 0,1 1 0-16,-1-1-11 0,1-1-5 15,-1 0 1 1,0 2 14-16,3-2-2 0,0 0 4 16,3 0 23-16,3 0-14 15,-1 0-8-15,2 0 1 16,0 0-1-16,1 0 0 15,-2 0-1-15,2 0 0 16,0 0-1-16,-2 0 0 16,1-2-15-16,0-1-3 15,0 1 5-15,0-1 6 16,0 1 8-16,1-2 0 0,-2 1-2 16,-1-1-9-1,0 1-7-15,-3-2-1 16,-1 0-13-16,-1 0 4 15,-3 1 4-15,2-3 8 0,-4-1 14 16,3 0 1 0,-1-1 0-16,0-3 1 0,0 0 0 15,1 0 0-15,0-2 0 0,0-2-1 16,0-2-14 0,0-3-17-16,-1-2-9 0,1-1 1 15,-1-1 8 1,0 0 14-16,-1 1 17 0,1 0 1 15,-1 0 0 1,-1 1 8-16,0 0-1 16,-1-1 12-16,-2-1 11 0,1-1-11 15,0-3 4-15,-1 1-15 16,1-2-1-16,0 1-7 16,2-1 2-16,-1 0 8 15,1-1-1 1,-1 0 1-16,1-2-3 0,0-5 1 15,1-8-7-15,0-9 8 16,1 0-8-16,-2 4 5 16,-1 11-3-16,0 11 6 15,-2 5-8-15,1 1 10 16,1-11 1-16,0-9-2 16,1-11-4-16,2-3-3 15,-3 5 3-15,0 3-5 16,2 4-1-16,0 1 1 15,0 1 0-15,0 1-1 16,-3 2-6-16,-1 1 5 0,-1 5 1 16,-2 5-1-16,0-5 1 15,-3-7-7-15,-3-8-5 16,-1-6 11-16,1 6-1 16,2 4 1-16,-1 3 1 15,1 0 0-15,0 1 0 16,1 0 0-16,0 0 0 15,1 1-1-15,1 7 1 0,0 5 0 16,0 5-1-16,1 1 1 16,0-6 0-16,0-3 0 15,3-6 1 1,1 2 0-16,1 1 0 0,0 2 1 16,2 2-2-16,-2 0 1 15,1 2-1 1,0 0 1-16,-1 1 0 0,-1 1-1 15,3 0 0-15,-2 1 0 16,1 0 0-16,-2-1 1 16,1 2-1-16,0-1 0 0,1-1 1 15,-1 0 1 1,0-2-1-16,0 1 0 0,0-2 0 16,-2 2 0-1,1 0 0-15,-2-1 0 0,2 1 1 16,-2-1-1-1,-1 2 1-15,2-2 0 0,-2 1-1 16,0-1 0 0,-1 0 0-16,0 0-1 15,0 0 2-15,0-1 5 0,0 2-5 16,0 2 8-16,0-1 1 16,-2 3-3-16,-1 3 3 15,0 1 14-15,0 2 13 16,-1 0-16-16,0 0 6 15,-2-1-18-15,1 1-1 16,0 3 6-16,-2-1 8 16,1 2-7-16,-1 0-4 15,1-1 0-15,-1 2-4 16,1-2 9-16,-2 2 8 0,-1 0-12 16,0-2-4-1,-1-1-2-15,-2 1-6 0,0 2 1 16,0 0 7-1,-2 1-3-15,4 0 2 0,-3 2 1 16,1-1 15-16,-2 2-11 16,1 0-3-16,-2 1 1 15,0 1-10-15,-1 3 7 16,-2 0-2-16,-1 1-5 16,-3 1 5-16,-1 0-5 15,2-1-1-15,-1 2 13 16,1 0-7-16,1 0-4 0,1 0-1 15,1 0 0-15,-2 0 0 16,3 0 0 0,0 3-1-16,2 0 0 15,-1 0 0-15,0 0 0 0,2 0 0 16,3 2-1-16,2-3-5 16,2 1-26-16,4 1-76 15,3-4-87-15,0 2-136 16,3-2-355-16</inkml:trace>
  <inkml:trace contextRef="#ctx0" brushRef="#br0" timeOffset="166629.99">10757 4719 1955 0,'0'0'149'0,"0"0"-149"0,0 0-297 0,0 0-809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28:23.9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2965 2869 477 0,'0'0'66'0,"0"0"220"0,0 0-97 0,0 0-34 0,0 0-4 15,0 0-6 1,0-6-42-16,0 5-33 0,9 1 16 16,1 0 2-16,2 0-14 0,5 0 1 15,1 0-5 1,2 0-12-16,0 1-5 0,3 1-6 16,0 1-7-1,0-1-5-15,0 0-2 16,2-1 10-16,0 2-14 15,-2-1 1-15,1-2-6 16,-2 1-4-16,1-1 1 0,-1 0 3 16,-1 0-2-16,1 0-4 15,-1 0-3-15,-1 0 0 16,0 0-6 0,-2 0 0-16,0-1-8 0,0-1 5 15,-2 2-5-15,3-1 0 16,-2 1 1-16,-1 0 4 15,2 0-6-15,-3 0 1 16,0 0 0-16,-1 0 0 16,0 1 0-16,-1-1 0 0,-1 3-1 15,0-1 1 1,0-1 1-16,-1 0-2 0,1 1 1 16,1 0 0-1,-1 0-1-15,3-1 2 0,0 1-1 16,1 0 0-1,1-1 0-15,0 0-1 0,1 1 2 16,-1-1 4-16,0 0-5 16,1 0-1-16,-1 0 1 15,0 0-1-15,0-1 1 0,1 0 0 16,-1 1 1 0,-1-1-2-16,0 0 0 0,1 0 0 15,-2 0 0 1,1 0 0-16,-2 0 0 0,3 0 1 15,-1 0-1 1,0 0 1-16,0 0-1 0,0 0 0 16,1 0 0-1,-3 0 1-15,2 0 0 16,-2 0-1-16,-1 0 1 16,0 0-1-16,-1 0 0 0,-1 1 2 15,-1 1-2-15,2-2 0 16,-1 2 0-16,-1-2 0 15,1 1 1 1,0 1-1-16,0-2 0 0,3 2 2 16,-2 0-1-16,3-1-1 15,0 1 2-15,1-1-2 0,1 0 1 16,0 0-1 0,1 1 1-16,-2-1 0 15,1-1 0-15,-1 1 5 16,0 0-6-16,-1-1 0 15,-1 2 0-15,1-1 0 16,-1 0 1-16,0 0-1 0,1 0-2 16,-2 0 1-16,-1 0 0 15,0-1 1-15,0 1-1 16,-1 0 1-16,1 0 0 16,-1-1 0-16,0 1 1 15,1-1-2-15,-1 3 2 16,-1-3-1-16,0 0 0 15,2 2 0-15,-3-2 1 16,4 1-1-16,-1-1 1 0,1 1 0 16,0 0 0-16,-2-1 0 15,2 0 0-15,-3 2 0 16,2-1 0-16,-2 0 0 16,1-1 1-16,-1 1-1 15,2 0 7-15,-2-1-7 16,1 1 0-16,-1 0 0 15,0 0 5-15,0-1-6 16,-1 1 1-16,0-1 0 16,0 1 0-16,1 0 0 0,-3-1 7 15,2 0-7 1,0 1-1-16,-2-1 0 0,2 0 2 16,0 0-1-1,-1 0 0-15,2 0 0 0,0 1 0 16,0-1 1-1,0 0-1-15,0 0 0 0,0 0 5 16,0 0-5-16,-1 0 7 16,1 0-8-1,-1 0 2-15,0 0-1 0,1 1 6 16,-1-1-6-16,1 0 5 16,-1 0-5-16,2 0 1 15,-1 0-1-15,-1 0 5 16,2 0-5-16,0 0 0 15,1 0 0-15,0 0 0 16,-1 0 0-16,1 0 0 16,-1 0 0-16,1 0-1 15,-1 0 1-15,1 0 0 16,-1 0-1-16,1 0 1 16,0 0 0-16,-1 0-1 15,1 0 1-15,0 0 0 0,0 0 0 16,0 0-1-1,1 0 1-15,-1 0-1 0,0 0 0 16,0 0 0-16,0 0 0 16,1 0 1-16,-1 0-1 15,0-1 1-15,1 1-1 16,-1-1 1-16,-1 1-1 16,-1 0 1-16,0 0 0 15,1-1-1-15,-1 1 0 16,-1 0 0-16,-1 0 0 0,0 0 0 15,0 0 0 1,0 0 0-16,-1 0 0 0,3 0 0 16,-3 0 1-16,3 0-1 15,-1 0 0-15,0 0 0 16,1 0-1-16,-1 0 1 16,2 0 0-16,-1 0 0 15,0 0 0-15,1 0 0 16,1 0 0-16,-2 0-1 15,2 0 1-15,-1 0 1 16,1 0-1-16,-2 0 0 0,2 0 0 16,-2 0 0-1,2 0 0-15,-1 0 1 0,-1 0-1 16,0 0 0 0,0 0 0-16,0 0 0 0,0 0-1 15,-1 0 2 1,-1 0-2-16,2 0 1 0,-1 0 0 15,0 0 0 1,0 0 0-16,0 0 0 0,0 0 1 16,-1 1-1-16,1-1-1 15,2 0 1-15,0 1 0 16,-1 0 0-16,3-1 1 0,-2 1-1 16,3 0 1-1,-1-1-1-15,1 0 0 0,1 1 0 16,-1 0 1-1,2-1-1-15,2 0 0 0,0 1 1 16,2-1-1-16,0 0 1 16,0 0 0-1,0 0-1-15,0 1 0 16,-2-1 1-16,0 0-2 16,1 1 1-16,-1 0 0 0,0-1 0 15,0 1-1-15,-1-1 1 16,1 0 0-16,-1 1 0 15,2 0 0-15,-1-1 0 16,2 0 1-16,0 1-1 16,0-1 1-16,0 1-1 15,1-1 0-15,-1 1 0 16,0 0 1-16,0 0-1 16,0-1 1-16,1 0-1 15,0 0 1-15,0 0 0 16,0 0 0-16,1 0 1 15,-2 0 5-15,1 0-6 0,1 0 5 16,-2 0-4-16,0 0-1 16,1 0 10-16,-1 0-10 15,0 0 10-15,0 0-10 16,0 0 10-16,-1 0-1 16,0 0-1-16,0 0 0 15,1 0-1-15,0 0 2 16,-1-1-1-16,1 0 4 0,0 0-5 15,-1 0 1-15,-1-1 3 16,-1 1 1-16,-1-2 4 16,0 1-1-16,0 0 5 15,-2-2-6-15,0 3 6 16,-1-2 0-16,-1 1-2 16,-2 1 7-16,0-1-4 15,-2 0-2-15,-1 0-5 16,-1 2 3-16,-1-1 0 15,0 1-6-15,0-1 0 16,-2 1 0-16,-1 0-5 16,0 0-1-16,-2 0-4 15,1 0-1-15,-1 0 5 16,0 0-5-16,0 0 0 16,0 0-1-16,0-1-1 15,-5 1-23-15,-19 0-68 16,0 0-222-16,-3 0-390 0</inkml:trace>
  <inkml:trace contextRef="#ctx0" brushRef="#br0" timeOffset="4849.74">5136 3390 690 0,'0'0'710'0,"0"0"-488"0,0 0-53 15,0 0 1-15,0 0 22 16,0 0-56-16,8 0-48 0,4 0 20 15,6 0-17-15,1 0-41 16,4 0-20-16,1-1-18 16,0-2-11-16,-2 1-1 15,-4 0 0-15,-6 1-98 16,-4 1-141-16,-3 0-244 16,-5 0-79-16,0 0-627 0</inkml:trace>
  <inkml:trace contextRef="#ctx0" brushRef="#br0" timeOffset="5059.77">5126 3468 1266 0,'0'0'286'0,"0"0"-111"15,0 0-21-15,0 0 14 16,0 0-27-16,0 0-64 15,0 0-28-15,24 0-13 16,-6 0-20-16,3 0-9 0,4-2-7 16,11 0-39-16,-9 2-266 15,-2-3-468-15</inkml:trace>
  <inkml:trace contextRef="#ctx0" brushRef="#br0" timeOffset="7979.79">7406 3331 444 0,'0'0'184'0,"0"0"-5"0,0 0-12 0,0 0-30 16,0 0-37-16,0 0-28 15,0-2-18-15,0 2-22 16,0 0-12-16,7 5 63 16,4 0 29-16,2 1-20 15,4 1-18-15,3 0-17 16,2-1 9-16,3-1 9 16,2 0-11-16,1 0 9 0,2-1-11 15,0 0-18 1,0 0-10-16,-1 0-10 0,-3 0-6 15,1 0 8-15,-1-1 2 16,-2 0-7-16,2 0-5 16,-1 0-2-16,1-1-7 15,-1 1-1-15,2-1 0 16,-1 1 0-16,0 0 3 0,0 1-8 16,-1 0 7-1,-2 1-7-15,2-1 0 0,-3 0 5 16,3 0-4-1,0 0 5-15,1 0-6 0,0 0 0 16,0-1 1 0,0 1 4-16,1 0 2 15,0-1-2-15,0 0 0 0,-1 1 0 16,-1-2-4 0,0 0 4-16,-1-1-6 0,0 1 2 15,1 0-1-15,0-1 1 16,-1 1-1-16,0 0 1 15,0-1-1-15,3-1 5 0,1 3-5 16,0-3 0 0,1 1 0-16,-1-1 0 0,-1 0-1 15,0 0 0 1,-2 0 0-16,-1 0 1 0,1 0-1 16,-2 0 2-1,1 0-2-15,-1 0 1 16,1 0-1-16,1 0 0 15,0 0 0-15,2 0 0 16,1 0 1-16,0 0 0 0,4 0-1 16,-2 3 1-16,2-2-1 15,-2 0 1-15,1 0 0 16,1-1-1-16,-2 0 0 16,1 0 0-16,-1 0 0 15,0 0 1-15,-1 0-1 16,-1 0 0-16,0 0 1 15,1 0 0-15,-3 0-1 0,2 0 1 16,-1-1 0-16,1 0 0 16,-1 0-1-16,-1 0 1 15,1-1 0-15,0 2 0 16,1-1 0-16,-1-2 0 16,4 2-1-16,-2-2 1 15,0 0-1-15,1 1 0 16,0-2 0-16,0 2 0 15,1-2 0-15,0 0 0 16,1 1 1-16,0 0 0 16,0 0 0-16,-3 1 8 15,1-1-7-15,-1 2 5 0,-2-1 1 16,0 1 2 0,-1-1-3-16,1 1 4 15,-1 0-2-15,0 1-3 16,-2-2-5-16,0 1 7 0,-1 1-7 15,-1-1 10 1,0 0-3-16,-1 0 3 0,1 0-5 16,-1 1-5-1,-1 0 8-15,0 0 3 0,0 0 6 16,1-1 3-16,-1 1-6 0,1 0-2 16,-1 0-2-1,0 0-2-15,-1-1 1 16,2 1 4-16,-2-1 0 15,-1 1-3-15,1 0-4 16,-2-1-1-16,-1 0 0 16,3 0-5-16,-2 0 7 15,1 1-1-15,0-1 1 16,-2 1-7-16,-2-3 5 16,2 3 0-16,0-1-4 0,-2 0-1 15,1 0 5 1,-3-2-6-16,1 2 2 0,-2 0 4 15,0-1 0-15,0 0-5 16,0 0 4-16,1 0-4 16,-2 1-1-16,0 0 1 15,-2 0-1-15,-1 0 0 16,-1 0-1-16,-1 1 1 0,-1-1 0 16,-1 1 0-1,0 0 0-15,0 0 0 0,0 0 0 16,-2 0 0-1,0 0 1-15,-1 0-1 0,0 0 1 16,0 0-1 0,0 0 0-16,0 0 1 0,0 0-1 15,0 0 0 1,0 0-8-16,-7 0-28 0,-28 2-24 16,1 3-133-16,-7-1-386 0</inkml:trace>
  <inkml:trace contextRef="#ctx0" brushRef="#br0" timeOffset="11929.92">3835 4163 668 0,'0'0'208'0,"0"0"24"0,0 0-27 0,0 0-25 15,0 0-55 1,0 0-50 0,3-6-24-16,10 9 55 0,4 1 0 15,5 1 5-15,3-1-28 16,2-2-33-16,2 0-15 15,-1-1-13-15,-1-1-16 16,-3 0-6-16,-4 0-14 16,-8 0-149-16,-4 0-205 0,-7 0-368 15</inkml:trace>
  <inkml:trace contextRef="#ctx0" brushRef="#br0" timeOffset="12249.85">3893 4042 1019 0,'0'0'206'0,"0"0"-92"0,0 0 162 16,0 0-102-16,0 0-20 0,0 0-59 16,0 0-32-1,-51 18 2-15,35 2 6 0,0 0-5 16,0 3-18-1,3-3-10-15,3 1-4 0,5-4-9 16,3-3-11-16,2-2-2 16,3-3 0-16,6-2-3 15,4-1 1-15,4-2 5 16,4-3-14-16,2-1-2 16,4 0 0-16,0-1-20 15,2-4-141-15,4-1-156 16,-7 2-254-16,-6 2-308 0</inkml:trace>
  <inkml:trace contextRef="#ctx0" brushRef="#br0" timeOffset="12409.93">4122 4271 1132 0,'0'0'142'0,"0"0"2"0,0 0 113 16,0 0-7-1,0 0-106-15,0 0-100 16,0 0-44-16,2 13-124 0,-7-3-268 16,-4 0-787-16</inkml:trace>
  <inkml:trace contextRef="#ctx0" brushRef="#br0" timeOffset="14067.3">3478 5004 604 0,'0'0'173'0,"0"0"22"0,0 0 34 16,0 0-58-16,0 0-30 15,0 0-29-15,0 0-28 16,26-21-2-16,-13 21-5 16,3 0-5-16,4 0-6 15,3 0 4-15,4 0 0 16,1 0-23-16,2 0-15 15,0 0 1-15,0 2-7 16,-2-2 1-16,3 2-5 0,-2-2 8 16,-1 0-12-16,2 0-2 15,-2 0 0-15,0 0-5 16,-1 0-4-16,-1 0 1 16,-2 0-8-16,-1 0 0 15,1 0 1-15,-2 0-1 16,0 0 1-16,0 0 0 0,-1 0 0 15,-1 0 1-15,4 0 0 16,1 0-1-16,3 0 7 16,4 0 5-16,1 0-4 15,2-2-3-15,0 1 0 16,1 0-5-16,6 1 1 16,-5 0-1-16,0 0 6 15,3 0-6-15,-7 0 0 16,3 0-1-16,2 0 1 15,-7 0-1-15,3 0 1 16,-1 0 0-16,-1 0-1 16,-3 0 1-16,1 2 0 15,-1 1 0-15,0 0 1 0,2 0 4 16,-1 0-5 0,0-2 0-16,0 2 0 15,1-1 1-15,0-1 5 16,3 0-1-16,0 1-4 0,0-1-1 15,1 0 0-15,0 0 6 16,2 0-6-16,-2 1 6 16,-1-1-6-16,1-1 1 0,-1 2 7 15,-1-1-2 1,2-1 2-16,-2 0 2 16,0 0-2-16,0 0 0 15,1 0-1-15,0 0 3 0,-1 0-4 16,0 0-1-1,-1 0 0-15,0 0-4 16,-1 0 4-16,-3 0 0 16,2 0 1-16,-1 0 1 15,0 0 5-15,0 0-1 16,0 0 3-16,-1 0-2 0,0 0 1 16,0 0 2-16,1 0 2 15,-1 0 1-15,1 0-2 16,-1-1-2-16,-1 1-2 15,0-2 5-15,-1 2-7 16,-2 0-2-16,-2-1 4 16,-2-1-3-16,-1 1 5 15,-3-1 2-15,1-1 5 16,-2 1-4-16,-1-1 0 0,0 0 2 16,-1 2-2-1,-1-2-2-15,1 1-1 16,0 1 1-16,-1-1 2 15,0 2 3-15,0-1 0 16,1-1-1-16,-2 0 2 16,2 0 2-16,-2 0 6 0,0-1 6 15,0 1-3 1,-1 0-6-16,-2-1-2 0,0 0 1 16,-1 1-5-16,-2 1-8 15,-1-1 1-15,-1 0-4 16,0 2-2-16,-1 0-7 0,-2-1 0 15,0 1 1-15,0 0-2 16,0 0-15-16,-22 0-97 16,-1 0-143-1,-5 0-521-15</inkml:trace>
  <inkml:trace contextRef="#ctx0" brushRef="#br0" timeOffset="26112.54">8969 5943 895 0,'0'0'185'0,"0"0"-21"0,0 0-34 16,0 0 5-16,0 0-4 0,0 0-55 15,33 7-10 1,-1-4-20-16,14 0 32 0,10 0 22 15,2 0-29-15,-12-2-15 16,-12 0-34-16,-15-1 11 16,-2 0 4-16,2 2-22 15,-2-2-7-15,0 0-7 16,-6 1-1-16,-2-1 0 0,-4 0 0 16,-2 0-12-1,2 0-87-15,1 0-270 0,0-3-550 0</inkml:trace>
  <inkml:trace contextRef="#ctx0" brushRef="#br0" timeOffset="27414.99">10137 5933 174 0,'0'0'171'0,"0"0"-108"0,0 0-30 16,0 0 2-16,0 0 11 15,0 0-1-15,0 0-21 16,0 0-6-16,0 0 19 16,0 0 22-16,0 0-10 15,0 0-5-15,0 0 5 0,0 0 3 16,0 0-3-1,0 0 10-15,0 0 6 0,0 0 6 16,0 0-4 0,0 0-8-16,0 0-1 0,0 0 15 15,0 0 5-15,0 0 11 16,0 0-5-16,0 1-1 16,0 0-8-16,5 0 13 15,1 0 6-15,1 0-20 16,0 0-12-16,2 1-5 15,-1-1-6-15,1 0-8 0,0 0-5 16,-2 0-7 0,1 0-3-16,0 0 0 0,-2 0-8 15,0-1-5 1,-1 0-5-16,-2 0-1 0,-1 0-8 16,-1 0 0-1,-1 0 1-15,0 0-2 0,1 0 1 16,-1 0 0-1,0 0-1-15,0 0-17 0,-4 0-96 16,-4 0-160 0,-1 0-385-16</inkml:trace>
  <inkml:trace contextRef="#ctx0" brushRef="#br0" timeOffset="32981.46">10699 2027 966 0,'0'0'348'0,"0"0"-29"0,0 0-34 0,0 0-158 0,0 0-68 16,-9 0-35-1,3 34-18-15,0 17 0 0,-1-1 48 16,2-6 45 0,3-15-19-16,2-9-47 0,0 1-25 15,0 1-8-15,0-1-50 16,-4-5-200-16,1-6-358 16,-3-6-446-16</inkml:trace>
  <inkml:trace contextRef="#ctx0" brushRef="#br0" timeOffset="33663.15">10309 2051 1041 0,'0'0'720'16,"0"0"-695"-16,0 0-25 0,0 0 8 16,0 0-2-1,41-28-4-15,31 19 5 0,12-1-1 16,0 0 7-1,-13 0-3-15,-19 1-1 16,-12-1 10-16,-10 2-12 0,-12 1-6 0,-7 0 0 16,-2 1 8-1,-2 0 3-15,-3-1 11 16,-3 3 5-16,-1 1-3 16,0 3 9-16,0 0-10 15,0 5-13-15,0 15-10 16,0 16 8-16,0 15 63 15,0 8 12-15,1-3 17 0,1-10-20 16,-1-16-22 0,2-9-38-16,1-5-12 15,0-1-8-15,0 0-1 16,-1-2 0-16,1-7-21 0,-2-5-10 16,1-1 16-16,2-12 9 15,0-4-19-15,0-3 9 16,2 1 15-16,0 0 1 15,-1 6 0-15,-1 3 2 16,-1 5 13-16,3 2-3 16,-1 2-11-16,5 0-1 15,4 7 2-15,3 1-1 16,3 1-1-16,1-1 0 16,2-3 0-16,0-4 0 0,-2-1-8 15,1-3-53 1,-4-5-13-16,-3-8-10 15,-3-4 30-15,-6-6 24 0,-5-3 20 16,-2-1 9-16,-4 3 1 16,-7 5 40-1,-1 7 22-15,-2 7 32 0,-2 6-48 16,0 2-27-16,0 12-13 0,1 7-5 16,2 6 14-1,6 5 0-15,6 0 0 16,2-1-8-16,12-1-7 15,15-2 0-15,16-3-12 16,15-11-111-16,-8-3-259 16,-9-9-605-16</inkml:trace>
  <inkml:trace contextRef="#ctx0" brushRef="#br0" timeOffset="33950">11721 2032 1765 0,'0'0'241'0,"0"0"-13"0,-50 0-96 16,27 10-71-16,1 4-27 15,1 7-13-15,4 4 11 0,3 2 0 16,5 4 8-1,6-3-13-15,3-2-13 0,13-5-6 16,14-2-8 0,16-7-7-16,17-11-73 0,2-3-136 15,-15-9-278 1,-15-2-321-16</inkml:trace>
  <inkml:trace contextRef="#ctx0" brushRef="#br0" timeOffset="34679.98">11932 2051 1295 0,'0'0'267'15,"0"0"248"-15,0 0-323 16,0 0-14-16,0 0-105 16,0 0-41-16,0 0-21 0,-38-4-5 15,30 28 6 1,1 5 21-16,0 4 7 0,4-1 7 16,3-2-20-1,0-5-9-15,3-5-10 16,4-6-7-16,0-5-1 15,3-6-2-15,-1-3-11 0,2-6-19 16,-1-9-20-16,0-7 19 16,-1-6-5-16,-2-3 23 15,-1 0 14-15,-2 1 1 0,-1 6 8 16,-3 7 1 0,0 6-3-16,0 6 0 0,0 4-6 15,0 1 0 1,0 9-17-16,0 6 10 0,3 4 7 15,3 4 0-15,2-1 0 16,1-3-1 0,4-3-6-16,-2-6-38 15,2-5-68-15,-3-5 24 16,2-4 50-16,-4-10 27 0,-2-5 12 16,-1-6 10-16,-2-2 34 15,-1 2 8-15,0 1 49 16,-2 8 6-16,0 6-54 15,0 6-20-15,0 4-20 16,0 6-13-16,0 17-6 16,2 14 6-16,-1 13 27 15,1 5 13-15,-2-1-23 0,-2-3-10 16,-5-12-7 0,-1-8-1-16,0-9-41 15,3-10-131-15,-1-4 48 16,-1-6 51-16,2-2 36 0,0-10-48 15,0-18-12-15,1-16 72 16,3-18 19-16,1-7 7 16,0 3 6-16,5 18 65 15,1 18 4-15,0 14 26 16,1 4-33-16,2 3-35 0,2 3-17 16,3 5-5-1,-1 1-10-15,0 12 0 16,-2 7 0-16,-2 6 0 15,-4 3-1-15,-5 4 0 0,0-1 0 16,-4-2-9 0,-10 0-117-16,2-6-205 0,-1-9-612 15</inkml:trace>
  <inkml:trace contextRef="#ctx0" brushRef="#br0" timeOffset="34859.72">12195 2100 1610 0,'0'0'232'0,"0"0"-103"0,0 44 32 0,0-23-50 16,0 1 0-16,2-3-71 16,1-3-27-16,0-3-13 15,-3-6-67-15,0-3-207 0,0-4-328 0</inkml:trace>
  <inkml:trace contextRef="#ctx0" brushRef="#br0" timeOffset="34999.75">12179 1871 882 0,'0'0'191'0,"0"0"-116"15,0 0-56-15,0 0-19 16,21 41-166-16</inkml:trace>
  <inkml:trace contextRef="#ctx0" brushRef="#br0" timeOffset="35229.71">12284 1853 1521 0,'0'0'510'0,"0"0"-301"16,0 0-132-16,0 0-56 15,0 0-12-15,8 39 7 16,5-5 48-16,3 11-33 0,1 7 54 16,-3-6-27-1,-6-10-36-15,-4-10-22 0,-4-9-6 16,0-1-140 0,-11 0-126-16,-1-4-351 15,-2-9-574-15</inkml:trace>
  <inkml:trace contextRef="#ctx0" brushRef="#br0" timeOffset="35880.11">12224 2031 940 0,'0'0'149'0,"38"0"-83"0,-9 0-35 0,5 2 19 16,2 1-25-1,-5-1-13-15,3 1-11 0,-4-3 0 16,-5 0 1-1,-6 0 94-15,-5 0-67 16,-8-3 90-16,-3-1 28 0,-3-1 31 16,0 2-18-16,-4 0-18 15,-3 2-55-15,-4 1-22 16,0 1-17-16,-2 8-13 16,1 4-4-16,1 4-5 15,2 1-10-15,3 3-10 16,4-1-6-1,2-1 0-15,2-3 0 0,6-3-6 16,4-8-11-16,0-2-44 16,3-3-10-16,-1-7 11 15,-2-6 18-15,-2-2 25 16,-3-1 16-16,-2-2 1 16,-3 4 5-16,-1 4 27 15,-1 1 23-15,0 6 0 16,0 2-2-16,0 1-28 15,-1 2-25-15,-1 7 0 0,1 3 0 16,1-1 0-16,0 3 0 16,2-2 0-16,5-3 0 15,1-2 0-15,0-4 0 16,1-3 1-16,1 0 0 16,-2-10 1-16,0-5-1 15,-2-6 7-15,-1-10-1 16,0-15 6-16,-3-15 19 0,0-4-7 15,-1 12-8-15,-1 19-17 16,0 19-52-16,0 10 6 16,0 0 18-16,0 5 14 15,0 0-7 1,0 17-21-16,4 17 22 0,7 13 20 16,6 8 5-16,6-1 9 15,7-5-14-15,-7-16-80 16,0-8-460-16</inkml:trace>
  <inkml:trace contextRef="#ctx0" brushRef="#br0" timeOffset="36449.72">13200 1853 1388 0,'0'0'339'0,"0"0"-152"0,-52-39-65 0,36 30-65 16,4 8-36-16,3 1-13 16,1 11-8-16,3 8 0 15,1 4 6-15,2 1-6 16,2 0 1-16,1-5-1 16,6-2 0-16,4-7-8 15,1-5-12-15,2-5-49 16,0-4 57-16,1-8 12 15,0-6 7-15,-2-5 33 16,0-2 46-16,-3-4-21 0,0 3-50 16,-3 3-14-1,-1 5 1-15,-3 6 4 0,-2 8-5 16,-1 4 10 0,0 10-10-16,-2 24-1 0,-5 19 14 15,0 12 27 1,-1 7 73-16,2-2-13 0,3-8-13 15,3-6 1-15,0-14-54 16,0-14-34-16,0-10 7 16,2-6-8-16,1-1-2 15,0-2-4-15,1-4-1 16,0-5 7-16,2-5 1 16,3-9-1-16,0-4 0 15,0-5 1-15,-3 1-1 0,-4 1 12 16,-2 2-6-1,-2 3 0-15,-10 4 3 0,-5 1-8 16,-1 6-1-16,1 2-7 16,3 3-26-16,14 0-129 15,0 0-204-15,6 0-446 0</inkml:trace>
  <inkml:trace contextRef="#ctx0" brushRef="#br0" timeOffset="37949.89">13653 1893 1313 0,'0'0'176'0,"0"0"-44"0,0 0-76 0,0 0 2 16,59-6 11-16,-34 2-36 15,2-2-17 1,-3 0-10-16,-3-1 3 0,-3-2-8 16,-6-1 5-16,-4-2 6 15,-4 3 25-15,-4-1 2 16,0 4 36-16,0 2-22 15,0 4-17-15,-6 1-16 16,1 12-12-16,-3 14-2 0,2 15 5 16,5 11 14-1,1 3-5-15,0-1-8 0,6-6-11 16,-2-14 0 0,-1-7-2-16,-3-7 1 15,0-6 0-15,0 0 0 16,0-1-2-16,-6-1 1 15,-4-6-8-15,-4-4 0 0,-3-3-31 16,-3-5-25-16,-1-9 14 16,1-3 13-16,4-3 37 15,5-1 1-15,7 3 0 16,4 2 1-16,5 4-1 16,10 2-12-16,6 3-23 15,4 1-7-15,5 1-17 16,-2-1 6-16,0 1-1 15,-2-1-3-15,-6-2 18 0,-3-2 26 16,-4-1 13 0,-6 2 7-16,-1-2 47 0,-4 3 47 15,-1 1 19 1,-1 3 16-16,0 2-36 0,0 2-32 16,0 1-43-16,-1 9-24 15,-4 5 5-15,0 4-5 16,1 2-1-16,0 0 0 15,3-2 0-15,0-4 0 0,1-3 0 16,0-4 0 0,1-3 1-16,5-5 0 0,2 0 14 15,5-5-3 1,-1-3 4-16,3-3 12 0,-1 2 6 16,1 1-6-1,-2 1-10-15,0 1-4 0,-2 5-3 16,-1 0-5-1,0 1-5-15,-1 0-1 16,0 2 0-16,-1 4-1 0,2-1-29 16,0-1-59-16,0-2-87 15,1-2-23-15,1 0 10 16,-3-6-31-16,0-5 57 16,-1-3 109-16,-3-2 54 15,-1-1 9-15,-2 0 91 16,-2 3 59-16,0 0 22 15,0 4-6-15,-1 3-10 16,-4 4-49-16,0 3-42 0,-1 2-49 16,-4 10-17-16,2 4-2 15,-1 3-6-15,1 5 1 16,4-1 0-16,3 0-1 16,1-2 0-16,3-6-1 15,6-3 0 1,2-7-11-16,2-5-15 0,1-5-16 15,-1-11-34 1,0-12 9-16,-1-15 45 0,-2-21 14 16,-1-13 9-16,-2-7 2 15,0 1 5-15,-2 23-7 16,-2 16 25-16,-2 22-25 16,-1 11-52-16,0 4 27 0,0 3 17 15,0 4-23 1,-2 6-16-16,-3 20 9 0,1 18 38 15,1 17 28 1,3 8 42-16,6-6 15 0,6-15-24 16,3-16-36-16,-1-12-25 0,0-2 0 15,2-1-1 1,0 0-8-16,-1-4-7 0,-4-3 4 16,-4-5 11-1,-3-2 1-15,-2-2 0 0,-2 0 0 16,0 0 1-1,0 1 7-15,0 0-7 16,0 1 7-16,-2 0-8 16,0-1 0-16,0-2-5 15,-2-2-73-15,0-7-132 16,0-2-486-16</inkml:trace>
  <inkml:trace contextRef="#ctx0" brushRef="#br0" timeOffset="38079.82">14402 1803 660 0,'0'0'159'0,"0"0"-84"0,0 0-11 15,15 48-43-15,0-15-21 16,-1-3-27-16,-1-6-307 0</inkml:trace>
  <inkml:trace contextRef="#ctx0" brushRef="#br0" timeOffset="38430.12">14519 1980 718 0,'0'0'331'0,"0"0"60"0,0 0-77 15,0 0-39-15,0 0-83 16,0 0-69-16,0 0-66 16,-42-28-37-16,35 39-10 15,-1 4-2-15,3 5-7 16,1 1 0-16,3-1 0 15,1 1-1-15,0-3 0 16,4-5 0-16,2-4-2 16,1-6-7-16,1-3 3 15,0-3 5-15,1-9 0 16,0-5 1-16,0-3 1 16,0 0 7-16,0 0 6 15,-2 3 28-15,-3 6 4 0,0 4-28 16,-4 5-17-1,1 2-1-15,-1 2-9 0,2 8 1 16,1 5 8-16,3 4-9 16,7 9-129-16,-1-4-137 15,1-3-415-15</inkml:trace>
  <inkml:trace contextRef="#ctx0" brushRef="#br0" timeOffset="38649.72">14807 1937 1568 0,'0'0'295'15,"0"0"-31"-15,0 0-184 16,0 0-36-16,0 0 9 16,-6 61-13-16,6-35-22 15,0 1-17-15,0 0-1 16,0-2-35-16,1-6-255 15,0-8-397-15</inkml:trace>
  <inkml:trace contextRef="#ctx0" brushRef="#br0" timeOffset="38800.12">14866 1721 1089 0,'0'0'156'15,"0"0"-86"-15,0 0-46 0,3 44-24 0,10-19-16 16,2-3-501-16</inkml:trace>
  <inkml:trace contextRef="#ctx0" brushRef="#br0" timeOffset="39062.76">14981 1815 1280 0,'0'0'300'0,"0"0"-47"16,0 0-115-16,-43 30-10 15,37-14-52-15,5 0-20 0,1 2-7 16,3-3 7-16,5-1-12 16,3 1-1-16,0-1-21 15,3 0 2-15,-1 2 2 16,0 0-7-16,0 1-1 15,-4 1-2-15,-3 0 0 16,-6-1-5-16,-2-1-10 16,-18 0 8-16,-18 1-9 15,2-6-65-15,2-3-487 0</inkml:trace>
  <inkml:trace contextRef="#ctx0" brushRef="#br0" timeOffset="39749.69">14766 2540 1165 0,'0'0'246'0,"0"0"34"0,0 0-11 16,0 0-64 0,0 0-78-16,0 0-26 0,0 0-15 15,26 8 133-15,21 0-86 16,29-1-48-16,17 1-30 16,10-2-8-16,-1 1-7 15,-14-2-16-15,-12 0-8 16,-11-2 20-16,-12-1-22 15,-16-1-8-15,-10-1 13 16,-9 0 1-16,-6 0-13 16,0 0-6-16,-2-2 0 15,0 0 0-15,-4 0 5 16,-3 1-5-16,0 0 0 0,-2 1-1 16,-1 0 0-16,0 0-15 15,-24 0-23-15,-2 6-98 16,-11-3-669-16</inkml:trace>
  <inkml:trace contextRef="#ctx0" brushRef="#br0" timeOffset="43549.99">12015 3133 835 0,'0'0'768'0,"0"0"-583"16,0 0-3-16,0 0 12 0,0 0 2 15,0 0-35-15,-3 1-36 16,12 2-49-16,5 3 24 16,6-1 1-16,6-1-24 15,4 2-31-15,1-3-19 16,1-2-18-16,-2 0-9 15,-4-1 1-15,-5 0-1 16,-4 0-49-16,-7 0-60 16,-10-5-120-16,0 1-154 0,-7-2-560 0</inkml:trace>
  <inkml:trace contextRef="#ctx0" brushRef="#br0" timeOffset="44050.06">11954 3002 1046 0,'0'0'282'0,"0"0"-20"0,0 0 6 15,0 0-19 1,0 0-66-16,0 0-72 0,0 0-60 16,-2-5-32-1,-6 23 18-15,-5 3 76 16,-4 8-25-16,-3 1-12 15,-2 2-11-15,0-1-3 0,4-2 12 16,3-4-38 0,6-1-11-16,6-4-1 15,3-3 3-15,5-2-2 0,8-4 10 16,7-3 4-16,6-3-3 16,6-2-18-16,2-3-5 15,1 0-11-15,-2-3-1 16,-4-2 0-16,-6 2-1 15,-4-1-19-15,-9 0-32 16,-2 2-53-16,-8-1-84 16,0 1-163-16,-5 0-335 0</inkml:trace>
  <inkml:trace contextRef="#ctx0" brushRef="#br0" timeOffset="44263.28">12059 3391 2049 0,'0'0'293'16,"0"0"-170"-16,0 0-10 16,0 0 39-16,0 0-51 15,0 0-71-15,0 0-30 16,-21 5-161-16,8-2-332 15,-5-2-1383-15</inkml:trace>
  <inkml:trace contextRef="#ctx0" brushRef="#br0" timeOffset="57699.86">13418 5067 864 0,'0'0'115'0,"0"0"-38"0,0-46 82 0,1 32 19 0,-1 5-25 0,0 8-15 16,0 2-88-1,-3 20-44-15,-4 16 8 16,0 2 54-16,0-1 18 16,2-4-39-16,3-9-31 0,-1 4-7 15,0 0-8-15,1-3-1 16,-1-4-13-16,1-7-85 16,0-4-48-16,1-8-74 15,1-3 17-15,0-4-10 16,3-10-14-16,4-7 156 15,1-5 71-15,4-2 61 16,1-3 41-16,0 0-3 0,0 2 2 16,-2 7 2-1,-3 5 59-15,-2 10-41 0,-2 7-50 16,-1 7-40-16,2 18 47 16,-1 12-12-1,1 0-32-15,-2-1-18 0,-2-5-7 16,-1-7-9-1,0 1 3-15,-6 1-3 0,-4-5-32 16,-4-4-73-16,-2-5-71 0,-4-5-36 16,-10-7-70-1,4-5-7-15,4-6-38 0</inkml:trace>
  <inkml:trace contextRef="#ctx0" brushRef="#br0" timeOffset="57999.75">13296 5269 399 0,'0'0'274'16,"0"0"-59"-16,0 0-56 0,0 0-75 15,0 0 25-15,48 2 5 0,-30 15-21 16,-1 3-30 0,2 2-17-16,-2-1-15 0,1-1-4 15,-2-2-8 1,0-4-10-16,-1-3-6 0,0-5 3 16,0-2-5-1,0-4 5-15,0-2-5 16,0-8 6-16,-1-4-6 15,-2-2 0-15,0-4 5 0,-3-2-5 16,-2 1-1-16,-3 4 0 16,0 3 1-1,-4 8 9-15,0 6-10 16,-3 0-6-16,-5 10 5 0,-1 5 1 16,-2 2-2-1,0 2-42-15,-3 4-93 0,4-3-105 16,0-6-396-16</inkml:trace>
  <inkml:trace contextRef="#ctx0" brushRef="#br0" timeOffset="58159.89">13736 5363 1469 0,'0'0'188'16,"0"0"-140"-16,0 0-27 15,0 0 5-15,-60-1 2 16,31 5-28-16,-2 0-168 0</inkml:trace>
  <inkml:trace contextRef="#ctx0" brushRef="#br0" timeOffset="70459.94">2974 8071 513 0,'0'0'195'0,"0"0"-15"0,0 0 10 0,0 0-12 15,0 0-49-15,0 0-74 0,-3 0-35 16,10 0-4 0,3 1 9-16,4 1-6 15,3 0 17-15,4 0 12 16,0 1 10-16,5-1-9 0,0 0-4 15,0-1-13-15,1 2-9 16,0 0 2 0,-1-1 28-16,0 2-16 0,1-1 12 15,-2 0-6-15,0-1-2 16,1 0-10-16,0-2 1 16,-2 0-5-16,2 0-4 15,0 0-8-15,-1 0-2 16,1 0-2-16,0 0 0 15,-1 0 0-15,0 0 5 16,1 0-3-16,-2 0-4 16,2 0 0-16,0 0 6 15,0 0-6-15,2 1 3 16,2 0-1-16,1 1 6 16,2 0-5-16,0-1 5 15,3 0-8-15,1-1-1 16,-3 1 15-16,1-1-11 15,-2 0 0-15,-2 0 9 16,1 0-6-16,1 0-8 0,-1 1 5 16,1-1 0-1,-1 0 1-15,-1 0-5 0,0 0 2 16,-1 1-1-16,1-1-3 16,0 0 1-16,0 0-1 15,0 0 5-15,0 0-4 16,-2 0-1-16,0 0 0 15,-1 0 2-15,0 0-1 0,-1 0 3 16,0 0-4 0,1 0 3-16,0 0 2 0,-1 0-1 15,0 0 1-15,1 0-1 16,-1 0 1-16,-1 0-1 16,0 0 6-16,1-1 10 15,0 1-2-15,-1-2-2 16,0 2-7-16,0-1 1 15,1 0-2-15,-3 1-4 0,3-1 2 16,-2 0 0 0,2 0 0-16,0 0 3 15,0 0-3-15,0-1-3 16,0 1-3-16,0-1 1 0,0 0 7 16,-2 0-2-1,2 0 3-15,-1 0-2 0,-1 0-1 16,1 0-11-1,-3 0-1-15,3 0 6 0,-1-1 12 16,2 1 2-16,0 0-4 16,3-1-3-16,-1 1-2 15,-2 2-1-15,1 0 4 16,-2 0-1-16,-2 0 1 16,-3 0-1-16,-2 0-1 15,-1 0-3-15,-4 0 2 16,1 0 2-16,-2 0-1 15,0 0 2-15,-2 0-1 16,1 0 10-16,-1 0-10 16,-1 0 5-16,-2 0-4 0,0 0-5 15,-2 0 1 1,-1 0 5-16,0 0-2 16,-2 0-1-16,-1 0-1 15,-1 0-10-15,-1 0 8 16,1 0-8-16,-1 0 1 15,0 0-1-15,0 0 0 0,0 0 0 16,0 0-1-16,0 0 0 16,0 0-1-16,1 0 0 15,-1 0-11-15,0 0-3 16,2-2-17-16,-2-1-28 16,-2-1-149-16,-2-1-683 0</inkml:trace>
  <inkml:trace contextRef="#ctx0" brushRef="#br0" timeOffset="72999.8">6646 8010 115 0,'0'0'671'0,"0"0"-450"0,0 0-88 16,0 0-47-16,0 0 43 15,0 0 36-15,13 16-37 16,-2-10-28 0,3 0 3-16,3 1 38 0,2-2-38 15,4 2-30-15,3-1-23 16,2-1 2-16,5-1-6 15,1-2-3-15,7 0-7 16,6 0-22-16,7-2 4 0,2 0 7 16,-11 0 1-1,-11 0-3-15,-12 0-11 16,-2 0-3-16,4 0 0 16,5 0 2-16,10 0-5 0,8 0 4 15,9 0 3 1,1 0 8-16,-2 0-3 0,-8 1-3 15,-5 0-8-15,0 1-6 0,-2-1 0 32,-6 0 5-32,-4 1-5 15,-7 0 5-15,0-1-5 0,9 0 1 16,9 1 5-16,11 0 2 16,0-2-1-16,-9 1 2 15,-10 0-3-15,-10-1-5 16,-2 0 4-16,6 1-6 15,5 0 0-15,7-1 1 16,-3 0 0-16,2 3-1 16,-1-2 1-16,-5 1 5 15,4 0-6-15,0 0 2 0,0 0 4 16,0 1-5 0,-1 0 0-16,1-1 0 0,0 2 8 15,-1-2-3 1,1 2-5-16,-1-1-1 0,1 0-1 15,3 2 1-15,8-3 1 16,5 0 0-16,1-1 5 16,-6 0-5-1,-4-1 0-15,-4 0 7 0,-6 0-7 16,-6 0 8-16,-4 0 2 16,0 0 5-16,4 0-1 15,4 0 3-15,10 0 10 0,4 0-7 16,8 0 1-1,1 0 1-15,-3 0 8 0,-4-1-2 16,-6-1-1-16,1 1 1 16,2-1-3-16,0 0-5 15,1-1 0 1,-1 2 0-16,0-2-9 0,-3 0 5 16,-8-1-7-16,-4 2-4 15,-7-1-5-15,-1 1-1 16,4 0 18-16,3-2 0 15,4 1-9-15,-3 0-3 16,-3-1 3-16,-2 1-7 16,-4 0 5-16,-2 0 7 0,-3 1-2 15,-1-1-2 1,-4 1-1-16,0 1-1 0,-2 0-1 16,1-1 1-1,-1 0 1-15,0 0-2 0,2 2 5 16,-3-2-3-1,1 2-3-15,-2-1 3 0,-2 0-8 16,-1 1 7-16,-1 0-8 16,0-1 1-16,-1 1 0 15,0 0 0-15,-1 0 0 0,0 0-1 16,0 0 0 0,0 0-1-16,-5-1-9 0,-46-6-27 15,0 1-130 1,-18-4-797-16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29:51.4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1165 1281 1102 0,'0'0'338'0,"0"0"-24"0,0 0 10 16,0 0-82-16,0 0-37 15,0 0-53-15,32-26-30 16,11 9-16-16,20-7 9 15,10-5-9-15,3 1-46 16,-7 2-12-16,-11 5-15 0,-7 2-9 16,-11 4-9-1,-13 5-7-15,-7 3-7 16,-4 1-1-16,-1-1-1 16,-1 0-11-16,-1 3-39 15,-7 1-69-15,-7 3-117 16,-7 3-125-16,-7 4-396 0</inkml:trace>
  <inkml:trace contextRef="#ctx0" brushRef="#br0" timeOffset="387.14">1207 1493 1637 0,'0'0'230'16,"0"0"-120"-16,0 0 31 15,0 0 27-15,0 0-8 16,0 0 52-16,70-14 4 16,-8-10-41-16,12-7-48 15,5-3-17-15,-4 1-18 16,-9 4-20-16,-3 1-15 15,-4-1 0-15,-5 0-3 16,-4 2-10-16,-13 5-10 16,-8 3 8-16,-11 7-22 0,-5 2-11 15,-1-2-8 1,1 0 10-16,-2 0-10 0,-3 3 7 16,-4 3-7-1,-1 2-1-15,-3 1-14 0,-13 3-103 16,-4 0-173-1,-9 1-514-15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30:43.3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12907 2914 653 0,'0'0'492'15,"0"0"-186"-15,0 0 33 0,0 0-38 16,0 0-73-16,0 0-36 16,-20-20-51-16,10 20-57 15,-6 10-28-15,-4 7-8 16,-3 7 30-16,-1 4-3 16,-2 4-4-16,3 0-17 15,1 0-24-15,2-2-7 16,1-1-22-16,1-2-1 15,2 0 0-15,2-3-2 0,1-3-16 16,3-2-49-16,2-5-66 16,2-4-81-16,1-3-101 15,2-7-170 1,0-4-52-16,1-6-350 0</inkml:trace>
  <inkml:trace contextRef="#ctx0" brushRef="#br0" timeOffset="301.66">12596 2967 1308 0,'0'0'269'0,"0"0"106"0,0 0 6 16,0 0-171-1,0 0-108-15,0 0 18 0,38 12 14 16,-17 9-5-1,0 5-61-15,1 3-24 0,0 0 23 16,-1 1-19-16,-2-1-12 0,-1 0-3 16,-1-4-18-1,-3-2-8-15,-2-2-6 0,-2-3-1 16,-3-4-11 0,-1-2-24-16,-3-3-58 0,1-4-87 15,5-6-183 1,-2-8-250-16,1-5-651 0</inkml:trace>
  <inkml:trace contextRef="#ctx0" brushRef="#br0" timeOffset="698.49">13011 3162 1138 0,'0'0'556'0,"0"0"-59"0,0 0-207 15,0 0-13-15,0 0-71 16,0 0-76-16,0 0-58 16,0 6-33-16,0 8 33 15,-1 2-12-15,1 2-15 16,0 1-6-16,0 0-17 16,0-2-4-16,0-1-7 15,0-2-10-15,0 0-1 16,3-1-15-16,1-2-90 15,8-1-65-15,-2-2-309 16,-1-5-602-16</inkml:trace>
  <inkml:trace contextRef="#ctx0" brushRef="#br0" timeOffset="2110.94">13071 2928 334 0,'0'0'366'0,"0"0"-92"0,0 0-24 0,0 0-42 16,0 0-69-1,0 0-49-15,0 0-46 0,0-3 4 16,0 8 17-1,0 1 2-15,0 0 5 16,0 0-10-16,-2-1-16 16,-2-1 0-16,0-1-11 0,-1-2-8 15,1 0-11-15,0-1-7 0,1 0 14 16,1-3 10 0,2-3-20-16,0-2-11 15,0-2-1-15,2 2 0 16,3 2-1-16,0 1 0 15,-1 1-1-15,0 1 0 16,0 2-6-16,0 1-27 16,0 0-194-16,-1 2-152 15,0 2-506-15</inkml:trace>
  <inkml:trace contextRef="#ctx0" brushRef="#br0" timeOffset="2448.91">13481 3124 1081 0,'0'0'323'0,"0"0"-86"0,0 0 7 16,0 0-69-16,0 0-67 0,0 0-70 16,0 0-22-1,31-11-16-15,-17 11-5 0,1 0-26 16,2 0-125-1,-5 5-113-15,-2-1-137 0</inkml:trace>
  <inkml:trace contextRef="#ctx0" brushRef="#br0" timeOffset="2592.42">13452 3210 819 0,'0'0'327'0,"0"0"-80"0,0 0-4 15,0 0-141-15,0 0-97 16,62-24-5-16,-27 10-137 16,-6 2-131-16,-6 1-365 0</inkml:trace>
  <inkml:trace contextRef="#ctx0" brushRef="#br0" timeOffset="2864.37">13625 3053 1023 0,'0'0'311'0,"0"0"-153"0,0 0-68 15,0 0 12-15,0 0 24 16,51 33-38-16,-34-16-25 16,-3 3-16-16,-4 0-12 15,-4-1-15-15,-5 0-7 16,-1-1-2-16,-8-1-5 15,-4-2-6-15,-4 0 0 16,-2-3-17-16,0-3-10 16,2-3-100-16,6-4-114 15,5-2-336-15</inkml:trace>
  <inkml:trace contextRef="#ctx0" brushRef="#br0" timeOffset="3190.1">14072 2961 1328 0,'0'0'278'0,"0"0"81"15,0 0-108-15,0 0-77 16,0 0-69-16,0 0-72 15,0 0 2-15,2 25 32 16,0-2 8-16,1 3-20 16,-1 1-15-16,1-1-19 15,2-1-7-15,0-1-14 0,1-3 2 16,0-1-2-16,1-4 0 16,1-4-6-16,0-2-18 15,1-6-48-15,0-3-29 16,2-1-49-16,2-14-92 15,-3-2-315-15,-2-1-348 0</inkml:trace>
  <inkml:trace contextRef="#ctx0" brushRef="#br0" timeOffset="3632.42">14055 3050 629 0,'0'0'99'15,"0"0"-54"1,59-10-32-16,-34 6-13 0,0-1 1 16,-4 1-1-16,-2-1 15 15,-4 1 100-15,-3 1 73 16,-4-1-16-16,-3 4 10 0,-4 0-24 16,-1 0-3-1,0 3-56-15,-4 6 42 0,-3 5 3 16,-3 3-29-1,1 2-17-15,2 1-15 16,3 0-30-16,2-2-14 16,2-3-11-16,0-2 4 0,8-5-9 15,1-2-3-15,3-5-2 16,1-1-2-16,1-7-3 16,4-6-12-16,-2-3-1 15,-1-4-10-15,-1-3-8 16,-5-3-9-16,-4-2-31 15,-4 3-18-15,-1 5 17 16,-3 5 13-16,-5 8-30 16,0 6-60-16,2 1-37 15,3 11-53-15,3 1-103 16,0 0-284-16</inkml:trace>
  <inkml:trace contextRef="#ctx0" brushRef="#br0" timeOffset="3864.62">14404 2930 1136 0,'0'0'572'0,"0"0"-226"0,0 0-56 16,0 0-164-16,0 0-67 0,0 0 47 15,1 60 10 1,2-30-31-16,2 1-37 0,-2 1-27 15,0-3-21 1,0-1-1-16,1-1-39 0,0-4-129 16,5-4-144-1,0-7-299-15,-1-9-486 0</inkml:trace>
  <inkml:trace contextRef="#ctx0" brushRef="#br0" timeOffset="4700.02">14557 2963 885 0,'0'0'257'0,"0"0"-55"16,0 0 24-16,0 0-36 15,-46 39-69-15,31-21-51 0,3-2-31 16,1-2-20 0,3-2-13-16,2-4-5 0,4-4-1 15,2-3 0 1,0-1 22-16,2 0 35 0,4-5-41 15,2-2-16-15,1 1 1 0,1 1 5 16,-3 2 2 0,-1 3 10-16,1 0 13 15,-1 4 18-15,-1 5 0 16,0 2-6-16,1 2-9 16,-1 0-11-16,2-1-14 15,3 0-3-15,1-2-4 16,3-5-2-16,1 0 0 15,3-5-1-15,-1-1-41 16,0-8-4-16,-1-6-9 0,-3-3 1 16,-2-2 10-16,-3-3-1 15,-2-1 34-15,-3 2 11 16,-2 4 0-16,-1 3 2 16,0 5 30-1,-5 3 14-15,-1 6 5 0,1 1-24 16,-1 6-21-16,2 7-5 15,1 4 0-15,3 3 0 16,2 1-1-16,9 0 0 16,5-4-22-16,5-1-12 15,5-4-15-15,1-6-7 16,1-3-110-16,-2-3 32 16,-5-3-1-16,-5-6 87 15,-6-3 48-15,-5-2 27 0,-3 2 74 16,-2 0 35-1,0 3 36-15,0 4-26 0,0 4-35 16,-3 1-35-16,0 1-53 16,-1 7-11-16,-2 3-4 15,3 4-2-15,-1-1 1 16,1 0 0-16,-1-2-6 16,1 0-1-16,1-4 0 15,1-2 0-15,1-4 0 16,0-2 2-16,0 0 20 0,3-10-8 15,4-4-13 1,3-5 10-16,2-3-4 0,0 0 4 16,1 2 33-1,-1 4 4-15,-2 5-5 16,-2 7-10-16,-1 4-23 0,0 3 1 16,-1 8-5-16,0 3-6 15,0 2 0-15,-2 3-7 16,-1 0-7-16,-1-2-41 15,-1 5-138-15,0-6-347 16,-1-5-663-16</inkml:trace>
  <inkml:trace contextRef="#ctx0" brushRef="#br0" timeOffset="4860.24">15158 3167 1837 0,'0'0'395'0,"0"0"-20"0,0 0-193 0,0 0-109 0,0 0-73 0,0 0-27 0,0 0-440 0</inkml:trace>
  <inkml:trace contextRef="#ctx0" brushRef="#br0" timeOffset="6280.1">12902 3531 1140 0,'0'0'280'0,"0"0"5"0,0 0 43 15,0 0-76-15,0 0-31 0,0 0-37 16,0 0-75-16,-19-20-61 16,19 34-33-16,0 7 15 15,0 7 19-15,0 4-1 16,1 1-6-16,5 0-18 15,1-2-19-15,0-2-5 0,-1-4-1 16,0-3 0 0,-2-5-23-16,-1-5-34 0,-1-3-36 15,-2-4-35 1,0-4-29-16,0-1 33 0,-9 0 15 16,-3-10-61-1,-2-3-24-15,-3-3 20 0,0-3 89 16,-1 1 42-1,2 3 44-15,3 2 2 0,3 4 79 16,4 2 85-16,2 4 27 0,3 3-54 16,1 0-63-1,0 3-48-15,4 10-9 0,5 4 81 16,4 3-8 0,3 1-30-16,1 0-1 15,3-3-26-15,1-1-23 16,0-4-6-16,-2-3-5 0,-1-4 0 15,-4-4-1-15,-1-2-11 16,-1 0-29-16,-2-8-32 16,1-3-11-16,-2-4-2 15,-1-1 17 1,0-1 19-16,-3 1 34 0,0 1 14 16,-2 1 1-16,-2 7 8 15,-1 1 31-15,0 3 21 16,0 3 0-16,0 0-21 15,-4 5-25-15,-4 6-12 16,-3 8-1-16,1 0 9 0,-3 4-9 16,3-1-1-1,2-1 0-15,1 0-1 16,3-4-39-16,2-1-122 16,1-3-230-16,1-7-548 0</inkml:trace>
  <inkml:trace contextRef="#ctx0" brushRef="#br0" timeOffset="6442.2">13121 3787 1600 0,'0'0'364'0,"0"0"-156"0,0 0-113 16,0 0-70-16,0 0-25 15,0 0-169-15,0 0-334 0</inkml:trace>
  <inkml:trace contextRef="#ctx0" brushRef="#br0" timeOffset="7859.95">12705 4497 1054 0,'0'0'306'0,"0"0"-64"16,0 0 5-16,0 0-63 16,0 0-79-16,0 0-55 15,23-47-34-15,-7 25-14 16,1-1 4-16,2-3-5 16,-3 1 1-16,-2-1 6 15,-6 1-2-15,-4 1 1 16,-3 5 23-16,-1 4 38 15,-5 5 19-15,-3 4-30 16,-4 6-19-16,-4 1-23 16,1 11-7-16,-1 6-7 15,2 5 1-15,4 3-1 16,5 0-1-16,5 0 0 0,6-3-1 16,8-3 0-1,6-4 1-15,2-3-1 0,1-4 1 16,-4-3 0-1,-5-2 0-15,-4 0 0 0,-6-3 0 16,-1 0 0-16,-3 0 9 16,0 2 3-16,-1 2 0 15,-7 3-5-15,-1 4 23 16,-3 3 7-16,-1 5-4 16,0 1 1-16,5 1-4 0,2-2-7 15,3-1-16 1,3-1-4-16,2-1-2 0,7-6-1 15,7-3 0-15,4-5-3 16,11-3-42-16,1-6-49 16,4-6 1-16,8-14-216 15,-14 4-308-15,-5-3-415 0</inkml:trace>
  <inkml:trace contextRef="#ctx0" brushRef="#br0" timeOffset="8400.03">13002 4433 796 0,'0'0'353'0,"0"0"-65"16,0 0-33-16,0 0-124 0,0 0-5 16,0 0 13-1,-14 40-37-15,14-21-31 0,0 1-16 16,1-3-4 0,1-3-14-16,2-3-20 0,-1-3-10 15,-1-2-6 1,0-5-1-16,-2-1 0 0,2-1 9 15,0-10-9-15,-2-5 0 16,4-3-6-16,-1-3 6 16,0-2 1-16,3 4 0 15,0 2-1-15,0 7 2 16,1 4-1-16,1 6 1 16,0 1-1-16,1 3-1 15,0 8 7-15,0 2-5 16,-1 4 5-16,-2 0 2 15,-1-3-1-15,-2 0 1 0,-1-4 0 16,-1-2-2-16,-1-3 0 16,0-3 5-16,0-2 25 15,0 0 77-15,0-10-16 16,-3-4-61-16,2-4-13 16,1-3 5-16,0 2-4 15,5 2 12-15,2 4-11 16,0 4-10-16,1 4-2 15,1 4-8-15,1 1-6 0,0 5 1 16,-1 5 0 0,0 5 0-16,0 1 0 0,-3 0-1 15,3 1-1 1,-3-2-47-16,-1-4-103 0,3-5-137 16,-2-5-276-1,-2-1-260-15</inkml:trace>
  <inkml:trace contextRef="#ctx0" brushRef="#br0" timeOffset="8780.23">13263 4198 1280 0,'0'0'322'0,"0"0"14"0,0 0-216 16,0 0-45-16,0 0 52 0,14 51-36 15,-4-25-26 1,1 3-22-16,0-1-24 15,-2-1-5-15,-3-3-8 16,-2-5-6-16,-2-3-2 16,-2-6 2-16,0-6 0 15,0-4 8-15,1-5 15 16,1-6-8-16,3-4-8 0,0 1 6 16,3 3-11-16,2 3-1 15,-1 5-1-15,2 3 0 16,-1 1 0-1,0 8 0-15,-2 3 0 0,-3 4 1 16,-4 1-1-16,-1 1-1 16,-5 1 1-16,-8 0-1 15,-4-4 1-15,-1 0-22 16,-2-6-58-16,1-6-88 16,5-3-161-16,5 0-269 0</inkml:trace>
  <inkml:trace contextRef="#ctx0" brushRef="#br0" timeOffset="9515.12">13448 4307 841 0,'0'0'229'0,"0"0"-39"16,0 0-39-1,0 0-28-15,30 41-21 0,-18-32-46 16,-2-2 5-1,0-3 8-15,-1-3 18 0,-1-1-32 16,0-3 10-16,-1-7-9 16,0-2-12-16,-2-2 2 15,-2 2 10 1,-3-2 26-16,0 5 8 0,0 1-11 16,-6 3-7-16,-2 4-21 15,-3 1-30-15,-2 4-12 16,1 7 0-16,-1 3-8 15,3 4 1-15,5 0-2 16,5 1-1-16,0-1-11 16,12-1-17-16,7-3-47 0,5-6-85 15,5-3-74 1,3-5-42-16,1-6-205 16,-1-6 173-16,-3-2-252 15,-8-3 220-15,-4 0 341 16,-7 0 292-16,-5 0 87 15,-5 3-17-15,0 2-43 16,-2 2-39-16,-5 6-39 0,-1 2-55 16,-2 2-71-16,-2 3-42 15,1 8-14-15,-1 4-14 16,2 4-14-16,4 3-6 16,3 1-14-16,3 0-10 15,0-2-1-15,4-1 0 16,3-7-1-16,2-6-12 15,2-7 4-15,0 0-7 0,1-12-1 16,-1-7-14-16,-2-5 16 16,-1-10 14-16,-2-15 0 15,-1-14 1-15,0-3 0 16,-3 12 6-16,-1 16-5 16,0 23 18-16,-1 10 34 15,0 1 3-15,0 4-18 16,0 2-29-16,0 17-9 15,5 16 0-15,5 12 0 16,4 5 1-16,-1-7-1 0,-1-11 0 16,-4-13-79-1,2-2-116-15,1-2-185 16,8-5-100-16,-3-3 80 16,-3-6-292-16</inkml:trace>
  <inkml:trace contextRef="#ctx0" brushRef="#br0" timeOffset="10060.16">13945 4295 655 0,'0'0'386'0,"0"0"-30"0,0 0-49 0,0 0-11 16,0 0-83-16,0 0-56 15,0 0-82-15,-18-29-49 16,10 42-11-16,0 4-1 16,4 4-3-16,1 1 2 15,3 0-4-15,0 1-8 0,1-4-1 16,5-3-10-1,3-7-33-15,2-6-18 16,2-3-25-16,-1-9-25 0,0-9-3 16,0-11 55-1,-2-16 25-15,0-22 6 0,-1-11 17 16,-4-4 11 0,-3 16 0-16,-2 25 8 0,0 16 62 15,-2 12 55 1,-2 3 14-16,-3 4-23 0,-1 6-53 15,-1 3-36 1,-1 21-13-16,1 16-7 0,5 14 0 16,4 7-6-16,6-4 0 15,5-14-1-15,2-14-8 16,-3-11-55-16,2-5-47 16,1-3-27-16,2-3-18 15,2-5 51-15,-3-2 64 0,-1-6 29 16,-1-6 11-1,-4 2 19-15,-1 1 65 0,-2 4 19 16,-3 2-1 0,0 3-40-16,0 0-40 0,0 8 7 15,1 4 9 1,1 1-17-16,0 2-13 0,-2-1-8 16,0-2-49-16,1-5-127 15,-2-7-92-15,-1 0-273 16,1-9-453-16</inkml:trace>
  <inkml:trace contextRef="#ctx0" brushRef="#br0" timeOffset="10140.06">14168 4085 408 0,'0'0'85'0,"0"0"-65"16,0 0-20-16</inkml:trace>
  <inkml:trace contextRef="#ctx0" brushRef="#br0" timeOffset="11190.98">14254 4185 1251 0,'0'0'307'0,"0"0"46"16,0 0-205-16,0 0-92 15,0 0 35-15,0 0-2 16,-1 44-8-16,3-27-15 15,2 0-29-15,0-1-21 16,0-4-13-16,0-1-2 16,1-4-1-16,0-4-9 15,2-3-2-15,3-3 1 0,2-7-14 16,3-5 6-16,2-3 17 16,-1-2 0-16,-1 2 0 15,-1 2 1-15,-3 4 0 16,-3 4 0-16,-2 6 2 15,-1 2 5-15,0 1-1 16,2 8 3-16,0 3-2 16,1 0-5-16,1 2-1 15,0-4-1-15,1-3-5 0,0-1-38 16,2-6-43 0,0 0-40-16,0-3-66 0,0-7 35 15,-3-5 12 1,-2-2 72-16,-2-1 31 0,-2 1 42 15,-2 3 18-15,-1 3 65 16,0 6 12-16,0 3-2 16,-4 2-43-16,-1 0-35 15,2 8-14-15,0 1 0 16,1-2-1-16,2 1-1 0,0-3-16 16,0-2-19-1,2-3 17-15,2 0 19 0,1-3 1 16,1-7 6-1,-1 1 8-15,-1-3 60 0,0-1 56 16,-1 5-1-16,-1 1 21 16,-2 6-10-16,0 1-60 15,0 8-61-15,-2 17-2 16,-7 14 30-16,1 18 9 16,-1 10 22-16,0 4-22 15,2-6-8-15,0-10-25 16,1-9-23-16,0-16 0 15,1-9-1-15,0-7-15 16,0-2-24-16,0-5 13 16,0-3 2-16,2-4 16 15,0-13-28-15,3-14-5 16,3-12 0-16,11-14 19 16,7-3 13-16,5 5 7 15,-1 11 1-15,-3 12 0 16,-2 6 0-16,-1 3 1 15,5-5-1-15,0-2 1 0,1-3-1 16,-4 1-1-16,-4 3 1 16,-4 1-4-16,-6 7 5 15,-2 3 2-15,-4 5 8 16,-1 4 21-16,0 4 17 16,0 1-17-16,-7 1-19 15,-2 6-6-15,-1 4-4 16,2 0 4-16,2 2-6 15,3-1 2-15,3 2 7 16,0-1-2-16,7 2 4 16,2 1-4-16,1 0-5 0,-1 0-1 15,0 0 0-15,-2-1 0 16,-3 0-1-16,-3-2-1 16,-1-4-5-16,-3 1 5 15,-5-4 1-15,-2-2-21 16,-1-2-48-16,-1-2-90 15,1-5-125-15,3-4-433 0</inkml:trace>
  <inkml:trace contextRef="#ctx0" brushRef="#br0" timeOffset="11365.97">14917 4261 1508 0,'0'0'724'0,"0"0"-484"0,0 0-11 0,0 0-133 16,0 0-96-16,0 0-18 16,0 0-253-16,7-8-698 0</inkml:trace>
  <inkml:trace contextRef="#ctx0" brushRef="#br0" timeOffset="15262.24">13290 5005 933 0,'0'0'313'0,"0"0"-28"15,0 0 45-15,-2-44-54 0,-1 37-71 16,0 2-34 0,1 4-16-16,-3 1-54 0,-2 14-53 15,-7 21-8 1,-5 15 35-16,-2 7 4 16,3-1-19-16,5-15-11 15,4-11-7-15,3-8-19 0,-1-1-8 16,2 3-14-1,-1 3-1-15,0-1 0 0,-1-2-35 16,1-7-55-16,-1-2-70 16,0-5-92-16,-7-8-23 15,2-2-105-15,1-3-268 0</inkml:trace>
  <inkml:trace contextRef="#ctx0" brushRef="#br0" timeOffset="15479.94">13051 5094 1423 0,'0'0'256'0,"0"0"92"15,0 0-148-15,0 0 9 16,51 19 8-16,-31 3-56 16,3 5-32-16,0 5-44 15,-2 1-21-15,0-1-23 16,-2-3-25-16,-3 0-10 15,-1-2-6-15,-2-3-1 16,-1-2-49-16,-1-4-93 16,2-4-123-16,-3-5-252 15,-3-6-85-15</inkml:trace>
  <inkml:trace contextRef="#ctx0" brushRef="#br0" timeOffset="15694.4">13386 5256 1580 0,'0'0'350'16,"0"0"-36"-16,0 0-181 15,0 0-46-15,0 0 37 16,7 42-30-16,-2-23-45 0,0 0-33 16,-1-2-7-1,1 0-9-15,-2-3-29 0,0-3-122 16,-1-6-126-1,0-3-305-15,-2-2-235 0</inkml:trace>
  <inkml:trace contextRef="#ctx0" brushRef="#br0" timeOffset="15998.99">13412 5077 1303 0,'0'0'307'15,"0"0"-61"-15,0 0-83 16,0 0-100-16,0 0 28 16,0 0-17-16,0 0-31 15,-4 48-18-15,11-40-13 16,0-2-6-16,0-5-5 16,1-1 5-16,0 0 0 15,-2-7-5-15,0-3-1 16,-2-2 0-16,-1-2-1 15,-3-1-16-15,0 1-9 16,0 2-1-16,-6 5 5 0,0 5-5 16,-1 2-70-1,-1 5-61-15,3 13-7 0,3-3-130 16,2-2-368-16</inkml:trace>
  <inkml:trace contextRef="#ctx0" brushRef="#br0" timeOffset="16191.55">13678 5161 1460 0,'0'0'231'0,"0"0"25"16,0 0-142-16,0 0-80 15,0 0-30-15,49-9-4 16,-31 9-80-16,0 0-173 15,-3 0-137-15,-6 0-541 0</inkml:trace>
  <inkml:trace contextRef="#ctx0" brushRef="#br0" timeOffset="16360.33">13662 5262 1125 0,'0'0'122'0,"0"0"-115"16,68-9-7 0,-29 1 2-16,11-6-2 0,-15 4-77 15,-12 1-265-15</inkml:trace>
  <inkml:trace contextRef="#ctx0" brushRef="#br0" timeOffset="16630.32">13877 4997 1423 0,'0'0'177'16,"0"0"-121"0,0 0-1-16,46 16 55 15,-22 2 5-15,2 7 7 16,-2 4-24-16,-3 1-15 0,-7 1-3 15,-10-1-18-15,-4-1-22 16,-10-1-13-16,-10-2-15 16,-4-2-11-16,-2-4-1 15,-2-5-58-15,8-6-168 16,8-8-533-16</inkml:trace>
  <inkml:trace contextRef="#ctx0" brushRef="#br0" timeOffset="19015.74">14188 5186 177 0,'0'0'622'0,"0"0"-546"0,0 0 43 0,0 0 73 15,0 0-14-15,0 0 21 16,0 0-12-16,-4 3-32 16,11-14-23-16,5-7-87 15,3-7-29-15,7-12-5 16,2-9-10-16,-4-6 7 15,-3 2-7-15,-9 11 8 16,-6 13 0-16,-2 8 0 16,0 2 4-16,-1-1 19 0,-3 4 2 15,-1 7 24-15,1 4-9 16,-4 4-30-16,-1 12-4 16,-1 8-3-16,0 4-5 15,3 4-7-15,4 0 0 16,3 0 0-16,1-3 0 15,6 0-1-15,2-5 1 16,1-3 0-16,-2-2-7 16,-1-3 7-16,-2-3 0 15,-3 0 1-15,-2 0 0 16,0 2 5-16,-2-1-5 16,-3 1 6-16,0 1 3 15,2-3 5-15,2-2-4 0,1 0-10 16,0-4-1-1,7-2 1-15,6-3-1 0,7 0-16 16,4 0-69 0,4-6 10-16,-3-4-155 0,-4-3-45 15,-6-3-80-15,-6-4-1 16,-5-4 123-16,-2 0 233 16,-1-1 65-16,-1 4 143 15,0 3 8-15,0 4 20 16,0 4-27-16,1 5 9 0,-1 5-44 15,1 0-107-15,1 9-44 16,1 7 34-16,2 2-4 16,0 5-15-16,0-1-15 15,1-2-6 1,0-2-8-16,0-3-7 16,-2-3-1-16,-1-2-1 0,0-4-9 15,-3-4-28-15,0-2 7 16,0 0 23-16,0-7 1 15,0-7-21-15,0-3 11 16,3-4 15-16,0 1 1 16,3 0 0-16,-1 4 18 15,2 3 11-15,0 8-1 0,-1 4-11 16,3 1-10 0,0 6 2-16,-1 8 6 0,1 2 0 15,-2-1 1 1,-1 1-1-16,-2-3-6 0,-1 1-2 15,-3-4-1-15,1-4-5 16,-1-2 1 0,0-2 7-16,0-2 35 0,0 0 54 15,0-10-38-15,0-1-38 16,0-4-10-16,0 0-3 16,5-2 3-16,0 1 5 15,2 3 0-15,1 4 0 16,-1 3-8-16,0 4-2 15,2 2-6-15,-1 0 0 16,0 6-1-16,0 4 0 0,-1 0-1 16,1 1-11-1,0-1-45-15,-1-2-40 0,8 2-77 16,-4-4-177 0,-1-4-332-16</inkml:trace>
  <inkml:trace contextRef="#ctx0" brushRef="#br0" timeOffset="19390.09">14746 4840 1288 0,'0'0'269'0,"0"0"-90"16,0 0 20-16,0 0-148 0,0 0 30 16,0 0 22-1,4 55-27-15,2-28-30 0,0 1-15 16,0 1-11-1,0-3-8-15,-1-2-12 0,-2-4 0 16,-2-4-8 0,0-6-29-16,-1-4-3 0,0-6 40 15,2 0 6-15,1-7 4 16,2-3-9 0,1-2 0-16,3 4 0 0,3 2-1 15,-1 5 1-15,2 1-1 16,-1 1 0-16,-2 10 1 15,-2 1 8-15,-5 2 0 0,-3 2-1 16,0-1-1 0,-9 0 2-16,-5-1-2 0,-1-1-5 15,-2-2-2 1,-1-3-5-16,1-3-68 16,1-5-155-16,4-2-144 15,5-6-424-15</inkml:trace>
  <inkml:trace contextRef="#ctx0" brushRef="#br0" timeOffset="20341.88">14893 4959 879 0,'0'0'169'0,"0"0"41"0,0 0-58 16,22 40-52-16,-14-28-20 15,0-2-39-15,-1-4-19 0,0-2-9 16,0-3-3-16,-1-1 18 16,0-3 8-16,0-6-4 15,-1-3 8-15,-2-3-5 16,-2-2-6-16,-1 0 5 16,0 0 3-16,-6 2-8 15,-6 4 2-15,-3 4 4 16,-2 7-24-16,-2 1-9 15,2 11 3-15,4 5-5 16,4 3-1-16,6 3-5 0,3-1-10 16,6-2-40-1,9-3-77-15,6-4-69 16,5-6-19-16,3-6 171 16,0-1-71-16,-3-2-159 0,-3-8-74 15,-5 0 117 1,-5-2 237-16,-3-2 133 0,-5 2 164 15,-3-1 14-15,-2 3-31 16,0 3-61-16,-1 2-31 16,-5 4-19-16,-2 1-74 0,-1 4-49 15,0 8 8 1,0 3-2-16,1 4-23 0,4 2-8 16,4 0 9-1,0 1-7-15,3-3-5 0,7-3-6 16,0-5-11-1,3-3 1-15,-1-7-2 16,1-1 0-16,-1-5-21 0,-1-9-8 16,-2-11 3-16,-3-14 15 15,-1-16 3 1,-1-9 7-16,-2-5 1 16,0 6 0-16,-1 16-1 0,0 12 0 15,-1 14 2-15,0 11 18 16,0 3 30-16,0 3-23 15,-2 4 10-15,-3 8-26 16,0 11-8-16,1 8 5 16,3 3-6-16,1 5 0 15,1-1-1-15,6 2 0 16,3-2-1-16,1-1-30 0,2-5-43 16,0-5-42-1,0-5-22-15,0-8-19 0,0-5 15 16,-2-4 4-1,-2-1-9-15,1-1 47 0,-3-4 47 16,-1 0 11-16,0 1-1 16,-2-1 20-16,0 1 7 15,-2 2 9-15,-1 0 7 16,-1 0 0-16,0 2-1 16,0 0-45-16,0 0-105 0,0 0-51 15,0 0 7 1,0 0 97-16,0 0 45 0,0 0 40 15,-2 0 13-15,1 0 0 16,1 0 1-16,0 0-1 16,0 0-50-16</inkml:trace>
  <inkml:trace contextRef="#ctx0" brushRef="#br0" timeOffset="21310.38">15354 4950 723 0,'0'0'267'0,"0"0"16"0,0 0 4 15,0 0-77-15,0 0-55 16,0 0-44-16,0 0-11 16,-45-6-16-16,35 15-5 15,0 2-27-15,3 3-24 16,3-1-6-16,1 1-12 0,3-2-8 16,0 0-1-1,3-4 0-15,4-2-1 0,1-2-2 16,1-4-7-1,1 0-7-15,0-7-14 0,0-5-7 16,0-5 14 0,-1-4 14-16,-2-5 7 0,-1-9 2 15,-1-10 0-15,-1-13 0 16,0-1 1-16,-1 8 5 16,-1 16-6-16,-2 14 1 15,0 9 9-15,0 1 19 16,0 3 8-16,0 6-14 15,-1 3-15-15,-2 14-8 16,2 13 2-16,1 12-2 16,2 0 0-16,6-3 1 15,2-4-1-15,0-8 0 16,3 1-24-16,0-1-19 16,-1-7 3-16,-1-8-10 15,-1-5 7-15,-2-4 34 0,-1-1 8 16,-1-2 1-1,-1-2 1-15,-2 2 1 0,-1 1 21 16,-1 1-3-16,0 3-13 16,0 8 14-16,0 3 14 15,1 5-11-15,-1-1-8 16,1-1-5-16,-1-1-11 16,0-4 0-16,-1-2-14 0,0-5-109 15,0-5-113 1,-1-9-33-16,-3-1-406 0</inkml:trace>
  <inkml:trace contextRef="#ctx0" brushRef="#br0" timeOffset="21412.35">15473 4758 219 0,'0'0'91'0,"0"0"-77"15,0 0-14-15</inkml:trace>
  <inkml:trace contextRef="#ctx0" brushRef="#br0" timeOffset="21798.04">15549 4893 981 0,'0'0'239'0,"0"0"-106"15,0 0-9 1,0 0 28-16,0 0-33 0,4 40-20 15,-2-26-26-15,0-2-17 16,0-1-21-16,-2 0-15 16,0-5-11-16,0-2-2 15,1-2-6-15,0-2 5 16,0 0 14-16,0-6-3 0,3-6-16 16,1-2-1-1,2-3 0-15,1 2 1 16,0 1 1-16,0 4 9 15,-2 4-2-15,-1 4 4 16,-1 2-4-16,1 1 0 0,0 6-2 16,0 3 7-1,3 0-8-15,0 0-5 0,0 0-1 16,-1-1-5-16,0-4-48 16,-2-2-98-16,3-3-52 15,-1-3-103-15,-1-6-272 0</inkml:trace>
  <inkml:trace contextRef="#ctx0" brushRef="#br0" timeOffset="22459.95">15718 4826 402 0,'0'0'241'15,"0"0"0"-15,0 0-71 16,0 0-65-16,0 0-63 0,0 0-22 16,0 0-2-1,-30 14-12-15,28-4-6 0,1-2 1 16,1-2-1-1,0-3-18-15,0-1-21 0,5-2 38 16,0 0 0-16,1-7 1 0,2-1 0 16,-1-1 8-1,0 1 42-15,-2 1 70 0,-2 2 77 16,-2 5-1 0,-1 0-75-16,0 4-65 0,0 10 8 15,0 7 43 1,0 12-33-16,-2 10-3 15,1 11 6-15,-1-4 3 0,0-11-22 16,0-11-24 0,-2-10-24-16,-1 2-2 15,-2 1-8-15,-3 0-14 0,-1-5-29 16,0-6-13-16,3-6-14 16,2-4 11-16,3-4 3 15,3-10-100-15,0-6 15 16,10-4 47-16,5-6-22 15,6-1-23-15,3-1 20 16,4-2 48-16,0 3 39 0,0-1 19 16,-2 2 13-1,-3 2 7-15,-4 2 13 16,-5 5 41-16,-5 3 23 16,-3 5 22-16,-4 5 24 0,-2 6-20 15,-2 2-25 1,-6 2-40-16,-4 9-10 15,-1 3 6-15,1 3 3 0,2 2 3 16,3 0-5-16,6 0-1 16,1-3-4-16,0 3 0 15,1-3-10-15,5 0-4 16,1 1-3-16,1 0 0 16,-3 0 0-16,1-1-5 15,-3-1-8-15,-1-3 5 16,-2-2-11-16,0-2-1 15,-8 0-19-15,-17 0-76 16,1-2-160-16,-2-2-414 0</inkml:trace>
  <inkml:trace contextRef="#ctx0" brushRef="#br0" timeOffset="26493.36">3038 4698 435 0,'0'0'377'15,"0"0"-98"-15,0 0-15 16,0 0-17-16,0 0-55 16,0 0-28-16,0 0-26 15,0 0-30-15,0 0-15 16,1 0-10-16,5 3-2 0,4 1 38 15,3 0-3-15,5 0-41 16,2-1-21-16,3 1-9 16,2-1-10-16,3-1 3 15,0-2-11-15,3 0 0 16,-2 0-3-16,-1 0-9 0,-2 0-1 16,-4 0-5-1,-3 0-1-15,-3 0-7 0,-3-1 5 16,-6 1-5-1,0 0-1-15,-5 0 1 0,-1 0-1 16,-1 0 0-16,0 0 0 16,0 0-1-16,0 0-14 15,-4 0-55-15,-3 1-228 16,0 1-382-16</inkml:trace>
  <inkml:trace contextRef="#ctx0" brushRef="#br0" timeOffset="27348.73">6337 4621 736 0,'0'0'353'0,"0"0"-59"15,0 0-24-15,0 0-29 16,0 0-15-16,0 0-61 0,6 6-28 16,3-3-5-1,5 4-5-15,3-1-26 0,2 0-23 16,2 0-20 0,-1 0-16-16,1-2-20 0,0 0 1 15,-2-2-2 1,-1-1-8-16,-1-1-4 0,-1 0-8 15,-3 0 0-15,-2-3-1 0,-2 0-39 16,7-3-101 0,-5 0-163-16,1 0-406 0</inkml:trace>
  <inkml:trace contextRef="#ctx0" brushRef="#br0" timeOffset="28165.28">9661 4608 1019 0,'0'0'228'0,"0"0"28"0,0 0 14 16,0 0-8-16,0 0-47 16,0 0-46-16,65 20-13 15,-35-18 0-15,3 1-53 16,3-2-33-16,-8-1-19 0,2 0-21 15,-5 0-4-15,-6 0-10 16,-3 0-1-16,-5 0-3 16,-5 0-3-16,-4 0-8 15,0 0 0-15,-2 0 1 16,0 0-2-16,0 0-7 0,-2 0-61 16,-19 0-173-1,-1 0-398-15,-3-5-608 0</inkml:trace>
  <inkml:trace contextRef="#ctx0" brushRef="#br0" timeOffset="29710.93">2495 3604 923 0,'0'0'211'0,"0"0"-66"0,0 0-77 0,0 0-16 16,0 0-20-16,0 0 2 15,0 0-8 1,-23-21-6-16,23 38-20 0,0 15 14 16,0 4 28-16,0-1 54 15,1-1 15-15,2-6-17 16,0 5-30-16,0 3 0 15,-2-4-8-15,-1-3-13 16,0-5-3-16,0-6-11 16,-4-6-29-16,-2-5 1 0,-3-4 7 15,0-3 6 1,-3 0-7-16,-1-10-7 0,0-3-5 16,2-5-3-1,-1-2 8-15,6-2-17 0,1 5-12 16,2 3 10-1,1 3 5-15,2 6 7 0,0 3 6 16,5 2-14-16,6 3 4 16,6 6 11-16,4 4 0 15,2 1 22-15,2 1 14 0,1 0 10 16,-3-3-3 0,0 0-15-16,-2-6 0 0,-2-2-7 15,-3-1-12 1,-5-3-8-16,-2 0 1 15,-3-8 4-15,-5-4-5 16,-1-3 0-16,0-2 7 0,0 0-8 16,-4-2 0-16,0 8 1 15,0 2-1-15,0 4-1 16,1 5 1-16,-1 0-19 16,-3 10 19-16,-4 5 12 15,-2 7-5-15,-2 2-6 16,-1 1-1-16,1-2-6 15,0-3-8-15,1-3-14 16,3 0-181-16,1-6-307 0,4-5-512 0</inkml:trace>
  <inkml:trace contextRef="#ctx0" brushRef="#br0" timeOffset="29910.18">2594 3813 895 0,'0'0'127'0,"0"0"-122"15,-25 43-5-15,17-28-331 0</inkml:trace>
  <inkml:trace contextRef="#ctx0" brushRef="#br0" timeOffset="34297.15">13306 5641 917 0,'0'0'405'0,"0"0"-101"0,0 0-164 15,0 0-76-15,0 0-35 16,0 0-20-16,4 25 7 16,-1-5 51-16,0 4 20 15,1 1-12-15,0-1-13 16,-1-2-9-16,0 0-7 15,0-3-18-15,-3-3-13 16,0-3-15-16,0-3-10 16,-1-3-105-16,-6-3-132 0,-2-4-15 15,-4 0-36 1,0-3 7-16,-1-6 83 0,-2-4 201 16,2 0 7-16,0-2 182 15,3 2 62-15,3 3 38 16,4 4-41-16,2 3-14 15,2 3-124-15,0 1-79 16,4 9-13-16,8 2 7 16,2 3 25-16,4 1-6 0,3-1-12 15,2-2-12 1,1-3-11-16,2-2-1 0,-1-4 0 16,-2-4-1-1,-2 0 0-15,-3-5-13 0,-4-5-14 16,-3-2 10-1,-4 0 9-15,-3 1 8 0,-1 2 0 16,-3 5 10-16,0 4 14 16,-2 0-17-1,-4 10 3-15,-3 6 1 0,-1 2-1 16,0 3-4-16,1 1-6 16,-1 3-1-16,0 2-36 0,-10 14-67 15,2-7-439 1,-1-3-515-16</inkml:trace>
  <inkml:trace contextRef="#ctx0" brushRef="#br0" timeOffset="34531.98">12904 6180 1565 0,'0'0'195'0,"0"0"-98"15,0 43 54-15,0-18 10 16,0 0-63-16,1 1-55 0,0-3-27 16,-1-1-16-1,0-4-25-15,-2-6-173 0,-2-5-334 16,-4-7-300-16</inkml:trace>
  <inkml:trace contextRef="#ctx0" brushRef="#br0" timeOffset="34630.16">12845 5950 892 0,'0'0'112'16,"0"0"-112"-16,47 42-34 0</inkml:trace>
  <inkml:trace contextRef="#ctx0" brushRef="#br0" timeOffset="34931.83">13098 6111 1142 0,'0'0'268'0,"0"0"-9"16,0 0-65-16,-23 39-49 15,23-26-39-15,0 1-43 16,4-2-27-16,5 2-11 15,2-2 1-15,0 1-7 16,1-1-10-16,-2 0-7 16,-1 0 4-16,-3 0-6 15,-3 0 1-15,-3 0 1 16,0-1 21-16,-7-1-3 0,-5 0-13 16,-1-4-5-1,-3-2-2-15,-1-3-24 0,-1-3-127 16,3-8-205-1,4-3-475-15</inkml:trace>
  <inkml:trace contextRef="#ctx0" brushRef="#br0" timeOffset="35612.07">13908 6148 1198 0,'0'0'199'0,"0"0"4"0,0 0 54 15,0 0-37-15,-44-27-84 16,30 26-24-16,0 1-28 16,0 0-14-16,2 6-21 15,0 5-21-15,2 3-10 16,2 4-3-16,3 0-9 16,4 1-6-16,1-1 0 15,1-1-6-15,6-2 0 16,3-5-5-16,-1-2 5 15,2-4-19-15,0-4-15 16,1 0 9-16,0-8-2 16,1-6 9-16,-2-4 17 15,1-1 5-15,-3-3 2 0,-1 2 0 16,-3 6 1 0,-2 5 6-16,-2 5 17 0,1 4 1 15,-1 1-17 1,1 10-7-16,3 4 11 0,2 4 0 15,4 1-2-15,3-2-9 16,12 1-1-16,12-3-1 16,8-6-56-16,-5-2-249 15,-11-6-609-15</inkml:trace>
  <inkml:trace contextRef="#ctx0" brushRef="#br0" timeOffset="35980.26">14364 6079 1625 0,'0'0'237'0,"0"0"-47"0,0 0-86 0,0 0-12 15,6 37 3-15,2-8-14 16,1 1-14-16,2 0 1 16,-1-2-12-16,0-5-13 0,-3-8-27 15,-1-3-7 1,-1-7 0-16,-2-4-9 0,2-1 16 16,2-11-4-1,1-8-12-15,4-12-1 0,0-14-50 16,3-12-52-1,-1 6-16-15,-2 12-52 0,-2 19-54 16,0 16-3 0,-2 3-269-16,0 1-72 0</inkml:trace>
  <inkml:trace contextRef="#ctx0" brushRef="#br0" timeOffset="36330.9">14605 6139 928 0,'0'0'275'15,"0"0"-24"-15,0 0-97 0,0 0-75 16,0 0 71-16,0 0-40 16,0 0-22-16,12 35-22 15,-4-30-23-15,1-2-15 16,1-3 0-16,0 0 6 15,2-3 4-15,-1-6-5 16,-1-4-2-16,-1-2-2 0,-2-1-5 16,-3-2-5-1,-2 1-7-15,-2 3-4 0,-1 3 4 16,-7 6 2 0,-4 5-13-16,-2 1-1 15,0 8-8-15,1 6 7 16,3 2-32-16,7 1-72 15,3 0-85-15,18 0-156 0,4-3-177 16,1-6-49-16</inkml:trace>
  <inkml:trace contextRef="#ctx0" brushRef="#br0" timeOffset="36730.22">14836 6117 705 0,'0'0'308'15,"0"0"-3"-15,0 0 26 16,-14-49-75-16,9 41-33 15,0 4-71-15,-1 4-57 0,0 0-63 16,0 9-21-16,0 6-2 16,1 3 6-1,4 4 1-15,1 2-1 16,4 1-9-16,6-3-5 0,4-3 5 16,2-4-6-16,3-6 0 15,1-5 0-15,0-4-1 16,-2-4-12-16,-2-8-11 15,-3-5 9-15,-2-5 14 16,-5-4 1-16,-2-10 2 16,-4 2-1-16,0-2 17 15,0 2-6-15,0 10-12 16,0 4-18-16,0 7 10 0,0 9 7 16,0 4-5-1,0 10-17-15,2 9 4 0,5 7 19 16,3 4 31-1,1 3 6-15,0 1-16 0,-1-2-21 16,0-2-7-16,-4 0-103 0,-3-7-223 31,-2-9-438-31</inkml:trace>
  <inkml:trace contextRef="#ctx0" brushRef="#br0" timeOffset="37498.22">14879 6052 1041 0,'0'0'188'0,"0"0"-117"15,48 0-4-15,-9 0-28 0,0 3-16 16,-3 1-10 0,-4-3-11-16,-9 0-1 0,0-1 0 15,0 0 0-15,-6-3 1 16,-5-4 9-16,-6-1 71 15,-4 0 66-15,-2-1-13 16,0 2-20-16,-7 2-4 16,-3 2-15-16,-3 3-25 15,-1 0-15-15,-2 7-17 16,0 5-13-16,0 3 2 16,4 1-8-16,4 0-1 15,5 1-12-15,3-3-6 16,0-1-1-16,9-4-1 0,3-4-5 15,4-4-34 1,1-1-37-16,0-5-28 0,-1-6-1 16,-1-3 38-1,-3-3 38-15,-2 1 23 0,-4 0 7 16,-2 4 1-16,-3 3 41 16,-1 5 66-16,0 3 4 15,-6 1-65-15,-1 5-14 16,0 4 10-16,4 2-15 15,2 2-9-15,1 0-4 16,10 0-3-16,7-2 0 16,6-2 0-16,3-4-6 15,2-4-5-15,-3-1 0 0,-2-7 5 16,-6-6-5 0,-6-5-1-16,-4-4 0 0,-5-2-15 15,-2 1-5 1,-4 1-6-16,-4 5 12 0,1 4 5 15,1 4-2 1,1 3 11-16,3 3 0 0,2 3-1 16,0 0 0-16,0 3-20 15,0 6 16-15,3 5 5 16,0 2 11-16,-1 2 0 0,-1 3 8 16,-1-1 14-1,0 2 5-15,0-2-5 0,2-1 1 16,0-4 0-1,2-1-10-15,3-3-6 0,2-3 1 16,3-3-7 0,3-1-4-16,4-2-7 0,2-2-1 15,7 0-130-15,-5-6-348 16,-4 1-813-16</inkml:trace>
  <inkml:trace contextRef="#ctx0" brushRef="#br0" timeOffset="37649.91">15654 6151 1842 0,'0'0'374'0,"0"0"-159"16,0 0-72-16,0 0-78 15,0 0-18-15,0 0-15 16,0 0-13-16,-20-30-19 16,3 28-112-16,-5-2-820 0</inkml:trace>
  <inkml:trace contextRef="#ctx0" brushRef="#br0" timeOffset="39231.97">13418 6995 644 0,'0'0'199'16,"0"0"-63"-16,0 0 87 16,0 0 64-16,0 0-22 15,0 0-47-15,9-42-12 16,-18 38-50-16,-2 2-36 16,-4 2-14-16,-1 0-15 15,-3 5-11-15,0 6-19 16,-1 4-7-16,2 4-5 15,4 2-16-15,5 2-12 16,4 1-10-16,5 1-5 16,0-2-5-16,9-1-1 0,5-2 0 15,2-4-1-15,2-5-7 16,1-4 7-16,-1-7-17 16,-2 0-21-16,-3-13-18 15,-2-5 3-15,-3-13 11 16,-2-11 18-16,-4-14 10 15,-2-6 13-15,0 2 1 16,-5 5 1-16,0 17 0 16,0 9 6-16,3 11-5 0,-1 8 31 15,2 4 6 1,-1 3-21-16,1 3-12 0,0 4-5 16,-1 20-23-1,2 15 15-15,0 13 8 0,0-4 31 16,3-8 5-1,5-13-20-15,6-9-15 0,11 3-1 16,23-1-65-16,-5-3-225 0,0-10-543 0</inkml:trace>
  <inkml:trace contextRef="#ctx0" brushRef="#br0" timeOffset="39910.12">14153 6952 1566 0,'0'0'267'0,"0"0"-192"0,0 0 138 16,-49-24 4-1,33 22-41-15,-2 1-55 0,-1 1-32 16,0 1-28-16,0 8-14 0,0 1-11 16,4 6-11-1,3 0-18-15,2 2-5 16,7 4-1-16,3-1-1 16,0-1 0-16,11-2-1 15,6-3-6-15,4-6-12 16,4-7-47-16,0-2-48 15,0-13-11-15,-4-8 6 16,-2-14-5-16,-5-15 28 0,-7-18 41 16,-5-7 36-16,-2 1 17 15,-4 14 2-15,-3 23 8 16,2 14 23-16,1 9 43 16,-1 3 28-16,1 2-1 15,1 7-57-15,0 3-28 16,2 21-16-16,1 18 0 15,1 14 6-15,9 6 5 16,6-5-10-16,0-12 1 0,1-15-2 16,-4-8 0-1,2-5-8-15,3-1-46 0,0-4-62 16,0-4-64 0,-2-6-51-16,-5-4 3 0,-4-6 79 15,-3-2 142 1,-2 2 7-16,-2 1 106 0,0 6 68 15,0 0-4-15,0 3-79 0,0 3-61 16,0 8 11 0,0 1 9-16,2 4-17 15,-1-2-17-15,2-1-15 16,-2 0-1-16,1-7-47 16,-1-6-199-16,0 0-312 15,-1-3-441-15</inkml:trace>
  <inkml:trace contextRef="#ctx0" brushRef="#br0" timeOffset="40059.99">14260 6748 918 0,'0'0'184'16,"0"0"-126"-16,0 0-32 0,0 0-12 0,21 51-14 15,-4-29-92-15,0-1-256 0</inkml:trace>
  <inkml:trace contextRef="#ctx0" brushRef="#br0" timeOffset="40580.11">14389 6889 1450 0,'0'0'229'0,"0"0"-166"0,0 0 54 16,0 0 14-1,0 0-4-15,4 44-52 0,0-28-23 16,0-1-24-16,0-2-12 16,-2-2-8-16,-1-4-3 15,-1-2-5-15,0-4 0 16,0-1 0-16,0-2 9 16,0-9-7-16,0-5-1 15,0-4 6-15,0-2-7 16,0 0 6-16,4 3 5 0,3 5 11 15,1 2 15 1,0 5-1-16,1 5-16 0,0 2-11 16,2 1-7-16,-1 8-1 15,1 4 1-15,-2 1-1 16,-1 1 5-16,-2-1-6 16,-3-1 0-16,-2-1 0 15,-1-4 0-15,0-3 0 16,-2-2 0-16,-2-3 6 15,0-1 2-15,1-10 5 16,0-2 12-16,3-5 15 0,0 0-4 16,0 1 6-1,6 3-6-15,3 4-13 0,0 7-9 16,2 3-13 0,-1 1 1-16,4 12 4 15,-1 4-6-15,1 3 2 16,-2 3-2-16,-1-3 0 0,-2 0-9 15,1-4-58-15,-1-3-116 16,-1-6-291-16,-1-5-472 0</inkml:trace>
  <inkml:trace contextRef="#ctx0" brushRef="#br0" timeOffset="41298.31">14691 6820 1138 0,'0'0'203'0,"0"0"-140"0,0 0 53 0,0 0-14 0,0 0-56 15,3 44-27-15,4-34-7 16,0-4-11 0,-1-2-1-16,0-3 1 15,0-1 7-15,1-3-8 0,-3-4 7 16,0-4-6-16,-1 1 5 15,-2-2 0-15,-1 2 25 16,0 1 84-16,-5 0-9 16,-2 4-5-16,-3 4-10 0,0 1-21 15,0 1-20 1,0 11-22-16,3 2-10 0,3 3-6 16,3 3-11-1,1-1 0-15,8-1 6 16,4-1-7-16,4-4 0 15,2-4-1-15,0-5-58 0,-1-4-83 16,0-4-61-16,-2-8-35 0,-2-4 34 16,-4-4 128-1,-1-1 58-15,-3-2 18 0,-2 1 15 16,-1 4 88 0,-2 5 63-16,0 4 14 0,0 4-15 15,0 5-58 1,0 1-74-16,0 9-27 0,0 5 7 15,0 3 8 1,0 1-1-16,0 0 4 0,0-2-2 16,0-2-16-16,-2-3 0 15,1-4-6 1,-1-4 1-16,1-3-1 0,1-1 9 16,0-7 0-16,0-6-8 15,6-3 0-15,1-2 0 16,1 0 0-16,0 5 11 15,-1 3 3-15,-1 4 24 16,-2 4 5-16,2 2-19 16,0 4-19-16,3 5 2 15,0 4 1-15,3 0-8 16,-2 1 0-16,1-1 0 16,-1-4-1-16,2-2-35 15,-1-5-112-15,5-3-158 16,-2-8-341-16,-3-3-217 0</inkml:trace>
  <inkml:trace contextRef="#ctx0" brushRef="#br0" timeOffset="41761.97">15050 6780 594 0,'0'0'588'0,"0"0"-352"0,0 0 80 0,0 0-36 16,0 0-113-16,0 0-109 16,0 0-32-16,-10 4-11 15,10 10-8-15,0 2-1 0,1-1-6 16,5 1 1-1,0-2 0-15,-1 0-1 0,-2-1-1 16,-2-2 0 0,-1-2-7-16,0-1 2 15,-2-2 6-15,-5-2 1 0,0-1 0 16,0 1 1-16,1-2-2 16,0 2 1-16,4-2-1 15,1 1 0-15,1 0-1 16,0 0 1-16,8 1 0 15,1-1 0-15,5-1 0 16,0-2-2-16,1 0 2 16,0 0-1-16,-1-6-7 15,0-4 8-15,-1-3 0 16,0 0 0-16,-3 1 1 0,-1 2 18 16,-3 2 42-1,-2 4 35-15,-2 2-8 16,-1 2-14-16,0 0-37 15,2 1-23-15,0 6-2 0,1 4 4 16,0-1 0-16,-1 2-7 16,-1-2-9-16,-1-1 0 15,-1-3-71-15,0-3-108 16,0-6-148-16,-1-5-280 16,-2-6-533-16</inkml:trace>
  <inkml:trace contextRef="#ctx0" brushRef="#br0" timeOffset="41890.19">15187 6656 1115 0,'0'0'158'0,"0"0"-130"15,0 0-14-15,0 0 21 16,6 41-12-16,3-19-23 0,1 9-1 16,-1-3-176-1,-2-7-208-15</inkml:trace>
  <inkml:trace contextRef="#ctx0" brushRef="#br0" timeOffset="42210.18">15279 6781 998 0,'0'0'230'0,"0"0"31"16,0 0-31 0,0 0-88-16,0 0-15 15,0 0-30-15,-22 51-27 16,20-33-27-16,1-1-3 15,1-4-21-15,0 0-10 16,4-6-8-16,0-2 1 16,2-4-1-16,1-1 8 0,1-3-7 15,1-4 5 1,0-6-7-16,-2-2 1 0,1-3 0 16,-3-2 0-16,-2-1-1 15,-2 3-1-15,-1 6-5 16,0 3-22-16,0 7-61 15,0 2-48-15,0 3-66 16,0 6-87-16,6-1-93 0</inkml:trace>
  <inkml:trace contextRef="#ctx0" brushRef="#br0" timeOffset="42810.34">15399 6785 1130 0,'0'0'276'0,"0"0"-41"0,0 0-44 15,0 0-81-15,0 0-53 16,0 0 44-16,0 0-6 16,7 42-29-16,-7-31-15 0,0-1-16 15,0-2-17 1,0-2-12-16,-2-1-5 16,1-4 0-16,-1-1-1 15,2 0 0-15,0-6 1 16,0-6-1-16,3-3 0 15,3-3 1-15,1 0 1 0,1 3 4 16,-1 2 3-16,-2 5 4 16,0 4 15-1,-1 4 2-15,-1 0-18 0,1 6-3 16,0 5 5-16,2 1-3 16,0 2-5-16,1-2-6 15,-1-3 1-15,1-3-1 16,2-4-1-16,2-2-22 15,0-1-50-15,2-9-21 16,0-6 12-16,-1-3 43 16,-2-4 26-16,-1-3 11 15,-3 3 2-15,-3 3 15 16,-3 4 44-16,0 5 37 16,0 4 11-16,-3 4-8 15,-2 3-32-15,-1 0-54 16,0 10-13-16,3 2 0 15,2 3 0-15,1 2-1 0,0 0 0 16,3 1-5-16,4 1 6 16,0-2-1-16,0 0 0 15,1-4-5-15,-3 0 5 16,0-4 0-16,-3-2 0 16,-2-1-8-16,0-2 0 15,-1-1-1-15,-7-1-13 16,-2-2-51-16,-4 0-51 0,2-1-117 15,1-4-415-15</inkml:trace>
  <inkml:trace contextRef="#ctx0" brushRef="#br0" timeOffset="42961.72">15836 6823 1603 0,'0'0'545'0,"0"0"-455"15,0 0-28-15,0 0-62 16,-65 2-321-16,32 5-1035 0</inkml:trace>
  <inkml:trace contextRef="#ctx0" brushRef="#br0" timeOffset="43480.21">13131 7372 1159 0,'0'0'375'0,"0"0"-32"0,0 0-48 0,0 0-21 15,0 0-52-15,0 0-51 16,61-5-36-16,-26-1-37 0,-2 1-47 16,4-2-25-1,0 0-19-15,-5 1-6 0,3-2-1 16,-4 0-1-1,-5-2-23-15,-5 2-83 0,-7 0-95 16,-12-2-86 0,-2 3-212-16,-2 0-438 0</inkml:trace>
  <inkml:trace contextRef="#ctx0" brushRef="#br0" timeOffset="43698.08">13160 7449 1618 0,'0'0'394'0,"0"0"-262"16,0 0 72-16,0 0 94 15,56 3-49-15,-12-3-90 16,11-8-53-16,1-1-35 16,-3-2-37-16,-12 3-17 15,-14 2-16-15,-5 1 0 16,-5 2-1-16,2-1-35 15,-2-1-122-15,-2 0-344 16,-9 0-543-16</inkml:trace>
  <inkml:trace contextRef="#ctx0" brushRef="#br0" timeOffset="49064.91">2343 4673 662 0,'0'0'215'0,"0"0"-4"0,0 0 8 15,0 0 0 1,0 0-30-16,0 0-7 16,-3 0-33-16,3 0-25 15,4 0-39-15,5 0 26 16,2 0 48-16,7 0-17 15,4-2-57-15,7-2-33 16,1-3-19-16,1 0-9 16,0-3-6-16,-3 2-7 15,-2-2-5-15,-2 2-5 0,-4-1 0 16,-5 2 0-16,-3 1-1 16,-4 2-7-16,-3 2-57 15,-4 2-115-15,-1 0-60 16,-6 0-148-16,-2 2-454 0</inkml:trace>
  <inkml:trace contextRef="#ctx0" brushRef="#br0" timeOffset="49480.06">2391 4758 920 0,'0'0'250'0,"0"0"-50"0,0 0 1 16,0 0-32-16,0 0-8 15,0 0-17-15,0 0-32 16,7 21 8-16,5-19 19 0,2-1 13 16,7-1-11-16,1 0-21 15,5-7-34-15,0-2-20 16,-2-2-28-16,1-2-14 16,-1 2-8-1,-3-1-4-15,-1 2-2 0,-4-1-4 16,-3 5 0-16,-5 0-6 15,-2 3 0-15,-4 1 0 16,-3 2-13-16,-4 2-105 0,-5 6-361 16,-7-1-310-16</inkml:trace>
  <inkml:trace contextRef="#ctx0" brushRef="#br0" timeOffset="55709.99">987 3661 1070 0,'0'0'290'0,"0"0"-8"0,0 0 21 0,0 0-39 16,0 0-77-16,0 0-63 15,0-7-78-15,3 42-32 16,1 18 45-16,2 10 50 16,0-2-15-16,-2-13-27 0,-1-17-10 15,-1-8-15 1,-1-4-25-16,0 3-16 0,1-1 7 15,-2 1-8 1,0-7-24-16,0-5-51 0,-3-7-49 16,-5-3-60-16,-1-1 25 15,-3-10-17-15,-2-5-13 16,0-4 64-16,1-2 71 16,0 0 41-16,2 0 13 15,2 4 30-15,3 5 76 16,2 4 42-16,2 5-15 15,2 4-52-15,0 3-58 16,4 9-9-16,6 5 50 0,5 2 33 16,1 2-16-1,5 2-22-15,3-4-14 0,1-2-23 16,1-3-11 0,0-3-5-16,-5-5 1 0,-2-4-6 15,-4-2-1 1,-6 0-4-16,-2-8-23 0,-3-5-18 15,-2-3-18-15,-2-3 10 16,0 0 16-16,0 0 20 16,-3 2 16-16,0 7 1 0,2 3 1 15,-1 4 41 1,1 3 0-16,-2 3-35 16,0 8-5-16,0 5 3 15,-1 5 10-15,0-2-6 16,-1 5 2-16,1-5-10 15,1 0-1-15,-1-2-5 16,-2 0-138-16,3-7-199 0,-1-1-406 0</inkml:trace>
  <inkml:trace contextRef="#ctx0" brushRef="#br0" timeOffset="55912.01">1181 4039 1788 0,'0'0'236'0,"0"0"-10"0,0 0-30 16,0 0-68-16,0 0-78 0,0 0-50 16,-27 44-6-1,24-37-216-15,-3-2-525 0</inkml:trace>
  <inkml:trace contextRef="#ctx0" brushRef="#br0" timeOffset="59912.05">6529 3851 467 0,'0'0'216'0,"0"0"5"16,0 0 41-16,0 0-39 15,0 0-5-15,0 0 4 0,-7-38-17 16,7 38-31-16,-1 0-58 16,-1 1-65-16,0 16-42 15,-1 16 1-15,0 3 48 16,0 0 44-1,1-3-8-15,2-8-45 0,0 2 2 16,0 2-12-16,0-4-14 16,0-4-17-16,0-5-7 15,0-2-1-15,0-6-15 0,0-3-52 16,-4-3-44 0,-3-2 3-16,-2-1-23 0,-1-8-4 15,-2 0-12 1,-1-5 67-16,0 0 24 0,1-3 38 15,0 0 18 1,4 0 6-16,1 4 17 0,3 2 36 16,2 6 66-16,2 3-31 15,0 2-52-15,0 4-25 16,6 5 25-16,3 6 45 16,2 3-21-16,1-1 1 15,3 1 1-15,0-3-17 16,2 1-21-16,0-5-15 15,0-3-14-15,0-2 7 16,-2-3-7-16,-1-3-1 16,-3 0 0-16,-1-1-48 15,-2-5-34-15,-1-3-1 16,-2 0-5-16,0-1 15 16,-1-1 4-16,-1 0 5 15,0-1 14-15,-1 1 25 16,0 0 17-16,0 2 8 0,-1 3 0 15,-1 1 8-15,0 4 23 16,0 1 2-16,0 6-26 16,-5 6 11-16,-3 5 10 15,-1 3-1-15,-1 0-11 16,0-1-7-16,0-1-9 16,0-1 0-16,-3 0-86 15,2-3-280-15,2-3-618 0</inkml:trace>
  <inkml:trace contextRef="#ctx0" brushRef="#br0" timeOffset="64132.35">5831 4628 759 0,'0'0'363'0,"0"0"-101"0,0 0-22 16,0 0-30-1,0 0-37-15,0 0-33 16,-6-1-50-16,6 1-47 16,4 0-23-16,6 0 17 0,5 0 31 15,3 0-16 1,3 0-16-16,3-5-3 0,0 1-17 15,1-4-4-15,-3 2-11 16,-3-1-1-16,-1 1 0 16,-5-1-14-16,-3 2-43 15,-4 1-47-15,-4 2-90 16,-2-1-76-16,0 2-299 0</inkml:trace>
  <inkml:trace contextRef="#ctx0" brushRef="#br0" timeOffset="64359.93">5833 4728 1165 0,'0'0'249'0,"0"0"-6"15,0 0-44-15,0 0-8 16,0 0-23-16,0 0-54 15,0 0-20-15,48-13-47 16,-22 3-29-16,-1 0-17 16,4 1-1-16,5-3-61 0,-6 4-248 15,-8 2-526-15</inkml:trace>
  <inkml:trace contextRef="#ctx0" brushRef="#br0" timeOffset="70859.88">9979 3818 741 0,'0'0'97'0,"0"0"-83"0,0 0-1 0,-21-51 32 0,16 37-39 16,-1 3-6-16,2 2-5 15,2 7 5-15,0 2 12 16,0 5-6-16,-2 20-5 16,0 20 22-16,-1 15 92 15,0 4 16-15,3-5 42 16,-1-18-25-16,2-14-35 15,0-7-9-15,0-3-22 16,0 0-44-16,-1-2 9 0,0 1-18 16,0-7-20-1,-1-5-8-15,-2-4 0 0,0 0-1 16,-3-8-11 0,-1-6-22-16,-1-3-8 0,-1-4 25 15,3 0 2 1,-1-1-6-16,4 3-25 0,2 3 4 15,0 5 29-15,3 5 11 0,0 6 1 16,0 0-1 0,3 11 1-16,4 6 15 15,3 2 66-15,0 3-4 16,5 0-4-16,-1-1-18 0,0-3 5 16,3-2-3-1,0-5-31-15,0-2-3 16,-1-6-10-16,-1-1-6 15,2-2-6-15,-4-4 0 16,0-6-1-16,-3-2-2 16,0-3-27-16,-3 0-10 15,-1-1 17-15,-2 1 8 16,-2 3 0-16,-1 1-3 16,-1 4 6-16,0 4-5 0,0 3 9 15,-5 0-22 1,-4 10 11-16,-1 7 18 0,-4 2 1 15,-1 2 10-15,-1 3-3 16,2-3-8-16,1-2-1 16,-1 5-80-16,2-7-244 0,2-2-413 0</inkml:trace>
  <inkml:trace contextRef="#ctx0" brushRef="#br0" timeOffset="73360.17">7772 3722 577 0,'0'0'169'0,"0"0"-150"16,0 0 0-16,0 0 24 15,0 0-5-15,0 0-21 0,-10 22 6 16,8 15 29-1,-1 0 54-15,0-1 56 0,2-5-26 16,0-9-23-16,0 4-46 16,-2-3 10-16,-1-3-30 15,0-4-25-15,-2-6-12 16,-3-3-9-16,-2-5 0 16,-2-2 0-16,-2-2-1 0,0-7 0 15,1-3 0 1,3-4 6-16,3-1-4 0,3 0 9 15,3-1 2-15,2 3-4 16,0 5-9-16,4 5 0 16,4 4 0-1,2 1-1-15,3 11 0 0,1 6 1 16,1 3 9-16,2 1 54 16,0 1 1-16,0-3-4 15,1-2-35-15,0-3-17 16,-2-4-7-16,-1-3 0 15,-3-4-1-15,-3-3 0 16,-2 0 1-16,-2-2-1 16,-4-7 0-16,1-2 0 15,-1-2-6-15,-1-3 6 0,0 1-1 16,0 0 1 0,-2 4-1-16,0 3 1 0,-4 7 0 15,-1 1-12 1,-3 10 6-16,-3 4 5 0,0 5 1 15,-2 0 0 1,2 0-1-16,1 1-49 0,-2 4-85 16,4-5-166-16,1-4-337 0</inkml:trace>
  <inkml:trace contextRef="#ctx0" brushRef="#br0" timeOffset="77362.37">9333 3943 275 0,'0'0'166'0,"0"0"-7"0,0 0-12 15,0 0-5 1,0 0 4-16,0 0-13 0,0 0-16 16,10-19-21-1,-9 18-8-15,-1 0-29 16,2 1-27-16,-2 0-8 15,1 0-3-15,2 3-2 16,0 5 21-16,2 1 9 16,0 3-1-16,1 3 29 0,1 2-30 15,-1 2 35-15,1-1-19 16,-2 1 0-16,1-2-16 16,0-1 14-16,0-1-38 15,-2-1 1-15,1-1-6 16,-2-1-1-16,0-2-2 15,0-1 2-15,-1-2-16 16,0-1 8-16,0 0-8 0,0-2 0 16,-2-2 0-1,1 0 7-15,0-2-7 0,0 0 10 16,0 0 2-16,2 0 2 16,0 0 0-16,1 0-1 15,1-6 1-15,0 1-1 16,-2-4-3-16,3 1 3 15,-2-3 2-15,-2-1-4 16,2-1-4-16,-1-2-8 0,0-2-1 16,0-1-15-1,0 0-11-15,0-1-25 0,2 1 13 16,-2 1-17 0,0 1 24-16,0 2 4 0,-2 2 11 15,1 2-30 1,0 1 9-16,-2 2 11 0,0 3 4 15,0 1-5 1,0 1 3-16,0 1 2 0,0 1-2 16,0 0-8-16,-9 5-17 0,-2 3-17 15,-2 1-337-15</inkml:trace>
  <inkml:trace contextRef="#ctx0" brushRef="#br0" timeOffset="81110.35">2774 5668 164 0,'0'0'152'0,"0"0"-60"16,0 0 19-16,0 0-1 16,0 0-15-16,0 0-28 15,0 0-18-15,0 0-7 16,0 0-3-16,0 0-3 15,0 0-6-15,0 0-11 16,0 0-6-16,0 0-6 16,0 0 5-16,0 0-5 15,0 0-6-15,0 0 5 0,0 0-4 16,0 0 0 0,0 0-1-16,0 0 0 0,0 0-1 15,0 0-1 1,0 0 0-16,0 0-25 0,0 0-36 15,0 0-18-15,0 0-25 16,0 0-41-16,0 0-262 0</inkml:trace>
  <inkml:trace contextRef="#ctx0" brushRef="#br0" timeOffset="84862">3061 5272 336 0,'0'0'662'15,"0"0"-442"-15,0 0 56 0,0 0-24 16,-20-39-67-1,9 34-38-15,0 2-51 0,-1 2-28 16,-1 1-15 0,0 1-12-16,1 7-10 0,3 2-16 15,1 3-3 1,2 3-3-16,6-1-8 16,0-1 0-16,0-2-1 15,3-2-1-15,6-3 0 0,-2-4-11 16,3-3-9-16,-1 0 1 15,2-8 6-15,-1-5 13 16,0-3 0-16,-1-4 1 16,-1 3 1-16,-1-2 10 15,-2 5 5-15,-1 3 37 16,-2 5 33-16,0 5 16 16,1 3-52-16,1 18-32 15,3 16 73-15,0 15-13 16,1 4 26-16,-2-1-8 15,-1-6-17-15,0-13-37 0,-2-5-13 16,-2-8-16-16,1-3 4 16,-1 0-11-16,-1-1-5 15,0-4 5 1,0-7-5-16,0-7 0 0,0 0 10 16,0-8-6-16,-1-8-5 0,-3-6-13 15,0-4-26 1,3-3-24-16,-1 1-37 15,2 3-8-15,0 6-47 0,0 4-44 16,0 6-78-16,0 4-197 16,2 3-170-16</inkml:trace>
  <inkml:trace contextRef="#ctx0" brushRef="#br0" timeOffset="85018.39">3168 5429 493 0,'0'0'1092'0,"0"0"-853"0,0 0 31 0,0 0-56 16,0 0-77-1,0 0-86-15,0 0-48 0,0 2-3 16,-1 3-134 0,-3 1-494-16</inkml:trace>
  <inkml:trace contextRef="#ctx0" brushRef="#br0" timeOffset="86029.84">6285 5269 1258 0,'0'0'527'0,"0"0"-359"0,0 0 51 0,0 0-97 15,-8 54 16-15,5-15 81 16,0-1-54-16,3-4-65 16,0-8-50-16,0 0-14 15,0 3-18-15,0-4-12 16,2-6-6-16,-1-6-26 16,3-8-168-16,-1-5-192 15,1 0-373-15</inkml:trace>
  <inkml:trace contextRef="#ctx0" brushRef="#br0" timeOffset="86310.3">6398 5312 1170 0,'0'0'260'0,"0"0"18"0,0 0-16 16,-43 47-23-1,22-25-76-15,-2-1-34 0,3-1-7 16,1-2-12-1,5-5-23-15,7-4-20 0,4 0-31 16,3-3-17-16,3 0 4 16,11-1 5-16,6 1 7 15,11-2-13 1,13 0-17-16,9-2-5 16,3-1 0-16,-10-1-1 0,-12 0-25 15,1 1-164-15,-10-1-186 16,0 0-648-16</inkml:trace>
  <inkml:trace contextRef="#ctx0" brushRef="#br0" timeOffset="87190.07">9732 5382 17 0,'0'0'1534'0,"0"0"-1210"0,0 0 8 16,0 0-85-16,0 0-22 16,0 0-82-16,0 0-80 15,-5-1-40-15,5 14-9 16,2 5 71 0,3 4-19-16,0 1-20 0,-1-3-8 15,2-1-11-15,0-5-5 16,0-1-8-16,-2-5-5 15,3-3 0-15,3-5 6 0,3 0 12 16,4-9-8 0,4-8-7-16,4-1-10 15,0-7-1-15,0-1 1 16,0-3 4-16,-3 0-6 16,-3 2 0-16,-6 4-15 15,-3 6-10-15,-6 5-10 16,-4 5 11-16,-26 7-79 15,-2 0-281-15,-8 5-576 0</inkml:trace>
  <inkml:trace contextRef="#ctx0" brushRef="#br0" timeOffset="92412">2112 6915 1253 0,'0'0'253'0,"0"0"-124"0,0 0-2 16,0 0-8-16,0 0-6 15,0 0-5-15,31-7 19 16,-11 2-44-16,7-1-8 16,1-1-24-16,0-1-26 15,1 1-12-15,0 0-12 16,-5 1-1-16,-2 1-2 16,-5 2-8-16,-5 0-51 15,-9 3-158-15,-3 0-176 0,-1 3-375 16</inkml:trace>
  <inkml:trace contextRef="#ctx0" brushRef="#br0" timeOffset="92660.19">2093 6992 1223 0,'0'0'581'0,"0"0"-505"15,0 0 3-15,0 0 26 0,0 0 43 16,0 0-21-16,43-12-47 16,-16 3-33-16,4-1-21 15,2-2-9-15,-1 2-17 16,-2 2-1-16,-4 0-17 16,-3 6-121-16,-10 1-351 15,-9 1-635-15</inkml:trace>
  <inkml:trace contextRef="#ctx0" brushRef="#br0" timeOffset="104630.9">5900 6193 429 0,'0'0'210'0,"0"0"-46"16,0 0 15-16,0 0-7 16,0 0-23-16,0 0-37 15,-2 0-37-15,2 0-6 0,0 0 3 16,0 0-12 0,0 0-13-16,0 0-14 0,0 0-5 15,0 0 1 1,6 1 42-16,-1 3 14 15,4-2-18-15,-1 1-5 16,1 0 4-16,1 0-25 16,2 0 11-16,0-1-12 15,2 0-7-15,0 0 4 16,2-1 1-16,1 0-10 16,0-1-2-16,-1 1-5 0,2-1-5 15,-1 1-4-15,-1 0 0 16,0 0-2-16,1 0-1 15,0 0-2-15,-1 1 4 16,0-1-2-16,1 1 0 16,1-2 3-16,0 2 4 15,1-1-1-15,0-1 6 16,0 1 6-16,-1 0-7 16,0-1-6-16,-2 1-2 15,0-1 3-15,0 0 3 16,0 1 2-16,-3-1-3 0,-3 0-2 15,-2 0-5-15,-2 1-9 16,-3-1 1-16,-1 1-1 16,-2 0-1-16,0 1-1 15,-19 4-90-15,-2 1-192 16,-7-3-525-16</inkml:trace>
  <inkml:trace contextRef="#ctx0" brushRef="#br0" timeOffset="105380.11">4552 6480 205 0,'0'0'173'0,"0"0"-48"0,0 0 38 0,0 0 29 16,0 0-18-1,0 0-8-15,0 0 14 0,-15 0 12 16,15 0-44-16,0 0-31 16,2 0-32-16,6 0 23 15,2 2 50-15,6 0-29 0,2 0-26 16,2-1-21 0,3-1 10-16,2 0-7 0,-1 0-15 15,2 0-28 1,-2 0-3-16,-2 0-23 0,-2-1-2 15,-6 1-13-15,-4 0 0 16,-1 0 0-16,-6 0-1 16,-1 0-12-1,-2 0-70-15,0 1-121 0,-5 2-177 16,-5 0-346-16</inkml:trace>
  <inkml:trace contextRef="#ctx0" brushRef="#br0" timeOffset="107130.12">5574 6514 553 0,'0'0'209'16,"0"0"-53"-16,0 0-11 0,0 0-21 16,0 0-18-1,0 0-48-15,5 0-29 0,-3 0 22 16,5 1 34-1,-1 0-15-15,2 2-16 0,1-1-4 16,1-1 7-16,0 1 0 0,0-1-6 16,1 1-6-1,1-2 1-15,1 0 1 0,-1 0-10 16,2 1-12 0,2 0 0-16,0 0 17 0,3 0-6 15,-1 0-12 1,3 1-6-16,-2-2-11 15,1 1 2-15,-1-1-3 16,0 0-5-16,0 0 8 0,3 0 0 16,1 0 0-1,0 0 0-15,-2 0 0 16,2 0-3-16,-3 0 5 16,2 0 0-16,-1 0-2 0,1 0 0 15,-1 0-1-15,1 0 0 16,-1 0-1-16,1 0 2 15,1 0 6-15,0 0 0 16,0 0-2-16,0 0 3 16,-1-1-1-16,0-2-3 15,-1 2 1-15,0-1 5 16,-1 1-1-16,0-1-2 16,2 0 2-16,-3 1 3 0,0 0-4 15,-2 0-4 1,-1 0 3-16,-3 1-6 0,-1 0 3 15,-3 0-6-15,-3 0-5 16,-1 0 1-16,-3 0-1 16,-2 0-1-16,0 0 0 15,-5 0-24-15,-28 4-117 16,1 3-440-16,-7-3-1006 0</inkml:trace>
  <inkml:trace contextRef="#ctx0" brushRef="#br0" timeOffset="108281.05">4621 6859 549 0,'0'0'132'0,"0"0"67"16,0 0 21-16,0 0-51 16,0 0-50-16,0 0-42 15,0 0 2-15,21-3 40 0,-4 3-20 16,6 0-14-1,4 0 0-15,3 0-1 0,5 0-5 16,1 0-13-16,5-1-17 16,-3 0-1-16,-1 0 0 15,0 0-17-15,-6 0-12 16,5 0-1-16,-3 0-11 16,-1-1 2-16,-1 1 0 15,-1-1-2-15,1 0 5 16,-1-2 8-16,1 3-3 0,1-2-8 15,-2 2 2-15,1-1-5 16,-1 2 1-16,1 0-1 16,-4-1-4-16,2 0 0 15,-2 1 6-15,1-2 1 16,0 1 3-16,0 0 1 16,0 0 5-16,1-2 1 15,-1 2-8-15,1-3 2 16,-1 2 8-16,0 1 0 15,0-1-2-15,1 0-4 16,0 2 4-16,1 0 1 16,2 0-1-16,0 0 2 15,1 0 4-15,1 0 4 0,-3 0-8 16,1 0-8 0,-2 0 5-16,0 0 9 0,-1 0-2 15,-2 0 1 1,-1 0-4-16,-2 2-4 0,-1 2-4 15,-1-1-1-15,-1-1-2 16,-2 2 2-16,1-3-1 16,-1 1 4-16,-1 1-1 0,-1-1-4 15,-1 0-1 1,0 0 2-16,-2-1 0 0,-2 0-1 16,0-1 2-1,0 0 10-15,-1 0 4 0,1 0 3 16,0 0 1-1,0-3-2-15,0-1-10 16,-2 0-7-16,-1 1-4 16,-3 0-1-16,-1 2-6 15,-2 0 0-15,-2 1 0 0,-1 0 1 16,0 0-2-16,-10 0-13 16,-33 5-74-16,0 2-214 15,-7 2-469-15</inkml:trace>
  <inkml:trace contextRef="#ctx0" brushRef="#br0" timeOffset="113332.42">9204 6236 583 0,'0'0'187'0,"0"0"-104"0,0 0-2 0,0 0-15 15,0 0 12-15,0 0 2 16,16 1 5 0,-10 2-8-16,2 0-9 0,0-1 16 15,2 2 28-15,2-1-40 16,2-2-7-16,1 3-11 16,2-3-7-16,2 1-3 15,0-2-13-15,2 1 2 16,1-1-3-16,0 1-5 15,-1-1 1-15,0 1-1 16,-1 0-5-16,-1-1-1 16,-2 0-1-16,1 1 3 15,1-1-4-15,-1 0 7 16,0 0 1-16,1 0 0 16,-2 0-9-16,2 0-7 0,-1 0 3 15,0 0 0 1,0 0-2-16,-2 0 4 0,1 0-3 15,0 0 4-15,0 1-4 16,-1-1-1 0,1 1 0-16,-1-1-1 0,2 0-1 15,-1 0 6-15,0 0 4 16,1 0-3-16,1 0 1 16,0 0-2-16,1 0-1 15,-2-1 2-15,0 0-2 16,-2 0 4-16,0 0-3 15,-1 0 6-15,-3 0 1 0,0 1-1 16,-2-1 4-16,-1 1-3 16,-2 0-3-16,0 0-8 15,-2-1 2-15,-1 1-3 16,-2-1 0 0,1 1-1-16,-2 0-7 0,-1 0 1 15,0 0-2-15,0 0 0 16,0 0-11-16,-19 0-111 15,1 0-223-15,-7 0-536 0</inkml:trace>
  <inkml:trace contextRef="#ctx0" brushRef="#br0" timeOffset="114389.89">8491 6452 102 0,'0'0'394'15,"0"0"-195"-15,0 0-59 16,0 0-57-16,0 0 15 15,0 0-13-15,0 0-31 16,0 0-14-16,0 0 18 16,0 0 9-16,0 0-16 0,2 0-16 15,-1 0-8 1,0 0-9-16,1 0-4 0,-1 0-1 16,1 0 0-1,1 0 6-15,0 0 1 16,2 0-6-16,-2 0-3 15,3 0 5-15,-1 0-1 0,0 0-1 16,1 0-1-16,-1-2 3 16,1 2 6-16,0-2 2 15,1 1 2-15,0 1-4 16,2-1 1-16,1 1 0 16,3 0-6-16,-1-1 2 15,3 1 16-15,-2 0-19 16,2-1-6-16,-3 0-4 15,1 0-5-15,0 1 5 16,-3-1-6-16,2 1 1 16,-5 0-1-16,-1 0 0 15,-2 0-6-15,-3 0-15 16,-1 0-37-16,0 2-165 16,-4 0-149-16,-2-2-711 0</inkml:trace>
  <inkml:trace contextRef="#ctx0" brushRef="#br0" timeOffset="123809.89">8874 6482 446 0,'0'0'101'16,"0"0"-67"-16,0 0 34 0,0 0 50 16,0 0 5-1,0 0-22-15,38 3-30 0,-29-1-1 16,2-1 5-1,0 1 0-15,1-2 6 0,2 1-4 16,-2 0-14 0,3 0-4-16,-2-1-5 15,2 0-6-15,0 0-5 16,1 0 5-16,1 0-4 16,1 0-9-16,1 0-10 0,1 0-3 15,3 0 3-15,0 0-1 16,0 0 0-16,-1 0 4 15,0 0-8-15,-1-1 1 16,-1 1 3-16,-3 0-7 16,3 0 2-16,-4 0-6 15,2 0-1-15,0 0 3 16,-2 0 4-16,0 0-5 0,-1 0-2 16,0 1 2-1,-1-1 2-15,0 0-4 0,0 0 7 16,1 0-2-1,0 0 3-15,1 0 3 0,2 0 0 16,-1 0-4-16,0 0-3 16,0 0 2-16,-1 0-8 15,-3 0 1-15,-1 0-5 16,-4 0-6-16,-5 0 0 16,-1 0 0-16,-10 3-16 15,-5 3-187-15,-5-1-369 0</inkml:trace>
  <inkml:trace contextRef="#ctx0" brushRef="#br0" timeOffset="124410.12">8255 6871 925 0,'0'0'314'0,"0"0"-175"0,0 0-21 16,0 0-12-16,0 0 80 15,0 0 24 1,50 1-19-16,-26 0-67 16,12-1-19-16,11 2 10 0,12 0-14 15,4 1 0-15,-4 0-31 16,-4 0-11-16,-8 0-15 15,-1-3-9-15,-2 0-8 16,-5 0-6-16,-11 0-8 16,-5-3-5-16,-5-1 1 15,4 1-8-15,-1-3 5 16,-1 0-6-16,-3 0 0 0,-6 0 0 16,-3 1-7-1,-8-1-36-15,-5 2-180 0,-9 1-431 0</inkml:trace>
  <inkml:trace contextRef="#ctx0" brushRef="#br0" timeOffset="128610.09">5040 7769 410 0,'0'0'182'0,"0"0"22"0,0 0-15 0,0 0-43 15,0 0 16 1,0 0-43-16,-3 0-13 0,3 0-17 16,3 0 6-1,3 0-24-15,4 0 2 0,6 0 23 16,5 0 15-1,11 0-20-15,12 0 15 0,14-4-32 16,4-2-14-16,-1-2-4 16,-6 0-1-16,-10 0-16 15,-7 2-5 1,-10 1-12-16,-6 1-10 16,-3 0-4-16,0 0-7 0,0 1 1 15,0-1 5-15,-7 3-7 16,-5 0-12-16,-5 1-13 15,-2 0-21-15,0 0-38 16,-5 1-85-16,-8 5-37 16,-4 3-68-16,-21 8-81 15,7-2-278-15</inkml:trace>
  <inkml:trace contextRef="#ctx0" brushRef="#br0" timeOffset="128909.99">5111 7948 1453 0,'0'0'285'0,"0"0"-196"16,0 0-31 0,0 0 47-16,0 0 39 0,45-12-26 15,-10 5-46 1,12-3 0-16,19-3 5 0,3-3-10 15,0-1-8-15,-4-2-22 16,-10 2-13-16,2 1-7 16,-13 3-4-16,-10 4-12 15,-11 3-1-15,-10 1 0 16,-1 3-67-16,-7 2-80 16,-16 8-180-16,-8 5-203 15,-12 3-367-15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33:12.9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3545 2801 750 0,'0'0'235'0,"0"0"-6"15,0 0 6-15,0 0-71 0,0 0-24 16,0 0-47-1,-2-1-49-15,2 0-23 0,6 0-9 16,3 0-2-16,4-2-9 0,2 0 1 16,0 0-2-1,0 0-32-15,0 2-139 0,-4 1-165 16,-4 0-267-16</inkml:trace>
  <inkml:trace contextRef="#ctx0" brushRef="#br0" timeOffset="183.12">3533 2866 109 0,'0'0'857'16,"0"0"-643"-16,0 0-85 0,0 0-38 16,0 0-15-16,0 0-31 15,40-6-32-15,-23 1-13 16,5-5-15-16,-5 1-198 15,-4 2-324-15</inkml:trace>
  <inkml:trace contextRef="#ctx0" brushRef="#br0" timeOffset="469.97">3619 2698 832 0,'0'0'285'0,"0"0"-38"15,0 0-8-15,0 0-72 16,0 0-61-16,0 0-61 16,0 0-21-16,13-3 8 15,-3 9 9-15,0 4-2 16,0 0 7-16,-2 4-11 16,-3 0-11-16,-2 0-6 15,-1 1-7-15,-2-1-2 0,0-1-9 16,-2-1 0-1,-4-1 0-15,-1 0-6 0,0-2-16 16,-1 1-128-16,-4-1-84 16,3-3-291-1,0-1-583-15</inkml:trace>
  <inkml:trace contextRef="#ctx0" brushRef="#br0" timeOffset="630.03">3753 2937 1228 0,'0'0'271'16,"0"0"-93"-16,0 0-112 16,-43 35-66-16,17-19-383 0</inkml:trace>
  <inkml:trace contextRef="#ctx0" brushRef="#br0" timeOffset="21369.94">4229 3518 459 0,'0'0'228'15,"0"0"-23"-15,0 0 68 0,0 0-32 16,0 0-16-16,-21-2-34 0,21 2-14 16,0 0-46-1,0 0-41-15,3 0-22 16,4 3 37-16,4 2 23 16,3 2-14-16,1-3-39 0,1-1-24 15,0-1-14 1,2 0-13-16,1-2-11 0,0 0-4 15,-3 0-8-15,0 0 1 0,-3 0-2 16,-3 0 0 0,-5 0-30-16,-2 0-74 0,-2 0-70 15,-1 0-64 1,-7 0-108-16,-2 1-379 0</inkml:trace>
  <inkml:trace contextRef="#ctx0" brushRef="#br0" timeOffset="21669.82">4149 3650 1336 0,'0'0'236'0,"0"0"-85"0,0 0 35 16,0 0 66-16,0 0-39 15,46 2-46-15,-21-2-20 16,3 0-37-16,-2 0-13 16,2 0-19-16,-3 0-27 15,-3-1-17-15,1-2-8 16,-4 0-11-16,-1 0-6 16,-4 1-9-16,-3 0 1 15,-5 2-1-15,-12 0-77 0,-7 4-292 16,-8 3-722-16</inkml:trace>
  <inkml:trace contextRef="#ctx0" brushRef="#br0" timeOffset="24253.92">4779 3202 1019 0,'0'0'288'0,"0"0"-54"0,0 0-52 16,0 0 5-16,0 0-20 0,0 0-41 16,10 8-12-1,0-3-17-15,5 1-3 0,-1 0-23 16,3 0-28-1,-1-2-25-15,1 1-9 0,-2-2-3 16,-3-1-6 0,0-1 0-16,-4-1-46 0,-3 0-76 15,-5-4-93 1,0-2-132-16,-8-1-376 0</inkml:trace>
  <inkml:trace contextRef="#ctx0" brushRef="#br0" timeOffset="24569.73">4799 3126 936 0,'0'0'307'0,"0"0"-62"16,0 0-23-1,0 0-37-15,0 0-24 0,0 0-83 16,0 0-8-1,-34 23 12-15,18-8 6 0,0 3-1 16,-1 0-17-16,2 1-15 16,1-1-26-16,6 0-9 15,1-1 0-15,2-1-7 16,4-1-4-16,1-2-8 16,0 0 0-16,8-3 5 15,3-2-5-15,3-1-1 16,3-3-1-16,4-2-98 0,16-2-69 15,-6 0-170-15,-1 0-404 0</inkml:trace>
  <inkml:trace contextRef="#ctx0" brushRef="#br0" timeOffset="25036.73">5199 3070 685 0,'0'0'247'0,"0"0"-104"0,0 0 43 0,0 0-33 16,0 0-34-16,-44 0-9 16,33 9 0-16,2 3-4 0,2-1 2 15,1 0-28 1,6-1-41-16,0 0-17 16,0 0-2-16,6-1-3 15,2 0-1-15,1 0-9 16,1-1 1-16,0 1-7 15,-1-1 0-15,-2 0 1 16,-2 0-1-16,-4 1-1 16,-1-1 0-16,-2 1 19 15,-8 2 2-15,-5-1-5 16,-3 1-14-16,-2-1 6 16,0-2-8-16,4-2-28 0,3-6-148 15,6 0-155-15,3-1-483 0</inkml:trace>
  <inkml:trace contextRef="#ctx0" brushRef="#br0" timeOffset="25299.91">5307 3053 556 0,'0'0'945'15,"0"0"-679"-15,0 0-67 0,0 0-26 16,0 0 1-16,0 0-23 16,-45 52-32-16,35-33-31 15,2 0-31-15,2-1-23 16,3 0-15-16,3-2-10 16,3-3-9-16,7-3-15 0,6-4-96 15,6-4-51 1,19-6-161-16,-5-7-351 0,-3-3-300 15</inkml:trace>
  <inkml:trace contextRef="#ctx0" brushRef="#br0" timeOffset="26049.92">5493 3067 943 0,'0'0'334'0,"0"0"9"16,0 0-24-16,0 0-101 15,0 0-64-15,0 0-29 16,-40 8 2-16,29 5-24 15,1 1-21-15,0 1-24 16,4-1-28-16,0 1-10 16,6-2-13-16,0-1-6 15,0-3-1-15,0-3-17 0,7-2-66 16,1-4-23 0,2 0-10-16,0-2 1 0,-2-7-8 15,3-1 51 1,-3-2 11-16,-2-2 45 15,1 2 16-15,-4-1 0 0,0 4 15 0,-3 2 25 16,1 1 22 0,-1 4 34-16,0 1-8 15,0 1-15-15,0 0-29 16,0 3-27-16,-1 6 1 16,-1 3 11-16,1 1-3 15,1 3-7-15,0-1-6 16,2 1-1-16,3-3-6 15,2-1-5-15,0-3-1 16,0-4-6-16,0-3-28 16,1-2-20-16,-1-5-21 0,3-6-7 15,-3-6 12-15,-1-4 32 16,-2-11 21-16,-4-12 16 16,0-14 1-16,-4-4 0 15,-3 3 1-15,0 14 12 16,2 17 37-16,1 11 7 15,3 8 22-15,-2 1-2 16,2 3 9-16,-1 3-35 16,-1 2-51-16,0 8-15 0,1 11 15 15,2 6 8 1,0 10-2-16,5-1-5 0,5 1 0 16,6-1 1-1,-1-8-2-15,3-2-22 0,-1-5-54 16,0-7-22-1,-3-5 15-15,-3-3 22 0,-1-4 37 16,-3 0 24-16,-2 0 0 0,1 0 0 16,-2 1-1-1,4 5 1-15,-1 3 0 0,1 3 12 16,0 2 1 0,-1 1-5-16,0 0-7 0,-1-3-1 15,-3-2-13 1,0-5-133-16,-3-3-248 0,0-2-456 15</inkml:trace>
  <inkml:trace contextRef="#ctx0" brushRef="#br0" timeOffset="26199.88">5673 2853 877 0,'0'0'340'16,"0"0"-143"-16,0 0-88 15,0 0-109-15,0 0-10 0,0 0 10 16,20 47-105-16,-8-28-300 16</inkml:trace>
  <inkml:trace contextRef="#ctx0" brushRef="#br0" timeOffset="26569.89">5798 2963 1185 0,'0'0'260'16,"0"0"-119"-16,0 0-86 0,0 0 78 16,0 0-28-16,0 43-43 15,1-27-17-15,-1-3-12 16,0-1-16-16,0-4-6 16,0-1-5-16,0-4-6 15,0-3 1-15,0 0 33 16,4-7-10-16,2-6-23 15,0-3 0-15,2-2 12 16,1 0 4-16,1 0 18 0,-1 5 2 16,0 4 1-1,-3 3-8-15,2 6-15 0,-1 0-9 16,1 11 8 0,1 4 3-16,1 1-11 0,0 1-6 15,-1-1 0 1,1-3-6-16,0-4-111 0,6-9-137 15,-3 0-271-15,-1-4-261 0</inkml:trace>
  <inkml:trace contextRef="#ctx0" brushRef="#br0" timeOffset="26970.05">5993 2872 636 0,'0'0'210'0,"0"0"20"16,0 0-78-1,0 0-29-15,-21 41-46 0,21-27-42 16,0 0-33-16,0-3 5 16,4-3-7-16,2-4 14 15,0-4-14 1,0 0-20-16,2-4-48 0,0-6 21 16,-1-5 47-16,0 0 43 15,-3-1 44-15,-1 0 83 16,-1 4 26-16,-2 3 22 15,0 4-17-15,0 5-38 0,0 0-80 16,0 10-53 0,1 9 60-16,1 6 15 0,1 5-11 15,2 4-2 1,1 1-15-16,1-1-15 16,-1 0-21-16,1-4-19 15,-1-1-7-15,-2-5-7 0,-2-3-8 16,-2-2 1-1,0-2 0-15,-3-3-1 0,-8-1 0 16,-4-2-14-16,-23 3-107 16,3-2-191-16,-1-4-392 0</inkml:trace>
  <inkml:trace contextRef="#ctx0" brushRef="#br0" timeOffset="28769.98">1184 1319 1250 0,'0'0'334'15,"0"0"-6"-15,0 0-32 16,0 0-108-16,0 0-113 0,0 0-38 16,0-3-11-1,0 3-3-15,0 0-2 0,0 0-1 16,0 0-4-1,0 0-1-15,0 0-5 0,0 0 1 16,0 0-5-16,0 0-5 16,0 0 1-16,0 0 5 15,0 0-7-15,0 0-1 16,0 0 0-16,4-1-24 16,28-13-39-16,0-1-205 15,7-4-1002-15</inkml:trace>
  <inkml:trace contextRef="#ctx0" brushRef="#br0" timeOffset="29270.06">3090 1195 190 0,'0'0'0'0</inkml:trace>
  <inkml:trace contextRef="#ctx0" brushRef="#br0" timeOffset="31651.8">533 2759 1345 0,'0'0'331'0,"0"0"-24"16,0 0-24-16,0 0-85 16,-53-24-28-16,33 24-63 15,-1 11-44-15,1 6-21 16,1 5-6-16,4 3-1 16,4-2-18-16,6 2-10 15,4-2-7-15,1-3 0 16,6-2-1-16,5-5-6 15,3-3-8-15,3-6-21 16,2-4-40-16,0-1-14 16,-1-11-8-16,-2-5 9 15,-3-2 41-15,-4-2 29 16,-4-2 18-16,-2 1 0 0,-3-1 1 16,0 3 11-1,0 4 7-15,-3 4 35 0,3 6 47 16,-1 3 3-1,-1 3-32-15,2 1-44 0,0 9-26 16,0 6 11-16,0 5-3 16,3 3 4-16,6 0 3 15,2-1-14 1,3-1 3-16,4-3-5 0,-1-5-1 16,2-6-15-16,-1-4-50 0,-3-4-58 15,-1-6 12 1,-2-9-1-16,-4-5 24 0,-1-6-26 15,-4-3 48 1,-3-3 45-16,0-2 22 0,-3-2 0 16,-2 3 18-16,-1 5 20 15,0 7 30-15,1 7 21 16,2 7-13-16,0 6-5 16,3 1-57-16,0 13-7 15,0 5-7-15,7 5 0 16,3 3 0-16,4 0 0 15,4-3-1-15,0-4-10 16,4-5 5-16,-2-5-37 16,0-7-54-16,-3-2-44 15,-4-6-37-15,-5-8 37 16,-3-7 62-16,-4-5 60 16,-1-3 19-16,-7-3 69 15,-4-3 22-15,-3 3 36 16,0 3-13-16,4 7 24 15,0 7-6-15,6 8-12 16,3 7-53-16,1 0-62 16,0 14-5-16,7 9-1 0,3 5-5 15,1 5 6-15,3 0-2 16,-2-1-14-16,-1-2-78 16,-3 2-99-16,-4-8-284 15,-3-7-478-15</inkml:trace>
  <inkml:trace contextRef="#ctx0" brushRef="#br0" timeOffset="31837.77">615 2718 1722 0,'0'0'248'0,"0"0"-111"0,0 0-82 16,45-20-33-16,-5 8-16 15,9 1-5-15,0 1-1 16,-11 3-12-16,-4 1-32 16,-16 3-214-16,-2-1-488 0</inkml:trace>
  <inkml:trace contextRef="#ctx0" brushRef="#br0" timeOffset="32702.01">882 2665 837 0,'0'0'146'0,"0"0"60"16,0 0-56-16,0 0-45 16,0 0-24-1,32 41-24-15,-20-36-29 0,-1-4-7 0,0-1-2 16,-2 0 10 0,0-6 21-16,-2-5-19 0,-3-3-17 15,-1-1 8 1,-2 1 19-16,-1 2 34 15,-2 2 7-15,-4 2 31 16,-2 6-3-16,0 2-46 16,0 0-24-16,0 11-25 15,1 4-9-15,3 4 6 0,2 5-1 16,2-1-9-16,5-1 7 16,6-1-9-16,5-4 0 15,3-5-14-15,2-7-120 16,2-5-59-16,-3-2-76 15,-1-13-346-15,-5-3 112 16,-7-4 288-16,-4-2 215 16,-3 0 268-16,0 4 79 15,0 2 15-15,-3 5-48 16,0 5-44-16,0 4-32 16,2 4-102-16,1 0-80 0,0 6-45 15,0 8-5 1,0 4-5-16,4 3 11 0,2 1-5 15,0 0-6-15,1-3-1 16,-1-3-2-16,0-5-5 16,-1-6-24-16,-1-5-57 15,0 0 13-15,-2-8 35 16,1-8-25-16,0-1 19 0,0-2 40 16,-3-1 6-1,2 3 0-15,0 2 12 0,-2 4 6 16,1 5 14-1,0 4 7-15,1 2-23 0,0 3-15 16,4 9 39-16,2 3 2 16,4 4-11-16,3-1-12 15,2 0 3 1,2-3-16-16,-1-5-5 0,-1-2-1 16,-3-7-9-1,-4-1-51-15,-2-9-1 0,-3-5-1 16,-2-6 12-16,-3-4 34 15,0-3 16-15,-10-10 15 16,-1 2 24-16,-2 0 39 16,1 2 11-16,2 11 14 15,1 3 15-15,4 8-8 16,3 9-38-16,2 2-68 16,0 10-4-16,6 10 0 15,5 6-1-15,5 4 1 16,3 2-6-16,-1 1 0 15,1-2-4-15,-4 0-57 0,-3 1-156 16,-6-6-353-16,-3-9-676 0</inkml:trace>
  <inkml:trace contextRef="#ctx0" brushRef="#br0" timeOffset="32934.21">1218 2627 782 0,'0'0'954'0,"0"0"-818"0,0 0 5 16,0 0-23-16,39-15 9 15,-18 18-5-15,4 8-39 16,-2 5 24-16,-2 2-19 0,-3 2-29 16,-4 0-33-1,-6-2-26-15,-3 1-50 0,-4-4-93 16,-5 0-91-1,-6-5-281-15,-3-5-436 0</inkml:trace>
  <inkml:trace contextRef="#ctx0" brushRef="#br0" timeOffset="33069.9">1311 2560 698 0,'0'0'380'0,"0"0"-171"0,0 0-85 15,0 0-64 1,0 0 4-16,40 16-64 0,-21 2-73 15,-3-2-327-15</inkml:trace>
  <inkml:trace contextRef="#ctx0" brushRef="#br0" timeOffset="33419.69">1440 2627 1281 0,'0'0'238'15,"0"0"130"-15,0 0-150 16,0 0-57-16,0 0-66 0,-31 42-21 16,31-21-20-1,0-2-26-15,1 1-19 0,9-3-4 16,-1-4-5 0,2-3-1-16,1-7-8 15,-1-3-24-15,1-2-31 16,-1-11-14-16,-3-4-10 0,-3-3 20 15,0-4 24-15,-5 1 12 16,0 0 2-16,-5 3 18 16,0 4 12-16,-2 4 0 15,1 6 1-15,3 4-1 16,1 2-33-16,2 0-43 16,0 7-8-16,3 3-52 15,7 3-93-15,0-2-111 16,1-3-260-16</inkml:trace>
  <inkml:trace contextRef="#ctx0" brushRef="#br0" timeOffset="33735.74">1555 2641 751 0,'0'0'392'15,"0"0"-56"-15,0 0-115 16,0 0-39-16,0 0 4 16,0 0-76-16,0 0-45 15,17 36-18-15,-12-24-5 16,-1 0-16-16,-1-2-12 15,-2-1-4-15,-1-3-9 0,0-3 5 16,0-1 0 0,0-2 3-16,0 0 9 15,0-6 23-15,-3-5-26 16,1-5-1-16,1-5 11 0,1-2 3 16,0 0 3-1,1 4 4-15,3 4 23 0,2 6-30 16,-1 8-18-1,3 1-10-15,0 5 0 0,3 9-9 16,0 6 8-16,-1 4-11 0,-3 4 3 16,-3 11-67-1,-2-7-111 1,-2-4-493-16</inkml:trace>
  <inkml:trace contextRef="#ctx0" brushRef="#br0" timeOffset="45772.24">9761 3965 994 0,'0'0'238'0,"0"0"-101"15,0 0 17-15,0 0-39 16,0 0-26-16,0 0-25 16,8 0-30-16,1 0-16 15,2 0-11-15,2 0-7 16,0 0-7-16,-3 0 0 16,0 0-44-16,-3 0-139 15,-3 0-179-15,-4 0-286 0</inkml:trace>
  <inkml:trace contextRef="#ctx0" brushRef="#br0" timeOffset="45953.12">9703 4021 486 0,'0'0'201'0,"0"0"-10"0,0 0-32 16,0 0 53-1,0 0-77-15,0 0-43 0,0 0-11 16,56 11-52-1,-36-11-29-15,2-4-3 0,1-5-110 16,-5 1-199-16,-7 0-836 0</inkml:trace>
  <inkml:trace contextRef="#ctx0" brushRef="#br0" timeOffset="46179.81">9858 3857 958 0,'0'0'246'0,"0"0"-65"16,0 0-92-16,0 0 26 0,0 0 20 15,52 36-57 1,-38-18-23-16,-2 2 7 0,-4 0-14 16,-5 0-11-1,-3 0-13-15,-7-2-6 16,-9-2-11-16,-7 2-7 15,-26 4-5-15,7-4-108 16,-2-5-291-16</inkml:trace>
  <inkml:trace contextRef="#ctx0" brushRef="#br0" timeOffset="51401.83">12475 4351 452 0,'0'0'140'0,"0"0"0"15,0 0 9-15,0 0 21 16,0 0-15-16,0 0-3 15,-1-12-8-15,1 11-22 16,0-1 15-16,0 1-20 0,0 1-11 16,0 0-20-16,1 0-30 15,2 0-25-15,4 0-7 16,2 4 46-16,5 0-19 16,1 1-16-16,4-1-8 15,2-1-9-15,1 0 2 16,2 0-12-16,1-3-7 15,0 2 7-15,-4-2-7 16,1 0-1-16,-6 0 1 16,-1 0-1-16,-3 0 0 0,-4-2-5 15,-3 1 3 1,-2 0-21-16,-3 1-91 0,0 0-121 16,-15 0-160-1,-1 0-179-15,0 2-488 0</inkml:trace>
  <inkml:trace contextRef="#ctx0" brushRef="#br0" timeOffset="51833.47">12506 4405 225 0,'0'0'686'0,"0"0"-510"0,0 0-8 16,0 0-14-16,0 0 33 15,0 0-26-15,0 0-35 16,4 0-43-16,2 2 46 16,2-1 17-16,3 2-63 15,2-2-33-15,1 2-8 16,1-2-8-16,2 2-13 15,2-2-2-15,0 0 5 16,1-1-8-16,1 0 4 0,-2 0-6 16,0 0-2-1,-1-3-10-15,-2-1 7 0,-4 1-9 16,-2-1 0 0,-4 2 0-16,-4 1 0 15,0 0 1-15,-2 1-1 16,0 0 0-16,0-1-7 15,-2 0-7-15,-5 1-32 16,-20 0-188-16,1 0-271 16,-1-1-430-16</inkml:trace>
  <inkml:trace contextRef="#ctx0" brushRef="#br0" timeOffset="93129.83">1280 4406 1204 0,'0'0'214'0,"0"0"-19"15,0 0-30 1,0 0 15-16,0 0-40 0,0 0-41 15,0 0-26 1,27-11-16-16,-5 5-11 0,3-2-25 16,1-1-18-16,2-2-3 15,-3 1-16-15,0 1-113 16,-1-4-181-16,-7 4-232 16,-5 2-372-16</inkml:trace>
  <inkml:trace contextRef="#ctx0" brushRef="#br0" timeOffset="93351.96">1289 4470 564 0,'0'0'838'16,"0"0"-705"-16,0 0-2 15,0 0 23-15,0 0-20 16,0 0-27-16,0 0 8 0,26 3-47 15,-6-9-41-15,3-2-20 16,2-1-7-16,1-1-69 16,11 1-196-16,-8 0-279 15,-6 3-511-15</inkml:trace>
  <inkml:trace contextRef="#ctx0" brushRef="#br0" timeOffset="95835.04">1384 5129 1070 0,'0'0'158'15,"0"0"-61"-15,0 0 149 0,0 0 10 16,0 0-61-16,0 0-43 15,0 0-34-15,-14-4-20 16,14 4-17-16,8 0-17 16,4-2-15-16,8 1-7 15,3-2-3-15,6-3-5 16,8-2-10-16,-1 0 0 16,0-3-14-16,1-1 3 0,-7 0-12 15,3-1-2 1,-5-1 1-16,-5 3-38 0,-6 1-85 15,-7 4-100-15,-10 5-51 16,-2 1-66-16,-9 0-345 0</inkml:trace>
  <inkml:trace contextRef="#ctx0" brushRef="#br0" timeOffset="96069.77">1383 5243 986 0,'0'0'197'16,"0"0"-109"-16,0 0 125 16,0 0 61-16,0 0 19 15,0 0-54-15,61 3-34 16,-19-16-52-16,13-5-35 16,1-3-30-16,-3 1-23 15,-13 5-42-15,-13 2-12 16,-7 7-11-16,-3 0-7 15,-4 2-20-15,-3 0-167 0,-9 4-499 0</inkml:trace>
  <inkml:trace contextRef="#ctx0" brushRef="#br0" timeOffset="100181.57">452 4709 1242 0,'0'0'236'15,"0"0"-73"-15,0 0 87 0,0 0-45 16,-44-3-78-16,32 12-37 16,1 4-31-16,-1 3-19 15,2 3-19-15,3 1 6 16,3 1-2-16,4-1-12 15,0-1-11-15,0-1-2 16,8-3 1-16,1-3-1 16,1-4-16-16,0-4-11 15,0-4-7-15,-1 0 16 16,-1-7 16-16,0-5-11 0,-1-5-8 16,-3-3-5-1,-3-2 14-15,-1-2 6 0,0 1 6 16,-1 0 0-1,-3 4 8-15,-2 4 1 0,3 4 23 16,0 5 11-16,2 6 15 16,0 0-43-16,1 2-15 15,0 10-1-15,7 6 1 0,3 3 0 16,3 3 2 0,2-3-1-16,3-1 0 15,2-5-1-15,-2-5-1 16,2-5-12-16,-1-5-59 0,-4-3 9 15,0-9-17 1,-5-4-37-16,-3-5-22 16,-4-4 29-16,-3-2 58 15,0-2 42-15,-7 2 10 0,0 2 24 16,-2 1 28-16,2 6 29 16,0 5 16-16,3 5 19 15,1 6 5-15,1 2-54 16,2 2-47-16,0 10-19 15,3 3 4-15,5 5-3 16,4 1-1-16,3-1 0 16,2-3 0-16,4-4-1 15,2-4 0-15,-1-6-1 0,-1-3-42 16,-2-4-34 0,-5-9-7-16,-6-3-44 15,-3-5 16-15,-5-2 71 16,-3-5 41-16,-10-1 24 0,-2-2 46 15,-3 0 33-15,2 3 17 16,4 3-2-16,3 8-27 16,4 9 55-16,5 8-82 15,0 2-64-15,8 15 0 16,6 7 2-16,5 4 8 16,1 4 5-16,-1-1-9 15,-1 0-6-15,-2-4 0 16,-3 0 0-16,-4-2-76 15,-4 1-92-15,-2-7-166 0,-3-4-289 0</inkml:trace>
  <inkml:trace contextRef="#ctx0" brushRef="#br0" timeOffset="100399.84">554 4734 1516 0,'0'0'212'0,"0"0"-128"16,0 0-37-16,37-19-9 0,-5 6 5 15,1 0-24 1,3 0-19-16,1-3 0 0,1-6-123 16,-3 3-154-1,-9 3-445-15</inkml:trace>
  <inkml:trace contextRef="#ctx0" brushRef="#br0" timeOffset="101303.09">845 4543 850 0,'0'0'279'16,"0"0"-111"-16,0 0 44 16,0 0-82-16,0 0-27 0,-17 43 4 15,17-33-15 1,7 1-11-16,2-3-29 0,0-2-25 15,2-2-27 1,0-4-6-16,-1 0 0 0,0-3 6 16,-2-6 0-16,-3-1 1 15,0-2 0 1,-5-2 7-16,0 2 6 0,-2 0 2 16,-4 0 30-16,-2 4 13 15,1 3 40-15,-1 3-10 16,3 2-3-16,-1 0-25 15,3 7-40-15,0 5-14 16,2 3-6-16,1 2-1 16,0 3 0-16,7-2-1 15,3-3-8-15,4 0-18 16,1-6-64-16,2-5-27 16,1-4-27-16,0-6-70 15,-2-8-21-15,-5-4-46 16,-4-2 119-16,-4 0 115 15,-3 1 48-15,0 3 141 0,-1 4 47 16,-4 4 19-16,4 4 28 16,-2 1-48-16,3 3-86 15,0 0-67-15,0 9-21 16,2 2-1-16,3 2 5 0,2 2-3 16,0 1-3-1,-1-1-5-15,1 0-5 0,-1-3 0 16,-1-3-1-1,-2-4-25-15,-1-5-45 0,0 0 17 16,-1-8 20-16,-1-6-6 16,0-5 8-16,2 1 17 15,-1-2 13-15,-1 4 0 16,0 3 1-16,1 4 16 16,0 3 12-16,-1 5 3 15,2 1-14-15,1 0-17 16,2 8 7-16,2 2 17 15,4 1-8-15,1 0-7 0,-1-2-7 16,4-2-2 0,-3-3 0-16,0-3-5 15,-3-1-29-15,-2-4 5 16,-4-6 13-16,-3-3-12 16,0-4 12-16,0-5 14 15,-6-4 2-15,-6-10 2 16,-1 2 8-16,0-1 14 15,-1 4 20-15,5 11 47 16,2 3 9-16,3 8 4 16,3 7-44-16,1 2-60 0,5 7-4 15,7 9 4 1,7 4 0-16,4 5 0 0,3 2-1 16,0 1 0-16,-1 2-1 15,-4 0-5-15,-2-1-78 16,-5 3-138-16,-5-7-270 15,-8-6-214-15</inkml:trace>
  <inkml:trace contextRef="#ctx0" brushRef="#br0" timeOffset="101515.37">1119 4416 675 0,'0'0'796'0,"0"0"-716"15,0 0-32-15,0 0 46 16,42 0 2-16,-22 11-11 16,1 2-13-16,-2 0-22 15,-3 3-31-15,-3-2-19 0,-5 0-14 16,-3-2-148 0,-5-3-76-16,-6-2-127 0,-3-5-173 0</inkml:trace>
  <inkml:trace contextRef="#ctx0" brushRef="#br0" timeOffset="101652.69">1194 4355 706 0,'0'0'262'16,"0"0"-110"-16,0 0-60 15,0 0-54-15,0 0-21 16,50-28-7-16,-30 33-10 16,13 10-42-16,-7-3-217 15,-3-1-314-15</inkml:trace>
  <inkml:trace contextRef="#ctx0" brushRef="#br0" timeOffset="101982.13">1403 4387 421 0,'0'0'973'16,"0"0"-781"0,0 0 84-16,0 0-89 15,0 0-45-15,0 0-36 16,-29 44 1-16,29-25-28 0,0 1-32 15,6-1 4-15,3-2 13 16,2-5-34-16,4-2-30 16,-1-7-5-16,-2-3-13 0,2-2-15 15,-2-11 5 1,-3-3-31-16,-2-7-2 16,-3-1 16-16,-4-1 16 15,0 1 11-15,-8 3 0 0,-1 6 18 16,-1 4 0-1,2 6 2-15,1 3-2 0,1 2-8 16,3 3-32 0,3 4-32-16,3 2-144 0,13 1-98 15,0-1-86 1,-1-3-11-16</inkml:trace>
  <inkml:trace contextRef="#ctx0" brushRef="#br0" timeOffset="102311.17">1559 4376 852 0,'0'0'511'0,"0"0"-316"16,0 0-61-16,0 0-34 16,0 0-41-16,0 0 67 15,0 0-5-15,18 33-25 16,-14-21-29-16,0-1-12 0,-2-1-26 16,-1-2-8-1,-1-2-14-15,0-3-1 0,0-3-4 16,0 0 45-1,0-6 66-15,-1-7-43 0,-2-5-24 16,2-4-6-16,0-1-13 16,1 1 21-16,0 5 33 15,2 3-16-15,2 8-20 16,3 3-28-16,3 3-10 16,3 2 4-16,2 5-10 0,2 5 5 15,0 2-6 1,-3 1 0-16,-2 1-2 0,-5 1-83 15,-7 12-146-15,-6-4-358 16,-5-2-893-16</inkml:trace>
  <inkml:trace contextRef="#ctx0" brushRef="#br0" timeOffset="102934.6">198 5306 1618 0,'0'0'246'0,"0"0"-25"0,0 0 18 0,0 0-118 0,0 0-64 0,0 0-36 16,0 0-15-16,13 53 19 16,3-21 33-16,1 2-12 15,-2-7-28-15,3 1-10 16,0-4-7-16,-1-4 1 15,-2-5-2-15,-3-8-20 0,-1-4-63 16,-5-3 8-16,-2-9 44 16,-2-9 15-16,-2-6-32 15,0-2 11 1,-3 0 21-16,-3 2 14 0,4 5 2 16,0 5 0-16,1 5 0 15,1 6 2-15,0 3-2 16,2 0 1-16,5 9-1 15,7 3 31-15,1 6 21 16,4-1-16-16,0-1-10 16,0-3-6-16,0-4-11 0,-3-4-8 15,-2-5 5 1,-3 0 4-16,-3-14-2 0,-4-3-8 16,-4-7-5-1,0-5-40-15,-2-3-48 16,-8 0-94-16,1 3-76 15,1 3-3-15,2 7-127 0,3 8-334 0</inkml:trace>
  <inkml:trace contextRef="#ctx0" brushRef="#br0" timeOffset="103449.75">558 5276 75 0,'0'0'408'0,"0"0"-298"0,0 0 54 0,0 0 11 16,0 0-61-16,0 0-66 0,41 3-9 16,-34-4 9-16,-2-6-15 15,0-2 28-15,-4 0 7 16,-1-1 2-16,0-2 11 16,0 2-2-16,-3 2 20 15,-1 2 23-15,-2 3 32 16,2 2 12-16,-1 1-32 15,1 0-42-15,0 7-54 16,1 6-23-16,2 2-13 0,1 3 5 16,0 2-6-1,4 1 0-15,6-3 0 0,4-2 13 16,2-4 4 0,1-4-18-16,2-6-8 15,-2-2-27-15,-2-5 18 16,-1-7-2-16,-3-6-20 15,-2-3-11-15,-3-2 18 0,-3-1 15 16,-3 5 16-16,0 2 1 16,0 4 7-16,0 7 21 15,0 3 11-15,0 3-5 16,5 0-22-16,1 5-12 16,3 5 28-16,2 3 13 15,-1 1-12-15,3 1-16 16,-4-2-13-16,-1-1-1 15,-4-3-80-15,-4-7-136 0,0-2-138 16,0-1-177-16</inkml:trace>
  <inkml:trace contextRef="#ctx0" brushRef="#br0" timeOffset="103599.75">677 5072 558 0,'0'0'183'0,"0"0"-104"0,0 0 56 16,36 47-96-16,-10-31-39 16,-3-5-122-16,-3-2-73 0</inkml:trace>
  <inkml:trace contextRef="#ctx0" brushRef="#br0" timeOffset="104629.85">847 5099 573 0,'0'0'326'0,"0"0"-34"16,0 0-43-1,0 0-74-15,0 0-25 0,0 0-12 16,0 0-55-16,-26-11-56 16,23 18-17-16,0 3-9 15,1-1 0-15,1-2-1 0,1 1-2 16,0-5 1 0,0-2-14-16,0-1-60 15,0 0-7-15,3-4 52 16,0-3 28-16,0-2 2 15,0 2 1-15,0 2 16 0,-1 2 14 16,2 3 13 0,1 0-3-16,2 8 39 15,5 5 19-15,2 3-5 16,5 7-5-16,1 2-24 16,0 5-29-16,1 1-15 15,-2 1 2-15,-4 4-8 0,-3-4-7 16,-2-3-7-1,-5-4 4-15,-4-3-5 0,-1-6-1 16,0-6 1-16,-5-5 0 16,-4-5 1-16,-4 0-1 15,-3-11-23-15,-1-5-21 16,0-3 8-16,-1 0 17 16,4-3 3-16,3 1-2 15,3-2-31-15,4 0-7 16,4-1-42-16,0-2-23 0,0-1-7 15,4 0 20-15,2 0 3 16,-2 0-6-16,-1-1 49 16,-1 0 43-16,-2 1 19 15,0 2 24-15,0 5 24 16,0 5 47-16,-2 4 37 16,2 7 32-16,-1 3 3 15,1 1-59-15,0 5-65 16,3 9-3-16,5 4 15 15,4 5-14-15,2 2-2 16,1-3-14-16,0 0-7 0,0-5-9 16,-1-2-9-1,-1-6 0-15,-3-3 0 16,-3-2-55-16,-2-4-61 16,-3 0 27-16,0-9 21 0,-2-1-41 15,0-5 25 1,0 2 41-16,0-1 35 0,0 2 8 15,0 1 34-15,-1 3 48 0,1 4 12 16,0 1 0 0,0 3-21-16,0 0-36 0,2 1-21 15,5 7 39 1,2 1-3-16,4 1-24 0,-1 1-10 16,3-2-6-1,-1-3-11-15,1-2 0 16,-4-2-1-16,1-2 0 15,-4-2-17-15,-2-8 1 16,-2-3-1-16,-3-5-6 0,-1-4 8 16,-3-4 14-16,-5-3 1 15,-2-4 1-15,-3 1 0 16,2 4 13-16,2 5 26 16,2 8 27-16,3 7 37 15,3 5 11-15,1 3-51 16,0 1-43-16,5 9-21 15,5 7 1-15,6 3 6 0,0 2-1 16,2 2-4 0,-3-1-1-16,-4-2 0 15,-2-1-1-15,-3-3-68 16,-3-3-66-16,-3-6-56 0,-1-2-159 16,-6-6-285-16</inkml:trace>
  <inkml:trace contextRef="#ctx0" brushRef="#br0" timeOffset="104834.75">1000 4981 1663 0,'0'0'152'0,"0"0"-92"15,0 0-13 1,0 0-3-16,40-15-16 15,-24 7-28-15,2-10-56 16,-3 5-229-16,-6-1-664 0</inkml:trace>
  <inkml:trace contextRef="#ctx0" brushRef="#br0" timeOffset="104979.81">1121 4843 1817 0,'0'0'229'0,"0"0"-103"16,0 0-88-16,0 0-38 15,0 0-229-15,0 0-379 0</inkml:trace>
  <inkml:trace contextRef="#ctx0" brushRef="#br0" timeOffset="107951.01">8282 5532 173 0,'0'0'159'15,"0"0"100"-15,0 0-38 16,0 0-24-16,0 0-25 16,0 0 3-16,-2 0-8 15,2 0-21-15,0 0-3 0,0 0 6 16,0 0-17 0,2 0-24-16,2 0-46 0,2 0-27 15,4 0 48 1,2 0 23-16,3 3-41 0,4 1-8 15,-2 0-19-15,3-1 5 16,0-1-5-16,0 0-10 16,0-2-10-16,-1 0-3 0,-1 0-6 15,0 0-8 1,-2 0 5-16,-2-2-6 16,-2-1-1-16,-4 1-5 15,-1-1-5-15,-3 2-20 0,-3 1-58 16,-1 0-68-1,0 0-74-15,-5 0-167 0,-5 0-92 16,2 1-393-16</inkml:trace>
  <inkml:trace contextRef="#ctx0" brushRef="#br0" timeOffset="108418.83">8306 5610 95 0,'0'0'248'0,"0"0"-66"0,0 0 8 16,0 0 21-16,0 0-1 16,0 0-12-16,0 0-4 15,-2 0-24-15,2 0 16 16,0 0 7 0,0 0-41-16,0 0-22 0,2 0-19 15,4 1-42-15,3 2 5 16,2 1 14-16,4 1-21 15,0-1-3-15,5-1-7 16,-2-1-14-16,1 0-13 0,0-2-3 16,0 0-3-16,-3 0-10 15,-2 0-7-15,-1 0-6 16,-4 0-1-16,-2 0 0 16,-3 0-6-16,-1 0-6 15,-3 0-51-15,0 0-109 16,-7 2-284-16,-3-2-470 0</inkml:trace>
  <inkml:trace contextRef="#ctx0" brushRef="#br0" timeOffset="111286.43">3009 4968 993 0,'0'0'307'15,"0"0"-59"-15,0 0 13 0,0 0-9 16,0 0-62-1,0 0-70-15,0 0-34 16,5 0-37-16,3 0-30 0,4 0 8 16,4 0-9-16,1-2-9 15,2-1-9 1,-1-1 0-16,0 0-6 16,-3 1-31-16,-1-1-98 15,-4 0-99-15,-4 2-119 0,-4 0-215 16,-2 1-355-16</inkml:trace>
  <inkml:trace contextRef="#ctx0" brushRef="#br0" timeOffset="111499.81">3014 5050 1059 0,'0'0'253'0,"0"0"-3"0,0 0 43 16,0 0-55-1,0 0-88-15,0 0-85 0,0 0 2 16,37-1-18-16,-18-2-27 16,1-1-10-16,1-1-12 15,0 3-10-15,6 2-70 16,-6 0-154-16,-4 0-419 0</inkml:trace>
  <inkml:trace contextRef="#ctx0" brushRef="#br0" timeOffset="116929.68">5453 8160 1572 0,'0'0'296'0,"0"0"-47"16,0 0 13-16,0 0-83 15,0 0-79-15,3 53 28 0,12-4-8 16,2 7-33-16,-2-9-31 16,-4-14-18-1,-6-12-19-15,1 1-10 16,1-1-7-16,-1 0-1 0,0 1-1 16,-2-6-17-16,-1-8-66 15,-3-2-86-15,0-6-76 16,-3-11-28-16,-6-6-346 15,1-4-336-15</inkml:trace>
  <inkml:trace contextRef="#ctx0" brushRef="#br0" timeOffset="117301.97">5428 8128 1087 0,'0'0'537'15,"0"0"-425"-15,0 0 154 16,-29 46-22-16,20-24-84 16,1 2-45-16,-1-3-26 15,0-2-29-15,5-5-20 16,0-7-16-16,2-1-12 0,1-3-5 16,1-3 7-1,0-4 33-15,0-6 9 0,7-8-31 16,2-4-16-1,3-1-8-15,0 0 8 0,4 3 0 16,2 6-2-16,-1 3-1 16,1 7-6-16,-1 4 0 15,-1 1 1-15,3 8-1 16,-4 5 0 0,-1 0 2-16,-1 2-2 0,-3-1-7 15,-1 1-93-15,-3 5-131 16,1-4-241-16,-5-3-366 0</inkml:trace>
  <inkml:trace contextRef="#ctx0" brushRef="#br0" timeOffset="117499.86">5736 8222 1870 0,'0'0'394'0,"0"0"-249"16,0 0 35-16,0 0-25 0,0 0-86 16,0 0-50-1,0 0-19-15,-25 44-59 0,7-24-218 16,-4-1-563-16</inkml:trace>
  <inkml:trace contextRef="#ctx0" brushRef="#br0" timeOffset="119469.78">1559 5087 850 0,'0'0'133'0,"0"0"-8"15,0 0-11 1,0 0-20-16,0 0 9 0,0 0-27 15,10 6 44-15,4-3 12 0,3 0-13 16,3 0-3 0,3-2 10-16,1-1-30 0,3-1-20 15,1-8-13 1,2-4 4-16,0-5-23 16,1-3-9-16,1-3-12 15,-1-4-8-15,0 0-4 0,-3-3-4 16,-3-2 9-1,-5 0-4-15,-6-2-3 0,-4 1 5 16,-3-1-13 0,-4 2 0-16,-3 1 11 0,-2 4-2 15,-7 2 1-15,-4 2-4 16,-3 0 2-16,-2 1-3 16,-1 2 0-16,0 0-6 15,0 2-8-15,2 0 1 16,1 0-23-16,1 4 5 15,2 1 5-15,0 4 5 0,0 0 2 16,0 3-2 0,-1 0-3-16,0 0 2 0,-1 2 1 15,1 0-16 1,-1 3 12-16,1 0-4 0,-2 2-6 16,0 0-10-1,-2 0 2-15,-2 6 8 16,-3 2 20-16,-2 3 3 15,-3 1 5-15,-2 4-1 0,-1 2-4 16,0 1 6-16,1 1 0 16,0 1 0-16,2-3 0 15,3-1 2-15,2 0 4 16,2 0 0-16,3-1 0 16,1 2 6-16,3 0 7 15,1 3 3-15,2 2-10 16,0 1 3-16,1 1 16 15,3 1-2-15,-1 1 1 16,2-1-6-16,2-1-5 16,2-1-13-16,2-1 16 0,0-1 19 15,0 0 3-15,6-1-2 16,2-2-9-16,2-1-7 16,1-1-3-16,3-5-1 15,3 1 1-15,0-5-7 16,3-3-4-16,2-4-11 15,-1-1 5-15,0-1-6 16,-1-8 0-16,-4 1-49 16,0-5-132-16,-5 4-188 15,-6-1-484-15</inkml:trace>
  <inkml:trace contextRef="#ctx0" brushRef="#br0" timeOffset="119629.67">1426 5068 2080 0,'0'0'242'0,"0"0"-174"0,0 0-60 15,0 0-8 1,0 0-6-16,0 0-164 16,0 0-147-16,41-1-857 0</inkml:trace>
  <inkml:trace contextRef="#ctx0" brushRef="#br0" timeOffset="121517.22">6231 7667 652 0,'0'0'656'16,"0"0"-444"-16,0 0 7 15,0 0-17-15,0 0-25 16,0 0-59-16,11 0-10 15,5 0-19-15,4 2-34 16,2-1-22-16,0-1-15 16,0 0-9-16,-2 0-8 15,-3 0-1-15,-3 0-8 16,-3 0-103-16,-7 0-148 16,-1-2-292-16,-3-3-528 0</inkml:trace>
  <inkml:trace contextRef="#ctx0" brushRef="#br0" timeOffset="121899.64">6213 7571 674 0,'0'0'729'0,"0"0"-553"16,0 0 60-16,0 0-10 16,0 0-66-16,0 0-55 15,0 0-52-15,0-9-29 16,-1 18 1 0,-2 3 60-16,-3 5-8 0,-2 4-16 15,0 1-8-15,-1 0-7 16,0 0-10-16,5-3-2 15,2-1-13-15,2-4-3 0,2-2-3 16,6-2-2 0,9-2 11-16,3-3 3 0,5-3 6 15,4-2-15 1,1 0-8-16,0-4-9 0,-1-2 0 16,-3 1-1-1,-2 3-31-15,-7 2-194 0,-8 0-555 0</inkml:trace>
  <inkml:trace contextRef="#ctx0" brushRef="#br0" timeOffset="210699.92">2783 8038 941 0,'0'0'275'16,"0"0"-204"-16,0 0-30 15,0 0 113-15,47 10 29 0,-25-5-25 16,2-1-19 0,4-2-16-16,3 1-14 0,0-3-25 15,4 0-7 1,-1-3-16-16,0-6-17 15,-1-3-4-15,-1-3-2 0,-3-2 2 16,-4-3 18-16,-2-2-3 16,-4-3-1-16,-1-3 1 15,-3-2-13-15,-2-1 0 16,-3-1 1-16,0-1-15 16,-1-6-17-16,-3 3-10 15,-2 1-1-15,0 0-20 16,-2 6-2-16,-1-2-5 15,-1 4 2-15,0 2 5 16,-6 2-2-16,0 2-10 16,-4 1-2-16,-1 0 6 0,-2 0-4 15,-2-1-18-15,-2 1 1 16,-2 0 4-16,-3 0-7 16,-1 3 13-1,-1 2 2-15,-3 3 28 0,-8 0-1 16,-8 3-44-16,-7 2 1 15,-3 3 32-15,8 3-14 16,11 1 4-16,11 0-5 16,2 0 22-16,-4 2 5 15,-1 2-1-15,-2 1 9 16,2 1-12-16,3 1 11 0,1-1 1 16,2 2-11-1,2 2 5-15,0 1-2 0,1 1 9 16,2 3 1-1,-1 0-1-15,2 2 19 0,2 0-4 16,0 0-14-16,1 0 0 16,0 0 11-16,0-1 4 15,3 2 9-15,-1 0-1 0,2 0 0 16,0 1-8 0,1-1 5-16,1 3-1 0,2 1 10 15,1 1 1 1,2 0 2-16,0-1 13 0,0 4-8 15,0-2-4-15,2-1 1 16,3 1-1-16,2-1-6 16,1-1 3-16,0 2 8 15,2-3-3-15,0 1-6 16,0 0 1-16,1-2 8 16,-1 0-8-16,1-2-8 15,0-1-6-15,0-3-8 16,1-3 2-16,0-2 16 15,2 1 6-15,0-3-3 16,-2 0-8-16,2-1-2 16,-1-1-4-16,0-1-4 15,0 0-2-15,1-2 4 0,1 1-4 16,0-2 5 0,1-1 0-16,1 0-6 15,-1 0-3-15,-2 0 3 16,3 0-1-16,-3-2-7 0,0-1-1 15,-1 1 0-15,-2 0 0 0,1-1 0 16,-1 1 0 0,1-1 0-16,-3 1 0 15,1 0 1-15,-2-1-1 16,-2 2 0-16,0 0 1 16,-2 0-1-16,-3 0 0 15,1 0-1-15,-1 1 1 16,-1 0-8-16,0 0-5 15,0 0-13-15,-17-3-74 16,-2 1-257-16,-8-3-947 0</inkml:trace>
  <inkml:trace contextRef="#ctx0" brushRef="#br0" timeOffset="211165.72">1919 7554 1013 0,'0'0'198'0,"0"0"-136"0,0 0-21 15,0 0-8-15,0 0-10 16,0 0-14 0,0 0-8-16,10-3 15 15,5 3 2-15,6 0 17 0,4 1 18 16,4-1-5-16,2 0-26 16,1 0-6-16,-1 0-4 15,4 0-12-15,-10 0-31 16,-7-1-362-16</inkml:trace>
  <inkml:trace contextRef="#ctx0" brushRef="#br0" timeOffset="211429.74">2086 7464 1157 0,'0'0'158'0,"0"0"-118"15,0 0-17-15,0 0-2 16,0 0-15-16,0 0-6 15,0 0 10-15,11 9 6 16,2 3 30-16,0 2 15 0,-1 3 31 16,0 0-18-16,-1 3-31 15,-3 0-4-15,-4 0 11 16,-1 0 5-16,-3-1 1 16,0-1 1-16,-3 1-7 15,-4 0 3-15,-4-2-13 16,-13 12-40-16,3-6-8 15,-2-4-323-15</inkml:trace>
  <inkml:trace contextRef="#ctx0" brushRef="#br0" timeOffset="211981.49">1053 7371 976 0,'0'0'166'16,"0"0"37"-16,0 0 105 0,0 0-10 0,0 0-133 15,-47-34-111-15,35 34-32 16,-2 6-14-16,0 10 11 0,-3 13-1 16,2 12 5-1,5 9 14-15,5-1 12 0,5-10 15 16,3-12-17-1,9-8-32-15,5 3 21 0,11 1-17 16,13-2-19-16,10-12 0 0,3-9-1 16,-8-12-74-1,-3-17-114-15,-17 5-171 0,-9 0-451 0</inkml:trace>
  <inkml:trace contextRef="#ctx0" brushRef="#br0" timeOffset="212349.93">1240 7365 1077 0,'0'0'268'16,"0"0"-3"-16,0 0 88 16,0 0-125-16,-40-10-176 0,34 22-11 15,1 5-29 1,2 8-11-16,3 1 23 0,0 1-9 16,9 1-15-1,5-3 28-15,3-3-5 0,2-6-1 16,-1-4-16-16,0-6-5 15,-2-6 1-15,-4 0-1 16,-2-10 8-16,-5-4-3 16,-3-5-5-16,-2-3 9 15,-6-3 4-15,-8-2-2 16,-4 0-5-16,0 1-7 16,1 5-27-16,4 6-2 0,5 6 5 15,3 6 14 1,3 3-5-16,2 3-9 0,0 9-14 15,7 4 26-15,5 1 11 16,4 1-1-16,4-2-145 16,14-4-110-16,-6-4-225 15,-4-4-65-15</inkml:trace>
  <inkml:trace contextRef="#ctx0" brushRef="#br0" timeOffset="212899.97">1404 7360 1107 0,'0'0'251'15,"0"0"64"-15,0 0-25 0,0 0-166 16,0 0-84-16,0 0-19 16,0 0 67-16,2 36-5 15,5-17-10-15,-1 0-35 16,0-3-26-16,0-1-3 16,-1-4-9-16,2-4-10 15,-3-4 1 1,1-3-8-16,1-6 17 0,-2-8 0 15,0-6-11-15,2-3 10 0,-2-1-1 16,1 0 0 0,-1 4 2-16,-1 5 0 0,-2 6 0 15,2 6 0 1,-1 3-1-16,2 3-12 0,2 8 13 16,2 2 0-1,2 2 0-15,2-2 0 16,1-3-1-16,0-3 1 15,-1-3-6-15,-1-4 6 0,-3 0 1 16,1-9 0-16,-4-6 7 16,-3-6-7-16,-2-10 11 15,-6-12-3-15,-5 1 0 16,-1 4 1-16,1 6 14 16,4 12-23-16,1 0-1 0,0 5-15 15,3 6-3 1,3 6 12-16,0 3-8 0,4 7-20 15,8 9 30 1,5 4 4-16,3 4 12 16,3 1 17-16,0 1-2 0,-3-2-11 15,-4 1-16 1,-4-6-16-16,-5-2-77 0,-7-5-217 16,-9-5-241-16,-5-5-113 15</inkml:trace>
  <inkml:trace contextRef="#ctx0" brushRef="#br0" timeOffset="213049.97">1453 7245 1195 0,'0'0'267'0,"0"0"-195"0,0 0-72 0,0 0 17 16,39 0 2-16,-2-3-6 15,-1-2-13-15,12-2-18 16,-14-1-133-16,-13 2-229 0</inkml:trace>
  <inkml:trace contextRef="#ctx0" brushRef="#br0" timeOffset="213399.87">1699 7145 1011 0,'0'0'152'0,"0"0"-20"15,0 0-47-15,0 0-11 0,0 0-20 16,0 0 20-1,0 0-36-15,11 38-20 0,-4-34 5 16,0-2 2-16,1-2-12 16,-3 0 6-16,1-5 25 15,-2-4 27-15,-1-3 10 16,-2-2-20-16,-1-1 23 16,0 3 25-16,-1 3-3 15,-5 2-8 1,2 4-33-16,0 3-35 0,-2 0-29 15,0 7 39-15,2 6-31 0,0 3-8 16,2 3 0 0,2 0-1-16,0 0-6 0,6-2-14 15,7-2 12 1,1-2-17-16,2-3-146 16,7-10-161-16,-4 0-210 15,-5-6-404-15</inkml:trace>
  <inkml:trace contextRef="#ctx0" brushRef="#br0" timeOffset="214067.89">1837 7111 1430 0,'0'0'180'0,"0"0"100"0,0 0-110 16,0 0-101 0,0 0-48-16,0 0 0 15,0 0 7-15,38 16 12 16,-25-2-2-16,-3 1-1 15,-1 2-10-15,-2 0-17 16,-3 0-10-16,-1-2-1 16,-2-3-13-16,-1-3-6 15,0-4-9-15,0-1 29 0,0-4-7 16,-4-4 7-16,1-6-84 16,0-2 17-16,2-4 39 15,-1-2 21-15,2-2 7 16,0 1 7-16,2-1-6 15,4 4 7-15,-1 0-7 16,-1 4 19-16,-1 4 2 16,-1 3 11-16,-1 3 5 15,-1 2-4-15,1 0-9 0,-1 4-14 16,1 5 33 0,2 5 7-16,1 1-14 0,2 2-21 15,2 1 2 1,2-1-8-16,2-1-2 0,2-2-8 15,2-3-1-15,0-5 1 0,1-3 0 16,0-3 0 0,-1-4-1-16,-3-9-22 15,-3-4-20-15,-3-5-4 16,-6-11 20-16,-1-8 20 16,-4 0-5-16,-3 4 12 15,0 5 2-15,-1 11 7 16,1 1 35-16,1 2 1 15,1 7-26-15,2 6 0 16,3 3-1-16,0 2-18 0,0 6 0 16,5 8-5-1,4 6 5-15,5 5 10 16,3 2 11-16,0 1 28 16,3 1 2-16,-1-2-19 0,-3-3-14 15,-3-5-18 1,-2-2-15-16,-4-6-78 15,-6-6-143-15,-1-4-268 0,-1-1-166 0</inkml:trace>
  <inkml:trace contextRef="#ctx0" brushRef="#br0" timeOffset="214229.77">2014 7109 1709 0,'0'0'155'0,"0"0"-80"0,0 0-30 0,50-9-12 16,-21-2-16 0,1 0-17-16,0-3 0 0,-8 4-192 15,-10 3-482-15</inkml:trace>
  <inkml:trace contextRef="#ctx0" brushRef="#br0" timeOffset="214632.05">1125 7820 2109 0,'0'0'137'0,"0"0"-122"0,0 0 11 16,0 0-24-16,16 38 47 16,3-15 14-16,5 6-24 15,3 1 6-15,-1-1 5 0,-3-5-13 16,-3-3-19 0,-3-5-9-16,-7-7-7 0,-3-3-1 15,-4-6 7 1,-3 0 14-16,0-13 48 0,-10-16-52 15,-4-16-18-15,-1 0-30 16,5 4-39 0,0 11-24-16,10 11-36 0,0 2-70 15,9 1-179 1,2 7-363-16</inkml:trace>
  <inkml:trace contextRef="#ctx0" brushRef="#br0" timeOffset="-214112.1">1404 7839 1446 0,'0'0'131'16,"0"0"-102"-16,0 0-17 15,0 0 15-15,0 0 0 16,43 8-7-16,-27-8-1 15,2-6 0-15,-5-3 6 0,-1-2 6 16,-5-1 17-16,-3-1 31 16,-4 0 32-16,0-1 14 15,-3 1-11-15,-4 2-21 16,-2 3 6-16,2 2-12 16,-2 5-14-16,2 1-30 15,-1 0-34-15,1 6 16 16,0 6-19-16,1 4-6 15,0 5-1-15,4 1 0 0,2 1-20 16,0-1 6-16,8-4-12 16,7-4-5-16,4-6-52 15,4-6-24-15,3-2-28 16,2-10-53-16,-2-6-10 16,-5-2 14-16,-5-2 18 15,-6 1 84-15,-6 1 83 16,-2 1 15-16,-2 5 113 15,-2 2 55-15,-2 3 2 16,0 3 10-16,1 4-22 16,1 0-65-16,0 0-57 15,1 6-23-15,1 3-27 16,0 4 9-16,3 2-9 0,6 1 7 16,2-2-8-1,4-1 0-15,1-3 1 0,1-3-1 16,1-6 0-1,-2-1 0-15,-1-4-1 0,-3-9-19 16,-4-5-2-16,-5-4 3 0,-3-4 12 16,-3-12 7-1,-9 3 8-15,-1-3-7 16,-1 2-1-16,4 13 30 16,0 2 34-16,4 8-5 0,3 8-23 15,3 4-21 1,0 1-15-16,3 7-18 15,7 7 17-15,5 4 1 16,3 4 0-16,3 0 0 16,0 0-1-16,-1 0 1 15,-3-1-13-15,-4-2-63 16,-3-2-82-16,-10-3-154 0,0-4-233 16,-8-5-398-16</inkml:trace>
  <inkml:trace contextRef="#ctx0" brushRef="#br0" timeOffset="-213264.96">1647 7700 928 0,'0'0'800'0,"0"0"-792"0,0 0-8 16,0 0 2-16,50-33-2 0,-23 21 0 15,0 0-10 1,-1-1-84-16,-3 0-45 0,-4 0 28 15,-3 0-44-15,-5-1 36 0,-4 1 73 16,-3 2 40 0,-4 0 6-16,0 4 19 0,-2 1 92 15,-4 3 41 1,-1 1 34-16,1 1-2 16,-2 1-76-16,2 0-7 15,-1 5-12-15,1 2-20 0,0 4-12 16,2 1-11-1,2 2-3-15,1 1-18 0,1 0-24 16,0-2 14-16,5-3-13 16,0-3-1-16,3-3 0 15,0-4 6-15,1 0-7 16,-1-10-1-16,1-3-14 16,-1-1-2-16,-2-1 11 15,-3 2 6 1,0 2 0-16,-3 3 1 0,0 3 20 15,0 3 38-15,0 1 3 16,0 1-14-16,0 0-29 16,0 7-12-16,1 1 5 15,4 4 2-15,0-1-2 16,3-1-12-16,1-3 2 16,4-3-1-16,0-3 6 15,0-1-7-15,0-9 6 16,-1-6 0-16,-5-6-6 15,-3-3 1-15,-4-9-1 0,0 1 2 16,-10-3 4-16,-3 3-5 16,0 8 9-16,-2 3 1 15,2 8 2-15,1 5 2 16,2 7-2-16,4 1-2 16,2 1-10-16,4 7-1 15,0 1-9-15,5 2 0 16,6 1 9-16,3 0 7 15,3-1-6-15,1-1 0 16,0 0 5-16,-2-1-5 16,-1 1 0-16,-3 0 5 0,-1 2 13 15,-2 0 5 1,-3 1 25-16,1-1 3 0,-2 1 3 16,0-2-14-1,0-2-7-15,0-2-3 0,2-3-20 16,2-1-2-1,4-3 3-15,3-4 6 0,4-6-12 16,6-7-5-16,1-4-1 0,6-23-86 16,-8 7-220-1,-9-3-1041-15</inkml:trace>
  <inkml:trace contextRef="#ctx0" brushRef="#br0" timeOffset="-196217">15900 7039 579 0,'0'48'0'0,"5"132"360"0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47:08.1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5026 7261 535 0,'0'0'389'0,"0"0"-212"0,0 0-64 16,0 0 37-16,0 0 52 0,0 0-50 16,41-18-48-1,-25 8-15-15,3-1-14 0,1 0-2 16,0-2-17-1,1 1-31-15,0-2-12 0,-4 3-12 16,2-1-1-16,-5 2 0 0,-2 3-42 16,-4 2-75-1,-5 3-56-15,-3 2-86 0,0 0-80 16,-3 0-304-16</inkml:trace>
  <inkml:trace contextRef="#ctx0" brushRef="#br0" timeOffset="335.33">5037 7083 171 0,'0'0'894'0,"0"0"-709"16,0 0-34-16,0 0 20 0,0 0-73 15,0 0-17 1,0 0 20-16,-17 46 2 16,11-21-10-16,3 3-15 15,-2-2-11-15,3 1-17 16,2-3-16-16,0-1-13 16,4-4-8-16,5-3-3 0,6-3-4 15,2-6-6 1,4-3-1-16,3-4-42 0,2-1-73 15,10-16-135-15,-5 1-307 16,-4 0-147-16</inkml:trace>
  <inkml:trace contextRef="#ctx0" brushRef="#br0" timeOffset="6220.27">5721 7304 938 0,'0'0'243'0,"0"0"-92"16,0 0 17-16,0 0 26 16,0 0-25-16,0 0-5 0,33-10-4 15,-12 1-59-15,3-2-26 16,4 0-23-16,-3 0-12 16,1 2-20-16,-4-1-13 15,-1 3-5-15,-4-1-2 16,-4 2 0-16,-3 1-19 15,-7 1-70-15,-4 0-132 16,-8 1-155-16,-4 1-283 0</inkml:trace>
  <inkml:trace contextRef="#ctx0" brushRef="#br0" timeOffset="6550.11">5673 7154 33 0,'0'0'1189'0,"0"0"-1009"0,0 0-100 15,0 0 83 1,0 0-23-16,0 0-42 0,0 0 14 16,-23 68-16-1,13-20 3-15,-3-1-24 0,5-9 11 16,5-12-12-1,3-9-20-15,0 0-17 0,5-1 4 16,7-1 15-16,5-4-7 16,4-4-8-16,5-6-9 15,4-1-13-15,0-4-11 16,1-5-7-16,-4-1-1 16,0-3-1-16,-6 3-56 15,-1-6-117-15,-8 4-170 16,-3 1-417-16</inkml:trace>
  <inkml:trace contextRef="#ctx0" brushRef="#br0" timeOffset="161871.89">2741 5976 199 0,'0'0'166'0,"0"0"-104"0,0 0 45 16,0 0 12-16,0 0-23 16,0 0-96-16,-14-2 65 0,14 2 212 15,0 0-155 1,0 1-63-16,0-1-2 0,0 0 40 15,0 0 12-15,0 0-38 16,2 0-18 0,3 1-11-16,1 3 38 0,5 1-2 15,1 0 2-15,4 1-9 16,2-1 8-16,0 1-3 16,1-1-23-16,2 0-13 15,3 0-12-15,0-1 5 16,4 2-9-16,2 0 2 15,1-1-12-15,0-1 1 16,1 1-7-16,-2 0 3 0,-1-1-5 16,0-1 4-1,-2-1 5-15,-1 0-8 16,-1-1 5-16,0 0 0 16,-1-1 5-16,-1 0 0 15,3 0-5-15,-3 0-3 16,-1 0-3-16,-1 0-4 15,-1 0 8-15,-3 0-4 0,2 0-5 16,-2 0 1-16,1 0 4 16,1 0-5-16,1 0 8 15,4 0-1-15,2-2-1 16,4 1 13-16,1-1 8 16,0 0-18-16,0 1-4 15,-2 0-5-15,-1 0 5 16,-1 1-4-16,-1 0-1 15,0 0 0-15,-3 0 0 0,1 0 0 16,-2 0 0-16,1 2 1 16,-2 0-1-16,0 1 1 15,-1-1-1-15,-1 0 0 16,0 1 0-16,-2 0 0 16,2-1 0-16,0 0-1 15,-1-1 2-15,1 0-2 16,0-1 2-16,2 0 9 15,-1 0-2-15,2 0 6 16,-1 0-3-16,-1 0-1 16,2 0-5-16,-2 0 0 0,1 0 3 15,1 0-8 1,0 0 5-16,0 0-5 0,4 0 0 16,0 0 7-1,3 0-7-15,-1 0 7 0,3 0-1 16,0 0-1-16,-1 0-4 0,2 0-1 15,-1 0 8 1,1 0-7-16,-1 0 5 0,2 0-1 16,-1 2-5-1,-1-1 1-15,0 0-1 0,0 0 13 16,1 1-5 0,-2-1-8-16,1 0 8 0,0 0-1 15,0 0-2 1,1 0-5-16,0 1 12 15,1 0-5-15,0 0-2 0,-1-1 3 16,-1 0-8 0,1 0 14-16,-3-1-14 15,1 1 8-15,-1-1-1 16,-3 1-8-16,1-1 6 16,-2 0-4-16,-1 0 8 0,0 0-9 15,-1 0 10-15,1 0 4 16,1 0 1-16,-2 0-4 15,2 0 5-15,0 0 0 16,0 0-2-16,1 0-1 16,-1 0-4-16,-1 0 1 15,-2 0-2-15,-3 0 1 16,-2 0-1-16,-2 0 0 16,0 0 5-16,-1 0-5 0,-2-1 1 15,-1 0 2 1,-1 0 0-16,0-1-1 15,2 1-1-15,-2 0 1 16,2-1 1-16,0 0-3 0,-3 1 0 16,2 0 0-16,0-1-3 15,-2 1 3-15,-1-1-2 16,0 2 2-16,1-2-8 16,-2 2 5-16,-1-1-5 15,1 0-1-15,-3 0 1 16,3 0-1-16,-2 1 1 0,0 0-1 15,0-1 1 1,0 1 0-16,0 0 0 16,0-1-1-16,-1 1 1 15,0 0 5-15,-2-1-5 0,0 1 0 16,1 0 0 0,-3 0 1-16,1 0-2 0,0 0 1 15,0 0 0 1,-1 0-1-16,0 0 1 0,1 0-1 15,-1 0 0-15,0 0 0 0,0 0-1 16,0 0-8 0,0-2 2-16,0 1-61 15,-13-5-140-15,-1 1-339 16,-2-1-365-16</inkml:trace>
  <inkml:trace contextRef="#ctx0" brushRef="#br0" timeOffset="165070.23">3339 6268 979 0,'0'0'264'0,"0"0"-131"0,0 0 57 0,4-43 1 16,4 32-49-16,1 3-49 15,2 4-28-15,0 2-22 16,2 2-6-16,-1 3 11 15,-1 8-9-15,-1 3 5 0,-4 3 8 16,-3 4-11 0,-3 0-8-16,0 1-18 15,-4-1-8-15,-5 1 11 16,1-2-12-16,0-5 3 0,1-1-9 16,3-5 0-1,2-4-1-15,2-5-10 0,0 0-15 16,1-5-2-16,5-9-18 15,3-5-14-15,1-3-22 16,0-3-9-16,-2-1 42 0,-2 0 24 16,2 1 18-1,-3 0 7-15,0 2 1 16,-2 2 10-16,-2 6 4 16,-1 3 29-16,0 5 37 0,0 3-1 15,0 4 1 1,-1 0-45-16,-2 6-17 15,0 9-6-15,0 5-7 0,2 5-5 16,1 1 6-16,0-2-6 16,4-1-1-16,4-4-8 15,4-2 7-15,1-3 1 16,0-5-6-16,1-2-11 16,-3-4-34-16,1-3-43 15,-3 0-8-15,-2-4 37 16,-2-5 35-16,-1-1 22 15,-2-1 8-15,0 1 8 16,-2 2 26-16,0 2 56 0,0 4 31 16,0 2-20-1,0 0-21-15,0 5-31 0,0 7 36 16,0 4 19 0,0 4-31-16,0 2-26 15,0-1-20-15,0 0-17 16,0 0-10-16,0-3-5 15,12 1-69-15,1-6-226 0,5-5-367 0</inkml:trace>
  <inkml:trace contextRef="#ctx0" brushRef="#br0" timeOffset="165660.19">4078 6266 1453 0,'0'0'240'0,"0"0"-70"0,0 0-11 0,0 0-25 16,0 0-65-16,0 0-41 16,0 0 2-16,30 18 16 15,-26-2 15-15,-2 3 2 16,-2 1-22-16,0 0-7 16,-3 0-21-16,-3-2-5 15,0-3-8-15,2-3 0 0,0-3 0 16,3-3-9-16,1-5-45 15,0-1-8 1,0-5-1-16,6-9 19 0,1-6-3 0,2-5 23 16,-1-3 17-1,-1-2 7-15,0 1 2 0,-2 0 5 16,-2 2 12 0,-1 4 27-16,0 7 37 0,-1 5 0 15,-1 5 48 1,0 4 6-16,0 2-53 0,0 9-45 15,0 10-4-15,0 4 25 16,0 4-13-16,0 4-25 16,2-1-7-16,6-3-10 15,6-2-5-15,2-2-10 16,3-4 1-16,1-4-105 16,3-5-177-16,-6-4-322 15,-5-5-724-15</inkml:trace>
  <inkml:trace contextRef="#ctx0" brushRef="#br0" timeOffset="165934.9">4301 6315 1317 0,'0'0'370'0,"0"0"-180"0,0 0-55 15,0 0-18-15,0 0-44 16,0 0-44-16,0 0-8 15,39-8-3-15,-33 13 36 0,-3 3 38 16,-3 2 15 0,0 4 5-16,0 3-14 0,-6 2-16 0,0 0-28 15,1 0-23 1,3-2-14-16,2-2-17 16,5-4 0-16,12-3-11 15,13-6-27-15,19-3-171 0,-4-8-262 16,-6-2-631-16</inkml:trace>
  <inkml:trace contextRef="#ctx0" brushRef="#br0" timeOffset="166400.91">4817 6288 1692 0,'0'0'196'16,"0"0"-99"-16,0 0-59 16,0 0 92-16,0 0-56 15,50 4-35-15,-37 4-2 16,-2 4-17-16,-5 1-2 0,-3 1 31 16,-3 3-6-1,0-1-21-15,-2 1-10 16,-3-2 0-16,0-2-6 15,1-5-6-15,3-4 0 0,1-4-6 16,1-1-6-16,9-12-28 16,1-5-6-16,4-5-25 15,-1-5-4-15,-1-1 16 16,-3-1 42-16,-1 2 17 16,-4 2 1-16,-1 6 38 15,-3 5 46-15,-1 7 28 16,0 6 9-16,0 2-28 15,0 9-59-15,0 8 7 0,-2 7 4 16,2 4-22 0,0 1-13-16,3-1-11 0,3 0-2 15,3-3-11 1,0-4-110-16,6-3-138 0,-2-6-463 16,-2-6-853-16</inkml:trace>
  <inkml:trace contextRef="#ctx0" brushRef="#br0" timeOffset="166800.91">5106 6310 1499 0,'0'0'220'0,"0"0"-100"0,0 0-28 0,0 0 20 0,0 0-46 15,0 0-31 1,0 0 12-16,35 17-5 0,-35-5 35 15,0 1-6-15,-2 1-25 16,-3-3-11-16,-1 1-6 16,3-3 5-16,0-4-2 15,3-2-5-15,0-3 34 16,0 0 18-16,8 0 24 16,3 0-18-16,3 0-34 15,0 0-21-15,1 0-6 16,0 0 3-16,-3 0-8 0,0 3-2 15,-5 2-4 1,-3 1 2-16,0 2 3 16,-4 2 17-16,-1 2 10 15,-9-1-6-15,-3 2-8 16,-5 1-8-16,-3-3-11 16,-4 1-6-16,-7-2-6 0,-19-1-7 15,8-4-107 1,0-3-396-16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08-03T03:49:13.8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30057 16982 1092 0,'0'0'215'15,"0"0"-127"-15,0 0 56 16,0 0-4-16,0 0-50 16,-17-34-14-16,16 30 0 15,-1-1-17-15,1 2 5 16,-1-1 2-16,0 0-13 0,1 1 15 15,-3-1 11-15,-1 0-7 16,0-1 16-16,-1 0 75 16,-2 1-97-16,-1-1-39 15,-1 0-5-15,-1 2-7 16,-1-1 3-16,1 0-2 16,-1 1 1-16,0 0 4 15,0 1-2-15,1 0 26 16,0 0-8-16,3-1-16 15,0 2-1-15,2 1-10 16,1 0 10-16,0 0-8 16,0 0-3-16,-2 0-3 0,0 0-6 15,-2 0 1 1,-1 0-1-16,-2 3 11 0,-2 0-4 16,-1 0 8-16,1 0-14 15,0 0 17-15,2-1-10 16,0 1 4-16,0 1 4 15,1-1 7-15,2 2 5 16,-1 1-1-16,0 2-7 16,1 2-8-16,-1 3-3 15,1 3-2-15,-1 0 13 16,3 2 7-16,1-1-6 16,0 0 5-16,2-1-9 15,0 0-4-15,1-1 2 0,1-1 2 16,-1 0 2-1,3 1 4-15,-1-2-5 0,1 2-2 16,0-2 2-16,0 0-3 16,0 1 2-16,4-2-4 15,1 2 5-15,1-3 0 16,2 0 0-16,0 0-3 16,1 0-4-16,3 0 1 15,-1-1 1-15,3-1 1 16,0 0 5-16,1 0-5 15,0-1 1-15,2-2-2 16,1 0 1-16,1 0-4 16,1-1 4-16,0-2-8 0,1-1 6 15,0 0-5 1,1-1 10-16,-1-1-8 0,1 0 4 16,0 0 1-16,0-5-5 15,-1 0 6-15,-1 0-2 16,-2-1-7-16,-1-1 5 15,-1 1 2-15,-2-2 2 16,-1 1-1-16,-3-1-4 16,0 0 8-16,-2-1 6 15,-1-1 0-15,0-1-3 16,-1-3-6-16,-1 1-3 16,-1-1-3-16,-1 0 2 0,0 0-4 15,-3 0 2 1,0 0-9-16,0 0 0 15,0 0 0-15,0 1 0 16,-1-1 0-16,-1 0 0 0,-1 1 0 16,1-2 0-16,-1 1 0 15,-1-1 0-15,1 0 0 16,-2 2 0-16,1-2 0 16,-1 2 0-16,1 2 0 15,0 1-3-15,-1 2-9 16,1 2 3-16,0 1-1 15,-2 0 2-15,2 2-2 16,-4 1-7-16,-1-1-7 16,-4 2 11-16,-5 1-2 15,-3 0 1-15,-7 0-1 16,-10 9 2-16,-16 5-7 16,-27 5-115-16,9-3-454 0,-1-2-1192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38:17.8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10892 1261 488 0,'0'0'351'0,"0"0"-101"0,0 0-14 0,0 0-24 16,0 0-19-16,0 0-40 16,0-29-43-16,0 29-53 15,0 0-35-15,1 2-21 16,1 10 0-16,3 5 0 15,-1 3 14-15,1 0-2 0,1 1-12 16,-1-4-1-16,0-2-9 0,0-2-69 16,4-5-143-1,-3-4-274 1,0-3-390-16</inkml:trace>
  <inkml:trace contextRef="#ctx0" brushRef="#br0" timeOffset="216.46">10976 1224 36 0,'0'0'1021'0,"0"0"-732"16,0 0-16 0,0 0 6-16,0 0-114 15,0 0-103-15,0 0-46 16,4-25-14-16,4 43-2 0,3 3 28 16,1 4 26-16,0 0-8 15,-2-1-18-15,0-4-20 16,-3 0-8-1,-2-3-7-15,-2-2-103 0,-3 1-136 16,-3-5-156-16,-5-3-210 16</inkml:trace>
  <inkml:trace contextRef="#ctx0" brushRef="#br0" timeOffset="448.95">10890 1371 784 0,'0'0'330'0,"0"0"-53"15,0 0-19-15,0 0-72 0,0 0-75 16,0 0-67-16,0 0-9 16,5 12 55-16,8 0 0 15,4 1-19-15,3-2-3 16,0 0-16-16,1-2-26 16,0-1-14-16,-2-3-11 15,-2-2-1-15,-1-2-10 16,-1-1-115-16,3-5-120 15,-5-5-106-15,-4 3-383 0</inkml:trace>
  <inkml:trace contextRef="#ctx0" brushRef="#br0" timeOffset="646.3">11152 1288 951 0,'0'0'248'0,"0"0"-119"15,0 0 4-15,0 0 27 16,0 38-43-16,0-23-28 16,0 1-29-16,0 0-28 0,0-2-19 15,0-1-12 1,-2 0-1-16,-2 0-51 0,1-1-247 16,-2-4-524-16</inkml:trace>
  <inkml:trace contextRef="#ctx0" brushRef="#br0" timeOffset="848">11183 1382 1430 0,'0'0'327'0,"0"0"-66"16,0 0-132-16,0 0-76 15,0 0-35-15,0 0-18 0,0 0-74 16,-13 6-259 0,5-4-539-16</inkml:trace>
  <inkml:trace contextRef="#ctx0" brushRef="#br0" timeOffset="4583.63">2083 2002 1227 0,'0'0'354'0,"0"0"-194"0,0 0-50 0,0 0 0 16,0 0 36-16,0 0-28 0,56 2-42 16,-30-4-30-1,0-4 3-15,2-1-5 0,-2-1-19 16,-1-2-14 0,-4 0-10-16,-2 1-1 0,-3 0 0 15,-4 2-14 1,-3 1-64-16,-6-1-118 0,-3 4-124 15,0 0-262-15</inkml:trace>
  <inkml:trace contextRef="#ctx0" brushRef="#br0" timeOffset="4966.6">2127 1870 1089 0,'0'0'253'16,"0"0"-74"0,0 0 1-16,0 0-32 0,0 0-34 15,0 0-44 1,0 0-37-16,-1-11-20 0,-2 20-6 15,-3 4 1-15,1 6 2 16,-4 5 19-16,-1 4 17 16,0 0 4-16,0 0-2 15,2-2-1-15,1-4-20 16,5-3-7-16,1-3-8 16,1-5-6-16,1-2-4 15,6-2 4-15,4-4 1 0,5-1-7 16,7-2 0-1,10 0-11-15,19-12-115 0,-8 0-172 16,-3 1-584-16</inkml:trace>
  <inkml:trace contextRef="#ctx0" brushRef="#br0" timeOffset="5716.45">4264 1940 791 0,'0'0'292'0,"0"0"-37"0,0 0-30 0,0 0-78 0,0 0-29 15,0 0-19 1,0 0-36-16,0 0-20 0,12 0 60 16,4-3-22-1,5-3-41-15,2-3-23 0,0 1-12 16,-1-2-5-1,-2 1-24-15,0-5-117 16,-6 2-180-16,-4 1-345 0</inkml:trace>
  <inkml:trace contextRef="#ctx0" brushRef="#br0" timeOffset="6083.5">4308 1779 758 0,'0'0'251'16,"0"0"-61"-16,0 0 65 15,0 0-111-15,0 0-73 16,-42 24 12-16,26-5 5 0,0 3 7 16,0 0 2-1,5 0-3-15,1 0-25 0,5-2-14 16,4-3-15 0,1-1-15-16,3-2-15 0,7-2-2 15,6-2-2 1,13-4-5-16,16-6-1 0,30-4-7 15,14-18-95 1,-14 1-247-16,-9-2-935 0</inkml:trace>
  <inkml:trace contextRef="#ctx0" brushRef="#br0" timeOffset="6676.45">6408 1964 1336 0,'0'0'326'0,"0"0"-34"0,0 0-145 0,0 0-48 16,0 0-9 0,0 0-44-16,0 0 15 0,32 6-10 15,-9-6-27 1,3 0-15-16,0 0-8 0,-2-5-1 16,-1-1-59-1,-1-6-91-15,-5 3-178 16,-6-2-337-16</inkml:trace>
  <inkml:trace contextRef="#ctx0" brushRef="#br0" timeOffset="6976.55">6479 1813 1047 0,'0'0'236'0,"0"0"-20"0,0 0-101 16,0 0-34 0,0 0 65-16,0 0-16 15,-50 53-10-15,35-31-3 16,3 2-32-16,0 0-22 0,6-3-29 16,2-2-9-16,4-2-10 15,2-2-6-15,10-3-2 16,7-1-6-16,12-4 5 15,14-6-6-15,9-1-5 16,0-6-148-16,-13-3-357 16,-18 0-713-16</inkml:trace>
  <inkml:trace contextRef="#ctx0" brushRef="#br0" timeOffset="12966.34">1217 2430 556 0,'0'0'87'0,"0"0"-61"0,0 0 30 0,0 0 19 0,0 0-14 16,0 0-9-16,0 0-10 15,0-9-15-15,0 17-14 16,0 7-4-16,1 5 23 16,2 4 75-16,0 2 9 15,-1 0-41-15,0-3-5 16,1 1-20-16,-2-2-12 15,1-1 1-15,-1-2-39 16,1-6-21-16,-2-6-287 0</inkml:trace>
  <inkml:trace contextRef="#ctx0" brushRef="#br0" timeOffset="13216.16">1278 2422 729 0,'0'0'103'0,"0"0"-74"16,0 0-13-16,0 0 20 0,0 0 1 16,0 0-9-16,0 0-17 0,15-4 4 15,-8 25 51 1,1 4 15-16,2 4 11 0,-1 0-26 16,0 0 14-1,-2-2 13-15,-1-1 4 0,-4-3-38 16,-2-2-59-1,0-3-32-15,-2-3-279 0,-5-6-527 0</inkml:trace>
  <inkml:trace contextRef="#ctx0" brushRef="#br0" timeOffset="13429.88">1155 2594 858 0,'0'0'233'0,"0"0"-57"15,0 0-89-15,0 0-46 16,0 0-28-16,0 0-3 16,0 0 21-16,31 26 22 15,-12-13 0-15,2-1 12 16,1-1 12-16,3-2-12 16,-1-1-39-16,-1-4-26 15,3-4-106-15,-7-3-247 0,-4-5-499 0</inkml:trace>
  <inkml:trace contextRef="#ctx0" brushRef="#br0" timeOffset="13616.6">1427 2533 826 0,'0'0'295'0,"0"0"5"16,0 0-132-16,0 0-115 15,0 0-33-15,-24 45 8 16,13-19 5-16,1 2 2 15,0 3 28-15,-2-1-9 0,2 0-14 16,-1-2-27 0,-5 4-13-16,4-8-56 15,0-7-431-15</inkml:trace>
  <inkml:trace contextRef="#ctx0" brushRef="#br0" timeOffset="15866.64">5464 2545 577 0,'0'0'195'0,"0"0"-133"0,0 0-20 0,0 0 12 16,0 0 5-16,1-41-1 15,0 38-28-15,-1 1-5 16,0 2-8 0,0 0-9-16,1 7-8 0,0 5 0 15,2 5 8 1,-1 2 38-16,3 2 13 0,0-1-24 15,2-1 10-15,-2-2-7 0,2-3-38 16,1-6 0 0,-3-5-261-16,-1-3-369 0</inkml:trace>
  <inkml:trace contextRef="#ctx0" brushRef="#br0" timeOffset="16046.35">5527 2551 600 0,'0'0'236'0,"0"0"-50"0,1-40-129 16,-1 28-40-1,0 8-10-15,0 3 5 0,0 1 4 16,3 5-15-16,0 11 0 16,1 2 51-16,3 6 19 15,-1 2-1-15,0-1 12 16,-1 0-6-16,-1-1-3 16,-2-2-33-16,-2-2-40 15,0-1-17-15,-8-3-256 16,0-6-388-16</inkml:trace>
  <inkml:trace contextRef="#ctx0" brushRef="#br0" timeOffset="16266.26">5456 2631 736 0,'0'0'188'0,"0"0"78"16,0 0-143-16,0 0-71 15,0 0-24-15,0 0-11 16,0 0-15-1,-4-7-1-15,12 21 5 0,4 2 32 16,3 3 39-16,1-2-19 16,2 2 0-16,-1-2-18 15,3-2-26-15,2-4-14 0,-4-4-158 16,-5-6-559-16</inkml:trace>
  <inkml:trace contextRef="#ctx0" brushRef="#br0" timeOffset="16416.55">5646 2587 606 0,'0'0'398'0,"0"0"-217"16,-31 43-37-16,9-4-53 16,-5 12-52-16,6-9-39 15,4-9-93-15</inkml:trace>
  <inkml:trace contextRef="#ctx0" brushRef="#br0" timeOffset="17576.59">1212 4151 1089 0,'0'0'294'0,"0"0"-105"0,0 0-14 0,0 0-34 16,0 0-22-16,0 0-40 16,10-2-39-16,3-5-21 15,6 0-7-15,4 0-12 16,0-1 0-16,0 0-38 15,1-1-146-15,-5 3-130 16,-5 0-297-16</inkml:trace>
  <inkml:trace contextRef="#ctx0" brushRef="#br0" timeOffset="17777.93">1208 4217 1081 0,'0'0'231'16,"0"0"-38"-16,0 0-47 16,0 0-62-16,0 0-24 15,0 0 2-15,49-21-30 0,-23 7-27 16,2-2-5 0,5-8-66-16,-7 3-163 15,-7 3-282-15</inkml:trace>
  <inkml:trace contextRef="#ctx0" brushRef="#br0" timeOffset="18016.41">1359 3974 1049 0,'0'0'333'15,"0"0"-138"-15,0 0 41 0,0 0-108 16,0 0-67-16,0 0-20 15,49-11-4-15,-27 20 0 16,0 4-6-16,-3 2-3 0,-3 3 3 16,-6 4 22-1,-9 9-30-15,-13 11-12 0,-34 17-11 16,-1-8-67 0,-8-7-422-16</inkml:trace>
  <inkml:trace contextRef="#ctx0" brushRef="#br0" timeOffset="19816.34">9210 1625 591 0,'0'0'555'0,"0"0"-384"0,0 0-95 0,0 0-19 16,0 0-16-16,0 0-12 15,-10-3 3-15,10 3 16 16,0 0 3-16,2 0 7 15,7 0 12-15,4 0 6 16,7-1-26-16,5-3-21 0,4 0-28 16,2-4 0-1,0 2-1-15,-1-3-3 0,-2 0-38 16,-5 1 3 0,-4-2-3-16,-5 2-3 0,-7 1-12 15,-7-4-19 1,0 3-24-16,-8-1-545 0</inkml:trace>
  <inkml:trace contextRef="#ctx0" brushRef="#br0" timeOffset="20266.59">9280 1417 516 0,'0'0'75'0,"0"0"-50"16,0 0 24-16,0 0 20 15,0 0-23-15,0 0-17 16,0 0-13 0,-1-4-3-16,-9 14 0 0,-3 7 44 15,-3 4 60 1,-2 5 37-16,0 5-101 0,2 1 47 15,2-2 52-15,1-2-30 0,6-5-18 16,1-2-18 0,6-5-25-16,0-2-21 0,4-3 40 15,6-1 2 1,4-2-7-16,3-3-11 0,2-1-13 16,6-4 0-1,1 0-19-15,2 0-14 0,3-4-5 16,-1-1-13-1,-1 1-9-15,-4-2-6 0,-4 4 4 16,-6 0 10 0,-5 1-21-16,-5 1-24 0,-4 0-7 15,-4 0-24-15,-7 1-72 16,-3 3-241-16</inkml:trace>
  <inkml:trace contextRef="#ctx0" brushRef="#br0" timeOffset="43416.56">15512 7213 640 0,'0'0'318'0,"0"0"-170"0,0 0 30 0,0 0-3 15,2-17-45-15,1 14-37 0,0 0-30 16,3 2-25 0,0 1-14-16,1 0-9 0,0 5-3 15,-1 7-3 1,0 4 1-16,-2 3 7 0,-4 1 14 16,0 3 4-16,0-2-7 15,-6-1-12-15,0-2-10 16,1-1-4-16,1-4-2 15,0-2-7-15,2-3 7 16,0-3-1-16,1-2 0 16,1-2-13-16,0-1-2 0,0 0-2 15,1-7 3 1,5-6-32-16,0-3-24 0,1-4-8 16,2-4 29-1,-1 1 28-15,1 0 21 0,-1 0 0 16,1 2 1-1,-1-2 2-15,1 2 14 16,0-1 12-16,0 2 21 0,0 2-18 16,-3 6 82-16,-2 3-6 15,-3 4-46-15,-1 3 15 0,0 2-22 16,0 0-34 0,-2 7-18-16,-5 6 4 15,-2 5 14-15,0 4 26 16,0 3-12-16,0 1 0 0,3-1 27 15,2-1-11 1,3-2-12-16,1-1-16 16,0-3-9-16,1-2-11 15,4-3-2-15,2-3-9 16,1-2-30-16,2-4-74 16,6-4-94-16,-2 0-152 0,-1-2-453 15</inkml:trace>
  <inkml:trace contextRef="#ctx0" brushRef="#br0" timeOffset="43928.38">15726 7275 1165 0,'0'0'338'0,"0"0"-69"0,0 0-77 0,0 0-67 0,0 0-55 16,0 0-28-16,0 0-8 16,22 2-11-16,-14 3-11 0,-3-1-6 15,-2 2-5 1,-1 0 1-16,-1 0-1 0,-1 2 6 16,0 0-6-1,-5 0 1-15,-1 0-2 16,-2-1 0-16,1 1 0 15,2-4-1-15,1-1 1 0,2-2 1 16,2-1 8 0,0 0-1-16,0 0-2 0,0 0 1 15,0 1-6-15,3 2 5 16,2-1-6-16,1 2 1 16,1 1 0-16,0 0 0 15,-1 0-1-15,-1 1 1 16,-1-2 0-16,-3 1 0 15,-1 0 0-15,0 0 0 0,-1-2 5 16,-6 1-5 0,-1-1 6-16,-3 0-6 15,-1-3 0-15,-1 0-1 16,1 0 0-16,0 0 0 16,3 0-34-16,2-3-61 15,2-2-110-15,3 0-110 0,0 1-293 16</inkml:trace>
  <inkml:trace contextRef="#ctx0" brushRef="#br0" timeOffset="44146.36">15922 7452 1478 0,'0'0'486'0,"0"0"-171"0,0 0-93 16,0 0-72-16,0 0-87 16,0 0-63-16,0 0-59 0,-39 0-283 15,19 0-908-15</inkml:trace>
  <inkml:trace contextRef="#ctx0" brushRef="#br0" timeOffset="47546.49">13509 5620 1094 0,'0'0'575'0,"0"0"-426"0,0 0-28 0,0 0-52 16,0 0 0-16,0 0-13 16,43 33-18-16,-36-14-7 15,-2 1-6-15,-4-1 9 16,-1 0-7-16,0-2-9 16,-3-2-5-16,-1-2-7 15,0-1-5-15,0-4 0 16,1-3 1-16,1-2-2 15,2-2 0-15,0-1 1 16,0-1 8-16,7-9-9 16,0-2-15-16,2-4-11 0,2-3 5 15,-2 0 8 1,0-1 4-16,-1 0 8 16,0 1 0-16,-2 0 1 15,-1 2 0-15,-2 3 6 16,-2 4 3-16,1 4 20 15,-2 4 8-15,0 2-3 16,0 5-11-16,-4 8-3 0,-1 6 41 16,-1 4 8-16,0 1-7 15,3 0-20-15,1-2-18 16,2-2-24-16,3-4 0 16,7-1-20-16,1-4-79 15,12-4-96-15,-3-5-272 16,-2-2-563-16</inkml:trace>
  <inkml:trace contextRef="#ctx0" brushRef="#br0" timeOffset="47982.86">13756 5653 1235 0,'0'0'407'0,"0"0"-112"0,0 0-116 0,0 0-106 15,0 0-37-15,0 0-21 0,0 0-2 16,41-7-12 0,-34 8-1-16,-3 5 2 15,-1 0 7-15,-2 1-2 0,-1 1 5 16,0-1-3-16,-2 1 6 16,-3-1 7-16,0-2-22 15,3-2 26 1,-1-1-3-16,3-1 25 0,0-1 20 15,0 0-14-15,0 1-7 0,3-1-16 16,3 3-8 0,2 0 2-16,2 2 3 0,-1-1-8 15,1 1-8 1,-3 1-5-16,-2 0 2 0,-3 1 6 16,-2 1 34-1,0 1 5-15,-7 0-9 0,-5 1-27 16,-5-1-5-1,-4 2-13-15,-5-3-14 0,-16 1-172 16,7-1-298 0,5-4-790-16</inkml:trace>
  <inkml:trace contextRef="#ctx0" brushRef="#br0" timeOffset="48980.07">10973 5202 799 0,'0'0'369'0,"0"0"-11"0,0 0-81 0,0 0 10 16,0-40-89-16,1 33-77 16,5 0-37-16,0 2-35 15,3 4-21-15,3 1-13 16,1 0-8-16,1 10 1 0,-1 6-1 16,-1 4 1-1,-3 3-6-15,-4 1 9 0,-4 2-11 16,-1-2-1-1,-3-1-4-15,-4-2 5 16,-2-3 0-16,1-5-1 16,1-2-1-16,1-6-5 15,3-4 6-15,2-1 0 0,1-7-21 16,0-7-17 0,5-5 6-16,4-1 7 15,1-3 6-15,0 0 10 0,1-1-1 16,-3 2 10-16,2-1 1 15,-3 2 0-15,-2 2 1 16,-2 5 5-16,0 2 3 16,-2 5 19-16,-1 1 27 15,0 5 37-15,0 1-16 16,-4 2-40-16,-2 9-15 16,-2 5 4-16,-1 6 7 15,2 0-4-15,2 2-10 0,3 0-11 16,2-5-7-1,2 1-14-15,5-4 1 0,6-2-40 16,7-6-148 0,-2-3-165-16,-2-5-468 0</inkml:trace>
  <inkml:trace contextRef="#ctx0" brushRef="#br0" timeOffset="49446.4">11198 5199 1370 0,'0'0'374'0,"0"0"-57"0,0 0-138 0,0 0-100 0,0 0-33 0,0 0-22 16,37-10-5-16,-25 10-5 16,-4 4-2-1,-1 1-5-15,-3 2 2 0,-2 1 0 16,-2 0 0-16,0 2 1 15,0-2 4-15,-4 0-14 16,-2-1 0-16,0-2 2 16,3-2 15-16,1 0-8 15,1-2 9-15,1-1 12 16,0 1-9-16,0 1-11 16,1 0-1-16,4 1 7 15,2 1 7-15,1 0-10 16,-1 2 2-16,1 0-3 0,-2-1-3 15,-1 2 1 1,-2-1 5-16,-2 1 21 0,-1 0 18 16,0 1-6-1,-6 0-7-15,-3-2-12 16,-2 2-13-16,1-4-14 0,-2 0-1 16,0-3 0-16,1-1-1 15,1 0-39-15,0-2-78 16,3-8-109-16,0 1-285 15,4-1-621-15</inkml:trace>
  <inkml:trace contextRef="#ctx0" brushRef="#br0" timeOffset="49616.39">11467 5274 1729 0,'0'0'481'0,"0"0"-243"0,0 0-156 0,0 0-67 16,0 0-15-16,0 0-176 15,0 0-610-15</inkml:trace>
  <inkml:trace contextRef="#ctx0" brushRef="#br0" timeOffset="55501.09">9983 5447 1053 0,'0'0'317'0,"0"0"42"0,0 0-85 0,0 0-173 16,0 0-63-16,-1 2-29 15,1 13-7-15,1 7 31 16,1 6 38-16,3 4 1 15,-1 0-6-15,1 0-10 16,-1-3-3-16,-2-3-24 16,0-4-19-16,-2-2-10 15,0-2-73-15,0-6-223 0,0-2-401 0</inkml:trace>
  <inkml:trace contextRef="#ctx0" brushRef="#br0" timeOffset="55866.5">10099 5467 923 0,'0'0'237'16,"0"0"-86"-16,0 0 13 16,0 0 34-16,0 0-17 15,-23 51-65-15,10-34-26 16,-2 1-31-16,-2-2-29 15,1-2-16-15,3-3-3 16,2-5 6-16,4-2 26 16,5-3 18-16,0-1 19 15,2 0-24-15,0 0-8 0,4 0-1 16,6 0-20-16,2 0-15 16,3 3-2-16,0 2 1 15,2 2 4 1,-1 1-2-16,-1 1-1 0,-1 0-11 15,-1-2 5-15,-1-1-6 0,-1-2 0 16,-3-1-1 0,-1-3-103-16,2-1-107 0,-4-6-351 15,1-3-783-15</inkml:trace>
  <inkml:trace contextRef="#ctx0" brushRef="#br0" timeOffset="56116.48">10190 5500 1066 0,'0'0'604'0,"0"0"-322"16,0 0-70-16,0 0-42 16,0 0-78-16,0 0-37 15,-4 49-14-15,4-32 16 16,0 1 10-16,0-2-12 15,0-1-4-15,0-1-20 16,0 0-19-16,0-2-12 16,-4 3 0-16,0-4-176 0,-2-3-686 15</inkml:trace>
  <inkml:trace contextRef="#ctx0" brushRef="#br0" timeOffset="58716.52">12237 6131 938 0,'0'0'224'0,"0"0"-1"0,0 0 77 0,0 0-33 0,0 0-17 32,0 0-84-32,-1-26-83 0,1 35-53 15,0 9-2-15,3 6 63 16,1 5-6-16,1 2-26 16,-2-2-30-16,0-3-18 15,0-2-10-15,-1-3 0 16,-1-2-1-16,-1-2-20 15,0-4-127-15,0-7-147 16,0-5-361-16,0-1-468 0</inkml:trace>
  <inkml:trace contextRef="#ctx0" brushRef="#br0" timeOffset="59016.33">12327 6120 1051 0,'0'0'176'0,"0"0"10"16,0 0 0-16,0 0-35 15,-33 42-41-15,21-28-23 16,2-1-17-16,0-2-9 16,2-2 3-16,3-1-20 15,2-2-25-15,2-1-9 0,1 0-4 16,0 1 0-1,5 0 3-15,4 1 9 0,3 0 7 16,2-1 3 0,0-1-16-16,2-1-11 0,1-1-1 15,-2-2-15-15,2-1-173 0,-5 0-175 16,-3-4-493-16</inkml:trace>
  <inkml:trace contextRef="#ctx0" brushRef="#br0" timeOffset="59466.24">12381 6116 1353 0,'0'0'288'16,"0"0"-11"-16,0 0-69 0,0 0-76 15,0 0-63 1,0 0-21-16,0 0-14 16,27-20-16-16,-21 20-6 0,0 2-5 15,-2 3-1-15,-1 2-5 16,-1 2 7-16,-2 1 5 16,0 3 27-16,0 2 18 15,-3 2 20-15,-2-2-11 16,0 0 7-16,0-1-6 15,2-4-6-15,0-1-20 16,3-4-3-16,0-2-4 16,0-1-4-16,0-1 3 15,0-1 1-15,6 0 1 0,3 0-11 16,1 0-10-16,2 0-9 16,-1-4-5-16,0 0-1 15,-3 1 0-15,0 0-1 16,-2 1-17-16,-3 2-74 15,-2 0-139-15,0 0-318 16,-1 0-846-16</inkml:trace>
  <inkml:trace contextRef="#ctx0" brushRef="#br0" timeOffset="60576.51">14474 6237 841 0,'0'0'315'0,"0"0"55"0,0 0-40 15,0 0-49-15,0 0-72 0,0 0-65 16,0 0-40 0,-2 10-54-16,0 7 46 15,1 6 22-15,-1 3-41 0,2 0-29 16,0 0-22 0,0-2-14-16,0-3-11 15,0-1 0-15,2-2-1 16,-1-3-13-16,1-3-107 15,-1-5-155-15,0-5-280 0,1-2-247 0</inkml:trace>
  <inkml:trace contextRef="#ctx0" brushRef="#br0" timeOffset="60866.32">14570 6260 938 0,'0'0'485'15,"0"0"-370"-15,0 0-22 0,0 0 62 16,0 0 20-16,0 0-3 16,-33 44-54-16,21-28-29 15,-1 0-20-15,3 0-8 16,1-2-21-16,3 0-10 16,2-2-12-16,3-2-11 15,1-1-1-15,3-1 0 16,8-3 2-16,3-1-7 15,3-2-1-15,1-2 0 16,0 0-24-16,-1 0-87 16,3-4-125-16,-4-3-332 0,-3-1-298 0</inkml:trace>
  <inkml:trace contextRef="#ctx0" brushRef="#br0" timeOffset="61317.84">14645 6301 475 0,'0'0'1022'0,"0"0"-849"0,0 0 78 16,0 0-76 0,0 0-86-16,0 0-52 15,0 0-20-15,23-8-7 16,-14 9-4-16,-2 2 0 15,-1 4-5-15,-3-2 0 16,-1 2 1-16,-2 2-1 16,0-2 1-16,-2 2 8 15,-3 0-3-15,-1-2-6 0,0-1 6 16,1-1-5-16,1-1 11 16,1-2 2-16,2 0 3 15,1-2 2-15,0 1 10 16,0-1 0-16,0 4-14 15,1 1 27-15,5 1 12 16,-1 2-22-16,2 2-14 16,0 0-4-16,-2 1 25 0,1 1 4 15,-3-1-3-15,-2-1-11 16,-1-1-13-16,0 0 0 16,-4-3 0-16,-4-1-5 15,-4-2-5-15,-5-1-7 16,-23-2-12-16,3-6-168 15,-4-3-412-15</inkml:trace>
  <inkml:trace contextRef="#ctx0" brushRef="#br0" timeOffset="88728.33">5623 4692 887 0,'0'0'246'0,"0"0"-65"0,0 0 32 0,20-15-47 15,-10 15-27-15,2 2-35 0,0 11-34 16,0 4-13-16,0 7 6 16,-3 1 1-16,-5 1-27 15,-2 0 15-15,-2-2-20 16,0-2-16-16,0-2-7 15,-5-3-3-15,0-2-5 0,1-4 0 16,-1-3 0 0,3-4 0-16,0-2-1 0,2-2 2 15,0-5 6-15,2-10-8 16,4-3-27-16,2-8-32 16,0-3-13-16,2 1 11 15,-2-1 33-15,0 1 18 16,-2 1 10-16,-1 5 9 15,-2 2 6-15,0 3 10 0,-2 5 22 16,-1 4 12 0,0 4 17-16,0 4-12 0,0 0-23 15,-2 7-23 1,-3 9-8-16,0 7 38 0,-1 5 13 16,2 1-14-1,2 1-18-15,2-3-8 16,0-2-11-16,8-3-10 15,1-2-2-15,3-3-16 0,1-4-92 16,9-7-114-16,-2-4-309 0,-3-2-370 0</inkml:trace>
  <inkml:trace contextRef="#ctx0" brushRef="#br0" timeOffset="89176.59">5866 4751 1281 0,'0'0'310'0,"0"0"-67"0,0 0 12 0,0 0-128 16,0 0-77-16,0 0-25 0,0 0-24 16,26-9 7-1,-17 12-8-15,-1 4 0 0,-2-1 0 16,-3 3 0-1,-2 2 0-15,-1-1 0 0,-1 1 0 16,-4-2 1-16,-1 0-1 16,1-4 1-16,1-2 0 15,2-1 0-15,1 0 0 16,1-2 0-16,0 1 0 16,3 3 5-16,4 2 30 0,1 0 11 15,3 0-7 1,-1 2 12-16,0-1-25 0,-3 2-15 15,-4-1-3-15,-2 1 1 16,-1 0 9-16,-4 0 26 16,-6 0 1-16,-4 2-20 15,-3-2-12-15,-1 0-5 16,-2-3-8-16,2-2-1 16,1-4-7-16,3 0-79 15,6-4-86-15,7-12-167 16,1 2-319-16,1 0-506 0</inkml:trace>
  <inkml:trace contextRef="#ctx0" brushRef="#br0" timeOffset="90028.44">6126 4797 994 0,'0'0'251'0,"0"0"-11"0,0 0-88 16,0 0-39 0,0 0-54-16,0 0-8 0,0 0-22 15,3 1-18 1,-3 0-1-16,0 1-4 0,0 0 1 16,-1 0 9-16,-3 1 8 15,-1 0-2-15,-1-2-12 16,0 0-1-1,2-1 0-15,3 0 8 0,-1 0 14 16,2-4 7-16,0 0-17 0,0-2 1 16,3 3 0-1,3-2-10-15,1 1-4 0,0 1 0 16,0 1 1 0,2 1 0-16,-2 1-2 0,-1 0-7 15,-1 0 0 1,-2 1 0-16,-1 3 0 0,-2 1 0 15,0 0 0-15,0 0 6 16,-6 1-4-16,-1 0-1 16,-2-2 7-16,-1 0-8 15,2-2 2-15,-1-2-1 16,2 0 5-16,3 0 2 16,2-1 7-16,1-4 3 15,1-1-6-15,0 0-11 0,5 2 5 16,1-1-5-1,2 1 0-15,-2 3 0 0,0-1-1 16,1 2 0-16,-2 0 0 16,-2 0 0-1,-1 0-8-15,-2 0 2 16,0 2 5-16,0 2 0 16,-9-1-26-16,0 0-173 15,2-1-421-15</inkml:trace>
  <inkml:trace contextRef="#ctx0" brushRef="#br0" timeOffset="91378.56">6353 4541 1142 0,'0'0'343'0,"0"0"-9"0,0 0-2 0,0 0-59 16,0 0-78-16,0 0-67 16,0 0-68-16,-15-2-41 0,15 19 11 15,0 4 6 1,3 5-2-16,2-1-1 0,2 1 0 15,-1-1-4 1,0-3-19-16,-1 1-10 16,1-5 0-16,-1 0-32 15,0-5-137-15,5-7-157 16,-3-4-273-16,0-2-256 0</inkml:trace>
  <inkml:trace contextRef="#ctx0" brushRef="#br0" timeOffset="91648.33">6485 4587 1072 0,'0'0'254'15,"0"0"-34"-15,0 0-65 0,0 0 3 16,-54 37-41 0,37-21-15-16,1 1-7 15,4-2-19-15,2-1-13 16,4-2-6-16,3-3-8 0,3 0-26 15,0-2-4-15,10-2 8 0,3 0 8 32,9-4 2-32,2 1-25 0,4-2-12 15,1 0-39-15,10-8-124 16,-8 2-181-16,-2-2-389 0</inkml:trace>
  <inkml:trace contextRef="#ctx0" brushRef="#br0" timeOffset="92096.55">6588 4657 1398 0,'0'0'323'16,"0"0"-3"-16,0 0-112 0,0 0-76 15,0 0-80 1,0 0-23-16,0 0-6 0,46-18-10 15,-37 22-3-15,-3 1 1 16,-1 2-4-16,-3 2-6 16,-2 0 0-16,0 3-1 15,-4 0 2-15,-4 0 4 16,-2 0-6-16,0-2 1 16,1-3 0-16,2-3 0 15,4 0 0-15,2-4 0 0,1 3 0 16,0-2 1-1,0 1 4-15,7 3 4 0,3 1 17 16,0 1 0-16,2 1-4 16,-1 0-6-16,-1 2-11 15,-2-3 1-15,-2 1 1 16,-2 0-7-16,-4-2 0 16,0 1 12-16,-2 0 2 15,-8 0 12-15,-3-1 5 16,-4 0-16-16,-2-3-15 0,1-1-1 15,0-2-20-15,-1-4-122 16,6-4-140 0,4-3-446-16</inkml:trace>
  <inkml:trace contextRef="#ctx0" brushRef="#br0" timeOffset="99016.29">5775 4661 419 0,'0'0'245'0,"0"0"-8"0,0 0 0 0,0 0-19 16,0 0 7-16,0 0-18 15,-12-22-15-15,5 17-22 16,-1-1-50-16,-3 0-20 0,-1 3-12 16,-3 1-32-16,-2 2-10 15,-2 0 1 1,-1 0-16-16,-1 5-4 16,2 6-2-16,1 1-7 0,3 2-8 15,2 1 4 1,3 2-7-16,4 1-6 0,2 1 0 15,4-2 0-15,0 1-1 16,6-2-1-16,4-4 0 16,1 0-13-16,1-5-8 15,0-2-81-15,1-4 48 16,-1-1 54-16,2 0-9 0,-2-4-14 16,1-5-15-1,-3-2 7-15,0-3 12 0,-4-3 14 16,0 0 6-1,-4-2 1-15,0-1 10 16,-2 1-10-16,0 2 10 0,0 3 15 16,-3 4 16-16,0 3 25 15,0 3 9-15,2 3-2 16,0 1-20-16,1 0-29 16,0 7-24-16,0 14 0 0,1 15 6 15,7 12 41 1,2 8 10-16,-1-3 7 15,1-7-7-15,-4-10-27 16,-1-7-7-16,0-6-15 16,-2-2-8-16,1 0 6 0,-1 1-7 15,-1 2 0 1,0-7 0-16,-2-5 0 16,1-5-1-16,-1-4 1 0,0-1 1 15,0-2 0-15,0-2 8 16,-3-7-8-1,-2-8-1-15,-2-6-6 0,0-5-18 16,3-1-18-16,2 0-14 16,2 4-33-16,0 3-66 15,0 5-70-15,10 0-111 16,0 5-354-16,-3 2-529 0</inkml:trace>
  <inkml:trace contextRef="#ctx0" brushRef="#br0" timeOffset="99676.17">5866 4752 1051 0,'0'0'263'0,"0"0"25"0,0 0-72 0,0 0-23 16,0 0-115-16,0 0-55 15,0 0-12-15,28-10 14 16,-16 10-3-16,-1 4 9 16,-1 4-17-16,-2-1-5 15,-2 3-1-15,-3 0-8 16,-3 2 1-16,0 0-1 15,-3 2 6-15,-6-3-6 16,0 2 0-16,-1-2 0 16,1-4 1-16,0-2-1 0,3-1 2 15,2-2 5-15,3-2 0 16,1 0 5-16,0 0 12 16,0 1-5-16,5 1 6 15,6 1 29-15,0 2-1 16,1 0-19-16,0 2-9 15,-2-1 2-15,-1 1-7 16,-2 0-6-16,-4 0 4 16,-1 0-1-16,-2 0 5 15,-2 2 6-15,-8 0 30 16,-2 0-10-16,-5 2-17 0,-3-2-20 16,-1-2-10-1,0-1-1-15,-1-6-9 0,4 0-174 16,6-4-375-16</inkml:trace>
  <inkml:trace contextRef="#ctx0" brushRef="#br0" timeOffset="100528.51">5875 5297 505 0,'0'0'963'0,"0"0"-691"0,0 0 38 0,0 0-66 15,-33-45-84-15,19 39-40 16,-2 3-29-16,-1 3-25 16,-2 0-27-16,2 9 4 15,3 3-4-15,2 2-18 16,5 4-12-16,2 0-8 15,5 1 1-15,0-1-2 16,6-3-1-16,4 0-9 16,5-6-19-16,1-4-28 0,1-3-34 15,1-2-10-15,0-5-6 16,-2-6 24 0,-3-4 16-16,-3-3 51 0,-5-1 16 15,-2-1 9 1,-2 3 14-16,-1 3 39 0,0 4 30 15,0 3 31-15,0 7 6 16,0 0-52-16,0 13-53 16,0 7-12-16,0 7 9 0,0 5 15 15,0 4 10 1,3 0 4-16,1-1-28 0,1-3-13 16,-1-1-9-1,0-4 1-15,-1-5-1 16,-1-7 1-16,-1-6-1 15,-1-5 0-15,0-4 0 16,0-1 6-16,0-9-6 16,0-7-6-16,0-5-26 0,0-2-24 15,0-2-47-15,5 3-36 16,3 3-62-16,11-1-63 16,-1 7-239-16,-2 4-256 0</inkml:trace>
  <inkml:trace contextRef="#ctx0" brushRef="#br0" timeOffset="100999.04">5993 5417 1225 0,'0'0'332'0,"0"0"-103"0,0 0-30 15,0 0-61-15,0 0-69 0,48-25-39 16,-30 25-11-16,-2 0-4 0,-3 0-5 16,-5 6-4-1,-1 3 7-15,-4 0-2 0,-3 0 2 16,0 1-3 0,-3-3-8-16,-2 1-1 0,-1-3 5 15,1-1-4 1,1-3 10-16,2 1 28 0,2-2 18 15,0 0-12-15,0 0-15 0,2 3-4 16,6-2 19 0,2 3 0-16,1 0-21 15,1 0-7-15,0 2-3 16,-2 0-9-16,-2 1 3 16,-3 0 6-16,-2 2 7 15,-3 0 9-15,0 0 4 16,-9 0 17-16,-3 0-9 15,-5 0-16-15,-4-1-12 0,-1-2-13 16,-3-2-2-16,3-3-1 16,2-1-69-1,7-1-61-15,6-6-145 0,6-1-370 0</inkml:trace>
  <inkml:trace contextRef="#ctx0" brushRef="#br0" timeOffset="101606.57">6346 5319 1145 0,'0'0'331'0,"0"0"-49"0,0 0-58 0,0 0-52 16,0 0-89-16,0 0-15 0,0 0-2 15,11 0-21-15,-11 3 1 16,0 0-16-16,0 1-4 16,0 0 0-16,-3 0-3 15,-4-1-6-15,2 0-8 16,-2-3-8-16,2 0 0 16,0 0 0-16,3-4 0 15,1-2-1-15,1 0-11 16,0 2-7-16,0 1-31 15,5 2-49-15,5-2-102 16,-3 0-189-16,3-1-673 0</inkml:trace>
  <inkml:trace contextRef="#ctx0" brushRef="#br0" timeOffset="101936.52">6539 5091 1296 0,'0'0'712'0,"0"0"-480"15,0 0 51 1,0 0-77-16,0 0-90 0,0 0-71 15,0 0 39 1,4 40-5-16,4-19-28 0,-1 5-5 16,0-2-13-16,1 1-16 0,-2-2-12 15,-1 1-4 1,-1-2-2-16,0-1-19 0,-1-1-93 16,-1-4-156-1,0-5-275-15,0-7-583 0</inkml:trace>
  <inkml:trace contextRef="#ctx0" brushRef="#br0" timeOffset="102186.55">6694 5097 1635 0,'0'0'257'15,"0"0"-88"-15,0 0 14 16,0 0-1-16,-34 49-68 15,19-28-7-15,-1 0-13 0,2-2-34 16,3-3 1 0,4-6-13-16,4-3-24 0,3-2-15 15,1-3-8 1,9 0 9-16,6-2-2 16,4 0-8-16,4 0 0 15,1 0-31-15,1-4-105 0,10-2-131 16,-8 1-255-1,-3 1-372-15</inkml:trace>
  <inkml:trace contextRef="#ctx0" brushRef="#br0" timeOffset="102578.48">6853 5126 1766 0,'0'0'227'0,"0"0"-5"16,0 0-33-16,0 0-37 15,38-10-81-15,-25 10 5 16,-2 5-17-16,-2 0-16 16,-3 6-1-16,-4 1 7 15,-2 3 3-15,0 1-2 0,-2 5 11 16,-8 1 11-1,-2 0-14-15,0 1-10 0,-2-4-1 16,4-2-5-16,2-4 5 16,3-5-11-16,3-4-9 15,2-2-4-15,6-2 13 0,9 0 36 16,6-7-21 0,6-2-33-16,9-3-17 0,-1 1-1 15,-1-1 0 1,-1 2-30-16,-7 2-67 0,1-1-86 15,-10 3-122-15,-6 2-672 0</inkml:trace>
  <inkml:trace contextRef="#ctx0" brushRef="#br0" timeOffset="103426.48">6398 5799 827 0,'0'0'320'0,"0"0"35"0,0 0-15 0,0 0-81 16,0 0-89-16,-43-31-30 15,28 31-43-15,-4 4-33 16,0 8-15-16,-1 4-16 16,3 4-6-16,3 0-1 15,2-1-14-15,8-1-10 16,4-2-2-16,0-3 0 0,12-4-17 16,2-2-3-16,5-6-56 15,1-1-12-15,0-6 0 16,-3-5 26-16,-3-3 16 15,-3-3 44-15,-5-1 2 16,-1 0 11-16,-4 1 20 16,-1 3 59-16,0 4 34 15,0 4 4-15,0 5-6 16,0 1-53-16,0 12-47 16,1 13-14-16,6 16 7 0,4 16 21 15,2 6 10 1,-1-1-1-16,-1-8-9 0,-3-15-20 15,-2-9-8-15,-2-11-8 16,-1-6 0-16,0 0 0 16,-1-5 0-16,0-3 0 15,1-5 0-15,-2-7 13 16,3-13-13-16,-1-5-5 16,1-11-40-16,0 1-54 15,0-1-103-15,7-3-95 16,-3 13-235-16,2 2-352 0</inkml:trace>
  <inkml:trace contextRef="#ctx0" brushRef="#br0" timeOffset="103881">6515 5932 1424 0,'0'0'226'0,"0"0"41"0,0 0-94 0,0 0-45 0,44-22-58 16,-30 22 1 0,-1 0-9-16,-2 2-25 15,-3 6-2-15,-2 2-10 16,-5 2 13-16,-1 2-18 0,0 0-11 16,-3-1-2-1,-3 0-5-15,0-4-1 16,1-1 5-16,1-4-4 15,2-1 10-15,2-1-4 0,0-1-6 16,1 1-1-16,6 3 35 16,3-1 10-1,1 1-14-15,2 1-11 0,0 1-1 16,0 1-5 0,-1 0 8-16,-4 1-2 0,-1 0-3 15,-6 0 1-15,-1 2 2 16,-1-2 3-16,-8 1 4 15,-2-1-7-15,-3-2-12 16,-3-2-8-16,0-3-1 16,1-2-41-16,1-2-83 15,2-18-157-15,5 2-399 16,5-2-1096-16</inkml:trace>
  <inkml:trace contextRef="#ctx0" brushRef="#br0" timeOffset="104116.23">6786 5918 1396 0,'0'0'249'16,"0"0"65"-16,0 0-51 0,0 0-72 0,0 0-67 15,0 0 1-15,0 0-42 16,-7 20-34-16,2-20-25 15,1 0-16-15,-1 0-8 0,2-1-34 16,2-3-136 0,1-3-122-16,2 1-374 15,4 0-633-15</inkml:trace>
  <inkml:trace contextRef="#ctx0" brushRef="#br0" timeOffset="104363.64">6860 5660 1962 0,'0'0'464'0,"0"0"-171"16,0 0-165 0,0 0 13-16,9 38-1 0,1-14-66 15,2 3-34 1,1 2 7-16,-2-1-6 15,2 2-21-15,-3-3-13 0,-2-1-7 0,-2-3 0 16,0-2-52 0,-1-6-107-16,0-7-320 0,-2-8-282 0</inkml:trace>
  <inkml:trace contextRef="#ctx0" brushRef="#br0" timeOffset="104664.56">7050 5689 1355 0,'0'0'366'0,"0"0"-34"0,0 0-187 16,0 0-6-1,0 0 6-15,0 0 11 16,-33 56-39-16,19-36-23 0,3-2-29 16,0-1-15-16,4-5-13 15,2-1-20-15,4-4-10 16,1-3-1-16,0 0 5 15,8-1 15-15,5-1 18 16,4-1-4-16,4-1-20 16,2 0-11-16,1-2-9 15,1-4-1-15,-2 1-46 16,-3-1-60-16,-2-1-98 0,2-1-132 16,-6-1-237-1,-2 1-452-15</inkml:trace>
  <inkml:trace contextRef="#ctx0" brushRef="#br0" timeOffset="104876.37">7215 5641 1789 0,'0'0'398'0,"0"0"-32"0,0 0-102 15,0 0-74 1,0 0-62-16,0 0-38 15,8 48-34-15,0-26-19 0,1 2 0 16,3 2-13 0,0 1-17-16,2 1-7 0,-3 9-83 15,-2-8-289 1,-7-6-1590-16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44:46.2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13471 6917 774 0,'0'0'270'0,"0"0"-189"0,0 0 40 0,0 0 51 0,-16-44-9 16,14 39-22-1,1 4-63-15,1 1-51 0,-1 0-18 16,-1 12-7-1,1 6 4-15,-1 6 32 0,0 4 41 16,0 2 8 0,0-2-31-16,0-2-29 0,2-1-19 15,-2-5-8-15,1-3-16 16,0-5-80-16,-1-2-35 16,0-7-11-16,-1-3 54 15,-2 0 30-15,-2-7-9 16,-2-4 8-16,2-4 35 15,-1-1 24-15,1 0 12 16,1 0 43-16,2 3 28 16,1 4 29-16,1 2 27 15,2 3 11-15,0 4-48 16,0 0-63-16,2 6-16 16,6 4 42-16,1 4-1 15,2 1-12-15,2 0-8 0,-1-1-10 16,2 0-16-16,1-4-9 15,0-1-9-15,-2-3 1 16,0-3-1-16,-3-1-5 16,-2-2-10-16,-3 0-12 15,-1-4-4-15,-1-3-4 16,-3-2 9-16,0-1 4 16,0-1 13-16,0 2 3 15,0 3 6-15,-4 1 0 16,0 5-12-16,-1 0-10 15,-2 6 12-15,-2 5 10 0,2 3-1 16,-3 2-14 0,3-1-64-16,0 1-53 15,1 1-53-15,3-4-107 0,2-3-321 0</inkml:trace>
  <inkml:trace contextRef="#ctx0" brushRef="#br0" timeOffset="25877.99">13491 8518 636 0,'0'0'901'0,"0"0"-671"0,0 0 41 16,0 0-111-1,0 0-89-15,0 0-34 16,-4 0-1-16,4 0-8 16,7 0-4-16,3 3-2 0,4-2 0 15,2 1-6-15,1-2-1 16,0 1-14-16,0-1 5 15,0 0-6-15,-2 0 0 0,-4 0-1 16,1 0-37-16,-6 0-195 16,-2 0-256-1,-4-3-270-15</inkml:trace>
  <inkml:trace contextRef="#ctx0" brushRef="#br0" timeOffset="26082.44">13470 8604 1031 0,'0'0'401'16,"0"0"-154"0,0 0 64-16,0 0-95 15,0 0-58-15,0 0-54 16,0 0-43-16,35 20-12 16,-14-20-8-16,7 0-12 15,2 0-11-15,2-4-9 16,-1 0-8-16,-2-1-1 15,1 2-69-15,-7 1-194 16,-10 2-490-16</inkml:trace>
  <inkml:trace contextRef="#ctx0" brushRef="#br0" timeOffset="81297.64">15570 8460 660 0,'-1'-6'335'0,"0"-4"-90"0,1 1-15 0,0-2-17 0,0 1-20 15,0 1-29-15,3 2-47 16,1 2-35-16,-1 3-35 16,2 2-19-16,1 1-19 0,0 11-8 15,3 5 5 1,-3 6 0-16,-1 3-4 0,-4 4 4 15,-1-3-5 1,-2 0 0-16,-7-2-1 16,-4-3 1-16,-2-3-1 0,-2-1-1 15,-1-3-9 1,2-3-42-16,2-3-72 16,5-4-102-16,4-4-62 15,5-1-17-15,8-12-304 0,6-3 326 16,1 0 80-16</inkml:trace>
  <inkml:trace contextRef="#ctx0" brushRef="#br0" timeOffset="81547.64">15671 8454 169 0,'0'0'251'16,"0"0"-3"-16,0 0 18 15,0 0-6-15,1-39-35 16,-1 35-19-16,0 3-38 15,-4 1-38-15,-2 5-43 16,-2 9-38-16,0 6 15 0,0 5-1 16,2 4-11-16,3 0-20 15,3-2-16-15,0-1-5 16,4-5-11-16,6 0 0 16,1-4 0-16,7 2-68 15,-3-7-279-15,-4-3-505 0</inkml:trace>
  <inkml:trace contextRef="#ctx0" brushRef="#br0" timeOffset="82050.06">15803 8521 1287 0,'0'0'229'0,"0"0"-70"16,0 0 6 0,0 0-38-16,0 0-35 0,0 0-17 15,0 0 9 1,-9 38-19-16,8-21-13 0,0-1-1 16,-1-2-11-1,2 0-11-15,-1-2-15 0,0 0-7 16,1-3-5-1,0-1-1-15,0-1 0 0,2-1-1 16,4-3 1 0,1-1-1-16,0-2-8 15,2 0-17-15,-1 0-31 0,1-5-21 16,0-3 1-16,-2 0 10 16,0-1 2-16,1-1 44 0,-2 1 19 15,-2 0 1 1,-1 3 1-16,-1 3 19 0,-2 2 42 15,0 1-1 1,0 0-17-16,0 4-19 16,0 8 3-16,0 5 36 15,0 3-9-15,0 3-30 16,0 2-17-16,7-3-8 16,0 0-6-16,3 4-132 15,-2-6-353-15,-2-4-737 0</inkml:trace>
  <inkml:trace contextRef="#ctx0" brushRef="#br0" timeOffset="99698.09">14918 7012 212 0,'0'0'378'0,"0"0"-114"0,0 0-20 16,0 0-60-1,2 5-10-15,2-3-31 0,1 0-70 16,2 2-22 0,3-2-21-16,2 2-3 0,4-2 2 15,-1 0-13-15,2-2-4 16,-2 0-5-16,1 0-5 16,-3 0-1-16,-2-3 0 15,-2-2-1-15,-2 0 0 16,-3-2-45-16,-2 1-146 15,-2 1-218-15</inkml:trace>
  <inkml:trace contextRef="#ctx0" brushRef="#br0" timeOffset="100397.95">14966 6892 501 0,'0'0'246'0,"0"0"-34"0,0 0-64 0,0 0-53 16,0 0-30-16,0 0-26 15,0 0-8-15,1 1-5 16,-1 2-3-16,-3 1 0 16,0 1-5-16,-1 1-2 15,-1 1 0-15,-2-1 10 0,0 2 7 16,-2-1 4 0,1 1-5-16,-1-2-13 15,2 1-3-15,2-2-3 16,0-1-3-16,3 0-9 0,0 0 5 15,0 1-4-15,2 0 6 0,0 2 6 16,0 0 9 0,0 1 3-16,0 0 3 0,4 0 5 15,3-1 0 1,2 1 7-16,1 0 1 16,3-1 5-16,3-2 0 15,1 0 5-15,2-1-10 16,1 0-7-16,1-3-7 15,-2 0-4-15,-1-1-10 0,-4 0-6 16,-3 0-8-16,-5 0 1 16,-1 0-1-16,-3 0-1 15,-2 0-24-15,0-1-50 16,-4 0-195-16,-2 1-562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40:24.3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3136 2499 850 0,'0'0'233'0,"0"0"-16"0,0 0 18 16,0 0-37-16,0 0 26 0,0 0-48 16,0-37-37-16,0 36-23 15,0 1-20-15,0 0-36 16,0 7-41-16,0 9-6 16,0 5 32-16,0 5 0 15,0 3 5-15,0-1-8 16,0 1-8-16,1-3-16 15,1 0-12-15,0-5-4 16,0 0-2-16,-1-3 1 16,-1-4-1-16,0-3-30 15,0-3-144-15,0-6-169 16,0-2-254-16,1 0-232 0</inkml:trace>
  <inkml:trace contextRef="#ctx0" brushRef="#br0" timeOffset="249.82">3245 2482 1119 0,'0'0'292'0,"0"0"1"0,0 0-62 16,0 0-94-1,0 0-73-15,0 0 27 0,0 0-12 16,10 58-19-1,-7-36-18-15,-1 0-14 0,0-1-6 16,-1-1-13-16,-1-2-7 16,0-2-2-16,0-2-47 15,-4 1-147-15,-2-4-175 16,1-4-314-16</inkml:trace>
  <inkml:trace contextRef="#ctx0" brushRef="#br0" timeOffset="503.79">3061 2630 746 0,'0'0'596'0,"0"0"-441"16,0 0-18-16,0 0 57 15,0 0 34-15,34 41-73 0,-16-24-34 16,0 0-38-16,2-1-20 15,1 0-13-15,-1-2-17 16,1-3-14-16,-2-2-8 16,-2-3-10-16,0-3-1 15,-3-1-55-15,1-2-153 16,-5 0-317-16,-2 0-193 0</inkml:trace>
  <inkml:trace contextRef="#ctx0" brushRef="#br0" timeOffset="751.69">3365 2581 986 0,'0'0'530'0,"0"0"-369"16,0 0-27-1,0 0 2-15,0 0 22 16,-3 46-38-16,-1-22-39 15,0 0-26-15,-2 3-31 16,1-3-8-16,-2-1-10 0,3-3-5 16,-1-3-1-1,-2 0-68-15,0-3-210 0,3-5-391 0</inkml:trace>
  <inkml:trace contextRef="#ctx0" brushRef="#br0" timeOffset="939.77">3394 2699 712 0,'0'0'791'0,"0"0"-651"15,0 0-22-15,0 0-26 16,0 0-45-16,0 0-41 15,0 0-6-15,-16 33-327 0</inkml:trace>
  <inkml:trace contextRef="#ctx0" brushRef="#br0" timeOffset="5509.71">8878 4228 842 0,'0'0'401'0,"0"0"-75"0,0 0-35 0,0 0-30 0,0 0-40 16,0 0-47-1,-9-2-27-15,10 2-13 16,6 3 5-16,6 2 0 16,1-1-34-16,5 0-24 0,3-1-16 15,3 1-21-15,2-4-21 16,1 2-10-16,-1 0-4 15,-1-2-7-15,-5 0 4 16,-4 0-6-16,-4 0-1 16,-6 0-8-16,-4 0-27 15,-3 0-76-15,-1 1-54 0,-20 4-175 16,-1-1-294 0,2 0-271-16</inkml:trace>
  <inkml:trace contextRef="#ctx0" brushRef="#br0" timeOffset="5841.22">8849 4342 43 0,'0'0'1281'0,"0"0"-934"15,0 0-16-15,0 0-34 16,0 0 18-16,0 0-73 15,44 12-73-15,-24-8-47 0,4-1-26 16,3 0 10-16,2-1-26 16,0 0-20-16,1 0-18 15,-1-1-14-15,-4 0-7 16,0-1-6 0,-5 1-4-16,-4-1-10 15,-2 0 6-15,-4 0-7 0,-4 0 0 16,-5 0 0-16,-1 0-12 15,-5 0-64-15,-37 0-138 0,2 0-289 16,-9 0-668-16</inkml:trace>
  <inkml:trace contextRef="#ctx0" brushRef="#br0" timeOffset="9941.84">8339 2540 765 0,'0'0'705'0,"0"0"-431"0,0 0 33 0,0 0-84 15,0 0-38-15,0 0-30 0,-37-34-60 16,25 40-50-16,-3 9-10 16,-2 6 3-16,-5 14 2 15,3-4-12-15,-1 5-13 16,3-1-6-16,3-5-8 16,-2 1 1-16,3-3-2 15,1-4-16-15,1-4-127 16,0-3-203-16,2-6-431 15,1-6-332-15</inkml:trace>
  <inkml:trace contextRef="#ctx0" brushRef="#br0" timeOffset="10205.96">8065 2520 1595 0,'0'0'346'0,"0"0"-133"0,0 0-108 16,0 0 73 0,35 43-4-16,-21-19-39 0,3 4-36 15,-1 2-34 1,3 3-26-16,1-2 6 0,-2-1-18 16,1-3-12-1,-3-4-14-15,-2-2-1 0,-1-4-21 16,-3-3-93-1,-4-1-243-15,0-3-308 0,-4-5-447 0</inkml:trace>
  <inkml:trace contextRef="#ctx0" brushRef="#br0" timeOffset="10506.54">8430 2756 1318 0,'0'0'371'16,"0"0"-22"-16,0 0-126 16,0 0-45-16,0 0-45 15,0 0-19-15,0 0 20 0,0 39-28 16,1-22-42-16,2-2-28 15,-2 2-19-15,1-1-10 16,0-1-7-16,-1-2 2 0,0-3-2 16,-1-1-21-1,1-2-112-15,1-4-194 0,-1 0-339 16,-1-3-553-16</inkml:trace>
  <inkml:trace contextRef="#ctx0" brushRef="#br0" timeOffset="10806.43">8571 2771 670 0,'0'0'672'15,"0"0"-412"-15,0 0-6 16,0 0-23-16,0 0-70 15,0 0-59-15,0 0-22 16,1 22-16-16,-2-21-15 0,-3 0-4 16,-1 0-4-1,1-1-15-15,0 0-5 0,0 0 2 16,3-4-13 0,-1 0-10-16,2-3-25 0,0 2-55 15,0 1-57 1,10-5-119-16,-1 3-284 0,-2-1-464 0</inkml:trace>
  <inkml:trace contextRef="#ctx0" brushRef="#br0" timeOffset="11474.31">8757 2462 1325 0,'0'0'322'0,"0"0"24"0,0 0-126 15,0 0-71-15,0 0-100 16,0 0 3-16,-2 40 37 15,2-17-35-15,0 2-18 0,0-1-17 16,3-1-11 0,2-3-7-16,0-3 10 0,1-6-11 15,-2-4 0 1,3-3 0-16,-1-4-30 0,0-3 6 16,1-7-22-1,0-3-2-15,3-3 23 0,-2-2 19 16,0 1 6-1,-1 3 1-15,-2 0 8 0,-2 6 10 16,-1 3 39 0,-2 3 33-16,0 2-24 0,0 1-48 15,0 10-18-15,0 4 19 16,0 4 10-16,0 3 4 16,7 0-1-16,0-1-9 15,3-2-6-15,3 0 15 16,1-5 21-16,0-5-29 15,-1-5-9-15,-1-4-1 0,0-1 5 16,1-10-4 0,-2-5-5-16,1-7-5 0,-1-12 0 15,0-12-5 1,-3-10 0-16,-4 6 0 0,-4 10-1 16,0 18-7-16,0 12-20 15,0 2-6-15,-5 2-10 16,-2 2-7-16,-1 5-10 15,1 4-46-15,-2 10-101 16,2 14-79-16,0-3-251 16,5-1-171-16</inkml:trace>
  <inkml:trace contextRef="#ctx0" brushRef="#br0" timeOffset="12169.59">9171 2522 983 0,'0'0'328'0,"0"0"-5"0,0 0-65 0,0 0-55 0,0 0-74 0,0 0-52 0,0 0-26 16,-43 9 27 0,30 8 11-16,1 6-11 0,2 1 1 15,4 1-20 1,2 1-7-16,4-1-8 16,0-3-10-16,2-3-7 0,7-4-11 15,2-4-5 1,1-5-2-16,4-4 3 0,2-2 1 15,0-7 2-15,1-7-7 16,-2-7-7-16,-1-5 1 16,-1-3 4-16,-6-2 0 15,-4 1-5-15,-2 3 0 16,-3 6-1-16,-3 6 1 16,-5 5 0-16,0 6-1 15,-2 4-2-15,0 0-7 16,0 4 9-16,0 6-1 15,1 2 1-15,2 2 0 0,5 0 0 16,1 0 0-16,1 0 6 16,1-1-5-16,4 0 0 15,0-1-1-15,1 1 1 16,-1 0-1-16,-2 1 0 16,-2 0 1-16,-1 1-1 15,0 2 1-15,0-1 0 16,0 0 5-16,-2-1 0 0,1-1 0 15,1-3-5-15,0-1 13 16,0-3 1 0,1 0-2-16,5-4-3 15,1-1-2-15,3-2 5 16,5 0-2-16,-2 0-10 0,1-3-1 16,0-2-38-1,-4 1-93-15,-4-4-208 0,-3 3-285 16,-3-2-1042-16</inkml:trace>
  <inkml:trace contextRef="#ctx0" brushRef="#br0" timeOffset="14921.66">9424 2453 971 0,'0'0'490'0,"0"0"-174"0,0 0-20 0,0 0-55 16,0 0-17-16,0 0-35 0,0 0-55 15,26-4-32-15,-11-1-35 16,3 0-18 0,3 0-23-16,-1 1-17 0,2-1-8 0,-5 1 1 15,-3 1-2 1,-2 1-10-16,-5 0-60 16,-3 1-84-16,-3 1-146 15,-1 0-181-15,-6 0-81 16,-3 0-736-16</inkml:trace>
  <inkml:trace contextRef="#ctx0" brushRef="#br0" timeOffset="15140.97">9432 2531 569 0,'0'0'949'0,"0"0"-609"16,0 0-69-16,0 0-92 15,0 0 12-15,0 0-45 16,42-5-46-16,-23 1-45 0,1-1-33 16,1 1-16-16,0-2-6 15,1 0-81-15,11-7-202 16,-7 2-354-16,-2-1-394 0</inkml:trace>
  <inkml:trace contextRef="#ctx0" brushRef="#br0" timeOffset="15819.77">10075 2259 1053 0,'0'0'224'0,"0"0"34"16,0 0-45-16,-9-39-18 16,1 25 0-16,-1 3-67 0,0 0-27 15,-4 1-21 1,-1 6-13-16,1 3 9 0,-2 1-18 16,0 5-25-1,1 5-7-15,1 5-8 0,3 0-1 16,3 2-8-1,3 1-8-15,4-2 0 0,2 0 0 16,8-2-1-16,4-3-1 0,3-5-1 16,2-3-25-1,0-3-25-15,0-1-13 16,-3-9 12-16,-3-4 37 16,-1-4 11-16,-4-3 5 15,-2-2 11-15,-4-2 0 16,2 0 28-16,-4 1 24 0,0 7 23 15,0 5 23-15,0 6-9 16,0 5-56 0,0 1-43-16,0 16-1 15,1 14 0-15,3 14 14 16,1 6 27-16,4 1 4 0,0-5 5 16,-3-11 1-1,0-5-14-15,-1-7-11 0,-3-4-13 16,2 4-11-1,-2-1 5-15,1-2-7 0,-2-3-1 16,-1-8 1-16,0-4-1 16,0-3 1-16,0-2 12 15,0-3 2-15,0-8-7 16,0-5-6-16,0-6 0 16,0-1-1-16,0-4-9 15,0-1-26-15,1 0-8 16,3 1-22-16,0 6-43 0,3 4-63 15,0 4-120 1,0 4-262-16,-2 5-248 0</inkml:trace>
  <inkml:trace contextRef="#ctx0" brushRef="#br0" timeOffset="16141.97">10310 2319 1130 0,'0'0'714'0,"0"0"-234"0,0 0-145 0,0 0-64 15,0 0-54-15,0 0-97 16,0 0-79-16,0-3-31 15,0 11-9-15,0 4 23 0,1 3 21 16,5 2-2 0,-1 0-16-16,0 0-9 0,0-1-9 15,0-1-8 1,2 10-1-16,-3-4-67 0,-2-3-439 0</inkml:trace>
  <inkml:trace contextRef="#ctx0" brushRef="#br0" timeOffset="17569.75">3176 4354 642 0,'0'0'863'0,"0"0"-607"0,0 0-24 16,0 0-43-16,0 0-9 16,0 0-43-16,16-5 13 15,0 5-60-15,6 0-37 0,3 0 3 16,4 0-3 0,0 0-18-16,3 0-13 0,-4 0-14 15,-3 0-8 1,-3 0-1-16,-4 1-38 0,-5 0-118 15,-4 2-117-15,-5-1-264 16,-4 0-219-16</inkml:trace>
  <inkml:trace contextRef="#ctx0" brushRef="#br0" timeOffset="17771.52">3190 4475 1117 0,'0'0'624'0,"0"0"-435"16,0 0-19-16,0 0-9 16,0 0-40-16,45-8-54 15,-18 2-33-15,2 1-22 16,-1 1-12-16,5 4-62 16,-8 0-244-16,-9 4-680 0</inkml:trace>
  <inkml:trace contextRef="#ctx0" brushRef="#br0" timeOffset="20289.79">2506 3275 343 0,'0'0'332'0,"0"0"-24"0,0 0-30 15,0 0-20-15,0 0-34 0,0 0 3 16,-3-2-46-1,3 1-71-15,0 1-45 0,2-1-26 16,4 0-14-16,5-1-7 16,2 0-6-16,2-1-6 15,4 0-6-15,0-1 1 16,0 0-1-16,-2 1-8 16,-3 0-70-16,-3-1-142 0,-2-1-98 15,-4 0-204 1,-4 1-232-16</inkml:trace>
  <inkml:trace contextRef="#ctx0" brushRef="#br0" timeOffset="20551.98">2521 3326 956 0,'0'0'237'0,"0"0"39"0,0 0-78 16,0 0 8-16,0 0-41 0,0 0 12 16,0 0-36-1,38-7-33-15,-21 0-18 0,2-1-14 16,1-2-32 0,0 1-24-16,-3-1-11 15,-1 4-9-15,-4 1-8 16,-1 4-111-16,-4 1-205 0,-5 0-690 0</inkml:trace>
  <inkml:trace contextRef="#ctx0" brushRef="#br0" timeOffset="21853.7">8955 5804 629 0,'0'0'270'0,"0"0"-23"0,0 0-24 0,0 0 8 16,-46-3 4-16,37 3 0 0,2 0-48 15,4 0-36-15,1 0-16 16,1 0-13-16,1 0-6 15,0 0-21-15,3 0-25 16,7 0-9-16,7 4 32 0,4-1-24 16,5 1-24-1,3 0-18-15,0-2-2 0,0 0-7 16,-2 1-6 0,-4-1-11-16,-2-1 5 0,-5 1-5 15,-3-2-1 1,-4 1 0-16,-4-1-1 0,-2 1-5 15,-3-1-28 1,0 0-41-16,-3 0-72 0,-14 0-149 16,0 0-243-1,-1 0-165-15</inkml:trace>
  <inkml:trace contextRef="#ctx0" brushRef="#br0" timeOffset="22141.8">8877 5905 1310 0,'0'0'321'0,"0"0"14"16,0 0-106-16,0 0 22 16,0 0 25-16,0 0-75 15,60 8-62-15,-32-6-47 16,2 0-22-16,1-1-2 15,2-1-12-15,-3 0-15 16,-2 0-19-16,-4 0-13 0,-4 0-7 16,-4 0-2-16,-8 0 0 15,-5 0-18-15,-14 8-97 16,-8 2-155-16,-6 0-395 0</inkml:trace>
  <inkml:trace contextRef="#ctx0" brushRef="#br0" timeOffset="23357.82">2663 5830 947 0,'0'0'367'0,"0"0"-12"0,0 0-11 15,0 0-69-15,0 0-63 0,0 0-16 16,2 0-42-16,6 0-9 16,3-1-28-16,5-2-26 15,2 1-35-15,4-2-23 16,1 0-12-16,1 0 1 16,1 0-16-16,-4-1-5 15,-2 1-1-15,-4 1 0 16,-6 1-1-16,-2 1-18 15,-2 0-52-15,-5 1-59 16,0 0-104-16,-15 5-135 16,-1 2-185-16,1 0-183 0</inkml:trace>
  <inkml:trace contextRef="#ctx0" brushRef="#br0" timeOffset="23639.8">2645 5913 1220 0,'0'0'399'16,"0"0"110"-16,0 0-239 15,0 0 9-15,0 0-61 16,0 0-73-16,0 0-15 16,22 1-56-16,-5-1-25 15,2 0-7-15,2-4-9 16,4-1 0-16,-1 0-9 0,0-2-5 15,-1 0-11-15,0 0-7 16,-2 0-1-16,-2-1 1 16,-4 3-1-16,-6 2-1 15,-4 3-11-15,-12 4-93 16,-6 8-193-16,-10 1-624 16</inkml:trace>
  <inkml:trace contextRef="#ctx0" brushRef="#br0" timeOffset="25289.51">2451 4909 1302 0,'0'0'246'0,"0"0"-1"0,0 0-31 0,0 0-64 16,0 0-53-16,37-19-30 16,-22 31-18-16,0 6 1 15,-3 7 8-15,-2 5 3 16,-4 2-9-16,-3-1-16 15,-3-1-12-15,0-2-9 0,-7-5-8 16,-2-2 2 0,0-5-7-16,-1-2-1 0,2-5 6 15,2-3-7-15,3-5 1 16,2-1-1 0,1-5-11-16,1-8-27 0,8-6-9 15,7-12-10 1,-1 0-5-16,4-4 2 0,0 0 5 15,-3 6 12-15,1-4 14 16,-1 3 4-16,-3 2 13 16,-2 3 11-16,-2 3 1 15,-5 2 1-15,-1 5 10 16,-3 3 18-16,0 4 16 0,-6 4 5 16,-2 4-10-1,-3 0-10-15,-3 13 0 0,-1 6 13 16,-1 4 9-1,1 5 7-15,2 1 2 0,4 1 1 16,4-1-19-16,5-1-12 16,0-2-11-16,6-1-7 15,7-5-2-15,4-2-3 16,5-4-6-16,1-6-1 16,1-2 0-16,1-5-1 15,-1-1-14-15,-2-2-30 16,-3-7-47-16,-3-1 15 15,-3-4 0-15,-6-3 21 16,0 1 25-16,-6-2 23 16,2 1 6-16,-3 1 1 0,0 3 0 15,0 0 1 1,0 4 17-16,0 3 24 0,0 2 28 16,0 4 12-1,0 0-33-15,0 5-24 0,0 8-14 16,3 7 40-16,2 5 8 15,-1 3 6-15,0 2-2 16,1-3-17-16,-1-2-18 0,-1-3-10 16,0-2-3-1,-1-5-9-15,-1 0-5 16,0-5-1-16,-1-2-5 16,0-3-71-16,0-5-123 15,0 0-136-15,-3-5-360 0</inkml:trace>
  <inkml:trace contextRef="#ctx0" brushRef="#br0" timeOffset="25739.54">2996 5046 189 0,'0'0'939'0,"0"0"-674"0,0 0 32 0,0 0-25 0,0 0-54 15,0 0-99 1,0 0-42-16,2 0-19 0,-2 1-21 15,0 4 17-15,0 0 22 16,0 3-14-16,0-1-5 16,-5 0-18-16,-2 0-8 15,1-2-16-15,1-1-8 16,-1-3-6-16,2-1 0 16,3 0 4-16,1-2-5 15,0-5-12-15,0 0-5 0,1 0 1 16,6 1 10-1,-2 1 5-15,0 1-11 0,-2 3-2 16,2 1-57-16,1 0-95 16,1 0-170-1,-2-1-601-15</inkml:trace>
  <inkml:trace contextRef="#ctx0" brushRef="#br0" timeOffset="26719.54">3231 4785 1177 0,'0'0'251'0,"0"0"46"0,0 0 60 16,0 0-66-16,0 0-43 15,0 0-127-15,0 0-71 16,-18-21-30-16,15 35-20 15,1 5 19-15,0 3 23 0,0 4 7 16,2-1-10-16,0 0-6 16,7-4-10-16,1-2-13 15,0-4-2-15,3-4-8 16,-1-4 0-16,-2-5-7 16,2-2-35-16,-1-2-31 15,1-9-21-15,-2-3 13 0,1-2 10 16,-1-1 26-1,-3 0 30-15,-1 3 14 0,-2 2 1 16,-1 5 0-16,-1 2 52 16,0 2 23-16,0 3-8 15,0 0-24-15,0 8-29 16,0 4 10-16,0 4 11 16,3 0-9-16,2 0-1 15,1 1-2-15,4-4-10 16,-1-2-5-16,3-5-2 15,-1-4 3-15,0-2 1 0,0 0 0 16,0-10-8 0,-1-2 4-16,0-4-5 15,-3-3 5-15,-2-3-5 16,-3-4 0-16,-2-2 5 0,0-3-5 16,0 1-1-1,-5-1-6-15,-1 3-12 0,1 9-16 16,0 3-5-1,2 7-1-15,2 5 8 0,-2 4-9 16,1 3-70-16,2 15-74 0,0-1-138 16,5 0-331-16</inkml:trace>
  <inkml:trace contextRef="#ctx0" brushRef="#br0" timeOffset="27249.82">3554 4665 1068 0,'0'0'353'0,"0"0"14"0,0 0-30 0,0 0-72 16,0 0-50-16,0 0-130 15,0 0-55-15,-4 0-29 16,4 18 32-16,2 3 29 15,3 2-17-15,-1-1-30 0,1-1 0 16,-2-3 9 0,0-1-5-16,0-3-19 15,-2-3-9-15,0 1-189 0,1-5-311 16,-1-4-418-16</inkml:trace>
  <inkml:trace contextRef="#ctx0" brushRef="#br0" timeOffset="27542">3666 4645 1175 0,'0'0'312'16,"0"0"-53"-16,0 0 12 0,0 0-64 16,-32 38-54-1,22-23-15-15,1 3-33 0,3 0-35 16,2-3-10-1,2-2-12-15,2 0-26 16,1-4 1-16,8-2-2 0,3-1 7 16,3-2 2-16,3-2-9 15,2-2-11-15,0 0-10 16,0 0-6-16,0-2-106 16,3-2-96-16,-5 2-130 15,-4-3-362-15</inkml:trace>
  <inkml:trace contextRef="#ctx0" brushRef="#br0" timeOffset="28220.75">3801 4996 1107 0,'0'0'384'0,"0"0"-6"0,0 0-111 16,0 0-44-16,0 0-72 16,0 0-55-16,0 0-44 15,13 0-11-15,0 0-3 16,1-4-17-16,2 1-12 15,0 1-9-15,-3-2 0 0,-1 2-68 16,-2 1-128 0,-3 1-168-16,-3-1-395 0</inkml:trace>
  <inkml:trace contextRef="#ctx0" brushRef="#br0" timeOffset="28419.92">3807 5082 1490 0,'0'0'309'0,"0"0"-50"15,0 0-115-15,0 0-61 16,0 0-55-16,49-9-28 0,-5-4-164 16,-5 2-473-16,-2-1-34 15</inkml:trace>
  <inkml:trace contextRef="#ctx0" brushRef="#br0" timeOffset="29691.25">4280 4787 1023 0,'0'0'270'0,"0"0"34"0,0 0 33 16,0 0-24-16,0 0-62 0,0 0-107 15,0 0-81-15,-15-15-44 16,14 32-11-16,0 7 31 16,1 3 44-16,0 0 14 15,0 1-35-15,0-4-19 16,1-3-10-16,1 0-20 16,3-3-11-16,-3-3-2 15,2-4-35-15,-2-3-173 16,1-8-246-16,-1 0-227 15,0-5-411-15</inkml:trace>
  <inkml:trace contextRef="#ctx0" brushRef="#br0" timeOffset="29969.78">4348 4824 538 0,'0'0'802'15,"0"0"-555"1,0 0-15-16,0 0 42 0,0 0-80 15,-28 45-11-15,17-28-42 0,-1 1-26 16,3 0-21 0,0-3-18-16,3-2-22 15,2-1-24-15,4-4-9 16,0 0-2-16,0-3 1 16,9-1 0-16,2-3 0 15,3-1-4-15,2 0-5 0,3-1-10 16,-2-3-1-1,-2 0-6-15,1-2-59 0,-4 2-91 16,-2-1-68-16,0 0-162 16,-4 1-260-16,-2-1-679 0</inkml:trace>
  <inkml:trace contextRef="#ctx0" brushRef="#br0" timeOffset="30252.85">4515 4890 837 0,'0'0'857'0,"0"0"-602"16,0 0 52-16,0 0 22 0,0 0-65 15,5 53-89 1,-3-32-81-16,-2 0-43 0,2 3-1 15,-1-2 2-15,0-1-11 16,0-3-6-16,0-2-14 16,-1-6-13-16,0-2-8 15,0-3-33-15,-7-2-139 16,-2-2-433-16,-2-1-1120 0</inkml:trace>
  <inkml:trace contextRef="#ctx0" brushRef="#br0" timeOffset="31856.89">2376 6421 642 0,'0'0'315'0,"0"0"-90"0,0 0 52 0,0 0-25 16,0 0-49-16,0 0-58 15,17-32-43-15,-7 33-24 16,3 10-10-16,3 7-3 15,1 3-8-15,-3 5 1 16,-1 1-2-16,-4 1-7 0,-6-2-18 16,-3-2-20-1,0-2-10-15,-6 0 1 0,-2-6-1 16,-2-1 4 0,2-6-5-16,1-5-12 0,1-4-8 15,2 0-7 1,1-9-5-16,3-9-15 0,0-3-10 15,5-4-2 1,4-2-3-16,3-2-5 0,-1 1 16 16,1 0 23-16,-1 3 16 0,-2 1 10 15,-1 2 2 1,-2 2 0-16,0 3 1 0,-3 2 19 16,-2 4 29-1,0 3 15-15,-1 5 19 0,0 1-30 16,0 2-25-1,0 2-16-15,-2 9-11 0,-3 7 1 16,0 5 30-16,0 3 26 16,1 3 15-16,2-1-1 15,2-3-14-15,2-3-16 16,5-1-17-16,1-5-2 16,1-3 23-16,2-3-15 15,1-3-4-15,-1-2-6 16,1-3-6-16,0-2-6 15,0 0-1-15,-1 0-8 16,-3-7-2-16,0 2-107 16,-5-4-108-16,-2 3-148 0,-1 1-339 0</inkml:trace>
  <inkml:trace contextRef="#ctx0" brushRef="#br0" timeOffset="32208.77">2717 6499 176 0,'0'0'1466'15,"0"0"-1108"-15,0 0-3 0,0 0-79 0,0 0-107 16,0 0-114-16,0 0 6 16,0 44-5-16,2-24-13 15,0 0 2-15,1 0-5 16,0-3-8-16,0-1-17 16,0-2 1-16,0-2-7 15,-2-2-8-15,1-3 0 16,-1-2-1-16,-1-2-46 15,0-3-123-15,0-2-157 0,-4-4-362 16</inkml:trace>
  <inkml:trace contextRef="#ctx0" brushRef="#br0" timeOffset="33021.99">2921 6439 1153 0,'0'0'389'0,"0"0"-113"15,0 0-5-15,0 0-90 0,0 0-80 0,0 0-5 16,0 0 7-16,0 16-21 0,0-10-18 16,0-1-10-1,0 0-14-15,0-1-19 0,-2 0-8 16,-1-1-5 0,2-3-1-16,-2 0 2 15,0 0-1-15,1-2-2 16,2-3-6-16,0 2 0 0,0-2-1 15,0 1-7 1,0 1 7-16,2 1-8 0,1 1 7 16,0 1-4-16,1 0 5 15,2 0 0-15,-3 3-1 16,1 2 1-16,-2 2-5 16,-1-1 6-16,-1 0 0 15,0 0 2-15,0-1-1 16,-3-1 0-16,-1-3 1 15,1 1-1-15,0-2 5 16,0-2-6-16,2-5 0 16,1 1-17-16,0-3-8 15,0 3-5-15,0 1-6 0,0 2-31 16,4 1-57 0,-1 1-143-16,3 1-369 0</inkml:trace>
  <inkml:trace contextRef="#ctx0" brushRef="#br0" timeOffset="34089.66">3061 6187 829 0,'0'0'301'0,"0"0"41"0,0 0-17 15,0 0-65-15,0 0-102 0,0 0-68 16,0 0 11-16,-10 40-37 15,10-18-5-15,0 0 2 16,0 1 5-16,4-2-17 0,2-3-10 16,3-2-18-1,-1-4-7-15,-2-3-9 16,0-3-5-16,-1-3-6 16,0-3-32-16,-1 0-6 15,2-7-5-15,-2-4-22 16,2-1 13-16,-2-2 19 15,1 2 29-15,-2 3 8 16,-2 1 2-16,0 3 7 0,-1 3 30 16,0 2 24-16,0 0-8 15,0 4-21-15,0 6 20 16,2 3 11-16,-1 3-7 16,3 0-14-16,2-1 4 15,0-2-19-15,2-1-6 16,2-4-1-16,1-3-7 15,0-2 1-15,0-3-2 0,3 0-5 16,-1-10 5-16,1-2-12 16,-3-4 2-1,1-4 6-15,-4-1-8 0,-3-4 1 16,-3-2-1 0,-2-3-9-16,0-1-19 0,-4 2-25 15,-5 1-16 1,1 7 4-16,-1 6 10 0,-1 7-19 15,2 7 7-15,3 1-46 0,5 10-158 16,0 2-111 0,3 0-406-16</inkml:trace>
  <inkml:trace contextRef="#ctx0" brushRef="#br0" timeOffset="34489.78">3316 6067 1454 0,'0'0'251'0,"0"0"33"0,0 0-11 0,0 0-114 15,0 0-112-15,0 0-29 16,0 0 15-16,26 39 10 15,-13-14 28-15,0 1-5 16,-2 1 0-16,1-3-4 16,-3-4-20-16,-1-6-11 15,-2-4-5-15,-3-5-13 16,0-3-1-16,-2-2 0 0,2-2 9 16,1-10 5-16,0-4-20 15,1-6-6-15,-2-5-14 16,0-3-19-1,-2-4-37-15,0 2 1 0,-1 4 5 16,0 7-25-16,0 7 33 16,0 9 15-16,-5 5-123 15,-1 6-497-15,-2 3-636 0</inkml:trace>
  <inkml:trace contextRef="#ctx0" brushRef="#br0" timeOffset="35069.82">3576 6373 1411 0,'0'0'293'0,"0"0"-8"0,0 0-53 15,0 0-67-15,0 0-90 0,0 0-43 16,0 0-4-16,28-4-12 16,-14 0-14-16,-1 0-2 0,-2 1 0 15,-1 1-68 1,-3 2-116-16,-3 0-163 0,0 0-292 15,-3 0-465-15</inkml:trace>
  <inkml:trace contextRef="#ctx0" brushRef="#br0" timeOffset="35271.43">3562 6436 1330 0,'0'0'316'15,"0"0"-20"-15,0 0-94 0,0 0-50 16,0 0-45 0,0 0-11-16,45 3-48 0,-23-3-32 15,4-2-14-15,0-3-2 16,-2-1-43-16,7-5-166 16,-8 0-289-16,-4-1-541 0</inkml:trace>
  <inkml:trace contextRef="#ctx0" brushRef="#br0" timeOffset="35607.89">3846 6205 1183 0,'0'0'499'0,"0"0"-239"16,0 0 49-16,0 0-70 16,0 0-68-16,0 0-115 15,0 0-32-15,2 37 31 16,5-15 20-16,-1 1-12 16,1 0-11-16,1-1-1 0,-3-2-14 15,2 0-14 1,-2-2-8-16,0-2-14 15,-3-1 6-15,1-4-7 0,-2-2-43 16,-1-2-141-16,0-4-155 16,0-3-269-16,-2 0-359 0</inkml:trace>
  <inkml:trace contextRef="#ctx0" brushRef="#br0" timeOffset="36304.47">3791 6189 1142 0,'0'0'253'0,"0"0"-19"0,0 0 69 0,0 0-43 15,0 0-123-15,0 0-83 0,0 0 27 16,19 30 58-16,-4-6-31 16,1 2-5-16,1 1-19 15,1-1-17 1,-1 1-14-16,0-3-9 0,-3-2-27 16,-1-2-7-1,-3-3-3-15,-2-4-6 0,-3-5-1 16,-2-3 0-1,-1-3 1-15,-2-2 0 0,0 0 6 16,1-9-7-16,-1-6-1 16,0-5-13-16,1-5-2 15,-1-10-4-15,2-8-14 16,0 4-5-16,0 5-15 16,-1 8-28-16,0 12 13 0,1 3-36 15,0 3-20 1,4 8-98-16,-1 7-173 0,1 4-311 0</inkml:trace>
  <inkml:trace contextRef="#ctx0" brushRef="#br0" timeOffset="37101.86">4082 6283 193 0,'0'0'1164'0,"0"0"-941"0,0 0 40 0,0 0-27 16,0 0-80 0,0 0-76-16,0 0-13 0,26-19-12 15,-23 18-17 1,-3 1-4-16,0 0-2 0,0 0-13 15,0 0-7-15,0 0-2 16,0 0-1-16,0 0-9 16,0 0 0-16,0 0 1 15,0 0 1-15,-2 0 4 16,1 1-5-16,1-1 0 16,0 0 5-16,0 0-5 15,0 0 5-15,0 0-3 16,0 0 9-16,0 0 4 15,0 0 4-15,0 0 2 0,0 0-4 16,0 0-2-16,0 1 1 16,0 0-7-16,0 2 2 15,0 2 9-15,0 3 34 16,0 2-7-16,0 2-6 16,1 4-2-16,2 1-4 15,-1 2 2-15,3-1-4 16,-3 0-10-16,1-2-14 15,0-1-2-15,-2-3-8 0,0-2 2 16,0-4-1 0,-1-2 5-16,1-1-6 0,-1-3 0 15,0 0 0 1,0-3 0-16,0-5-12 0,-1-5-23 16,-2-2 0-16,-2-3-1 15,3-2-6-15,-4 0-9 16,4 0 9-1,-1 2 26-15,1 4 8 16,1 2 8-16,0 3-1 0,1 3 1 16,0 2 1-16,0 2-1 15,0 0 1-15,0 2-1 16,0 0 0-16,0 0-1 16,0 2 0-16,0 4 1 15,2 1 6-15,2 4 1 16,-1 3-1-16,2 3-4 0,-2 3-1 15,2 1-1-15,-1 0 0 16,2 1 0-16,1 8-154 16,1-6-175-16,-3-4-370 0</inkml:trace>
  <inkml:trace contextRef="#ctx0" brushRef="#br0" timeOffset="38641.73">5552 2489 672 0,'0'0'196'0,"0"0"93"16,0 0-50-16,0 0-37 15,0 0-41-15,0 0-9 0,0 0-18 16,0-33-11-1,-1 28-17-15,0-1 1 16,-1 3-27-16,2 0-13 0,0 3-35 16,0 0-20-16,0 0-6 15,0 0-5-15,0 0 0 16,0 0-1-16,0 0-1 16,0 4-11-16,0 6 4 0,0 6 8 15,5 6 7 1,-2 3 20-16,-1 2 12 15,0 1-20-15,-1-1-8 0,-1-1-10 16,0-2-1 0,0-3 0-16,0-1-49 0,-1-5-61 15,-2-4-86 1,-1-2-101-16,-1-6-220 0,3-3-392 0</inkml:trace>
  <inkml:trace contextRef="#ctx0" brushRef="#br0" timeOffset="38871.41">5635 2455 1064 0,'0'0'277'0,"0"0"70"16,0 0-88-16,0 0-104 0,0 0-82 15,0 0 45 1,20 40-16-16,-12-15-34 0,-1 3-28 15,0 0-16-15,-2 0-12 0,-1-3-10 32,-2-2-2-32,-2-2-26 0,0-5-103 15,-4 1-77-15,-3-5-313 16,-3-4-245-16</inkml:trace>
  <inkml:trace contextRef="#ctx0" brushRef="#br0" timeOffset="39089.73">5485 2613 1129 0,'0'0'333'0,"0"0"-125"16,0 0-81-16,0 0 36 16,0 0-17-1,47 36-54-15,-25-20-36 0,0-1-31 16,2-2-12-1,-3-2-5-15,-1-3-8 0,1-3-81 16,-5-4-203-16,-4-1-452 0</inkml:trace>
  <inkml:trace contextRef="#ctx0" brushRef="#br0" timeOffset="39290.51">5772 2572 1185 0,'0'0'287'0,"0"0"-70"16,0 0-6-16,-15 46-50 15,11-22-51-15,-2 2-48 16,1 2-37-16,0 0-14 16,1-1-11-1,0 8-25-15,0-7-212 0,0-6-429 0</inkml:trace>
  <inkml:trace contextRef="#ctx0" brushRef="#br0" timeOffset="42600.8">5036 3496 721 0,'0'0'231'0,"0"0"53"0,0 0-110 16,0 0 70-16,0 0-64 15,-2-38-88-15,5 34-5 16,3 4-36-16,2 0-25 15,1 3 21-15,3 7 37 16,1 3-20-16,-3 4-29 16,0 2-11-16,-3 1-8 15,-3 0-7-15,-3-1-8 16,-1-3 1-16,0 1 7 16,-1-3-8-16,-3-5 0 0,-1-2-1 15,1-1-8 1,2-4-26-16,0-2 7 0,2 0-1 15,0-5-2-15,0-6-67 16,6-6 13-16,3-2 21 16,1-3 12-16,1 1 5 15,-1 1 13-15,-1 1 15 16,-1 0 17-16,-2 3-1 16,-1 1 2-16,-2 1 1 15,-1 2 6-15,-1 1 2 16,-1 3 10-16,0 0 10 15,0 4 24-15,0 1 26 16,0 1 8-16,0 2-14 16,0 0-24-16,0 2-24 15,-3 8-17-15,-1 6 12 0,-1 6 29 16,2 3 20-16,0 2 0 16,3-1 0-1,0-1-19-15,3-4-12 16,2-4-25-16,4-1 0 0,-1-3-11 15,-1-3-2-15,1-3-12 16,0-2-113-16,2-5-111 16,-2 0-282-16,-1-1-509 0</inkml:trace>
  <inkml:trace contextRef="#ctx0" brushRef="#br0" timeOffset="42991.93">5280 3555 1221 0,'0'0'280'0,"0"0"-79"16,0 0-34-16,0 0-32 16,0 0-44-16,0 0-25 0,0 0-14 15,36-19-11 1,-29 19-12-16,-3 2 4 15,-1 4 4-15,-2 3-1 16,-1 1-8-16,0 2 18 16,-4 3-2-16,-3 0-11 15,-1 0-3-15,1-2 9 16,0-2-2-16,4-1-15 0,1-4-13 16,0 1 2-1,2-4-3-15,0 0 4 0,0-1-6 16,5-2 5-1,3 0-4-15,2 0 2 0,3-3-8 16,1-3-1-16,1-1-25 16,0-2-95-16,1-5-93 15,-1 2-338-15,-7 0-839 0</inkml:trace>
  <inkml:trace contextRef="#ctx0" brushRef="#br0" timeOffset="43405.5">5554 3564 1263 0,'0'0'344'0,"0"0"-107"0,0 0-67 0,0 0-25 0,0 0-77 15,0 0-30-15,0 0 21 16,0 11 5-16,0-7-2 16,0 0-10-1,-2-1-25-15,0-1-12 16,0-1-9-16,1 0-3 0,0-1 3 15,1 0 3-15,0 0 0 16,0 0-8 0,0-3-1-16,0 0-1 0,2 0-5 15,2 1 5-15,0 2 1 16,-2 0-1-16,1 0-6 16,0 0-23-16,1 2-87 15,-2 2-180-15,0-1-365 0</inkml:trace>
  <inkml:trace contextRef="#ctx0" brushRef="#br0" timeOffset="44121.72">5735 3409 1232 0,'0'0'381'0,"0"0"0"0,0 0-134 0,0 0-92 16,0 0-87-16,0 0-29 16,0 0 62-16,-8 45-9 15,7-24-29-15,1 0-24 0,0-2-15 16,0-2-12 0,2-3-6-16,1-2-5 15,1-4-1-15,0-3-8 16,1-2-67-16,0-3-46 0,0 0 10 15,-2-7-11 1,4-3-25-16,1-3 31 0,-3 0 55 16,0 0 42-1,0 0 19-15,-2 3 16 0,0 3 65 16,-2 2 33-16,-1 3 20 16,0 2-27-16,0 0-41 15,0 2-39-15,0 7-14 0,0 5 38 16,0 0 14-1,2 3-16-15,3-1-11 16,1-1-13-16,2-3 1 16,0-3-7-16,4-3-7 15,-2-3-2-15,2-3-1 16,1 0-3-16,0-7 0 0,-2-2-5 16,1-3 0-16,-3-4-1 15,-1-2 1 1,-4-3 0-16,-2 0-1 15,-2-2 0-15,0 3-1 0,0 1 1 16,-5 4-21-16,1 4-24 16,-1 4-27-16,1 3-57 15,4 4-84-15,0 0-264 16,0 0-433-16</inkml:trace>
  <inkml:trace contextRef="#ctx0" brushRef="#br0" timeOffset="44969.65">6073 3242 160 0,'0'0'1024'0,"0"0"-788"0,0 0 43 0,0 0-83 15,0 0-45-15,0 0-61 16,0 0-9-16,-44 22-10 0,36-6-15 16,3 4 17-1,0-1 1-15,3 1-23 0,2-1-10 16,0-1-11-1,0-2 4-15,3-1-7 0,4-1-11 16,2-4-5-16,0 1-5 16,1-5 0-16,2-1-6 15,-1-4 6-15,2-1 0 0,3 0 3 16,-1-5 2 0,0-5-10-16,1-3 0 15,-2-1 0-15,-2-3 8 16,-2-3 5-16,-3-2 15 15,-4-2-5-15,-3-1 3 16,0 0 0-16,-6 3-6 16,-3 3-6-16,-2 4-8 0,0 2-7 15,1 4-1 1,1 4 0-16,0 2-8 0,2 2 3 16,1 1-5-1,-2 1 5-15,1 5 6 0,0 4-3 16,1 1 3-1,1 3 0-15,2-1 0 0,2 1 1 16,1 0 1-16,0-1-1 16,5-1 5-16,3 0 0 15,2-1 2-15,2 0-7 0,1-2 1 16,2 0-1 0,-2-3 0-16,0-1-1 0,-2 1 1 15,-3-2-1 1,-3-2 1-16,-2 1-1 0,-2 1 0 15,-1 1 1 1,0 1 6-16,0 2 22 0,-3 2 4 16,-2 0 6-16,0 0 2 15,1-2-11-15,0 2-4 16,2-4-10-16,1-2-7 0,1 0-3 16,0-3-5-1,0 1 5-15,2-2-6 0,5 0 2 16,2 0 5-1,2 0-7-15,2-5-28 16,0 0-90-16,1-3-169 0,-4 2-327 16,-4-3-596-16</inkml:trace>
  <inkml:trace contextRef="#ctx0" brushRef="#br0" timeOffset="45973.43">6230 3650 1100 0,'0'0'360'0,"0"0"-95"0,0 0-21 15,0 0-47-15,0 0-64 16,0 0-61-16,0 0-35 0,15 0-14 16,0-2-1-1,3-1-10-15,1 0-11 0,-2-1-1 16,-1 1-56-1,1 0-152-15,-5 1-134 0,-5-1-307 0</inkml:trace>
  <inkml:trace contextRef="#ctx0" brushRef="#br0" timeOffset="46125.47">6238 3719 1446 0,'0'0'296'16,"0"0"-40"-16,0 0-109 16,0 0-50-16,0 0-63 15,39-6-34-15,-8-4-81 16,-3 4-298-16,-2-1-561 0</inkml:trace>
  <inkml:trace contextRef="#ctx0" brushRef="#br0" timeOffset="47919.51">6609 3505 680 0,'0'0'342'0,"0"0"-25"0,0 0-22 0,0 0-41 16,0 0-78-16,0 0-49 16,0 0-27-16,-44-33-30 15,31 33-8-15,-1 4-16 16,1 3-9-16,2 3-13 15,2 0-12-15,1 2-4 16,5-1-6-16,1 0 3 16,2-2-5-16,0 0-2 0,3-3-8 15,4-2-8 1,2-2-17-16,-1-2-7 0,3 0-10 16,-1-5 25-1,1-4 8-15,-2-2 10 0,-3-1 9 16,0-2 1-1,-1 0-1-15,-1 3 12 0,-2 2 31 16,-1 3 15-16,0 5 13 16,-1 1-14-16,1 10-38 15,1 13 23-15,-1 4 52 16,1 4-9-16,-1 4-27 16,1-4-12-16,-1 2-13 15,1-3-16-15,-1-2-8 16,-1-5-8-16,0-6 0 15,0-5-1-15,0-5 1 16,0-4 0-16,0-3 10 0,0-2 4 16,0-9-15-16,0-4-36 15,0-3-23 1,0-3-32-16,0-1-42 0,3 1-4 16,0 2-36-16,6 0-114 15,-1 4-114-15,-1 5-357 0</inkml:trace>
  <inkml:trace contextRef="#ctx0" brushRef="#br0" timeOffset="48319.72">6696 3558 1311 0,'0'0'259'0,"0"0"-68"0,0 0 0 0,0 0-26 16,0 0-72-16,0 0-39 16,48-13 7-16,-37 13-24 15,-1 0-10-15,-2 0-10 16,-2 5-6-16,-2 1-1 16,-3 2 8-16,-1 3 12 15,-1 2 17-15,-6 2 31 16,-3 1 18-16,-1 0-5 15,0-1-4-15,1-1-14 0,3-4-23 16,1-3-10-16,3-2-7 16,2-2-8-16,1-2-4 15,0-1-1-15,7 0-4 16,4 0 13 0,4-3-1-16,5-3-16 0,1-1-10 15,1 1-2 1,-1-1-13-16,-1 4-81 0,0 3-186 15,-6 0-304-15,-4 1-844 0</inkml:trace>
  <inkml:trace contextRef="#ctx0" brushRef="#br0" timeOffset="57958.65">5158 4947 804 0,'0'0'240'0,"0"0"2"0,0 0 10 0,0 0-10 16,0 0-4-16,0 0-59 15,-17-24-70-15,12 36-64 0,0 6 23 16,-1 5 28-1,2 4-20-15,3-1-30 0,1-1-23 16,0-4-13-16,2-3-1 16,5-4-7-16,0-4-1 15,2-3-1-15,-1-5-19 16,1-2-44-16,1 0 2 16,-1-3-6-16,1-7 9 15,0-3 3-15,-1-2 18 16,-3-2 20-16,1-1 5 15,-3 3 10-15,0 3 1 0,-1 1 1 16,-3 4 0 0,1 4 1-16,-1 2-1 0,0 1 1 15,0 0-1 1,0 0-12-16,0 6 11 0,2 1 1 16,-1 6 10-1,1-2 0-15,2 3-9 0,-1-1 0 16,-2-2-1-1,3 0 0-15,-2-2-24 0,-1-2-199 16,1-1-252 0,-2-3-365-16</inkml:trace>
  <inkml:trace contextRef="#ctx0" brushRef="#br0" timeOffset="58719.9">5153 4919 307 0,'0'0'1046'0,"0"0"-812"0,0 0 20 0,0 0-11 15,0 0-80-15,0 0-89 16,0 0-25-16,26-11 23 16,-12 26 5-16,3 5 0 15,-2 6-16-15,-2 1-13 16,-1 0-21-16,-5 2-3 16,-2-5-8-16,-3 1-6 0,-2-5-4 15,0-2-5 1,-4-2 1-16,-3-4 4 0,0-1-6 15,-1-4 0 1,0-2-25-16,2-3-8 0,0-2-11 16,2-3 10-16,1-6-13 15,3-4-6-15,0-4 13 16,5 0 11-16,5-4 5 16,-1 0-3-16,4-2 5 15,0 2-3-15,-1-1 2 16,0 2 0-16,0 0-4 15,-1 1 8-15,0 2 7 16,-3-1 10-16,1 2 1 0,-4 2 1 16,-2 3-1-1,1 0 1-15,-3 2 11 0,-1 3 5 16,0 1 9 0,0 2 21-16,0 1 15 0,-2 2 4 15,-2 0-17-15,-1 7-29 16,-3 8 7-16,-1 4 15 15,1 5 13-15,0 4 6 0,3 1-23 16,3-1 2 0,2 0 12-16,0-3-2 0,4-1-15 15,3-6-10 1,2-2-7-16,0-5-10 0,1-2 1 16,1-3-7-1,1-3 5-15,1-3-6 0,-1 0 1 16,2-3-1-1,-3-4-60-15,1-3-100 0,0-3-116 16,-4 2-291-16,-2 0-552 0</inkml:trace>
  <inkml:trace contextRef="#ctx0" brushRef="#br0" timeOffset="59669.69">5533 4984 1136 0,'0'0'304'0,"0"0"-57"0,0 0-7 15,0 0-18 1,0 0-118-16,0 0-50 16,0 0-17-16,32-31-6 15,-23 40 13-15,-1 5 5 16,-1 2-7-16,-3 4 11 15,-4 2 5-15,0-1-17 16,-6-1-16-16,-3-2 0 16,-3-2-8-16,1-3-7 0,-3-2-2 15,2-3-7-15,0-3 0 16,2-2 1-16,2-3 4 16,2 0 3-16,1-6-3 15,3-1-6-15,1 0 0 16,1 1-1-16,0 2-1 0,1 3-4 15,5 1 0-15,1 0 6 16,2 5 0-16,1 5 6 16,0-1 3-1,0 1 3-15,0 0-11 0,1-2 5 16,0 1-6 0,-1-4 0-16,0-1-52 0,8-4-139 15,-3 0-323-15,-1 0-587 0</inkml:trace>
  <inkml:trace contextRef="#ctx0" brushRef="#br0" timeOffset="60049.75">5783 4981 1140 0,'0'0'295'0,"0"0"-48"0,0 0-47 0,0 0-33 0,0 0-74 0,0 0 19 0,0 0-23 0,0 16-17 16,0-12-14-16,-3-1-18 15,1 0-17-15,-1-1-7 16,0-1-9-16,0-1 1 16,1 0-2-16,-1 0-6 15,2-1-13-15,1-3-40 16,0 0-78-16,1 0-161 0,4-2-327 0</inkml:trace>
  <inkml:trace contextRef="#ctx0" brushRef="#br0" timeOffset="61254.34">5888 4849 761 0,'0'0'504'0,"0"0"-260"16,0 0 47-16,0 0 2 16,0 0-74-16,0 0-64 15,0 0-69-15,-20-15-48 16,16 29-3-16,0 4 31 16,0 4-8-16,2 1-21 15,2-1-19-15,0-2-12 0,0-4-5 16,6-3-1-1,0-4-1-15,2-3-32 16,0-3-47-16,-1-3-3 16,3-3 13-16,-1-7-2 0,1-3 17 15,-2 0 18-15,-2-1 21 16,1 2 14-16,-2 2 2 16,-2 2 6-16,-1 3 16 15,-1 4 33 1,-1 1 13-16,0 0-11 0,0 9-33 15,0 6 35-15,0 3 16 16,3 1-26-16,2 0-16 16,1-1-11-16,2-2-10 15,3-5-1-15,-1-4-4 16,-1-3 1-16,2-4-1 16,0-3 5-16,0-9-6 15,-2-2-5-15,1-4 0 16,-1-3 0-16,-2-4 0 15,-2-2-1-15,-3-3 0 16,-1-1-15-16,-1-1-54 0,0 5-7 16,-2 6-28-16,-3 6-18 15,1 5-22-15,1 10-76 16,2 0-164-16,1 0-410 0</inkml:trace>
  <inkml:trace contextRef="#ctx0" brushRef="#br0" timeOffset="61839.6">6172 4540 1405 0,'0'0'293'0,"0"0"82"16,0 0-143-16,0 0-149 15,0 0-58-15,-27 43 10 16,19-16 26-16,3 6 6 0,3 1 21 16,2-2-16-1,2-1-7-15,7-5-17 0,3-6-9 16,4-5-15 0,1-7-5-16,1-6-11 0,0-2-1 15,1-8 2 1,-2-8-8-16,-1-4 0 15,-3-5-1-15,-2-8-2 16,-5-12-25-16,-2 3 5 0,-4 7-36 16,0 8-21-1,-6 11-11-15,-2 4 41 0,-4 3 16 16,1 6 21-16,-3 3-4 16,0 8 8-16,1 7 3 15,-1 3 5-15,6 1 17 16,2 1 8-16,5-1 11 15,1-2-3-15,4-2 10 0,5-1-10 16,4 0-3 0,2 0 8-16,0-1-9 15,1 1-5-15,-2 0 5 16,-2 3-2-16,-1-2-12 16,-3 0 5-16,-1 0 7 15,1-4-14-15,-2 0-5 16,1-4-2-16,2-2-5 0,3-1-1 15,4-4-1-15,14 0-161 16,-3-5-353-16,0-5-1328 0</inkml:trace>
  <inkml:trace contextRef="#ctx0" brushRef="#br0" timeOffset="62189.61">6357 5022 1315 0,'0'0'356'0,"0"0"-105"0,0 0-43 0,0 0-61 0,0 0-69 16,0 0-50-1,0 0-17-15,28 0-11 0,-17 0-3 16,3 0-138-1,-2 0-184-15,-4 0-428 0</inkml:trace>
  <inkml:trace contextRef="#ctx0" brushRef="#br0" timeOffset="62390.51">6303 5129 1499 0,'0'0'223'0,"0"0"-81"16,0 0-57-16,0 0 25 15,0 0-65-15,63 0-37 16,-21 0-8-16,-4 0-274 0,-7 0-481 16</inkml:trace>
  <inkml:trace contextRef="#ctx0" brushRef="#br0" timeOffset="63389.57">6730 4933 1085 0,'0'0'332'0,"0"0"-69"0,0 0-39 15,0 0-55-15,0 0-27 16,0 0-36-16,-45-32-14 15,34 32-35-15,1 0-16 0,-1 3-12 16,2 5-13-16,1 2-7 16,3 2-3-16,3-1-5 15,2 3 0-15,0-4-1 16,6 0 0-16,3-2-9 16,1-4-37-16,1-3-13 15,-1-1-15-15,2 0-17 16,-3-5-3-16,0-2 30 0,-1-1 41 15,-3-3 17 1,1 0 6-16,-2-1 1 0,-1 1 14 16,-1 1 15-16,0 2 44 15,-2 4-4 1,0 2 11-16,0 2-20 0,0 0-30 16,0 8-22-16,0 6 10 15,0 5 36-15,0 5-4 16,0 2-2-16,0 1-9 15,0 0-19-15,0-2 0 16,0-1-10-16,0-3-5 16,0-4-5-16,0-2-1 15,0-3 2-15,0-2-1 0,0-4 0 16,0-3-1 0,0-1 0-16,0-2-1 0,0 0-6 15,0 0 6 1,0-5-11-16,0-5-6 0,0-3-3 15,2-3 5 1,2-3-17-16,1-3-9 0,0-1 8 16,1-2-24-16,0 2-15 15,1 4-28-15,-1 2-48 16,2 2-76-16,1 4-159 16,-1 4-566-16</inkml:trace>
  <inkml:trace contextRef="#ctx0" brushRef="#br0" timeOffset="64773.56">6905 5054 629 0,'0'0'283'0,"0"0"-30"0,0 0-46 0,0 0-3 15,0 0-53-15,0 0-27 16,0 0-12-16,0-16-14 15,0 15-11-15,1 1-22 16,-1 0-23-16,1 0-14 0,0 0-7 16,1 0-6-16,0 0-5 15,2 0 2-15,0 0 3 16,1 0 9-16,0 0-2 16,-2 4-7-16,1-1-3 15,-2 3-5-15,0 2 3 16,-2 1 4-16,0 0 1 15,0 2 14-15,-5-1 4 0,-1 1 7 16,-2-3 0 0,0 1-2-16,0 0-8 15,0-1 4-15,0 0-7 16,1-2-2-16,0 0-3 16,2-1-1-16,1-2-10 15,2 0 1-15,0-2-6 16,1-1-5-16,1 0 1 15,0 0-1-15,0 0 6 16,0 0-6-16,0 0 0 16,0 2-1-16,4-2 1 0,3 0 5 15,1 0-4 1,0 0-1-16,1 0 0 0,-2 0 1 16,0 0-1-16,0 0 0 15,-1 0 0-15,-2 0 0 16,0 0 0-16,0 0-1 15,0 0 1-15,-1 0-1 16,0 0 1-16,-1-2-1 16,1 2 0-16,-1 0 1 15,-1 0-1-15,1 0 1 16,-1 0-1-16,-1 0 1 0,0 0-1 16,1 0 0-1,-1 0 0-15,3 0-1 0,1-1 1 16,0 1 0-1,1 0 0-15,-1 0 0 0,2-1 0 16,-3-1-1-16,0 2 1 16,0 0 0-16,-2 0-12 15,-1 0-15-15,0 0-29 0,0-2-48 16,0 2-31 0,-1-2-150-16,-3 0-272 0,-1 0-354 0</inkml:trace>
  <inkml:trace contextRef="#ctx0" brushRef="#br0" timeOffset="66239.91">6699 4873 424 0,'0'0'182'0,"0"0"33"0,0 0 78 0,-14-44-28 16,10 32 9-16,1 2-52 15,0 4-1-15,2 1-41 0,-1 4-14 16,1 1-23 0,1 1-66-16,-1 11-47 0,-1 14 10 15,1 12 32 1,0 1-20-16,1 0 20 0,0-6 0 16,0-5-5-1,0 2-19-15,0 2-8 0,0-4-16 16,0-4-16-1,0-5-7-15,-1-1-1 0,-1-6-18 16,-1-1-63 0,0-3-89-16,-2-3-134 15,1-4-217-15,1-1-265 0</inkml:trace>
  <inkml:trace contextRef="#ctx0" brushRef="#br0" timeOffset="66605.41">6809 4879 1061 0,'0'0'244'0,"0"0"28"0,0 0-25 16,0 0-28-16,0 0-55 15,0 0-58-15,0 0 22 16,-39 34-4-16,21-16-19 15,-1 3-16 1,-1-1-17-16,2 0-20 0,3-1-15 16,4-1-5-16,3-3-7 15,4 1-5-15,2-3-7 16,2 0 7-16,1-3-1 16,7 0 5-16,2-2-2 0,4-1-2 15,2-2-7 1,2 1-5-16,1-3-7 0,0 1 0 15,-1-4-1-15,-3 2-4 16,-3-2-55 0,-2 0-98-16,0 0-137 0,-2 0-277 15,-2-2-597-15</inkml:trace>
  <inkml:trace contextRef="#ctx0" brushRef="#br0" timeOffset="67139.58">6853 5009 1177 0,'0'0'278'0,"0"0"-52"0,0 0-33 0,0 0-13 0,0 0-64 15,0 0-45-15,0 0 0 16,40-12-31-16,-32 17-4 16,-1 2 13-16,-3 4-11 15,-1 1-2-15,-3 4-3 16,0 0 26-16,-1 1 20 15,-6-1-6-15,-4 0 15 0,0 0-7 16,0-3-14-16,0 0-6 16,2-1-13-16,2-1-10 15,3-3-8-15,3-1-8 16,1-2 1-16,0-2 2 16,8-1 17-16,8-2 19 15,5 0-10-15,4 0-18 16,4-4-15-16,1-1-17 15,0 0 8-15,-2 0-8 16,-2 0-1-16,-4 0 2 16,-7 1-2-16,-4 2 0 0,-7 1-15 15,-4 1-60 1,-8 0-67-16,-8 0-205 0,-2 0-604 0</inkml:trace>
  <inkml:trace contextRef="#ctx0" brushRef="#br0" timeOffset="68639.91">5188 6504 644 0,'0'0'185'0,"0"0"72"0,0 0-23 0,0 0-33 16,0 0-53-16,0 0-43 16,12-26-42-16,-2 30 32 15,2 7 22-15,0 7-24 16,1 6-25-16,-3 4-25 16,-2 2-18-16,-5-1-10 0,-3 0-5 15,0-1-8 1,-3-3-2-16,-7-2 6 0,2-3-5 15,-1-5 0-15,1-4-1 16,3-4-7-16,2-7-14 16,2 0 9-16,1-9-34 0,0-6-19 15,2-6 9 1,5-4 12-16,1-4-24 16,4-1 0-16,-1-1 12 15,0 1 15-15,0 1 8 16,-1 3 20-16,-3 1 12 15,0 3-6-15,-4 1 7 0,0 4 2 16,-2 3 18 0,-1 2 14-16,0 4 32 0,0 4 20 15,-2 3 15-15,-3 1-15 16,-2 8-52-16,0 6-8 16,-1 8 29-16,0 5 4 15,2 2 24-15,2 3-19 16,4-2 4-16,0 0-12 15,3-6-13-15,7-1 0 16,1-4-16-16,2-4-12 16,1-3-9-16,0-3-5 15,1-4 0-15,1-1-1 16,5-4-117-16,-6 0-103 0,-1-3-314 0</inkml:trace>
  <inkml:trace contextRef="#ctx0" brushRef="#br0" timeOffset="69106.39">5442 6605 1230 0,'0'0'295'0,"0"0"-125"0,0 0 54 0,0 0-37 15,4-38-75 1,3 33-52-16,4 2-13 0,-2 3-6 16,4 0-5-1,0 2-3-15,-2 6 4 0,-3 5 3 16,-1 3-9-1,-5 1 18-15,-2 4 0 0,-2-1-19 16,-7 1-11-16,-2-2-4 0,0-1 2 16,-1-4-10-1,2-3 2-15,2-5 0 0,2-1 0 16,1-4 8 0,5-1 17-16,0 0-16 0,0 0-17 15,9 0 10 1,1-3-10-16,3 0 1 0,1 0-2 15,0 1 0 1,-1-1-1-16,-1 2-10 16,-2 0-84-16,2-3-86 0,-4 1-142 15,-2 0-374-15</inkml:trace>
  <inkml:trace contextRef="#ctx0" brushRef="#br0" timeOffset="69419.94">5726 6576 1125 0,'0'0'361'0,"0"0"-228"0,0 0 75 0,0 0-7 0,0 0-48 0,0 0-29 15,3 39-23-15,-9-31-39 16,-1-1-13-16,0-1 0 16,1-2-17-16,0-3-17 15,2-1-2-15,2 0 2 16,0-4-15-16,2-3 0 16,0 1-46-16,2 0-55 15,6-1-80-15,-1 3-152 16,-2 1-457-16</inkml:trace>
  <inkml:trace contextRef="#ctx0" brushRef="#br0" timeOffset="70089.64">5888 6358 1360 0,'0'0'271'16,"0"0"85"-1,0 0-53-15,0 0-106 0,0 0-102 16,0 0-65-1,0 0-21-15,-13 39 25 16,12-12 33-16,1 1-17 16,0-1-4-16,2-2-7 0,5-2-17 15,-1-5-13-15,3-3-9 16,-1-4-7-16,-3-6-25 16,2-3-57-16,-2-2-26 15,1-1 40-15,0-8 11 16,2-3-10-16,0-1 28 15,-1-1 19-15,-1 1 17 16,-1 4 10-16,-2 1 1 16,-1 4 26-16,-2 2 47 15,0 2 12-15,0 0-8 0,0 2-35 16,0 7-16-16,0 3 32 16,0 2 10-1,0 0-30-15,4 1-9 0,2-3-4 16,0-4-2-1,1-1 0-15,3-4 3 0,1-3 2 16,1 0 1-16,1-4-8 16,0-7-6-16,1-3-8 15,-2-3-2-15,-1-3-5 16,-3-4 5-16,-3-1-6 16,-4-2 0-16,-1-1-6 0,0 1-12 15,0 2-23 1,-5 6-15-16,-2 6 5 15,-2 7-2-15,2 4-21 0,-2 2-166 16,2 7-143-16,4 0-405 0</inkml:trace>
  <inkml:trace contextRef="#ctx0" brushRef="#br0" timeOffset="70589.75">6130 6157 773 0,'0'0'730'0,"0"0"-488"0,0 0 115 0,0 0-80 16,0 0-181 0,0 0-63-16,0 0-32 0,-1 11 1 15,9 11 51 1,3 3 13-16,2 3 2 16,-1-3-14-16,1-3 6 15,-2-3-20-15,-1-3-7 0,-3-5-3 16,-1-3-8-1,-3-3-5-15,-1-3-5 0,0-2-5 16,0 0 7-16,0-9 16 16,2-3-21-16,0-6-9 15,1-5-7-15,-1-13-14 16,2-8-23-16,-1-1-22 16,0 6 1-16,-1 7-50 0,-3 14 17 15,2 2 32 1,-1 3 20-16,-1 7 3 0,1 5 1 15,1 1-4 1,7 11-56-16,-1 4 17 16,0 0-513-16</inkml:trace>
  <inkml:trace contextRef="#ctx0" brushRef="#br0" timeOffset="72641.89">6351 6560 789 0,'0'0'496'0,"0"0"-341"0,0 0 50 15,0 0-55 1,0 0-40-16,0 0-45 0,0 0-39 15,12-11-10-15,0 10-10 16,0 0-5-16,1 1-1 16,-1 0-58-16,2 0-136 15,-5 0-188 1,-1 0-339-16</inkml:trace>
  <inkml:trace contextRef="#ctx0" brushRef="#br0" timeOffset="72799.49">6327 6615 1077 0,'0'0'230'15,"0"0"-32"-15,0 0-5 16,0 0-74-16,0 0-42 16,0 0-39-16,0 0-38 15,41 0-7-15,-6-8-145 16,-6 3-234-16,-2-2-729 0</inkml:trace>
  <inkml:trace contextRef="#ctx0" brushRef="#br0" timeOffset="73289.72">6621 6350 1433 0,'0'0'256'0,"0"0"-42"0,0 0-21 16,0 0-14-16,0 0-88 16,0 0 67-16,5 45-9 15,0-19-35-15,2 3-21 16,1 1-17-16,0-2-17 15,2-3-25-15,0-4-6 0,-1-2-16 16,-1-5-4-16,-2-4-7 16,-1-4 0-16,-1-5 6 15,0-1 1-15,0-3 7 16,0-9-6-16,4-4-8 16,-2-6 7-16,-1-5-7 15,2-9 0-15,-1-8-1 16,-2 1 0-16,-1 5-1 15,0 6-9-15,-1 7-19 16,-1-2-16-16,1 1-2 0,0 5-9 16,-2 7 11-1,0 4 5-15,0 6 7 0,0 4 5 16,0 0-26 0,0 10-108-16,2 15-159 0,1-2-329 15,1-2-619-15</inkml:trace>
  <inkml:trace contextRef="#ctx0" brushRef="#br0" timeOffset="74069.73">6858 6495 784 0,'0'0'498'0,"0"0"-317"0,0 0 46 0,0 0-38 15,0 0-46-15,0 0-36 16,39-17-24-16,-28 19-24 16,-3 6-1-16,1 1-8 15,-4 3-4-15,-3 1 11 16,-2 1-8-16,0 1-2 15,-3-1-7-15,-6 0-13 16,-1-1-10-16,-2-2-8 16,0-3-2-16,-1 1-5 0,2-4 4 15,-1-3-5 1,4-2 0-16,2 0 8 0,0 0 0 16,5-5 0-1,1-2-8-15,0 3 6 0,0-2-6 16,3 4 5-1,1 2 0-15,2 0 8 0,-1 2 11 16,2 6 29-16,-1 3 16 16,0 1-12-16,1 1-7 15,1 1-5-15,0-1-5 16,1-1-5-16,1-2-8 16,1-3-4-16,2-3-9 15,3-3-3-15,1-1-3 16,3-3-9-16,1-5-9 15,4-8-72-15,-5 2-236 16,-7-4-789-16</inkml:trace>
  <inkml:trace contextRef="#ctx0" brushRef="#br0" timeOffset="105073.82">6254 4595 794 0,'0'0'131'0,"0"0"-16"0,0 0 45 16,0 0-6-16,0 0-21 16,0 0-6-16,2-21-13 15,0 18-9-15,-1 1 0 16,1-4-13-16,2 2-43 15,0-2-23-15,1 2-9 16,-2-1-6-16,1 2-9 16,0 1 5-16,0-1-7 0,0 1 1 15,-1 0-1 1,-2 1 0-16,0 1-1 0,-1 0-5 16,0 0-4-16,0 3 10 15,-5 6 1-15,-3 3 14 16,0 3-9-1,-1 2-4-15,1 0-1 0,2 0 1 16,3-2-1-16,2-2 1 0,1-2-2 16,1-4-9-1,8-3 3-15,4-4 6 0,1 0 14 16,2-8-14 0,-1-5-16-16,-2 0-1 0,-3-2 8 15,-4 0 9 1,-5 1 0-16,-1 2 9 0,0 0 3 15,-6 3 7-15,-2 2 9 0,-2 3 9 16,0 4-28 0,-3 0 17-16,3 0-14 15,-3 6-3-15,3 4-8 16,0 2 5-16,3 4-3 16,3 0-2-16,2 0-1 15,2 1 0-15,2-4 2 16,7 0-2-16,2-5 0 15,2-3 0-15,1-3 5 16,-1-2-3-16,-1 0 2 16,-4-7-3-16,-1-1-1 0,-4-2 2 15,-3-3-1 1,0 1 7-16,-2 0 2 16,-6 1-1-16,-2 2-2 0,-3 3 1 15,1 4 1-15,-2 2-8 16,1 0 0-16,2 10 0 15,0 1 1-15,3 3-1 16,3 3 0-16,3-1 0 16,2 0 0-16,0-1-1 15,3-2 0-15,1-3-1 16,5-3 0-16,-1-2-6 0,-1-4 7 16,0-1 7-1,-2-1 0-15,-2-7-5 0,-1-2 4 16,-2-1-5-1,0-1 0-15,-5-1 1 16,-4 3-1-16,-2 0-1 0,-1 3 0 16,1 3 0-16,-1 1-1 15,1 3 0-15,0 0-8 16,2 7 1-16,0 4 0 16,2 1 6-16,4 2-5 0,3 0-13 15,0-2-9 1,2-2-55-16,6-4-54 15,8-3-86-15,-2-3-98 0,-2 0-248 0</inkml:trace>
  <inkml:trace contextRef="#ctx0" brushRef="#br0" timeOffset="105419.75">6448 4373 153 0,'0'0'1177'0,"0"0"-817"0,0 0-63 0,0 0-116 0,0 0-122 16,0 0-24-16,0 0 11 15,-5 64 15-15,11-36-12 0,-1 2 1 16,2-3-5-16,2-4-29 16,-2-2-8-16,1-4-8 15,-1-1 0-15,-2-5-31 16,0 1-107-16,-1-7-160 16,-1-3-225-16,0-2-292 0</inkml:trace>
  <inkml:trace contextRef="#ctx0" brushRef="#br0" timeOffset="105749.96">6592 4373 1140 0,'0'0'263'15,"0"0"-79"1,0 0 15-16,0 0-31 0,0 0-45 15,-33 54-10-15,20-36-28 0,0-1-28 16,0-2 4 0,4-2-12-16,1-2-10 0,4-3-17 15,2-1 2 1,2-1 4-16,2 0-6 0,8-2 20 16,5-1 1-1,5 0 11-15,2-2-14 0,5-1-1 16,1 0-18-1,-1-6-12-15,-1-1-3 0,-2-2-5 16,-1 0-1 0,-6 1 0-16,-2-1-30 15,-7 3-132-15,-3 3-106 0,-5 2-315 0</inkml:trace>
  <inkml:trace contextRef="#ctx0" brushRef="#br0" timeOffset="106789.64">6256 4826 662 0,'0'0'231'0,"0"0"-231"0,0 0 174 0,0 0-32 16,0 0 146-16,0 0-149 16,0 0-59-16,0-25-24 15,1 12 11-15,-1-3-10 16,0-2-13-16,0-3-7 16,-1-1-8-16,-4-2 0 15,-1 3-1-15,-1 3-12 16,1 4 24-1,-1 5-2-15,0 3-4 0,1 4-10 16,-2 2-18-16,-1 5 9 16,-1 9-8-16,-2 5-6 15,4 5 1-15,2 4-2 0,1-1 0 16,5-3 1 0,0-1-1-16,5-6 1 0,5-4-1 15,3-3-1 1,2-8-7-16,1-2-4 0,2-1 12 15,-4-9-16 1,2-3 7-16,-5-3-9 0,-2-1 11 16,-4-1 6-16,-2-2 1 0,-2 3 1 15,-1-1 6 1,0 4 2-16,-5 3-7 0,-2 3 13 16,-2 5 1-1,-1 3-15-15,-1 1 11 16,-2 9-11-16,3 5 8 15,0 3-3-15,5 3-5 0,3-1-1 16,2 2 0-16,1-1 0 16,9-5 1-16,5-1-1 15,2-6 0-15,1-4 0 16,3-3-7 0,-2-2 7-16,-3-3-7 15,-1-5-12-15,-4-2 0 16,-2-2 19-16,-4 0 1 0,-3 0 8 15,-2 1 1-15,0 2 5 16,-2 2 4-16,-6 1-4 16,-2 4-2-16,0 2-11 15,-2 0-2-15,2 5 8 16,-1 4-8-16,4 1 1 16,1 1 0-16,2-1-1 15,3-2-1-15,1-2 1 16,0 0-1-16,2-4-7 15,2-1 2-15,1-1 4 0,-1 0 2 16,1-4 10-16,0-4-10 16,-1-2 1-16,-2-1 1 15,-1 0-2-15,-1-1-6 16,0 2-14-16,-1 2-47 16,-9 7-95-16,2 1-179 15,-2 0-714-15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47:32.4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9200 3682 767 0,'0'0'223'0,"0"0"-28"0,0 0 23 16,-42-40 11 0,26 29-27-16,-4 2-32 15,-8-1-9-15,-12 3-47 16,-12 6-40-16,-4 1-7 15,0 8-5-15,7 8-28 0,6 4-19 16,0 4 10-16,3 5-7 16,1 5 25-1,3 7-4-15,2 5 1 0,4 3 17 16,4 2 4 0,6 0-26-16,7 0 35 0,6-2-16 15,7 0-3-15,1 0-1 16,11-3-9-16,7-2-5 15,5-4-3-15,-2-6-6 16,-1-5-9-16,-2-6 9 0,1 1-3 16,5 2-6-1,9 8 3-15,11 1 4 0,7-5 2 16,1-7 27 0,-5-11-6-16,-7-6-5 0,-13-6-11 15,-3 0 28-15,2-7-27 16,12-9 3-16,10-10-5 15,-1-3-7-15,-9 0-9 16,-11 4-6-16,-7 2-8 16,4-3-1-16,3-5 0 15,0-5 0-15,-3 2 1 16,-4 0 6-16,-2 1-7 16,-4-6-10-16,-5-7-14 15,-4-6-6-15,-6-2-12 0,0 4 9 16,-6 2-3-1,-3 5-24-15,-3 4 3 0,3 9 10 16,-1 8-16-16,0 2 4 16,-3-2-4-16,-2 0 3 15,-1-1 9-15,-1 3 3 16,0 5 0-16,0 2 0 16,-3 1-4-16,-2 3-26 0,-5 2-10 15,-9 5 36 1,-11 2-12-16,-9 13-46 0,3 10 13 15,14-4 50 1,16 0-490-16</inkml:trace>
  <inkml:trace contextRef="#ctx0" brushRef="#br0" timeOffset="1051.16">9087 5333 834 0,'0'0'270'0,"0"0"-31"0,0 0-12 0,-53-32-32 16,34 23-12-16,-4 2-10 0,-2 2-61 16,-2 3-38-1,0 2-41-15,-2 2-5 0,-3 10-4 16,1 4 1-1,-3 7 4-15,-1 11 0 0,-2 10 9 16,4 13 35-16,5 7-22 16,10 0 47-16,9-5-16 15,8-6-26-15,2-4 8 16,11-1 21-16,7-2-19 16,5 0-15-16,4-1-12 0,0-8 7 15,-4-7-10 1,-2-7 0-16,-1-6-12 15,6 4 15-15,4 2-3 16,2-2-8-16,0-5-2 16,-2-7 14-16,2-7 10 15,0-2-13-15,3-7 2 16,0-9-7-16,1-5-8 16,0-3-9-16,-2-2-14 15,-2-4 1-15,-3 0-2 0,0-3 0 16,-4-1-11-16,-1 0-5 15,-4-3-10-15,0-4-1 16,-2-8 0-16,-5-8-6 16,-4-5-7-16,-7 1-4 15,-3 12-10-15,0 16-16 0,-5 9 0 16,-2 4 29 0,-1-1-2-16,-3-2-11 0,-5-2 9 15,-2 5-6 1,-3 1-9-16,-3 1-10 0,-1 5-32 15,-2 2 8 1,-1 4 2-16,0 5 28 16,-2 2 18-16,0 0-14 0,-3 13-2 15,0 5 18-15,-3 14 16 16,9-5-2-16,7-4-645 0</inkml:trace>
  <inkml:trace contextRef="#ctx0" brushRef="#br0" timeOffset="1933.9">9194 6780 307 0,'0'0'86'0,"0"0"-47"0,0 0-13 16,0 0 46-16,0 0 38 15,0 0 33-15,0 0 19 16,-40-43 17-16,27 37-24 15,-5 1 6-15,-4 1-10 0,-11 1-14 16,-11 2 8 0,-18 1-10-16,-9 9-9 0,-1 7-11 15,8 8 17 1,17 0-6-16,5 11-20 0,12 7-35 16,10 5-17-1,7 11-17-15,12 4 50 0,3 2-20 16,17 7 12-1,6 6 3-15,6-3-14 0,6-3-10 16,4-8-14-16,1-13-8 16,2-8-5-16,1-5 3 15,-1-9-1-15,2-8 24 16,1-8-15-16,1-10-10 16,2-5 16-16,-1-15-8 0,-1-7-1 15,-2-6-18 1,-3-4-12-16,-3-5-1 0,-3-6-7 15,-6-6 0-15,-3-5 7 16,-8-4 2-16,-5-2-10 16,-4 1-1-16,-7-2-23 15,-4 0-19 1,-1 0-5-16,-13-2-32 0,-4 2-1 16,-4 4 45-1,-2 8-73-15,3 11 33 0,3 14 16 16,3 8 3-16,-1 6-13 15,-3 1-17-15,-5 2 6 16,-3 3 20-16,-2 7 3 16,-1 0 13-16,1 9 18 15,1 7 20-15,4 3-5 16,5 3 6-16,12-3 5 16,5-5-182-16,2-12-1251 0</inkml:trace>
  <inkml:trace contextRef="#ctx0" brushRef="#br0" timeOffset="2367.38">10242 5906 1326 0,'0'0'348'0,"0"0"-103"0,0 0-28 0,0 0-87 15,0 0 36 1,0 0-23-16,71-19-55 0,-20 9-26 16,8-3-35-1,-3 2-18-15,-5 0-9 0,-12 3 0 16,-9 0-42-1,-8 2-121-15,-2-1-188 0,-5 0-351 16,-6 2-689-16</inkml:trace>
  <inkml:trace contextRef="#ctx0" brushRef="#br0" timeOffset="2565.83">10255 6002 1255 0,'0'0'370'0,"0"0"-209"16,0 0-11-16,0 0-72 16,0 0 138-16,78-2-93 15,-15-9-70-15,3-1-41 0,-6-1-12 16,-17 2-37-16,-10-5-146 16,-10 3-373-1,-8-1-518-15</inkml:trace>
  <inkml:trace contextRef="#ctx0" brushRef="#br0" timeOffset="2833.85">10592 5695 1318 0,'0'0'264'0,"0"0"-86"16,0 0-94-16,48 3 14 0,-8 11 32 15,-1 3-33 1,-4 1-20-16,-4 1-3 0,-12 0-4 15,-2 4-24-15,-4 1-21 0,-10 3-7 16,-3 0 5 0,-14-1 16-16,-7 0-11 0,-5-2-16 15,-3-1-5 1,1-5-7-16,3-2-8 0,8-5-65 16,17-11-119-1,0 0-452-15,11-9-700 0</inkml:trace>
  <inkml:trace contextRef="#ctx0" brushRef="#br0" timeOffset="3063.76">11037 5522 991 0,'0'0'844'0,"0"0"-602"0,0 0-157 16,0 0-55-16,-1 65-15 15,2-14 53-15,11 8 46 16,2-3 0-16,3-6-2 16,0-7-25-16,-1-7-25 15,-3-8-22-15,-1-8-30 16,-3-2-10-16,8 1-75 16,-2-4-200-16,-3-5-535 0</inkml:trace>
  <inkml:trace contextRef="#ctx0" brushRef="#br0" timeOffset="3444.01">11218 5683 1415 0,'0'0'206'16,"0"0"-104"-16,0 0-48 15,0 0 112-15,0 0-7 16,40 34-79-16,-21-24-3 15,0-1-40-15,-1-2-19 16,-3-3-5-16,-4-4-12 16,-2 0 5-16,-3-1 20 0,-1-8 44 15,-4-2 1 1,-1-3-33-16,0 0-21 0,-4 0 6 16,-5 1 8-1,-4 3-12-15,1 4-18 0,-3 6 0 16,-2 0-1-1,-2 9-2-15,2 7 1 0,0 4-1 16,3 4 2-16,3 2 1 0,6 2 17 16,5 0 19-1,1-2-7-15,12 0-8 16,7-5-14-16,5-5-8 16,10-6-50-16,13-10-161 15,-8-8-330-15,-6-7-390 0</inkml:trace>
  <inkml:trace contextRef="#ctx0" brushRef="#br0" timeOffset="5667.87">11555 5637 1170 0,'0'0'270'16,"0"0"93"-16,0 0-57 0,0 0-142 16,0 0-52-1,-40 19-20-15,30 0-28 0,1 2-16 16,2 1-19-16,2 0 1 15,3 0 16-15,2-2-10 16,0-3-19-16,6-4-16 16,4-5 0-16,4-3 1 15,3-5-2-15,0-2 0 16,1-11-12-16,-1-5-18 16,-1-3-10-16,-1-6 9 15,-5 0 4-15,-1 0 15 16,-5 2 12-16,-2 3 1 0,-2 7 5 15,0 5 0-15,0 5 15 16,-4 5-11-16,-1 0-9 16,-1 12 0-16,0 4 0 15,1 2 0-15,2 3 4 16,3-1-5-16,0 0 0 16,4-3-1-16,6-1 1 15,2-3-2-15,2-4-4 16,-1-3-4-16,1-6-60 15,-3 0-58-15,0-6 26 16,-3-7 3-16,-1-3 31 16,-1-2 28-16,-3-2 21 15,0 2 19-15,0 0 0 0,0 3 12 16,0 1 13-16,1 6 25 16,0 3-4-16,3 5-13 15,0 0-13 1,1 8 4-16,-1 4 10 0,0 5 42 15,0 0 29-15,1 1-48 16,0-1 4-16,0-1-18 16,2-1-18-16,2-4-13 15,1-2-6-15,2-6-5 16,3-3-1-16,2 0-18 0,0-9-76 16,2-5-71-1,-1-5 6-15,-1-3-36 0,-1-1 3 16,-5-1 112-16,-1 3 74 15,-6 3 6-15,-4 6 97 16,-2 5 61-16,-1 5-8 0,0 2-68 31,0 6-57-31,0 6-10 0,-1 4-1 16,-2 3 4-16,1 1 7 16,0-2 1-16,-1-1-1 15,1-1-6-15,-1-5-9 16,0 0-9-16,1-6-1 0,-1-3 0 15,3-2 0-15,-2-6 0 16,2-8 1-16,0-7-2 16,0-4 1-1,5-4 0-15,5 1 0 0,1 2 1 16,1 5 6-16,0 7-6 16,0 7 0-1,0 7 1-15,-2 0-1 0,1 10 0 16,2 6 11-16,-1 3 8 15,2 1 5-15,0 0-15 16,0-1 4-16,1-3-5 16,2-3-9-16,2-4-1 15,4-4 0-15,1-3-63 16,0-2-61-16,-3-6-35 16,-1-8-29-16,-6-5 24 0,-2-4 84 15,-5-3 68 1,-3 0 13-16,-3 1 51 0,-1 5 77 15,0 6 48 1,-3 7-27-16,-2 4-38 0,-2 3-33 16,-2 5-53-16,-1 9-16 15,0 6 12-15,1 3-5 16,1 3 8-16,3-1-9 16,3 0-2-16,2-6 3 15,0-3-14-15,6-6-1 16,2-4 1-16,4-6 4 15,0 0-6-15,3-6-14 16,-2-6-26-16,0-5-12 16,-1-2 16-16,-3-3 10 15,0 2 14-15,-3 2 12 0,-3 3 0 16,-1 5 1-16,-1 4 13 16,-1 3 5-16,0 3 2 15,0 1-21-15,0 10 1 16,-3 2 5-16,1 5-6 15,0 0 0-15,2 1 1 16,0-3 0-16,4-2 4 16,4-4-5-16,2-3-1 0,1-4 1 15,2-3-1 1,1-3-13-16,1-9-41 0,0-6 2 16,1-13 23-1,0-17 23-15,1-18-1 0,-2-4 8 16,-6 12 0-1,-5 18 9-15,-4 22-9 0,0 8-50 16,0 3 31-16,0 4 17 0,-1 3-4 16,-3 4-11-1,0 14-12-15,0 6 29 16,1 6 2-16,0 4 33 16,3 1 16-16,0 1-20 15,0 0-16-15,0-4-15 16,0-6-1-16,0-7-21 15,0-10-40-15,3-9 19 16,4-1 33-16,5-14 10 16,1-3 0-16,3-2 33 15,-1 0 17-15,1 2-15 16,-1 5-8-16,0 3-2 16,-2 5 4-16,-2 3-16 15,-2 2-6-15,-2 2-1 0,-4 7 0 16,-3 4 0-16,0 4 3 15,-10 1 13-15,-4 3 7 16,-4 0 0-16,0 0-9 16,1-1-14-16,3-3-6 15,4-3 1-15,5-4-1 16,5-3-2-16,1-2-7 16,11-4 0-16,8-1 9 0,6 0-24 15,4-8-41 1,3-4 10-16,2-7 21 0,1-13-12 15,2-17 19 1,-3-18 14-16,-5-12 12 0,-9-4 1 16,-9 9 6-16,-8 21-6 15,-3 15-95-15,-1 17-35 16,0 10 16-16,-2 2 67 16,-2 4 26-16,0 5 20 15,-4 4-25-15,-3 20 26 16,-1 16 7-16,5 14 21 15,6 7 58-15,4-6 43 16,13-12-39-16,0-13-8 0,2-10-25 16,2-2-11-1,12 0-22-15,8-4-18 0,2-6-5 16,-5-8-1 0,-5-6-42-16,-8-11 8 0,-1-5 23 15,1-4 11 1,-7 1 0-16,-6 3-8 0,-7 6 7 15,-4 5 1-15,-1 6 9 0,-11 5-7 16,-7 3 6 0,-3 10 31-16,0 5 35 0,2 2-1 15,6 3-36 1,7-1 12-16,7 2 21 16,2-1-23-16,19 1-19 15,21-1 35-15,16-4 4 16,8-6-28-16,-10-10-30 15,-15-3 0-15,-18 0-3 0,-7-7-6 16,-2-1-6-16,-4-4-6 16,-7 1-3-16,-14-2-23 15,-38 2-200-15,1 0-151 16,-3 6-839-16</inkml:trace>
  <inkml:trace contextRef="#ctx0" brushRef="#br0" timeOffset="6195.44">12609 6019 1842 0,'0'0'251'0,"0"0"-97"0,0 0-103 15,4 57-11-15,6 3 68 16,1 9-22-16,0 2-32 16,-1-7-27-16,-1-9-13 15,-1-1-8-15,-1-4-6 16,-1-10 0-16,-3-12-1 0,-1-13-112 15,-1-12-51 1,-1-3-33-16,0-20 52 16,-4-23-40-16,-8-25 62 0,-2-14 81 15,2-6 42 1,5 9 35-16,7 16 42 0,4 15 52 16,9 16 54-16,0 12-52 15,3 4-42-15,5 3-46 16,5 2-18-16,0 2-7 15,-1 9-12-15,-7 1-4 16,-6 12-1-16,-9 6 0 0,-3 5 0 16,-11 3 5-1,-7 4-5-15,-5 1-1 16,-3 0 0-16,2-4-53 16,-1 0-92-16,6-7-133 15,9-8-279-15</inkml:trace>
  <inkml:trace contextRef="#ctx0" brushRef="#br0" timeOffset="8133.8">13065 6047 1371 0,'0'0'183'0,"0"0"4"0,0 0 25 15,-40-11-18-15,26 11-73 16,-2 5-35-16,0 8 5 15,3 3-22-15,-1 4-14 16,3 2-5-16,3 2-20 0,5-1-18 16,3-2-11-16,3-3 0 15,9-4-1-15,3-6 0 16,4-5-9-16,1-3-4 16,1-11-32-16,-2-7-14 15,-1-4 1-15,-3-3 15 16,-3-2 24-16,-3 2 19 15,-3 3 6-15,-3 5 4 16,-1 5 18-16,-1 4 24 16,-1 5 20-16,0 3-28 0,0 0-30 15,0 9-13 1,1 5-1-16,1 5 0 0,3 3 0 16,1 2 0-1,2 0 0-15,1-2 0 0,0-4-1 16,1-3 0-1,-1-7-7-15,0-7-1 0,-1-1 9 16,0-13 0-16,1-7 0 0,0-5 0 16,1-3 1-1,1 0 0-15,-1 3 5 0,0 5-5 16,-1 5 0 0,-2 6 0-16,-1 5 0 0,1 4-1 15,0 0 0 1,2 8-6-16,4 3 5 0,1 3 0 15,3 2 0-15,0 1 0 16,0-2 0 0,1-2-8-16,-2-4-80 15,-1-4-80-15,-2-5-51 16,1-3-21-16,-3-10-65 0,1-5 38 16,-2-3 97-1,-2-2 124-15,-1-1 47 0,-4 1 66 16,0 2 49-16,-2 3 49 15,-1 3 39-15,0 5-13 16,0 3-6-16,0 4-33 0,-1 3-33 16,-5 2-53-1,-3 9-35-15,-2 6 24 16,-1 4-4-16,1 2-13 16,4 2-2-16,5 1-14 0,2-1-7 15,5-1-7 1,8-4-5-16,6-4 5 15,5-5-6-15,3-6 0 16,0-5 0-16,1-2-1 16,-4-10-1-16,-2-4-29 15,-4-5-7-15,-4-3 9 0,-5-2 13 16,-3 1 14 0,-4 2 1-16,-2 4 0 0,0 4 6 15,-1 5 0-15,-3 4 9 16,2 3 19-16,0 3-7 15,-1 0-18-15,0 6-9 16,-1 7 0-16,2 1 0 16,0 4-1-16,2 1 1 0,0 1 0 15,2-2-1-15,6-1 0 16,3-4-1-16,3-3-5 16,0-5-16-16,2-5-44 15,0 0-28-15,0-11 2 16,-2-4-12-16,-1-5-6 15,-3-4 18-15,-2-2 52 16,-2 0 29-16,-2 3 12 16,-3 4 30-16,0 5 38 0,-1 6 32 15,0 4-11 1,1 4-24-16,0 4-53 0,1 7-5 16,0 6-5-1,1 4 8-15,0 0-4 0,0-1-6 16,0-1 0-1,-1-3 1-15,1-1-1 0,-3-6-1 16,1-4-6-16,0-5-23 16,-1 0 21-16,0-10 3 15,0-5-17-15,0-6 13 0,0-3 10 16,0-3 6 0,0 2-4-16,3 3 14 0,2 5 5 15,1 6-8 1,1 7 0-16,0 4-7 15,2 4-5-15,1 9 5 0,-1 4 0 16,2 2-4 0,-3 2 9-16,0-1-10 0,-1-1 0 15,-3-4 0 1,-1-2-1-16,-2-4 0 16,-1-5 0-16,0-4 0 15,0 0 9-15,0-7 1 0,0-5-9 16,2-4-1-1,1-3 1-15,2 1 7 0,1 0-7 16,3 2 0-16,0 4 9 16,0 4-4-16,3 4-4 15,-2 4-2-15,3 0 1 16,0 5 0-16,0 6 0 16,1 2-1-16,-1 1 6 15,-2-1-6-15,-1 0-6 16,-2-2 5-16,0-2-20 0,-2-5-28 15,0-3-1-15,2-1-2 16,0-5-10-16,2-7-40 16,1-4 22-16,-1-3 42 15,0-1 22-15,-1 0 10 16,-2 2 6-16,-5 2 22 16,0 5 48-16,-2 4 35 15,0 5 10-15,-5 2-40 16,-3 9-44-16,0 7-11 15,1 3-7-15,2 3 5 16,4 2-3-16,1 0-3 0,8-1-11 16,6-4 8-1,6-2-3-15,4-7-6 0,3-4 0 16,1-6 2 0,2 0 3-16,-2-10-5 0,-3-6-20 15,-3-7-6 1,-3-10 6-16,-6-13 9 0,-6-14 10 15,-5 5-8-15,-2 10 9 0,-3 17 0 16,-3 14 1 0,-1 1 0-16,1 2 0 15,-1 3-1-15,3 7 1 16,0 1-1-16,2 12-7 0,0 9 6 16,2 13 1-1,3 9 0-15,11 9 37 16,1-4 22-16,-2-12-7 15,-4-12-22-15,-4-7-30 16,1-2 0-16,1 2-105 16,-1-4-165-16,-2-6-362 0</inkml:trace>
  <inkml:trace contextRef="#ctx0" brushRef="#br0" timeOffset="8313.95">14307 5856 1356 0,'0'0'176'0,"0"0"-128"0,73 0-31 0,-16 0-10 0,3 0-7 0,-4 0-86 16,-19 0-75-1,-13-2-334-15</inkml:trace>
  <inkml:trace contextRef="#ctx0" brushRef="#br0" timeOffset="8967.96">14634 5778 17 0,'0'0'787'0,"0"0"-698"0,0 0 44 15,0 0-10 1,0 0 2-16,36 44-54 0,-22-36-31 15,1-3-21-15,0-2-3 16,-1-3 12 0,-2 0 28-16,1-8 4 0,-4-3 1 15,-2-2 37 1,-4-1 11-16,-3 1-6 0,-2 2 42 16,-9 2-17-1,-4 3-24-15,-5 6-47 0,-4 0-33 16,-1 13 0-16,-2 7 14 15,5 4 14-15,4 3 0 16,6 0-5-16,10 1 0 0,3-3-7 16,15-4-8-1,12-2 1-15,12-7-5 16,10-8-12-16,-3-4-14 16,-10-5-2-16,-9-6-9 15,-7-3-17-15,5-11-7 16,-2-2 3-16,1-4-19 15,-7 1-33-15,-10 6-6 0,-3 1 41 16,-5 6 32-16,0 5 7 16,-4 5 1-1,1 3 6-15,-1 4-5 0,2 0 5 16,0 9-15-16,2 5 15 16,0 6 1-16,0 3 5 15,0 3 17-15,4 2 26 0,-2 1 8 16,-2 0-5-1,0-1-24-15,-1-3 1 16,-2-3 15-16,-1-4 11 0,3-4-9 16,1-2-7-16,0-5-3 15,10-3 1 1,6-1-2-16,12-3-9 0,14 0-12 16,12-9-13-16,7-6-12 15,0-6-17-15,-17 3-87 16,-12-4-561-16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42:24.0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312 2842 1433 0,'0'0'242'0,"0"0"-114"0,-12-40 63 15,12 22-58 1,2 2-53-16,9 2-29 0,4 3-18 15,5 5-15-15,1 6-5 16,3 3-1-16,-1 12 4 16,-3 6 14-16,-4 5 11 15,-4 4 2-15,-7 3 6 16,-5 2-7-16,0 1-6 16,-9 1-17-16,-3-3 6 15,-2-1-13-15,1-6-6 16,0-6-4-16,4-9-1 15,3-4 7-15,2-8 1 0,3-5-9 16,1-17-9-16,1-18-48 16,12-16-20-16,4-4-8 15,2 2 14-15,-2 6 0 16,-3 7 14-16,-2 0 29 16,-4 0 20-16,-2 8 8 15,-3 8 0-15,-3 7 22 16,0 4 18-16,0 1 9 0,-6 2-8 15,0 0 16 1,0 9 17-16,-2 5-15 16,2 1-17-16,-1 17-27 15,2 18-5-15,3 15-4 0,2 9 3 16,5-7-8-16,6-13 14 16,1-16-9-16,3-4 0 15,5 0-5 1,6 3 0-16,5-4-1 0,1-3 0 15,0-8-16-15,-5-4-45 16,-4-3-21-16,-6-7 14 16,-7-6 30-16,-4-3 28 15,-6-2 10-15,0 1 6 0,-1 0 11 16,-4 2 19 0,1 5 25-16,1 4 24 15,2 4-3-15,1 2-35 16,0 2-35-16,1 9-12 15,6 5 24-15,2 4 16 16,1 1-8-16,-1 1-13 16,2-1-11-16,-4-2-7 15,0-4-1-15,-1-4-12 0,-4-4-103 16,-2-7-154-16,0-3-252 16,-6-6-424-16</inkml:trace>
  <inkml:trace contextRef="#ctx0" brushRef="#br0" timeOffset="148.12">636 2623 1598 0,'0'0'342'0,"0"0"-191"0,0 0 13 0,0 0-164 0,0 0-28 0,0 0-256 15,0 0-484-15</inkml:trace>
  <inkml:trace contextRef="#ctx0" brushRef="#br0" timeOffset="1064.91">1052 2741 933 0,'0'0'224'0,"0"0"-21"0,0 0-39 0,0 0-58 31,0 0-46-31,0 0-32 0,0 0-16 16,19-15-1-16,-8 9-5 15,0 0-6-15,1 1 0 16,-2 1-11-16,-1 1-100 15,-1 1-116-15,-2 2-256 16,-3 0-386-16</inkml:trace>
  <inkml:trace contextRef="#ctx0" brushRef="#br0" timeOffset="1228.06">1055 2839 832 0,'0'0'234'0,"0"0"-138"15,0 0 37-15,0 0-71 16,0 0 9-16,0 0 12 16,60-24-83-16,-23-5-42 15,-4 3-252-15,-7 2-539 0</inkml:trace>
  <inkml:trace contextRef="#ctx0" brushRef="#br0" timeOffset="1478.05">1197 2589 1236 0,'0'0'289'0,"0"0"-219"15,0 0-35-15,0 0 10 16,51 15 15-16,-22-4-16 16,3 4-3-16,5 0-2 15,-10 4 15-15,3 2 68 16,-6 3-37-16,-5 3-29 0,-9 0-29 15,-7 2-10-15,-3 0-6 16,-6 1 6 0,-9 1-17-16,-3-3-69 15,-4 0-167-15,7-7-97 16,4-11-452-16</inkml:trace>
  <inkml:trace contextRef="#ctx0" brushRef="#br0" timeOffset="1915.02">1943 2384 1550 0,'0'0'248'0,"0"0"52"16,0 0 12-16,0 0-76 0,0 0-105 16,-22 65-32-1,0 6 31-15,-5 16-22 16,1 2-23-16,5-8 5 15,7-8-23-15,4-6-28 16,4-1 36-16,4-6-25 16,2-8-2-16,0-11-15 15,0-13-27-15,0-7-6 16,0-7-1-16,0-1-14 0,1-2-38 16,-1-5-59-1,0-6-39-15,-9-14-44 0,-11-32-272 16,1 3-213-16,-3-5-780 0</inkml:trace>
  <inkml:trace contextRef="#ctx0" brushRef="#br0" timeOffset="2248.17">1559 2512 1523 0,'0'0'302'15,"0"0"66"-15,0 0-138 0,0 0-107 16,0 0-38-16,0 0 64 16,36 60-39-16,-4-16-23 15,10 14 3-15,5 5 0 16,2-4-12 0,-1-7 3-16,-3-9-11 0,-7-7 2 15,-6-8 1-15,-9-8-17 16,-4-1-13-16,1 0-17 15,2-1-17-15,0 1-3 16,-4-4-6-16,-4-6 0 16,-5-4-21-16,-3-3-58 0,-3-2-77 15,-2-12-36 1,-1-3-280-16,0-2-491 0</inkml:trace>
  <inkml:trace contextRef="#ctx0" brushRef="#br0" timeOffset="7148.24">6649 2412 945 0,'0'0'188'0,"0"0"14"0,0 0-38 0,0 0-25 15,0 0-49 1,0 0-23-16,16 0 39 0,-3 0-7 15,4 0-6-15,2 1 1 16,4-1-14-16,4 1-14 16,3 0 0-16,2 0-12 15,3 1-6-15,-1-1-8 16,0 2-9-16,0 0 2 16,0-1 1-16,6 1-10 15,6-1 0-15,8 0 4 16,1 0 5-16,-5-1-7 15,-5 0-7-15,-5 0-4 16,0-1-3-16,-6 3 1 16,-5-3 5-16,-6 1-4 15,0 0 1-15,8-1 5 16,1 0 0-16,5 0 4 16,-1 0 4-16,-3 0-4 15,4 0-7-15,-3 0 1 16,0 0-2-16,-2 0 0 0,-1 0 1 15,0 0 4 1,0 0 6-16,0 0-3 0,-1 0-6 16,-1 0-8-16,-2 0 4 15,0 0 5-15,-3 0-2 16,-1 0-5-16,-1 0-6 16,-3 0-6-16,-2 0 2 15,-1 0 4-15,-2 0 6 16,-2 0 0-16,-2-1 0 15,-2 0-3-15,-2 1-2 16,-3 0-1-16,0-1-5 16,-3 1 1-16,0 0-1 15,0 0 0-15,0 0 0 0,0 0-1 16,0 0 0 0,0-2-32-16,0 2-85 0,-4-3-158 15,-2-3-416 1,3-1-1068-16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42:50.2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11443 2787 1221 0,'0'0'269'0,"0"0"-183"16,0 0-19-16,0 0-47 0,0 0-11 15,-39-5 24-15,25 16-23 16,-2 6-1-16,-1 5 15 16,1 3 22-16,-1 3-6 15,3 2 36-15,-1-1-16 16,2 0-7-16,0-2 4 15,2-2-36-15,0-2-21 16,1-4-47-16,-2-2-160 16,1-5-112-16,2-5-323 0</inkml:trace>
  <inkml:trace contextRef="#ctx0" brushRef="#br0" timeOffset="202.08">11192 2861 956 0,'0'0'279'0,"0"0"-42"16,0 0-102-16,0 0-56 15,52 24-14-15,-36-2 3 16,2 2-11-16,0 2-13 16,1 2 22-16,1-2-66 15,16 4-15-15,-7-6-282 16,-2-9-750-16</inkml:trace>
  <inkml:trace contextRef="#ctx0" brushRef="#br0" timeOffset="1403.19">12378 2612 847 0,'0'0'204'0,"0"0"14"0,0 0 30 0,0 0-124 15,0 0-71-15,0 0-34 0,-48-21-5 16,37 20 5-1,1 1-7-15,0 0-6 0,1 0 2 16,2 2 0-16,1 6 0 16,1 2-7-16,1 6 42 15,-1 5 1-15,1 12 33 16,-2 12-18-16,-1 10-5 16,0 6 58-16,-1 0 26 0,3-2-33 15,0-3-15 1,1 1 7-16,2-2-27 15,0 0 27-15,2 2-9 0,-1-1-40 16,1 0-24 0,-1-3-11-16,0-1 5 15,-1 0 0-15,0 0 18 0,-1 0-15 16,-1-1 12 0,-2 0-14-16,0 1 2 0,-1 1-9 15,-1 1-3-15,1-1 0 16,1-3-7-16,1-3 10 15,3 0 0-15,2-2-2 16,0-2 4-16,0-3-5 16,0-4 4-16,3-6 8 15,-1-6 3-15,-1-1-9 0,1 3-6 16,1 6 5 0,-1 4-4-16,2-1 14 0,0-1-9 15,0-1-5 1,0-1 1-16,-1-2-1 15,-1 0 1-15,-1-3-2 0,-1-1-3 0,0-1-5 16,0-3 8 0,0-4-8-16,0-3 1 15,0-4 4-15,0-2-5 16,0-2-1-16,1-2 1 16,3-1 0-16,2-3 0 15,3 0 0-15,4 0-1 16,3-1 1-16,4 0-1 15,3 0 0-15,2-2-1 16,0-3-10-16,-1-3-41 16,1 0-35-16,-1-4-64 0,8-11-151 15,-4 2-229-15,-6 1-506 16</inkml:trace>
  <inkml:trace contextRef="#ctx0" brushRef="#br0" timeOffset="2270.46">11810 4775 1461 0,'0'0'353'0,"0"0"-240"0,0 0 23 16,-32 42 5 0,24-25-3-16,-1 4-66 0,2-3-29 15,1 1-19 1,2-2-13-16,-1-4-4 0,1-4-1 15,1-3-6-15,1-3 1 16,0-3 0 0,-1-3 10-16,2-11-11 0,1-6 0 15,0-4-11-15,0-1 11 16,1 0 0-16,7 5 0 16,0 4 12-16,2 5 1 15,0 6 5-15,1 3 10 16,2 2 14-16,1 4 16 15,0 8 9-15,0 4 5 16,0 1-24-16,1-1-22 16,-2 2-3-16,1-4-8 15,-1-2-14-15,-3-3 5 16,0-3-4-16,-2-4-1 16,-1-2 0-16,0-4 8 15,-2-9-8-15,1-5 5 16,-2-8-5-16,0-1 0 0,-1-1-1 15,-3 3 0 1,0 4-6-16,0 6-4 0,0 7-17 16,0 4-52-16,0 4-97 15,0 0-82-15,0 4-253 16,0 2-251-16</inkml:trace>
  <inkml:trace contextRef="#ctx0" brushRef="#br0" timeOffset="3540.23">12015 2533 569 0,'0'0'246'0,"0"0"-31"0,0 0-14 15,0 0-85-15,0 0-65 0,0 0-19 16,0 0-6 0,-5-6-10-16,5 6-3 15,-3 9-12-15,-1 3 20 16,-1 7 19-16,0 1 3 15,2 1 12-15,1 0 15 16,1-1-28-16,1-3 8 16,0 2-27-16,0 0-23 15,0-3-10-15,2 4-12 16,0-5-263-16,-1-3-517 0</inkml:trace>
  <inkml:trace contextRef="#ctx0" brushRef="#br0" timeOffset="3790.23">11968 2975 1072 0,'0'0'194'0,"0"0"-104"16,0 0-55-1,0 0-35-15,0 0-26 0,0 0-226 16,0 0-550-16</inkml:trace>
  <inkml:trace contextRef="#ctx0" brushRef="#br0" timeOffset="3952.45">11952 3324 526 0,'0'0'93'15,"0"0"-93"1,0 41-33-16,0-24-312 0</inkml:trace>
  <inkml:trace contextRef="#ctx0" brushRef="#br0" timeOffset="4120.18">11929 3681 1026 0,'0'0'145'0,"0"0"-106"15,0 0-25-15,0 0-14 16,-10 44-8-16,10-32-165 16,0-2-189-16</inkml:trace>
  <inkml:trace contextRef="#ctx0" brushRef="#br0" timeOffset="4306.45">11924 4035 435 0,'0'0'637'0,"0"0"-579"16,0 0-58-16,-2 40-91 16,2-27-87-16,2-2-475 0</inkml:trace>
  <inkml:trace contextRef="#ctx0" brushRef="#br0" timeOffset="4470.47">11894 4396 1017 0,'0'0'86'0,"0"0"-86"15,0 0-129-15,0 0-102 0,0 0-347 0</inkml:trace>
  <inkml:trace contextRef="#ctx0" brushRef="#br0" timeOffset="4674.24">11808 4718 1371 0,'0'0'137'0,"0"0"-137"0,0 0-21 16,0 0-175 0,0 0-594-16</inkml:trace>
  <inkml:trace contextRef="#ctx0" brushRef="#br0" timeOffset="7757.64">14773 2554 1061 0,'0'0'182'0,"0"0"-72"0,0 0-31 16,0 0-8-1,51-1 3-15,-20 1-11 16,1 3-17-16,2 1-15 16,0-1-5-16,-6 1-2 15,-1 1-1-15,-6-2-10 16,-6 4 6-16,-4-1-1 15,-4 5 21-15,-3 2 24 16,-1 6 9-16,-1 6 7 16,0 8 5-16,0 12-3 0,1 9-5 15,1 4-4 1,1 1 7-16,1 0-8 0,0 1-12 16,0 4 5-16,1 3 40 15,-2 6-38-15,1 2-28 16,-3-2-14-16,-1 0 6 15,1-4-1-15,-3-2-2 16,0-1-6-16,0-4 4 16,-7-3-4-16,-2 0-20 15,-2-4 19-15,-1-3-4 0,1-2-1 16,-2-6 12 0,3-3-9-16,2-6-7 0,1-7 10 15,3-7-12 1,0-2 4-16,-1 5-2 0,0 4-2 15,-1 1-2-15,2-1 13 0,-1-3-10 16,3-3-4 0,-1-2-5-16,2-2 0 15,-1-1 0-15,0 1 0 16,0-1-1-16,-1 1 1 16,-1 0 1-16,-2 3 5 15,-1 0-6-15,-1 0 0 16,0-2 9-16,-1-2-4 15,2-4-6-15,1-4 0 0,2-4 4 16,1-1-4-16,2-3 0 16,0-1-1-1,1 0 1-15,-1 0 1 0,0-2 0 16,-1-4 0 0,-2 0-1-16,-3 0 0 0,-2-1 0 15,-5 2-1 1,-3 1 0-16,-3 2 0 0,-1-1 1 15,-1 0-1-15,-1-1 0 16,1 1-19-16,3-4-35 16,-2-9-67-16,6 2-147 15,4-4-376-15</inkml:trace>
  <inkml:trace contextRef="#ctx0" brushRef="#br0" timeOffset="9440.14">15055 2255 756 0,'0'0'293'0,"0"0"-41"0,0 0 1 15,0 0-35-15,0 0-51 16,-40-3-38-16,30 3-33 15,-1 0-30-15,2 6-18 16,-1 3-16-16,2 3-1 16,0 1-6-16,2 1-13 15,3 1-11-15,2 0 1 0,1-2-1 16,0-2 0 0,7-2-1-16,2-3-1 0,2-3 0 15,2-3 0 1,0 0 1-16,0-9 0 0,-1-4 1 15,0-5-1 1,-2-3 0-16,-2-3 0 0,-1-2 1 16,-1-4 7-16,-2-8-7 15,1-11 5-15,-1 4 3 16,-2 9-8-16,1 9 14 0,-2 15-7 16,0 2-8-1,-1 3 0-15,0 4 1 0,0 3-1 16,0 1-2-1,0 12-14-15,0 8 10 0,0 4 6 16,-1 6 18-16,0 2 12 16,1-1 0-16,0-1 7 15,0-4-16-15,2-3-17 16,1-3-4-16,0-1-13 16,1 0-103-16,-2-6-280 15,-2-5-596-15</inkml:trace>
  <inkml:trace contextRef="#ctx0" brushRef="#br0" timeOffset="9590.2">15241 2367 1825 0,'0'0'334'0,"0"0"-113"0,0 0-123 0,0 0-98 0,0 0-6 15,0 0-490-15</inkml:trace>
  <inkml:trace contextRef="#ctx0" brushRef="#br0" timeOffset="10453.7">12457 2272 197 0,'0'0'280'0,"0"0"-14"0,0 0 4 0,0 0 24 16,0 0-18-1,0 0-35-15,0 0-93 0,0-14-92 16,0 18-37-16,0 9-18 16,0 7 13-16,0 3 49 15,-1 3-8-15,-1 0-2 16,1-1-22-16,-1 0-15 16,1-1-15-16,1-4-1 0,0-2-24 15,0-3-178 1,0-7-95-16,0-5-264 15,0-3-620-15</inkml:trace>
  <inkml:trace contextRef="#ctx0" brushRef="#br0" timeOffset="10650.22">12663 2364 1147 0,'0'0'164'16,"0"0"-105"-16,0 0-46 15,0 0-13-15,0 0-8 0,0 0-103 16,39 2-211-16</inkml:trace>
  <inkml:trace contextRef="#ctx0" brushRef="#br0" timeOffset="10821.79">13163 2341 412 0,'0'0'768'0,"0"0"-755"0,0 0-13 15,0 0-133-15,46-3-164 16</inkml:trace>
  <inkml:trace contextRef="#ctx0" brushRef="#br0" timeOffset="10990.39">13689 2353 1180 0,'0'0'151'0,"0"0"-73"0,0 0-55 15,0 0-14-15,0 0-9 16,49 0-35-16,-25 0-86 16,0 0-285-16</inkml:trace>
  <inkml:trace contextRef="#ctx0" brushRef="#br0" timeOffset="11140.43">14129 2356 943 0,'0'0'158'0,"0"0"-73"0,0 0-60 16,0 0-25-1,0 0-195-15,0 0-352 0</inkml:trace>
  <inkml:trace contextRef="#ctx0" brushRef="#br0" timeOffset="11324.05">14539 2439 1364 0,'0'0'140'0,"0"0"-140"15,0 0-38-15,0 0-178 16,0 0-526-16</inkml:trace>
  <inkml:trace contextRef="#ctx0" brushRef="#br0" timeOffset="12270.36">15371 2180 930 0,'0'0'238'0,"0"0"54"16,0 0-61-16,0 0-76 15,0 0-39-15,-53-9-9 16,36 15-29-16,-2 5-25 15,2 3-18-15,3 0-8 16,4 2-11-16,4 1-7 0,3 1-8 16,3-2 0-16,3-1 0 15,9-3-1-15,3-4-1 16,3-5-17 0,2-3-29-16,-2-5-34 0,1-9 14 15,-5-4 44-15,-2-6 21 16,-2-10 2-16,-2-12 2 15,-1-12 14-15,-2-2 22 16,-3 10 15-16,0 14 5 16,-2 16-37-16,0 4-21 15,0 2-43-15,0 2-7 16,0 5 25-16,0 6 11 16,-1 2-6-16,-2 14-20 15,-1 13 27-15,2 13 13 16,2 13 38-16,2-5 27 15,6-9-36-15,1-14-24 0,0-9-5 16,2-4-29-16,1 0-79 16,2-4-25-16,-4-5 29 15,0-4 53-15,-4 0 39 16,-1-4 12-16,-2 0 16 16,0-1 72-16,-3 2 35 15,0 3 0-15,0 0-67 16,0 3-41-16,0 8 7 0,0 3 24 15,0 1-20-15,-2 0-6 16,0-1-14 0,0-3-6-16,2-3-2 15,0-3-70-15,0-5-152 16,0-1-150-16,0-7-475 0</inkml:trace>
  <inkml:trace contextRef="#ctx0" brushRef="#br0" timeOffset="12391.29">15470 2054 463 0,'0'0'65'0,"0"0"-65"0</inkml:trace>
  <inkml:trace contextRef="#ctx0" brushRef="#br0" timeOffset="12940.42">15541 2135 1308 0,'0'0'292'0,"0"0"-34"16,0 0-155-16,0 0-64 0,0 0 77 16,0 0-41-1,-2 48-35-15,2-34-22 16,3-2-9-16,-1-1-8 15,1-3 0-15,0-2-1 16,-2-3 0-16,0-3-2 0,-1 0 2 16,0-2 2-16,0-7-2 15,3-4 1-15,1-3 1 16,0-3-1 0,1 1 5-16,1 1 5 15,-1 5 48-15,0 4-6 16,-2 4-28-16,1 3-11 0,1 1-13 15,2 4-1-15,1 5 1 0,0 4 0 16,1 2 0 0,-3-2 1-16,-2-1-1 15,-1-2-1-15,-1-2 0 16,-1-4 1-16,-1-2-1 16,0-1 1-16,0-1 15 15,1 0 54-15,1-4 31 16,0-5-65-16,1-2-27 15,2-3-9-15,2 0-8 16,0 2-10-16,-3 2-4 0,1 6 0 16,-1 2 7-16,1 2 4 15,0 2-4-15,3 7 9 16,0 2 6-16,0 2-1 16,0 1 0-16,0 3-15 15,-1-3-257-15,-2-3-487 0</inkml:trace>
  <inkml:trace contextRef="#ctx0" brushRef="#br0" timeOffset="13070.27">15836 2220 1637 0,'0'0'513'0,"0"0"-174"0,0 0-204 16,0 0-73-1,0 0-37-15,0 0-25 0,0 0-48 16,-32-9-713-16</inkml:trace>
  <inkml:trace contextRef="#ctx0" brushRef="#br0" timeOffset="15940.66">9585 3055 782 0,'0'0'357'0,"0"0"-16"0,0 0-79 16,0 0-20-1,0 0-53-15,0 0-60 0,0 2-34 16,2-2-26-1,6 0-17-15,3 0-15 0,0-4-14 16,4 1-11-16,1 1-6 16,-1-2-6-16,0 1 0 15,0-1 0-15,-5 1-39 16,0 0-68-16,-3 1-69 16,-3-1-160-16,-2 0-249 0,-2 1-437 15</inkml:trace>
  <inkml:trace contextRef="#ctx0" brushRef="#br0" timeOffset="16174.69">9581 3125 1236 0,'0'0'279'16,"0"0"-61"-16,0 0-51 15,0 0 50-15,0 0-77 16,39 5-61-16,-16-5-44 0,1 0-20 16,3 0-7-1,-1 0-8-15,-2 0-24 16,-3-2-159-16,-7 1-373 16,-6-2-493-16</inkml:trace>
  <inkml:trace contextRef="#ctx0" brushRef="#br0" timeOffset="19200.5">8868 2373 482 0,'0'0'203'0,"0"0"-11"0,0 0 22 0,0 0-23 15,0 0 1 1,0 0-5-16,0 0-36 0,0-12-69 16,0 12-40-16,0 0-17 15,0 0-20-15,0 3-5 16,0 7 0-16,0 4 0 16,4 1 6-16,1 3 10 15,1-1 2-15,-1-1-8 16,0-2-9-16,-1-2-1 15,0-2-1-15,-1-3-40 16,-3-3-63-16,0-2-29 0,0-2 15 16,0 0 13-1,-7 0 8-15,-3 0 31 0,-1-6 50 16,-2 0 16 0,1-2 0-16,1 1 31 0,2 0 44 15,2 1 21 1,4 2 19-16,1 2-5 0,1 1-20 15,1 1-33-15,0 0-36 0,0 0-15 16,6 3-5 0,3 4 5-16,4 0-4 0,1 0 5 15,1-1-7 1,3-1 2-16,-1-2-1 0,-1-3-1 16,-2 0-1-1,0 0-37-15,-4 0-25 0,-1-6 3 16,-3 1 16-16,-4-2 15 15,0 1 20-15,-2-2 9 16,0 2 0-16,0 0 0 16,0 1 3-16,-2 3 25 15,0 2 10 1,-1 0-15-16,-2 6-14 0,-2 5-8 16,0 3 0-1,0 2 0-15,0 1-1 0,0 0-1 16,-2 6-72-16,1-3-215 15,2-5-561-15</inkml:trace>
  <inkml:trace contextRef="#ctx0" brushRef="#br0" timeOffset="23620.34">4813 6312 895 0,'0'0'265'0,"0"0"-52"16,0 0-14-16,0 0-24 0,0 0-41 16,0 0-69-16,-6 0-29 15,6 0-8-15,0 0-2 16,0 0-2-16,0 0 2 16,0 0 4-16,0 1-4 15,6 1 4-15,2 0 10 16,5 0 4-16,1 0-3 0,2 0-7 15,2 0-3-15,1-2-13 16,0 0 0 0,0 0 0-16,-1 0 1 0,-4 0 12 15,1 0-4-15,-4-2-6 16,-2 1-12-16,-2-1 0 16,-3 2-8-16,1-1 1 15,-3 0-1-15,0 0 0 16,-2 1-1-16,0 0-9 15,0 0-14-15,-10 0-33 16,-5 4-324-16,-3 1-1478 0</inkml:trace>
  <inkml:trace contextRef="#ctx0" brushRef="#br0" timeOffset="28141.06">5399 6319 674 0,'0'0'258'0,"0"0"-16"0,0 0-10 0,0 0 0 0,0 0-45 0,0 0-13 16,0 0-28 0,-3 0-81-16,3 0-26 0,0 0-12 15,3 0-5 1,5 0-5-16,4 0-1 0,1 1-3 15,3 1 8-15,2 1-2 16,-1-2 2-16,3 1 0 16,0-1 4-16,0-1-1 15,1 0 4-15,-1 0-1 16,-1-2-14-16,-1-3-3 0,-2 1-9 16,-3 0 0-1,0-1-1-15,-5 2 0 0,-1 0 0 16,-3 1 0-1,-3 1-1-15,0 0-7 0,-1 1-9 16,-1 0-116-16,-14 0-203 16,1 1-217-16,0 3-261 0</inkml:trace>
  <inkml:trace contextRef="#ctx0" brushRef="#br0" timeOffset="28470.48">5435 6379 948 0,'0'0'292'0,"0"0"-54"0,0 0-27 0,0 0-28 16,0 0-6-16,0 0 7 0,0 0-61 16,37 5-46-1,-20-5-23-15,1 0-19 0,2 0-2 16,-1-3-14 0,1-1-1-16,-2 1-7 15,-2-1-11-15,-2 2 0 16,-5 0 0-16,-4 2-14 15,-5 1-197-15,0 4-537 0</inkml:trace>
  <inkml:trace contextRef="#ctx0" brushRef="#br0" timeOffset="33902.37">7621 6326 167 0,'0'0'944'0,"0"0"-670"0,0 0-50 15,0 0-52 1,0 0-34-16,0 0-30 0,0 0-30 16,4 0-15-1,6 0 32-15,4 4-14 0,2-1-20 16,1 0-9-16,3 0-18 0,0-1 5 16,0-1-13-1,0 0-5-15,0-1-7 16,-2 0-7-16,-2 0-1 15,-2 0-6-15,-3 0 0 0,-2 0-1 16,-2-1-11 0,-2 0-53-16,-4-2-79 15,-1 0-72-15,-4 1-155 0,-5 0-362 0</inkml:trace>
  <inkml:trace contextRef="#ctx0" brushRef="#br0" timeOffset="35507.4">9450 6242 363 0,'0'0'191'0,"0"0"-25"0,0 0-13 0,0 0-19 0,0 0 12 15,0 0-43-15,-19 0-1 16,17 0-5-16,2 1 6 16,0-1-10-1,0 0-2-15,0 0-12 0,0 0-9 16,0 0-7-16,0 0 7 0,0 0 1 16,0 0-7-1,0 0-12-15,0 0 1 16,0 0-4-16,0 0-6 0,2 0 6 15,6 1 1-15,4 0-9 16,2 1-13 0,6 0-7-16,0-1 16 15,0 1 16-15,1-2 4 0,-2 0-23 16,-2 0-14 0,-3 0-2-16,0 0-8 0,-4 0-3 15,-3 0-5 1,-1 0-1-16,-3 0-1 0,-2 0 1 15,0 0-1-15,-1 0-8 0,-8 0-77 16,-5 4-179 0,-8 0-536-16</inkml:trace>
  <inkml:trace contextRef="#ctx0" brushRef="#br0" timeOffset="44022.41">2354 7113 473 0,'0'0'205'0,"0"0"-66"0,0 0 73 16,0 0 8-16,4-41-8 15,-3 34-24 1,-1 2-26-16,1 4-61 0,0 1-59 16,1 2-27-16,2 11-14 15,2 7 8-15,0 5 25 16,2 3 43-16,-1 2-5 15,1-3-17-15,0 0-6 16,1-4-17-16,-1-4-15 16,2-2-17-16,-1-5-2 0,4-8-107 15,-2-4-233 1,-2 0-296-16</inkml:trace>
  <inkml:trace contextRef="#ctx0" brushRef="#br0" timeOffset="44250.1">2500 7048 1004 0,'0'0'238'15,"0"0"-21"-15,0 0 74 0,0 0-122 16,0 0-106-16,0 0-40 16,-1 38 0-16,7-15 14 15,-1 1 23-15,1 1-18 16,3-1-7-16,-1-2-8 15,-1-2-15-15,-1-1-12 16,-2-3 0-16,-2 3-59 0,-2-5-230 16,0-2-246-16</inkml:trace>
  <inkml:trace contextRef="#ctx0" brushRef="#br0" timeOffset="44490.33">2330 7222 161 0,'0'0'1154'16,"0"0"-932"-16,0 0-59 15,0 0-56-15,0 0 34 16,0 0-8-16,43 43-46 16,-19-28-30-16,6-1 2 0,0-2-4 15,0-1-22 1,-1-2-9-16,-1-2-16 0,-4-1-8 15,-3-3-29-15,-1-3-177 16,-7-3-341 0,-5-6-511-16</inkml:trace>
  <inkml:trace contextRef="#ctx0" brushRef="#br0" timeOffset="44700.1">2648 7124 1220 0,'0'0'300'0,"0"0"-202"0,0 0 108 16,-3 46 26-1,3-20-77-15,0 2-40 16,0 3-23-16,2 0-41 16,3-1-30-16,1-3-11 15,1 0-10-15,0-4 0 16,1 2-22-16,-1-6-168 15,-4-4-406-15</inkml:trace>
  <inkml:trace contextRef="#ctx0" brushRef="#br0" timeOffset="50002.06">4788 7703 530 0,'0'0'302'0,"0"0"-124"0,0 0-118 0,0 0-54 16,0 0-6-16,0 0-10 16,7 1-61-16,-3 1-46 15,2 2-170-15</inkml:trace>
  <inkml:trace contextRef="#ctx0" brushRef="#br0" timeOffset="50370.07">5414 7643 736 0,'0'0'146'15,"0"0"-56"-15,0 0 1 16,0 0-49-16,0 0-36 15,0 0-6-15,0 0-34 0,10 0-164 16,-7 2-185-16</inkml:trace>
  <inkml:trace contextRef="#ctx0" brushRef="#br0" timeOffset="50922.34">5852 7573 368 0,'0'0'288'0,"0"0"-171"0,0 0-13 15,0 0-3 1,0 0-11-16,0 0-31 0,0 0-21 16,0 0-9-16,0 0-9 15,0 0 11 1,0 0-11-16,0 0-10 0,0 0-8 16,0 0-1-1,0 0 0-15,0 0-1 0,0 0 0 16,0 0 0-16,0 0-1 15,0 0-9-15,0 0 9 16,0 0-24-16,0 1-7 16,0 0-13-16,0 0-28 15,0-1-34-15,2 0-15 0,-1 0-19 16,-1 0-35 0,0 0-54-16</inkml:trace>
  <inkml:trace contextRef="#ctx0" brushRef="#br0" timeOffset="53006.49">8260 7879 507 0,'0'0'179'0,"0"0"65"0,0 0 2 16,0 0-62-16,0 0 45 15,0 0-17-15,-20-12-32 0,20 12-73 16,9 0-28-16,5 0-5 16,5 1-30-16,4 3-5 15,1-2 7-15,4 0 3 16,3-1-5 0,1-1-12-16,3 0 6 0,0 0 5 15,-2-4-17 1,-2 0-17-16,-2-1-8 0,-6 1 9 15,-4 0-10-15,-5 0-11 0,-6 2-51 16,-5 0-106 0,-4 1-50-16,-8 1-288 15,-2 0-220-15</inkml:trace>
  <inkml:trace contextRef="#ctx0" brushRef="#br0" timeOffset="53290.04">8295 7975 1064 0,'0'0'364'0,"0"0"-196"16,0 0 3-16,0 0-6 15,0 0 29-15,0 0-12 16,54 1-24-16,-27-1-54 15,6 0-41-15,5 0-14 16,8-5-15-16,-2-1-19 16,-6-1 9-16,-5 0-2 15,-10 3-22-15,-2 0-5 16,0 1-70-16,-14 3-148 0,-5 2-262 16,-3 4-183-16</inkml:trace>
  <inkml:trace contextRef="#ctx0" brushRef="#br0" timeOffset="57190.2">10297 7266 799 0,'0'0'133'0,"0"0"-82"0,0 0-31 15,0 0-19-15,0 0 0 16,0 0-1-16,0 0-19 16,2 1-103-16,0 0-45 15,2 1-144-15</inkml:trace>
  <inkml:trace contextRef="#ctx0" brushRef="#br0" timeOffset="57840.23">10699 7270 395 0,'0'0'134'0,"0"0"-77"0,0 0-17 0,0 0-14 16,0 0-7-16,0 0-6 16,0 0-3-16,0 0-9 0,0 0 1 15,0 0-1 1,0 0 0-16,0 0-1 0,0 0 0 15,0 0-1-15,0 0-12 16,0 0 3-16,0 0-1 16,0 0 4-1,0 0 6-15,0 0 1 0,0 0-1 16,0 0-11-16,0 0-9 16,0 0-15-16,0 0-24 15,0 0-10-15,0 0-14 16,0 0-27-16,0 1-110 0</inkml:trace>
  <inkml:trace contextRef="#ctx0" brushRef="#br0" timeOffset="58923.73">10396 7295 27 0,'0'0'191'0,"0"0"-36"0,0 0-75 0,0 0-27 0,0 0 5 16,0 0-15-16,0 0-5 16,0 0-11-16,0 0-8 15,0 0-12-15,0 1-6 16,0 0-1-16,2 0-14 16,1 0-70-16,2 1-51 0</inkml:trace>
  <inkml:trace contextRef="#ctx0" brushRef="#br0" timeOffset="65899.97">9955 7817 553 0,'0'0'349'0,"0"0"-161"0,0 0-29 0,0 0 55 16,0 0-49-1,0 0-67-15,-4-14-35 0,10 11-31 16,2 2-22-16,4-2-9 16,0 1-1-16,4 1-28 15,-1 1-52-15,4 0-92 16,-5 0-111-16,-4 1-251 0</inkml:trace>
  <inkml:trace contextRef="#ctx0" brushRef="#br0" timeOffset="66107.09">9947 7897 947 0,'0'0'222'0,"0"0"-46"0,0 0-44 16,0 0-17-16,0 0-34 15,0 0-39-15,0 0-21 16,58-11-21-1,-36 3-15-15,9-7-89 0,-5 2-133 16,-6 0-290-16</inkml:trace>
  <inkml:trace contextRef="#ctx0" brushRef="#br0" timeOffset="66340.14">10079 7710 1064 0,'0'0'251'0,"0"0"-141"16,0 0-40-16,0 0 49 0,48 21-10 15,-31-5 4 1,0 4-22-16,-6 2-34 16,-7 6-41-16,-8 9-3 15,-26 12-13-15,-29 9-53 16,1-9-92-16,-4-10-350 0</inkml:trace>
  <inkml:trace contextRef="#ctx0" brushRef="#br0" timeOffset="67405.92">11552 7672 687 0,'0'0'202'0,"0"0"-110"0,0 0 17 0,0 0-46 0,0 0-29 16,0 0-34-16,0 0-51 15,0 0-154-15,0 0-382 0</inkml:trace>
  <inkml:trace contextRef="#ctx0" brushRef="#br0" timeOffset="68000.36">11748 7422 59 0,'0'0'43'0,"0"0"-10"0,12 38-8 0,-6-20-19 0,-1 3-6 16,0 1 0-16,0 7-6 16,1-5-8-16,-2-3-70 0</inkml:trace>
  <inkml:trace contextRef="#ctx0" brushRef="#br0" timeOffset="68855.19">12931 7483 356 0,'0'0'831'0,"0"0"-550"0,0 0 45 16,0 0-20-16,0 0-65 15,0 0-24-15,0 0-17 16,26 4-27-16,-4 3-79 16,4 0-36-16,8 0-10 0,15-2-15 15,10-1-10-15,3-2-8 16,-12-2-14-16,-13 0 4 16,-17 0-5-16,-4 0 0 15,-2 0-8-15,-1 0-1 16,-3-1-3-16,-3-1 2 15,-5-2-8-15,-11-4-127 16,-5 0-328-16,-8-2-203 0</inkml:trace>
  <inkml:trace contextRef="#ctx0" brushRef="#br0" timeOffset="69402.25">13019 7282 1016 0,'0'0'349'15,"0"0"-163"-15,0 0 87 0,0 0-27 16,0 0-55-16,14-39-32 15,-14 38-11 1,0 0-48-16,0 1-60 0,0 0-31 16,-8 6-8-16,-1 6-1 15,-5 4 9-15,-3 4 8 16,-3 5 20-16,-2 2-9 16,1-1 23-16,-1 0 7 15,4-3-29-15,3-2-2 16,4-3 24-16,5-3-11 15,6-2-15-15,0-1 5 16,10-1 6-16,10 0 9 16,10 1 2-16,16 0-4 0,11 0-4 15,3-2-24 1,-3-3-6-16,-8-2 15 16,-14-3-11-16,-9 0-11 15,-8 1-1-15,-5-3-1 0,-1 2-5 16,-2-1-1-16,-3 0 5 15,-3-1 0 1,-2 0-8-16,-2 0-2 0,0 0 1 16,0 1-23-16,0-1-45 15,-11-1-85-15,0-6-221 16,-2-6-1168-16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50:21.4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1700 2118 1265 0,'0'0'287'0,"0"0"-192"0,0 0-19 15,0 0-6-15,0 0-23 0,0 0-14 16,0 0 2-16,7-1-1 15,6-2 4-15,4-2 5 16,6-1-10-16,4-3-3 16,5-1-5-16,0-2-9 15,3-2-10-15,1 1-6 16,-1 0-1-16,2 1-20 16,-8 3-111-16,-10 3-424 0</inkml:trace>
  <inkml:trace contextRef="#ctx0" brushRef="#br0" timeOffset="248.12">1762 2246 1551 0,'0'0'219'0,"0"0"-64"0,0 0-13 16,0 0-39-1,0 0-41-15,0 0-16 0,67-11-7 16,-27 1 6-16,10-6-21 0,2 0-9 16,-9 2-14-1,-11 3 0-15,-5-1-1 16,-10 2-40-16,-4-2-510 0</inkml:trace>
  <inkml:trace contextRef="#ctx0" brushRef="#br0" timeOffset="6819.91">5410 1993 591 0,'0'0'221'0,"0"0"-123"16,0 0 88-16,0 0-44 16,0 0 3-16,0 0-43 15,-13-9-44-15,18 11-22 16,3 3 5-16,9 2 6 15,2 1 42-15,6 1-15 16,4-1-5-16,9 0-16 0,11-1 13 16,11-1 12-16,6-3-20 15,-3-2-22-15,-2-1 1 16,-9 0-8-16,3 0-6 16,-6 0-1-16,-2-2-7 15,-4 1 4-15,0 0-10 16,0-2-8-16,-1 1 18 0,0 1 1 15,-1-3-3-15,1 1-9 16,0-1-7 0,2 1 16-16,0-1 6 15,2 1-9-15,-3 1-4 16,0 1 1-16,-1 0-2 0,-1 0 11 16,2 1-11-16,2 0 6 15,-1 0-3-15,1 0-9 16,-2 0 7-16,-2 0 19 15,-7 0-11-15,-5 0 2 16,-7 0 3-16,-1 0-22 0,3 0 10 16,3 0 8-1,0 0 8-15,-4 0-5 0,-4 0-2 16,-4-1-11 0,-5 1 4-16,-3 0-6 15,-2 0-1-15,-2 0 2 16,-2-1-8-16,0 1 1 0,-1 0 1 15,1-1-2-15,0 1-5 0,-1 0-12 16,5 2-109 0,1 4-225-16,0 0-480 0</inkml:trace>
  <inkml:trace contextRef="#ctx0" brushRef="#br0" timeOffset="7767.91">7873 2010 184 0,'0'0'536'0,"0"0"-346"0,0 0 45 15,0 0-63 1,0 0-27-16,0 0-36 0,0 0-37 16,-2-2 8-16,10 6 50 15,4 1-58 1,5 2-17-16,6 0 2 15,10 1-1-15,12 0 9 0,12 1-12 16,8-1-7-16,0-1-17 0,-2-2 5 16,-6-2-13-1,-3 0 12-15,1-1-17 0,-3 2 11 16,-1-4-5 0,-2 3-7-16,-1-1 16 15,-4 0-9-15,1 0-7 16,-4 0 0-16,3 1 4 15,-2 0-7-15,0 0 8 16,-2 3-11-16,3-3 17 0,2 1-11 16,3 1 6-16,1 0 3 15,-2-2 13-15,1 2-20 16,-4-2-7-16,-7-2 32 16,-8 1-17-16,-6-1-10 15,-2-1 2-15,1 0-1 16,3 0 2-16,0 0-3 15,-6 0-6-15,-5 0-3 16,-4 0 4-16,-2 0-8 16,-5 0 4-16,0 0 0 15,-1 0-5-15,-2 0-1 0,0 0 1 16,0 0-1 0,0 0-6-16,0 0-8 0,0 0-20 15,0 0-56 1,0 0-239-16,3 0-843 0</inkml:trace>
  <inkml:trace contextRef="#ctx0" brushRef="#br0" timeOffset="8617.95">10978 2077 920 0,'0'0'256'0,"0"0"38"0,0 0-37 0,0 0-20 16,0 0-72-16,0 0-98 16,0 0-39-16,-11 2-13 15,34 4 13-15,19-1 32 16,23 0-3-16,17-1-20 16,6-3-3-16,2-1-9 15,-3 0-3-15,0 2 11 16,3-1-11-16,-4 1 7 15,-3 1-19-15,-5-2 12 16,-8 0-1-16,-10-1-6 16,-7 0 2-16,-12 0-2 15,-12 0-2-15,-7 0 6 16,-2-3-10-16,0 0-7 16,1-1 8-16,1 1 2 15,-5-1 3-15,-3 1 6 16,-3 1-11-16,-2 1-1 15,-2-1-8-15,-1 1 1 0,-2 0-1 16,-2 0-1-16,0 1 1 16,-1-1-1-16,-1 1 0 15,0 0-1-15,0 0-17 16,-1 0-17-16,-33-2-22 16,0 1-128-16,-9-4-910 0</inkml:trace>
  <inkml:trace contextRef="#ctx0" brushRef="#br0" timeOffset="13370.51">3061 4544 698 0,'0'0'262'0,"0"0"-96"0,0 0-52 0,0 0-1 16,0 0-8-16,0 0-19 16,0 0-11-16,24 15 49 15,-4-9-11-15,6 0-28 16,10 2-12-16,11-1 0 15,12 2-4-15,4-3-8 16,-1 0-11-16,-2-3-11 16,-5 0-8-16,4-3-8 0,4 0 22 15,2 0 1 1,3 0-16-16,2 0-7 0,5 0 9 16,1 0 5-1,1 0 5-15,1 2 2 0,-2 1-8 16,0 1-12-16,0 1 1 15,-1-2-2-15,-2 1-4 16,2 0 6-16,-1-1 4 0,0-1-8 16,-3 2 0-1,-2-2-1-15,-4-1 6 16,-7 0 7-16,-5-1-9 16,-13 0 0-16,-9 0-2 0,-11-1 14 15,-5-1-20 1,-1 0-2-16,-1-1 2 0,0 1 2 15,-6-1-1 1,-1 0-2-16,-2 0-6 0,-2 0-8 16,0 2 5-16,-2-2-6 15,0 0-16 1,-2 1-71-16,-18-2-146 0,1 1-265 16,-5-2-341-16</inkml:trace>
  <inkml:trace contextRef="#ctx0" brushRef="#br0" timeOffset="14930.12">3849 4149 539 0,'0'0'256'0,"0"0"-32"0,0 0-42 0,0 0-37 16,-44 0 6-16,32 0-14 16,-2 6-10-16,1-1 1 0,-2 4-7 15,0 3-3 1,-1 4-11-16,0 5 8 0,1 5-5 16,-2 9-17-1,3 10-6-15,2 10-8 16,6 3-6-16,6-10-10 15,2-11-17-15,5-15-12 16,4-1-4-16,4 2-12 0,5-1 6 16,6 2-6-16,2-9 15 15,4-4-5-15,2-6-14 16,2-5 1-16,-1-4-2 16,-1-9 1-16,0-7-2 15,-3-4-5-15,-4-1-6 16,-2-4-1-16,-4-3 2 15,-3-6-1-15,-3-9 5 0,-8-5-6 16,-3 5 2 0,-4 9 7-16,-3 11-3 0,-6 7 0 15,-6-3 7 1,-5-3-2-16,-6 1-10 0,-5 2 0 16,-3 6 0-1,-2 5 0-15,1 5-1 0,0 3-1 16,4 4-5-16,-1 4-1 15,4 4-25-15,1 3-64 16,-9 5-131-16,8-1-273 0,1-4-511 0</inkml:trace>
  <inkml:trace contextRef="#ctx0" brushRef="#br0" timeOffset="16717.84">6850 2872 947 0,'0'0'331'0,"0"0"-58"0,0 0-59 15,0 0-41-15,0 0 20 16,0 0-33-16,0 0-37 16,23 6 30-16,16-6 3 15,21-5-48-15,8-4-44 16,-1-2-33-16,-8 0-5 0,-19 5-20 15,-14 2-6-15,-8 3 0 16,-8-1-12 0,-1 2-102-16,-5 0-147 0,-8 0-257 15,-10 4-85-15,-6 1-568 0</inkml:trace>
  <inkml:trace contextRef="#ctx0" brushRef="#br0" timeOffset="16901.99">6801 3020 948 0,'0'0'229'0,"0"0"-63"16,0 0 16-16,0 0 89 15,0 0 10-15,78-4-104 16,-21-11-72-16,8-1-37 0,-2 2-32 16,-14 2-29-1,-17 6-7-15,-10 1 0 16,0 1-101-16,-5-1-374 15,-5 1-853-15</inkml:trace>
  <inkml:trace contextRef="#ctx0" brushRef="#br0" timeOffset="19253.18">8025 5427 767 0,'0'0'362'0,"0"0"-252"0,0 0-13 15,0 0 83-15,0 0 38 0,66 33 14 16,-20-19-65 0,13 0-54-16,3-2-28 0,-4-3-4 15,-6-3-2 1,-8-4-5-16,1-2-20 15,-1-1-12-15,-1-7-2 0,-7 0-7 16,-7 0-5-16,-5-1 3 16,-3-2-1-16,3-2 2 15,3-6-7-15,1-4 3 16,-3-3-7-16,-2-5-9 16,-4-1-11-1,-1-2 0-15,-5-1 5 0,-1 1 1 16,-5 0 4-16,-6-1-5 15,-1-2 4-15,-4 1-4 16,-6 0 2-16,-3-1-1 16,-3 8-1-16,-4-3 0 15,-4 3-6-15,-9 5-1 0,-13 0 0 16,-16 3-20 0,-10 4-26-16,1 8 32 15,5 5-7-15,7 4-18 16,0 2 17-16,3 9 8 0,3 6 5 15,0 4 2-15,7 7 8 16,2 6-1-16,4 4 1 16,6 4 15-16,6-6 5 15,7-5 20-15,8-9-1 16,2-1-6-16,3 1-5 16,-1 6 2-16,2-1-9 15,4-1 4-15,3-3-10 16,0-4-4-16,7-1-2 0,3-5-2 15,1-1 2-15,3-4-1 16,3-2-7-16,3-2 8 16,2-3-8-16,2-1 5 15,1 0-6-15,-1-5-27 16,1-2-91-16,4 0-138 16,-6 0-321-16,-7 2-413 0</inkml:trace>
  <inkml:trace contextRef="#ctx0" brushRef="#br0" timeOffset="19397.99">8245 5389 932 0,'0'0'761'0,"0"0"-658"0,0 0 4 16,0 0 25-1,0 0 22-15,0 0-81 0,0 0-73 16,-21 27-14-16,14-18-457 0</inkml:trace>
  <inkml:trace contextRef="#ctx0" brushRef="#br0" timeOffset="21219.4">10188 2905 581 0,'0'0'219'0,"0"0"-53"0,0 0-20 0,0 0-4 0,0 0-32 16,0 0-4-16,0 0 3 15,6 12-34-15,3-12-39 16,3 0-11-16,2 0-25 16,1 0 0-16,-1 0-92 15,-2 0-123-15,-4 0-127 16,-6 0-481-16</inkml:trace>
  <inkml:trace contextRef="#ctx0" brushRef="#br0" timeOffset="21368.16">10146 3009 551 0,'0'0'107'0,"0"0"18"0,0 0-18 16,0 0 15-16,56-24-53 16,-30 10-69-16,-4 1-266 0</inkml:trace>
  <inkml:trace contextRef="#ctx0" brushRef="#br0" timeOffset="21602.14">10294 2829 804 0,'0'0'155'16,"0"0"30"-16,0 0-45 0,40-2 5 15,-21 8 24-15,-2 6-48 16,0 5-44-16,-7 3-34 16,-8 10-14-16,-11 14-19 15,-30 11-10-15,-1-8-69 16,-5-6-413-16</inkml:trace>
  <inkml:trace contextRef="#ctx0" brushRef="#br0" timeOffset="22518.05">11555 5594 1153 0,'0'0'280'0,"0"0"-100"0,0 0 10 16,0 0 2-16,0 0-10 15,0 0-47-15,2 1-30 16,20-1 2-16,15 0 13 16,14-2-27-16,6-4-38 0,-10-1-30 15,-11 3-10-15,-14 2-15 16,-5 0-4-16,2 0-69 16,-2 0-90-16,-3 0-140 15,-7-1-264-15,-6 2-289 0</inkml:trace>
  <inkml:trace contextRef="#ctx0" brushRef="#br0" timeOffset="22749.93">11514 5709 994 0,'0'0'816'0,"0"0"-665"0,0 0-75 16,0 0 99-1,0 0 41-15,0 0 25 16,86 15-56-16,-14-21-71 0,8-6-45 16,-5-1-29-16,-22 1-18 15,-19 4-8-15,-12 3-14 16,-3 0-1-16,-2 0-84 16,-7 2-144-16,-2 0-322 15,-8 2-637-15</inkml:trace>
  <inkml:trace contextRef="#ctx0" brushRef="#br0" timeOffset="29148.24">11047 4648 145 0,'0'0'70'0,"0"0"-70"0,0 0-17 0,10-47 3 16,3 39 14-16,4 4 7 16,4 2 6-16,11 2 2 15,13 0-8-15,13 4-7 0,-9 0-1 16,-7-2-188-16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51:08.9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2516 1135 958 0,'0'0'362'0,"0"0"-92"0,0 0-76 15,0 0 41-15,0 0-39 0,0 0-31 16,-3 4-27-16,10-2-59 0,6 0-14 15,3-1 2 1,7-1-7-16,3 0-9 0,11-9-15 16,-3 0-10-1,3-3-8-15,0-1-16 0,-7 1-2 16,1-1 0 0,-3 1-8-16,-7 1-9 0,-5 1-21 15,-6 2-146 1,-10 1-118-16,-3 2-287 15,-8 2-581-15</inkml:trace>
  <inkml:trace contextRef="#ctx0" brushRef="#br0" timeOffset="252.83">2546 1277 1744 0,'0'0'332'16,"0"0"-115"-16,0 0 25 16,0 0-47-16,0 0-90 15,0 0-41-15,39 0-21 0,-13-6-13 16,11-5 11 0,9-3-4-16,7-3-15 0,-3-1-7 15,-9 3-7 1,-14 4-8-16,-9 2-1 0,1 0-17 15,-2-1-29-15,-6 4-36 16,-6 2-297-16,-5 4-621 0</inkml:trace>
  <inkml:trace contextRef="#ctx0" brushRef="#br0" timeOffset="5487.76">7130 4217 86 0,'0'0'130'0,"0"0"-72"0,0 0-34 15,0 0 83-15,0 0-39 0,-5-3-23 16,3 1-5-16,2 2 5 15,0 0-5 1,-1 0-4-16,0 0-7 16,0 0-4-16,1 0 20 0,-1 0-1 15,0 0 1-15,0-1 13 16,-1 1 24-16,1 0 21 16,0 0 0-16,-1 0 10 15,1 0-12-15,0 0 18 16,0 0 1-16,0 0 5 15,1 0-6-15,0 0-1 16,0 0-4-16,0 0-24 16,-1 0-10-16,1 0-14 0,0 0-6 15,0 0-10 1,0 0 2-16,0 0-13 0,0 0-9 16,0 0-11-1,0 0-6-15,0 0-1 0,0 0 0 16,0 0-1-16,0 0 3 0,0 0 0 15,0 0-4 1,0 0 4-16,5 0 1 0,1 0-5 16,1 0 1-1,0 0-2-15,0 0-1 16,1 0-6-16,-1 0 5 16,3 0 1-16,-2 0-2 0,1 0-5 15,1 0 11 1,0 0-3-16,1 1-7 0,-2-1 5 15,2 0-1 1,-3 2-4-16,2-2 10 0,-2 1-3 16,0 0-8-1,1-1 5-15,-1 0 0 16,1 0 5-16,0 0 0 0,-1 0-4 16,2 0 4-16,-3 0-10 15,0 0 10-15,-1 0-2 16,0 0-3-16,-1 0-5 15,-2 0 0-15,1 0 0 16,-2 0 0-16,-2 0 0 16,1 0-1-16,-1 0 1 15,0 0 1-15,0 0-1 0,0 0-1 16,0 0 1 0,0 0-1-16,0 0 1 0,0 0-1 15,0 0 0 1,0 0-9-16,0-4-21 0,-1-1-259 15,1-2-618-15</inkml:trace>
  <inkml:trace contextRef="#ctx0" brushRef="#br0" timeOffset="6285.68">7703 4194 505 0,'0'0'273'0,"0"0"-13"0,0 0-29 16,0 0-7-16,0 0-35 16,0 0-42-16,0 0-13 15,-4 3-7-15,4-3-15 16,0 0-14-16,-1 0 0 15,1 0-12-15,0 0-8 16,0 0 3-16,0 3-11 16,6-1-15-16,1 2-9 0,3-1-7 15,3 0-2-15,0 1-8 16,2-2-2 0,0 0-9-16,1 0-8 0,-2-1-4 15,-1-1-4-15,0 0 8 16,-1 1 8-16,-1-1 2 15,-1 0-3-15,-1 0-5 16,-2 0-1-16,0 0-4 16,-3 0 1-16,3 0 1 15,-2 0-3-15,-1 0-5 0,1 0 5 16,0 0-5 0,-1 0 0-16,1 0 0 0,0 0 0 15,-2 0-1 1,1 0 1-16,-1 0 0 0,-1 0-1 15,-1 0 0-15,-1 0 0 16,0 0-1-16,0 0-6 16,-3 0-11-16,-33-6-39 15,0 0-443-15,-9-1-1553 0</inkml:trace>
  <inkml:trace contextRef="#ctx0" brushRef="#br0" timeOffset="9248">3157 3605 1360 0,'0'0'328'0,"0"0"-81"0,-65-14 24 16,23 14-55-16,1 15-30 16,-2 13-39-16,5 16-63 15,10 6-39-15,4 5-10 16,15-6-8-16,7-12-6 15,2-9-9-15,2-8-12 16,7-4 0-16,4-4 0 0,7 1-8 16,4-6-5-1,4-7-40-15,3-9-71 0,1-16 4 16,-4-12-47 0,-7-14 53-16,-7-5 71 0,-11 4 32 15,-3 10 11 1,0 13 1-16,-1 7 27 0,-2 7 28 15,-1 1 28 1,1 2 12-16,-1 2-2 0,3 9-16 16,0 1-44-16,1 8-24 0,0 10-9 15,1 8 0 1,5 5 8-16,1 1-8 0,4 0 1 16,3-4-1-1,4-4-1-15,2-7-1 0,4-7-1 16,2-9-14-1,-1-2-59-15,1-14-57 16,-5-7-50-16,-5-13 22 16,-6-11 28-16,-10-16 87 15,0-4 36-15,-10 2 9 16,-1 13 38-16,3 19 64 0,3 13 31 16,2 6-17-16,0 4 21 15,0 3-75-15,1 4-32 16,2 2-30-16,0 19-1 15,7 16 1-15,12 12 0 16,6 6 7-16,2-9 2 16,-3-11-3-16,-5-13-6 15,-2-5 1-15,4-2-1 16,0-1-7-16,0-4-65 0,-4-8-50 16,-5-2 14-1,-7-13 43-15,-3-6 44 16,-2-10 20-16,-14-13 1 15,-7-9 16-15,0 5 9 0,4 12 45 16,7 16 25 0,4 12 27-16,3 2-15 0,1 3-62 15,2 3-36-15,0 4-9 0,5 17-19 16,12 13 10 0,2 2 9-16,-1-2-1 0,0-3 1 15,-5-6-1 1,-2 0-52-16,1 2-122 15,-11-2-61-15,-1-8-318 0,-1-6-644 0</inkml:trace>
  <inkml:trace contextRef="#ctx0" brushRef="#br0" timeOffset="9450.28">3288 3556 1613 0,'0'0'240'0,"0"0"-165"0,0 0-45 0,39-10-5 0,8-3-6 16,18-3-13-1,5-1-6-15,-7 0-113 0,-20 5-211 16,-19 3-536-16</inkml:trace>
  <inkml:trace contextRef="#ctx0" brushRef="#br0" timeOffset="10297.98">3644 3420 943 0,'0'0'184'15,"0"0"1"-15,0 0-67 16,-9 37-15-16,9-23-36 16,7-1-16-16,3-2-16 15,3-1-16-15,-1-5 3 16,0-3 5-16,0-2 26 15,-1-2 13-15,-1-10 29 16,-3-2 9-16,-2-2-7 16,-4-3-8-16,-1 1-8 15,-4 1-8-15,-4 3-12 16,-3 3 20-16,1 5-24 16,0 4-3-16,0 2-20 0,1 5-25 15,1 9-9 1,2 4 1-16,3 3-1 0,3 4 0 15,2 0 0-15,9-2-8 16,4-2-5-16,2-5-47 16,2-6-47-16,0-6-34 0,0-4-38 15,0-7-51 1,-5-7 32-16,-1-5 110 0,-4-3 88 16,-5 0 13-1,-2 0 104-15,-2 4 53 0,0 5 8 16,0 4 4-1,0 5-3-15,0 3-67 16,0 1-75-16,0 4-29 16,0 5-2-16,3 5-5 15,3 4 1-15,2 0-1 0,0 0 0 16,1-1 0-16,-1-5 0 16,1-3-1-16,0-4-1 15,-2-5-9-15,1-1 8 16,0-10 1-16,0-3-5 15,-2-3-1-15,0-1 6 0,-1 2-1 16,-1 2 2 0,-1 2 0-16,-1 6 0 0,-1 3 1 15,1 3-1 1,1 0-8-16,1 8 7 0,2 3 0 16,2 3 0-1,2 1 1-15,1 0-1 0,2-5 1 16,0-1 0-1,-1-5-1-15,0-4-1 16,-2 0-7-16,-2-11-9 0,-2-4-26 16,-3-5 14-16,-3-5 21 15,-2-8 9-15,-12-18 2 16,-3-15 9-16,0 5 9 16,1 12 19-16,8 21 25 15,4 18-36-15,1 2-21 16,1 4-7-16,1 4 0 0,1 5-18 15,10 20-18-15,11 18 27 16,13 14 9-16,1 3 1 16,-3-3-1-16,-10-15-2 15,-10-7-20-15,-6-9-229 16,-5-9-494-16</inkml:trace>
  <inkml:trace contextRef="#ctx0" brushRef="#br0" timeOffset="10517.83">4018 3294 1493 0,'0'0'181'0,"0"0"-126"0,0 0-14 0,60 28 19 15,-31-8 7-15,1 2-5 16,-5 1-39-16,-5-1-15 0,-8-3-8 15,-8-2-19-15,-4-5-143 16,-11-7-171-16,-1-4-204 16,-2-1-77-16</inkml:trace>
  <inkml:trace contextRef="#ctx0" brushRef="#br0" timeOffset="10634.99">4122 3353 26 0,'0'0'697'16,"-8"-62"-372"-16,5 29 16 15,3 15-84-15,0 1-69 16,0 5-84-16,6 8-71 15,6 4-32-15,7 5-1 16,17 15-72-16,-5-2-235 16,-2-2-411-16</inkml:trace>
  <inkml:trace contextRef="#ctx0" brushRef="#br0" timeOffset="11348.25">4378 3258 1388 0,'0'0'271'16,"0"0"211"-16,0 0-302 16,0 0-36-16,-40 3-68 0,33 14-34 15,2 5-7 1,1 4-2-16,4 1-10 0,0-2-7 16,4-3-9-1,7-5-6-15,1-3-1 0,3-6 0 16,3-5 0-16,2-3-6 15,-1-12-67 1,1-6-59-16,-6-6-3 0,-2-10 51 16,-7 0 35-16,-3-1 33 15,-2 2 16-15,-6 9 5 16,-3 3 24-16,-3 7 17 16,0 7 3-16,1 7-17 0,0 1-14 15,3 12-16 1,4 6-1-16,4 3-1 0,0 1-1 15,9 1-10-15,6-3-45 16,3-4-83-16,2-6-64 16,-1-6-29-1,-1-5-52-15,-4-3 68 0,-1-8 62 16,-6-4 154-16,-1-2 44 16,-3 0 167-16,0 1 30 15,-2 2-28-15,1 5-25 16,-1 3-36-16,-1 5-50 0,2 1-63 15,1 6-31 1,0 6-2-16,3 4-5 16,-2 3 0-16,1 1 1 15,-2-3-1-15,-1-1 0 16,-2-3-1-16,0-5 1 16,0-3-1-16,0-5 0 15,0 0 10-15,0-9 5 16,-1-9 28-16,1-5 28 15,0-13 32-15,0 1 13 16,3-2-12-16,4 2-25 0,0 11-35 16,2 5-27-1,2 9-11-15,2 10-6 0,4 4-1 16,5 15 1-16,5 13-2 16,0 17 1-16,-2 12-7 15,-11 3 2-15,-14-2-23 16,-10-18-332-16,-9-15-969 0</inkml:trace>
  <inkml:trace contextRef="#ctx0" brushRef="#br0" timeOffset="12528.01">5103 5830 490 0,'0'0'270'0,"0"0"49"15,0 0-10-15,-44 7-4 16,35-3-18-16,4-2-52 16,3-1-56-16,2 1-39 15,0 0-5-15,12 1 13 16,5 0-53-16,14-1-17 16,18-2-17-16,14-6-17 15,9-6-19-15,-3-3-5 16,-8 1-13-16,-12 3-7 15,-12 2 0-15,-9 3-10 16,-11 1-1-16,-4 3-17 16,-4 0-128-16,-9 2-209 15,-4 0-123-15,-9 0-274 0</inkml:trace>
  <inkml:trace contextRef="#ctx0" brushRef="#br0" timeOffset="12784.04">5040 6013 839 0,'0'0'942'16,"0"0"-807"-16,0 0 57 15,0 0 95-15,0 0 44 0,77 8-98 16,-13-15-127 0,9-5-37-16,1-4-34 15,-7-2-17-15,-10 1 3 16,-4 0 9-16,-1 1-21 0,-13 3 3 15,-9 2-11-15,-10 6-1 16,-6 1 0-16,-4 2-7 16,-4 2-26-1,-7 5-107-15,-10 7-223 0,-8 2-300 0</inkml:trace>
  <inkml:trace contextRef="#ctx0" brushRef="#br0" timeOffset="13620.11">5496 4980 875 0,'0'0'500'0,"0"0"-184"0,0 0 17 15,0 0-56-15,0 0-108 16,0 0-100-16,0 0-4 16,-18 85 29-16,18-24-28 15,0-11-5-15,5-13-28 16,3-16-15-16,1-5-17 16,4 3 6-16,2-6-7 15,1-1 0-15,1-12-7 16,1-2-14-16,-2-16 15 15,-2-7-18-15,-3-5 4 0,-3-1 11 16,-3-1 9-16,-1 5 8 16,-1 6-1-16,-2 5 2 15,1 7 20-15,-2 9-1 16,2 0-28-16,1 14-1 16,3 5 1-16,0 5 1 15,2 2 9-15,2-1-2 16,2-1-7-16,0-5 7 0,0-4-1 15,0-6-6-15,-4-7 7 16,1-2 5-16,-2-8 10 16,-1-9-16-1,-2-5-7-15,-1-6 1 0,-3-11-1 16,-2 5-6-16,-5-3-20 16,0 4-4-16,0 12-5 15,3 3-40-15,3 9-24 16,1 9-106-16,0 5-85 15,13 16 40-15,1-3-256 16,1 0-169-16</inkml:trace>
  <inkml:trace contextRef="#ctx0" brushRef="#br0" timeOffset="14201.76">5845 5091 469 0,'0'0'670'0,"0"0"-559"0,0 0-21 16,0 0-35-16,0 0-8 0,0 0 4 15,33 38-8-15,-18-38-19 16,1 0 2-16,-2 0-3 16,-2-8 0-16,-2-4 31 15,-4-2 27-15,-3-2-4 16,-3-2 7-16,-2 1 41 15,-6 3-8-15,-2 3-23 16,-1 3-8-16,1 5-1 16,-1 3-13-16,2 0-18 15,0 10-26-15,3 6 14 16,0 2 10-16,2 5-15 16,4-1-16-16,0 0-10 0,10-2-5 15,5-4-5 1,5-4 1-16,4-3 8 0,3-7 2 15,2-2-6-15,-3-5-2 0,-2-9-3 16,-4-4-1 0,-4-4 0-16,-7-3 10 15,-4-2-9-15,-5-2 14 16,0 5 9-16,0 7 25 16,0 7 11-16,-1 5 5 15,1 5-34-15,0 5-31 16,1 10-7-16,6 6 6 15,3 5 1-15,0 1-1 16,-1-2 1-16,1-4-7 0,-4-4-17 16,-2-6-74-1,-2-6-49-15,-2-5-13 0,0-3 72 16,-9-13-244-16,-6-14-183 16,-5-29 175-16,3 3-61 15,2 1-90-15</inkml:trace>
  <inkml:trace contextRef="#ctx0" brushRef="#br0" timeOffset="14327.89">6047 4783 713 0,'0'0'345'0,"0"0"-104"16,0 0-66-16,0 0-95 16,0 0-59-16,0 0-7 15,19 41-4-15,-3-14-10 16,5 3-13-16,3-4-128 0,1-4-91 16,0-6-18-1,3-7-30-15,-5-7 37 0,-8-2-138 0</inkml:trace>
  <inkml:trace contextRef="#ctx0" brushRef="#br0" timeOffset="15297.96">6255 4912 467 0,'0'0'326'16,"0"0"-53"-16,0 0-14 16,-21-42 0-16,11 36-131 15,-1 5-20-15,1 1-36 16,0 3-22-16,2 6-22 16,-1 2-14-16,4 1-6 0,2-1-8 15,0-1 0 1,3-4-6-16,0-2-1 0,1-4-34 15,3 0 20-15,2-6 21 16,0-2 0-16,0 0 13 16,-2 0 20-16,-1 4 32 15,-1 4 0-15,1 0-30 16,2 10 8-16,2 9-6 16,6 13 27-16,5 13 11 15,2 10 10-15,-2-4-17 16,-5-10-1-16,-8-13-37 15,-4-9-20-15,-1 3-8 16,0 0-1-16,-5-2 1 0,-5-5-1 16,-1-7 6-1,-4-8-6-15,0 0 0 0,-1-12-1 16,3-8-25 0,2-3-22-16,3-6-60 0,5-2-14 15,3-7-4 1,4 4 1-16,6-3-25 0,2 2 10 15,0 5 60-15,0-2 32 16,0 2 46-16,-2 2 1 16,-3 1 49-16,-1 5 67 15,-2 2 49-15,-1 7 23 16,-1 5-13-16,-2 6 7 0,1 2-75 16,2 6-77-1,3 7-22-15,2 11 18 0,4 4 10 16,3 3-16-1,0 4 6-15,2-2-5 0,-1-1 2 16,-3-4-13 0,-2-7-9-16,-2-5-1 15,-4-7-9-15,-1-7-5 0,-3-2 13 16,1-9 1-16,-2-10-60 16,1-5 12-16,-1-2 29 15,2 0 10-15,-1 2 9 16,-1 3 6-16,1 8 4 15,-1 5 5-15,0 4 17 16,0 4-26-16,2 1-6 16,2 10-12-16,2 2 12 15,2 6 2-15,2 0 8 16,3 0 1-16,2-3-2 0,0-1 2 16,1-5 0-1,0-4-4-15,-1-6 1 0,-2 0-8 16,-1-7 15-1,-2-7-7-15,-1-6 4 0,-3-10-5 16,-5-12 2-16,-1-12-8 0,-3-4 1 16,-5 9 5-1,1 13-1-15,2 18-6 0,2 7 26 16,0 3 21 0,0 0-23-16,0 5-9 15,3 3-15-15,0 7 0 16,0 11-12-16,6 8 12 0,3 4 7 15,1 2-6-15,1 2-1 16,0-3-7-16,-2-2-4 16,-3-4-96-16,-2-3-125 15,-2-7-72-15,-1-6-243 16,-1-6-494-16</inkml:trace>
  <inkml:trace contextRef="#ctx0" brushRef="#br0" timeOffset="15500.23">6366 4866 1811 0,'0'0'268'0,"0"0"-89"0,0 0-67 0,0 0 29 15,41-4-62-15,0-4-40 16,0 0-39-16,-3-1-5 15,4-1-115-15,-18 2-135 16,-2 0-540-16</inkml:trace>
  <inkml:trace contextRef="#ctx0" brushRef="#br0" timeOffset="16235.46">11610 5956 1580 0,'0'0'290'0,"0"0"-96"0,0 0-51 15,0 0 9-15,0 0-1 16,0 0-58-16,54 0-49 16,-27 0-28-16,1-1-16 0,0-1-10 15,-4 0-87 1,4-1-114-16,-7-2-123 0,-7 0-283 0</inkml:trace>
  <inkml:trace contextRef="#ctx0" brushRef="#br0" timeOffset="16397.91">11643 5999 1138 0,'0'0'337'0,"0"0"-166"15,0 0-23-15,58-10-69 16,8-3-28-16,13-1-41 16,-1 0-10-16,-21 5-170 15,-28 2-653-15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51:46.0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3551 2243 78 0,'0'0'919'0,"0"0"-647"0,0 0 12 16,0 0-33-16,0 0-50 16,0 0-25-16,-8-1-50 15,8 0-46-15,5-2-31 16,5 2-15-16,4-1-12 15,5-1-4-15,2 0-9 16,3-1-8-16,0 0-1 16,0 0-1-16,-4 1-25 0,-2-1-142 15,-5 0-166 1,-4 0-271-16,-7 0-746 0</inkml:trace>
  <inkml:trace contextRef="#ctx0" brushRef="#br0" timeOffset="198.38">3564 2306 1426 0,'0'0'249'0,"0"0"-62"16,0 0-46-16,0 0 16 15,0 0-21-15,0 0-37 16,63-9-49-16,-21-1-35 15,11 0-15-15,-3 0-48 16,-12 5-180-16,-19 1-653 0</inkml:trace>
  <inkml:trace contextRef="#ctx0" brushRef="#br0" timeOffset="1950.16">3213 2841 1157 0,'0'0'233'0,"0"0"-83"0,0 0-37 0,0 0-34 0,0 0 9 16,0 0-12 0,6 0-31-16,2 0-27 15,7 0-9-15,-1 0-9 16,2-2-2-16,0 1-17 0,0-1-94 15,-5 2-170-15,-3-3-390 0</inkml:trace>
  <inkml:trace contextRef="#ctx0" brushRef="#br0" timeOffset="2135.96">3154 2909 1221 0,'0'0'283'0,"0"0"-181"16,0 0-3-16,0 0-14 15,0 0 6-15,0 0-42 16,65-13-43-16,-16 0-6 16,-5 3-69-16,1-1-272 0</inkml:trace>
  <inkml:trace contextRef="#ctx0" brushRef="#br0" timeOffset="3648.22">4343 2798 621 0,'0'0'221'0,"0"0"-96"0,0 0 10 0,0 0-25 16,0 0-54-16,0 0-24 15,-3 0-32-15,3 0 0 0,19 0-43 16,1 0-141 0,4-2-399-16</inkml:trace>
  <inkml:trace contextRef="#ctx0" brushRef="#br0" timeOffset="3818.03">5191 2795 1119 0,'0'0'63'0,"0"0"-63"15,-60 0-58-15,32-1-140 0</inkml:trace>
  <inkml:trace contextRef="#ctx0" brushRef="#br0" timeOffset="4168.39">5077 2718 507 0,'0'0'174'15,"0"0"-174"-15,-40 11-57 16,19-8-134-16</inkml:trace>
  <inkml:trace contextRef="#ctx0" brushRef="#br0" timeOffset="4548.46">5117 2790 918 0,'0'0'0'16,"0"0"-49"-16,0 0-16 15,0 0 46-15,0 0-5 16,-39 4-236-16</inkml:trace>
  <inkml:trace contextRef="#ctx0" brushRef="#br0" timeOffset="5683.98">7747 2669 649 0,'0'0'98'0,"0"0"-71"0,0 0-11 0,0 0 22 16,0 0 11-16,0 0-23 15,0 0-16-15,0 0-9 16,0 0 0-16,0 0 0 16,0 0 0-16,0 0 0 0,0 0-1 15,0 0-1 1,6 4-8-16,-1 0 0 0,1-2-193 0</inkml:trace>
  <inkml:trace contextRef="#ctx0" brushRef="#br0" timeOffset="6284.32">8897 2620 778 0,'0'0'241'0,"0"0"-59"0,0 0-43 0,0 0-24 16,0 0-35-1,0 0-29-15,0 0-12 0,0 0-16 16,0 0-23-16,0 0 0 16,5 0-29-16,0 3-163 15,3 0-135-15</inkml:trace>
  <inkml:trace contextRef="#ctx0" brushRef="#br0" timeOffset="7098.28">11011 2353 226 0,'0'0'0'0</inkml:trace>
  <inkml:trace contextRef="#ctx0" brushRef="#br0" timeOffset="29948.29">2852 3489 52 0,'0'0'89'16,"0"0"-56"-16,0 0 15 0,0 0 23 15,0 0-2 1,-6 0-10-16,6 0-13 0,-2 0 0 16,2 0 14-1,-1 0 9-15,1 0-17 16,0 0-13-16,0 0 6 0,0 0 12 15,0 0 13 1,0 0 3-16,0 0 1 0,0 0 9 16,0 0-5-16,0 0-3 15,0 0 16-15,0 0 8 16,0 0-10-16,0 0-15 16,0 0-4-16,6 0-4 15,2-2 4-15,7-2 9 16,2 0 0-16,1 0-4 15,2 0-13-15,-1 1-11 16,1 1-8-16,0 1-7 0,-1 0-10 16,0 1-2-16,-3 0-8 15,1 0 5-15,-1 0 3 16,1 0 7-16,-1 0 1 16,0 0 6-16,2 0 0 15,2-1-11-15,0-3-3 16,-1 1-5-16,0-1-5 15,-3 1-7-15,-2 2-6 16,-3 0 0-16,-2 0-1 16,-2 1 0-16,-2 0-1 15,0 0 1-15,-2 0-2 0,1 0 1 16,-3 0-11 0,3 0 3-16,-2 3-6 0,1 2-68 15,-3 2-38 1,0 7-84-16,0-2-157 15,-6-1-667-15</inkml:trace>
  <inkml:trace contextRef="#ctx0" brushRef="#br0" timeOffset="30718.16">5799 3432 894 0,'0'0'308'0,"0"0"-75"15,0 0-44-15,0 0 18 0,0 0 8 16,0 0-42-16,28 0-6 0,-13 1-26 16,5 3-38-1,0-2-2-15,0 1-10 0,1-3-16 16,1 0-12 0,1 0-6-16,2 0-19 0,-2-5-18 15,0-1-4 1,0 1-15-16,-3 0 9 0,-3 0-10 15,-3 1-1 1,-3 0-11-16,-3 2-74 0,1 0-136 16,-3 0-317-1,2-1-528-15</inkml:trace>
  <inkml:trace contextRef="#ctx0" brushRef="#br0" timeOffset="31448.09">8757 3418 1121 0,'0'0'366'0,"0"0"-93"0,0 0-1 0,0 0-64 16,0 0 12-16,0 0-43 16,47 3-37-16,-27-2-45 15,3-1-18-15,2 0-18 0,3 0-10 16,0 0-19 0,0 0-8-16,0-1-8 0,-3-1-13 15,-2 0-1 1,-3 2-7-16,-3 0-80 15,7 0-125-15,-4 0-168 0,-2 0-500 0</inkml:trace>
  <inkml:trace contextRef="#ctx0" brushRef="#br0" timeOffset="32018.22">12412 3019 743 0,'0'0'730'0,"0"0"-460"0,0 0 5 15,0 0-53-15,0 0-3 16,0 0-13-16,5 0-53 15,6 0-65-15,8 0-8 16,5 0-32-16,4 0-26 16,2 0-4-16,-1 0-18 0,0 0 0 15,-3 0 0 1,-3 0-83-16,-4 0-79 0,-4-2-137 16,-5-1-254-1,-5-3-66-15</inkml:trace>
  <inkml:trace contextRef="#ctx0" brushRef="#br0" timeOffset="32432.17">12454 2890 1311 0,'0'0'281'0,"0"0"-3"15,0 0-20-15,0 0-61 16,0 0-56-16,0 0-55 16,0 0-44-1,-35 1-30-15,17 17-3 0,-5 5 10 16,-7 4 6-16,0 4-2 16,-1-1-7-1,3-2 5-15,5-3 6 16,7-3-6-16,6-3-11 15,7-2-3-15,3-5 1 0,9 0 35 16,9-3 54-16,11-1-17 16,12-2-21-16,11-3-27 15,3-2-14-15,-2-1 0 16,-11 0-8-16,-14 0-10 16,-6 0 0-16,-3 0-9 15,-1 0-67-15,3 0-89 16,8 0-131-16,-6 0-227 15,-5 0-315-15</inkml:trace>
  <inkml:trace contextRef="#ctx0" brushRef="#br0" timeOffset="33852.56">13587 2763 1084 0,'0'0'227'0,"-19"-38"-6"0,9 17 33 0,2 1-9 15,2 7-61-15,2 8-65 0,4 5-69 16,1 21-50-16,11 18 11 16,1 13 21-1,0-2-7-15,-3-8-11 0,-4-14-13 16,-1-9 1-16,-1 2-2 16,0 0-1-1,1-2-11-15,-3-6-36 0,0-5 16 16,0-7 19-16,-1-1 13 15,-1-4 24-15,3-8 25 16,0-5-17-16,3-3-17 16,5 2-5-16,2 3-10 15,4 6-1-15,2 5-5 16,0 4 5-16,0 0-10 0,-4 8 4 16,-3 2-6-1,-4 0 12-15,-6 2 0 0,-2 1 1 16,-8 2-1-1,-9 1 0-15,-5-2 1 16,-5 2-1-16,0-5-31 0,-1-3-39 16,6-8-150-1,7 0-82-15,8-9-284 0</inkml:trace>
  <inkml:trace contextRef="#ctx0" brushRef="#br0" timeOffset="34498.21">13933 2717 167 0,'0'0'1224'0,"0"0"-868"0,0 0-163 16,0 0-121-16,0 0 20 16,-39 45 7-16,30-23-19 15,1 0-31-15,0 1-9 16,2-2-19-16,4-2-13 15,1-3-8-15,1-4-6 16,0-5-2-16,2-4-20 0,4-3-42 16,1-3 70-1,3-10 3-15,1-2 5 0,2-5-7 16,2-3-1 0,-1 3 0-16,0 1 1 0,0 5 1 15,-3 4-1 1,-2 7-1-16,-2 3-1 0,0 4-8 15,-1 9 9 1,2 3 5-16,0 1-5 0,3 1-1 16,1-3-8-16,3-2-73 0,5-6-22 15,2-2-98 1,2-5-35-16,-2-5 9 0,-2-7 54 16,-3-5-11-1,-7-5 141-15,-4-3 44 16,-3-3 110-16,-3-2 60 15,0 3 29-15,-4 6-19 0,-2 6 23 16,0 7 2-16,1 6-72 16,0 2-87-1,1 5-31-15,2 7-9 0,2 3-5 16,0 2 0-16,4 3 1 16,7 1-1-16,1 0 5 15,1-1-6-15,1-1 1 16,-3 0 0-16,-3-1 6 15,-3-1-5-15,-4-1-1 16,-1-1 0-16,-4-4 1 16,-5 0-1-16,-4-6-1 15,-1-2-17-15,-4-6-165 16,4-6-142-16,4-5-495 0</inkml:trace>
  <inkml:trace contextRef="#ctx0" brushRef="#br0" timeOffset="35198.05">14319 2712 698 0,'0'0'343'0,"0"0"-209"0,0 0 17 16,0 0-51-16,20 46 29 15,-9-38-39-15,2-4-6 16,0-2-29-16,-1-2-29 15,-1-1 37-15,-2-8 30 16,-4-6-43-16,-1-3-17 16,-2-2-7-16,-2-2 22 0,-3 1 0 15,-5 5 16 1,-4 4 30-16,-2 4-20 0,-2 7-48 16,1 1-14-1,1 7-5-15,3 7-7 0,5 4 0 16,3 1-7-16,3 3-5 0,11-2-23 15,7-3-71 1,6-4-49-16,5-5-19 16,2-6 10-16,1-2 24 15,0-7-71-15,-6-7 63 0,-5-2 64 16,-5-2 84 0,-8 0 40-16,-4 2 126 0,-4 4 46 15,-1 3-6 1,-6 6 80-16,-2 3-161 15,-2 0-76-15,0 10-18 16,-1 6-4-16,1 4 7 0,2 3-9 16,3-1-12-16,3 1-5 15,3-5-7-15,0-3-1 16,3-5 0-16,3-5 0 16,1-5 0-16,3-2 6 15,0-13 13-15,1-12-13 16,-1-17 3-1,0-20 3-15,-3-11-3 0,0-6 1 16,-1 7-1-16,0 23 18 16,-2 19 22-16,-1 18 67 15,-2 11-80-15,-1 3 8 16,0 2-44-16,1 11 0 16,2 15 0-16,4 15 29 15,6 9-16-15,7 5-12 16,4-3-1-16,6-6-89 0,2-8-152 15,-6-13-387-15,-3-9-713 0</inkml:trace>
  <inkml:trace contextRef="#ctx0" brushRef="#br0" timeOffset="35568.28">15096 2508 1654 0,'0'0'231'0,"0"0"62"0,-46-5-118 0,27 8-34 16,3 9-34-16,2 7-40 15,5 5-14-15,4 2-24 16,5 0-14-16,0-1-9 16,11-3-6-16,5-4 7 15,3-7-5-15,4-7-2 16,1-4-3-16,-1-8-33 15,-1-9 24-15,-4-6 12 16,-3-10 9-16,-6 0 4 16,-7 0-13-16,-2-2 0 0,-7 11 0 15,-6 2 0 1,-3 9-15-16,-1 7 0 16,2 6 3-16,3 4-5 15,7 8-78-15,5 4-54 0,6 2-70 16,12-1-79-1,6 0-80-15,14-4-31 0,-7-6 7 16,-4-4-2-16</inkml:trace>
  <inkml:trace contextRef="#ctx0" brushRef="#br0" timeOffset="35882.36">15270 2525 558 0,'0'0'408'0,"0"0"-11"0,0 0-42 16,11-43-45 0,-10 37-74-16,-1 3-27 0,0 3-101 15,0 3-103 1,0 7 1-16,1 3 41 0,1 4-14 15,1 0-15-15,-1 1-12 16,0-2-5-16,0-4-1 16,-1-2-1-1,1-4 1-15,-1-5 1 16,2-1 20-16,-1-7 100 0,3-10-28 16,4-12-39-16,3-12 4 15,2-1-3-15,-1 6-4 16,-1 7-15-16,-3 16-35 15,1 3-1-15,2 5 0 16,0 5-8-16,4 12-7 0,7 16 7 16,4 14 8-1,2 14 1-15,-3 5 3 16,-13-1-4-16,-14-3-55 16,-11-17-208-16,-11-9-608 0</inkml:trace>
  <inkml:trace contextRef="#ctx0" brushRef="#br0" timeOffset="36418.06">13191 3547 1334 0,'0'0'633'0,"0"0"-439"0,0 0 20 15,0 0-102-15,33-45-26 16,-19 41-42-16,1 4-36 15,-2 0-7-15,-4 12-1 0,-3 5 18 16,-4 3 34 0,-2 4-8-16,-2 3-17 0,-7 0-17 15,-3-2-1 1,1-3-9-16,1-5 1 0,4-6 0 16,3-4-1-1,3-4-1-15,2 0 1 0,9-1 13 16,6 0 14-1,4 1 6-15,4 0-26 0,1 2-5 16,-1 1-1 0,-3 1-1-16,-5 0-2 0,-7 1-10 15,-7 1 11-15,-3 0-15 0,-11 1 16 16,-8-1 0 0,-5-1 0-16,-4-4-13 15,1-4-81-15,3-3-116 16,6-4-117-16,9-3-366 0</inkml:trace>
  <inkml:trace contextRef="#ctx0" brushRef="#br0" timeOffset="37150.16">13729 3490 812 0,'0'0'870'0,"0"0"-742"0,0 0 161 15,-56-7-167-15,36 17 9 16,0 6-47-16,1 5 5 16,4 2-19-16,2 5-34 15,4-1-11-15,6 0-13 16,3-3-6-16,3-3-6 16,10-4-1-16,4-5-8 0,3-7-58 15,2-5-47 1,1-11 28-16,0-17 25 0,-4-19-28 15,-7-23 59-15,-9-15 17 16,-3-10 13-16,-10 0 1 16,1 23 15-16,2 19 15 15,4 26 43-15,1 15 48 16,0 4 9-16,1 6-31 16,1 2-54-16,0 19-46 15,6 20 7-15,10 19-6 16,6 8 0-16,5-2 0 15,4-8-1-15,-5-18-1 16,10-7-7-16,1-11-129 16,-5-14-57-16,0-4-83 15,-14-4-34-15,-4-12 50 0,-3-4 45 16,0-5 209 0,-4-4 7-16,-4 2 207 0,-3 4 21 15,0 4 15 1,0 6-34-16,-3 6-11 0,-1 5-24 15,1 0-86-15,-2 10-65 0,-1 4-14 16,0 5-3 0,0 2-5-16,2 2 1 15,2 0-1-15,2-3 0 16,0-3-1-16,2-6-1 0,4-5-11 16,3-6-18-1,0-2 30-15,2-8 14 0,0-4-1 16,1-1-3-1,-1 1-2-15,-1 2 2 0,-2 3-2 16,-1 7-8-16,0 2-1 16,0 0-17-16,0 8 12 15,0 5 6-15,0-1-1 16,2 1-39-16,-2-1-41 16,5-3-97-16,-4-2-183 15,0-7-341-15</inkml:trace>
  <inkml:trace contextRef="#ctx0" brushRef="#br0" timeOffset="37568.1">14192 3326 1121 0,'0'0'201'0,"0"0"76"0,0 0-183 0,0 0-65 0,0 0-13 15,0 0 29-15,38 17 14 0,-24-16-33 16,-1-1-17-1,-2 0 4-15,-2-8-3 0,-5-5 49 16,-1-3 49 0,-2-1 28-16,-1 0-14 0,0 4 27 15,0 4-4-15,0 6-10 16,0 3-66-16,0 16-68 16,5 20 16-16,6 21 29 15,4 11-4-15,1 8 1 16,-1-5 1-16,-3-5-20 0,-5-4-11 15,-6-9-4-15,-1-10-9 16,0-13-11-16,-2-11-23 16,-1-10-8-16,-3-6 8 15,1-3 7-15,-3-15 0 16,0-23-1-16,2-17 4 16,4-4-18-16,2 2-15 15,6 14-10-15,5 15-7 16,1 8-32-16,2 4-44 15,18-9-152-15,-3 4-203 16,2-1-302-16</inkml:trace>
  <inkml:trace contextRef="#ctx0" brushRef="#br0" timeOffset="37828.68">14698 3197 184 0,'0'0'1448'0,"0"0"-1255"0,0 0 86 0,-51 29-118 0,30-6-10 0,3 3-32 16,6 0-16 0,9-2-33-16,3-5-25 0,14-6 20 15,8-4 17 1,6-3-16-16,2-5-33 16,1-1-12-16,-1 0-9 15,-2 0-3-15,-5 1-7 16,-4 1-2-16,-8 3 0 15,-8 3-15-15,-3 4-16 0,-32 13-37 16,1-2-182-16,-5-3-404 0</inkml:trace>
  <inkml:trace contextRef="#ctx0" brushRef="#br0" timeOffset="38298.42">13628 4212 1721 0,'0'0'314'0,"0"0"-144"0,0 0 104 0,0 0-115 0,0 0-74 16,-5 51 10-16,18 1 5 15,2 8-52-15,0-2-30 16,-5-14-12-16,-3-12-6 0,-1-8-1 16,-3-6-45-16,1 0-124 15,-1-8-116-15,-2-3-256 16,-1-7-156-16</inkml:trace>
  <inkml:trace contextRef="#ctx0" brushRef="#br0" timeOffset="38484.08">13647 4110 1520 0,'0'0'212'16,"0"0"-109"-16,0 0 45 0,54-13 0 15,-32 22-40 1,3 16-21-16,-4 15-16 0,-5 9-31 15,-7-3 8-15,-9-8-39 16,0-10-9-16,-8-7-42 16,-2-1-40-16,-8 0-97 15,2-6-176-15,3-9-489 0</inkml:trace>
  <inkml:trace contextRef="#ctx0" brushRef="#br0" timeOffset="39680.47">13836 4182 1375 0,'0'0'222'0,"0"0"-138"0,0 0 155 16,48-9-49-16,-30 12-29 15,2 10-54-15,-1 2-20 16,-2 2-14-16,-5 2 7 16,-5-1 7-16,-6-1-30 15,-1-3-20-15,-6-4-18 16,-6-3-2-16,-1-6-5 15,0-1-6-15,2-11-6 16,5-6-15-16,5-2-63 16,2-3-29-16,12 1 7 0,7 1-4 15,5 2-22 1,3 4-3-16,2 1-36 0,-3 3-35 16,-1 1-23-1,-6 2 15-15,-6 2 111 0,-6 1 59 16,-5 4 38-1,-3 0 161-15,0 0 40 0,-4 0-30 16,-1 0-88 0,0 5-24-16,0 0 5 0,2 2 15 15,1 1-1-15,2 1-24 16,0-1-15-16,2 0-12 16,5-3 1-16,3-2 3 15,3-3 11-15,2 0-14 16,1-4-24-16,2-8-4 15,-2-4-10-15,-3-3 3 16,-4 0 7-16,-4-2 7 0,-5 0-6 16,0 6 8-16,-4 3-3 15,-5 5 15 1,-1 7 1-16,-1 0-21 0,0 8-1 16,0 8-6-1,5 3-20-15,5 2-32 0,1 2-24 16,13-3-51-1,7-1-34-15,7-3-53 0,4-6-8 16,4-6 71-16,-3-4 52 16,-3-6 10-16,-4-6-57 15,-8-3 142-15,-5-1 10 0,-6 1 207 16,-5-1 42 0,-1 2-1-16,0 3-35 0,-6 2-12 15,1 3-28 1,-1 4-25-16,2 2-32 0,-1 0-46 15,0 6-52-15,0 8-10 16,0 3-7-16,2 5 5 16,3-1-5-1,4 1 0-15,8-2-1 0,6-5-1 16,2-5 1-16,3-8-6 16,1-2-70-16,-1-10-49 15,-2-10 15-15,-3-13-37 16,-8-13 4-16,-9-20 99 15,-2-12 44-15,-13 0 6 16,0 15 14-16,3 23 44 16,4 18 80-16,4 12 1 15,-1 3-11-15,1 4-10 16,2 3-60-16,1 6-51 16,2 15-11-16,10 11-1 0,8 12 0 15,-1 1 0 1,1-6-1-16,0-4 0 0,-5-10 0 15,3 2 0-15,2 0-6 16,-2-3-3-16,-3-6-19 16,-2-6-79-16,-2-5 37 15,-2-5-9-15,-2-2 21 16,0-4 37-16,-1-5 14 16,-2-1 6-16,0-2 1 15,-1 2-1-15,-1-1 0 0,-1 1-14 16,-1 0-6-1,0 0-35-15,-1 0-89 0,-5 0-74 16,-1 0-81-16,0 0-21 16,-1 2-9-16,1-2 96 15,2 3-30-15,1 0 150 16,1 2 114-16,1 1 94 16,2 4 13-16,0 0-68 15,0 0 0-15,6 8 30 16,3 1-51-16,11 3-18 15,-1-3-178-15,0-2-353 0</inkml:trace>
  <inkml:trace contextRef="#ctx0" brushRef="#br0" timeOffset="40078.33">14869 3933 600 0,'0'0'305'0,"0"0"-16"0,0 0-3 15,0 0-33-15,0 0 4 0,0 0-21 16,0 0-45-1,-5-36-75-15,0 41-71 0,1 8-33 16,1 2-5-16,3 3-6 16,0 0 0-16,6 1 0 15,8-2-1-15,4-5 2 16,5-3-1-16,2-7-1 16,1-2-15-16,-1-7-31 15,-2-7-15-15,-5-6-10 16,-4-5 26-16,-5-9 30 15,-5-15 15-15,-4-9 9 0,-1 5 27 16,-6 11 45-16,2 17 32 16,2 17 44-16,0 2 5 15,0 3-34-15,1 3-58 16,2 2-51-16,0 13-18 16,1 13 0-16,10 13-1 15,5 10-1-15,-1-3-6 16,-2-10-1-16,-6-13-5 15,-1-9-98-15,-1 6-85 16,0-4-170-16,-1-4-493 0</inkml:trace>
  <inkml:trace contextRef="#ctx0" brushRef="#br0" timeOffset="40268">14939 3936 2205 0,'0'0'223'0,"0"0"-141"0,38-6 0 15,5-8 0 1,1-1-47-16,9-5-35 0,-14 6-125 16,-18 4-443-16</inkml:trace>
  <inkml:trace contextRef="#ctx0" brushRef="#br0" timeOffset="40634.55">13892 4650 1386 0,'0'0'945'0,"0"0"-838"16,0 0-18-16,0 0-55 15,0 0-22-15,-1 51 24 16,29 0 25-16,4 4-19 0,-3-7-24 16,-8-14-18-16,-8-15-23 15,-3-4-102-15,0-3-98 16,-7-4-155-16,-1-4-207 16,-2-4-280-16</inkml:trace>
  <inkml:trace contextRef="#ctx0" brushRef="#br0" timeOffset="40968.44">13964 4714 728 0,'0'0'764'16,"0"0"-686"-16,0 0 46 15,53-41-28-15,-35 36-20 16,-2 5-7-16,-2 1-13 16,-3 11 8-16,-3 5 25 15,-1 4-8-15,-1 4-21 16,0 1-17-16,0-3-25 15,3-3-5-15,0-5-13 16,3-7-1-16,1-7 1 16,0-2-7-16,-2-12-2 15,-1-7 8-15,-5-5-5 0,-4-11 6 16,-1 3 0 0,-6 0 1-16,-6 0-1 0,0 9 1 15,-2 2 0 1,1 11 5-16,3 8-6 0,0 3-24 15,3 10-8 1,5 6-29-16,2 3-91 0,20 2-102 16,1-3-130-16,3-6-365 0</inkml:trace>
  <inkml:trace contextRef="#ctx0" brushRef="#br0" timeOffset="41498.48">14332 4571 1085 0,'0'0'607'16,"0"0"-541"-16,0 0 162 16,0 0-149-16,0 0 17 15,0 0 4 1,-3 46-32-16,8-25-20 0,1 0-22 16,0-2-8-16,-1-4-10 15,-1-3-7-15,0-6-1 16,-1-5 0-16,-1-1-16 15,1-11 9-15,-2-7-8 16,0-11 8-16,-1-3 7 16,0 1 0-16,0-1 0 15,1 8 6-15,1 3 13 16,2 7 13-16,2 5 2 0,0 7-19 16,2 2-15-1,4 7 0-15,-1 6 0 0,1 5 9 16,-1 0 4-16,-2 2 7 15,-4-3-1-15,-2 0-4 16,-1-6-9-16,-1-1-5 16,-1-5 5-16,0-5-5 15,0 0 10-15,0-13 8 16,0-4-7-16,0-4-2 16,2-2 7-16,6 3 5 15,2 2-3-15,2 6-5 16,2 3-7-16,0 7-6 15,0 2-1-15,1 7-9 16,-1 5 8-16,2 5 1 16,-3 1-22-16,1-1-53 0,-1-1-41 15,2-2-118 1,-3-4-320-16,-2-4-534 0</inkml:trace>
  <inkml:trace contextRef="#ctx0" brushRef="#br0" timeOffset="43352.32">14710 4483 1077 0,'0'0'655'0,"0"0"-647"0,0 0 50 15,0 0-18-15,-10 44 39 16,10-27 9-16,0 2-28 0,1-2-22 15,1-2-20-15,-2-2-2 16,0-4-15-16,0-4 5 16,0-5-5-16,0 0 18 15,0-8-19-15,0-6-28 16,0-5 18-16,0-3 10 16,0-3 4-16,0 0 30 15,0 3 8-15,3 4 3 16,1 5 18-16,0 3-9 0,3 6-28 15,1 4-12 1,1 2-6-16,2 7-2 0,1 6-5 16,0 0 11-1,-3 3 3-15,-1-3 0 0,-2-1-3 16,-2-4-6 0,-3-3-6-16,0-3 0 0,-1-4-7 15,0 0 7 1,0-10 9-16,0-5-9 0,0-6 1 15,0-4 7-15,0-2 5 16,3 5 2-16,5 3 32 16,2 4 5-16,1 5-16 0,1 5 4 15,2 5-10 1,1 0-12-16,2 9 11 0,1 5 21 16,0 2-6-1,0 1-15-15,-2 0-15 16,-1-3-14-16,-1-3 0 15,-3-6-10-15,1-5-83 16,-2 0-65-16,1-10-41 0,-2-8-42 16,-1-2-56-16,-2-4 51 15,-2 1 123-15,-2-1 120 16,-1 2 3-16,-1 0 87 16,0 4 52-16,0 5 29 15,0 4 12-15,0 2-10 16,-3 7-38-16,0 0-27 15,-2 3-54-15,1 8-26 16,-2 4-14-16,1 3-10 16,1 4 8-16,3 0-8 0,1-1 4 15,0-3-5 1,7-2-1-16,3-6-11 0,2-4-67 16,2-6-28-1,0-3 21-15,0-9 23 0,-3-3-19 16,-2-3 20-1,-4-1 39-15,-3 1 23 0,-1 0 9 16,-1 6 37-16,0 2 16 16,-3 4 13-16,-1 3 29 15,1 3-28-15,-1 1-41 0,4 9-29 16,0 3 2 0,0 2-8-16,4 1-1 0,4-1 0 15,3-2 1 1,2-4-1-16,1-3 1 0,1-5-29 15,0-1 1 1,0-4-7-16,-2-7 3 16,-3-3 6-16,-2-3 17 0,-5 0 3 15,-1-1 6-15,-2 0 1 16,0 3 11-16,0 0 13 16,0 5 10-16,0 2 2 15,0 2 3-15,0 5-18 16,1 1-14-16,3 0-8 15,3 9 10 1,2 1 20-16,0 5 0 0,1 0-11 16,-1 0-2-16,0-3-8 15,-1-2-8-15,0-2 0 16,-1-4 3-16,2-4-4 16,-2 0-21-16,1-8-4 15,0-6 1-15,-1-2 9 16,0-1 6-16,-1-1 9 0,-1 2 1 15,-1 3 1-15,0 3 10 16,-2 2 13-16,0 4 6 16,-1 3-8-16,1 1-22 15,2 2 5-15,1 7 6 16,1 3 19-16,1-1-7 16,0 3-14-16,1-2-1 15,1-3-9-15,-1-2 0 0,1-3-21 16,-1-4-62-1,1 0-17-15,0-6-34 0,-1-5 2 16,1-2-18 0,-2 0 45-16,-2-3 66 0,0 2 33 15,-4 1 6-15,-1 2 16 16,0 2 50-16,0 4 16 16,-1 4-5-16,-2 1-17 15,0 0-31-15,2 2-21 16,-1 5-7-16,2 2 0 15,0 2 0-15,0-1 0 16,5-2-1-16,1 0-1 16,2-3 0-16,1-1-23 0,0-2-19 15,0-2-19 1,1 0 39-16,-1-6 11 0,-2-3 12 16,0-1 1-1,-1 2 13-15,-2-2 11 0,-1 3 9 16,-1 0-3-1,0 3 3-15,-1 2 3 0,-1 1 13 16,0 1-17-16,0 0-17 0,0 3 2 16,0 5 34-1,1 2-12-15,1 2-21 0,0 2-18 16,1-1 7 0,2-1-8-16,0-2 1 15,1-2-1-15,0-2 0 16,2-4 0-16,2-2 8 0,2 0 0 15,1-5-7-15,0-2-1 16,1-3 8-16,0 2-7 16,-1-2 0-1,-2 3 7-15,-1 1-1 0,-2 3 11 16,-3-1 13-16,-2 1 9 16,-1 1-4-16,-2 0 0 15,1-2-3-15,-1 2-9 16,0-2-14-16,0-1-8 15,0-2-2-15,0-2-9 16,0-1-49-16,0-4-67 0,1-7-75 16,1 1-146-1,-2 0-357-15</inkml:trace>
  <inkml:trace contextRef="#ctx0" brushRef="#br0" timeOffset="43535.87">15767 3895 993 0,'0'0'758'0,"0"0"-631"16,0 0 128-16,0 0-165 0,0 0-41 16,0 0 30-16,-14 52-8 15,20-23-27-15,2 3-27 16,2-1-16-16,2-2-1 16,0-4-76-16,5-2-161 15,-4-8-360-15,-1-5-766 0</inkml:trace>
  <inkml:trace contextRef="#ctx0" brushRef="#br0" timeOffset="43748.06">15898 4075 1341 0,'0'0'324'0,"0"0"-8"0,0 0-70 16,0 0-129 0,0 0 31-16,0 0-4 0,-37 43-47 15,34-27-48 1,3 2-14-16,0-1-10 0,7 0-4 15,1-1-3-15,2 0-2 0,-1-1-7 16,-2-3-3 0,-1 1-5-16,-6-1-1 0,0-1-1 15,-12 2-45 1,-34 6-154-16,1-2-392 0,-8 0-1031 0</inkml:trace>
  <inkml:trace contextRef="#ctx0" brushRef="#br0" timeOffset="50685.57">3303 3668 996 0,'0'0'243'0,"0"0"-112"0,2-50 30 16,5 34 18-16,4 5-72 0,2 10-40 15,5 2-11 1,2 13 0-16,-1 8 14 0,-2 7-16 16,-5 4-7-1,-3 1-7-15,-6 2-18 0,-3 0-4 16,0-4-8-1,-4-2-8-15,-4-3 5 0,0-6-6 16,2-7 5-16,0-8 0 0,4-6 6 16,2-6 9-1,0-20-14-15,8-15-7 16,9-15-7-16,6-1-2 16,3 2-9-16,-5 15-17 15,-6 14-2-15,-3 6 6 16,-5 5 7-16,-1 1 14 15,-1 1 10-15,-2 1 0 16,-3 7 1-16,0 5 18 16,-5 3 1-16,-6 17-18 0,-5 14 14 15,5 3 14-15,1-2-5 16,6-3 7-16,4-7-17 16,1 3-6-16,9-1-7 15,3-5-1-15,6-6-1 16,2-7-17-16,0-9-44 15,-1 0-26-15,-4-12-10 16,-4-7 18-16,-3-1 52 16,-5-3 27-16,-1 2 7 15,-3 1 43-15,0 6 28 0,0 6 32 16,1 8-12 0,0 9-66-16,0 25-6 0,0 20 30 15,2 11-25 1,4 0-18-16,5-7-13 0,-1-19-12 15,1-14-359-15</inkml:trace>
  <inkml:trace contextRef="#ctx0" brushRef="#br0" timeOffset="51348.09">5862 3738 1215 0,'0'0'232'0,"0"0"-17"0,0 0-33 0,0 0-58 15,0 0-2-15,45-37-38 0,-29 39-19 16,3 11 1-16,-2 5-23 0,-2 5-9 16,-5 4 23-1,-4 2-29-15,-4 0-15 0,-2-2-1 16,0-4-11 0,0-5 0-16,-2-6 5 15,2-8-6-15,0-4-43 16,0-10-25-16,4-17-47 15,4-18 5-15,0-16 62 16,-2-6 41-16,-5 6 7 16,-1 16 19-16,0 18 53 15,0 14 33-15,-1 7 21 0,-1 3 54 16,0 3-100-16,0 14-69 16,-2 21-4-16,4 18-5 15,0 7 41-15,0 2 3 16,10-10-10-16,-1-14-22 15,4-9-13-15,-1-9-1 16,1-6-41-16,10-2-182 16,-3-4-161-16,0-4-286 0</inkml:trace>
  <inkml:trace contextRef="#ctx0" brushRef="#br0" timeOffset="51581.95">6198 3688 1221 0,'0'0'307'0,"0"0"-172"16,0 0-69-16,0 0-18 16,40-14 35-16,-24 14 27 0,1 9 23 15,-1 5-13 1,-2 5-28-16,-2 4 7 0,-5 11-7 16,-5 11-3-1,-2-4 1-15,0-3-19 0,0-8-25 16,0-8-26-16,10 0-11 15,15 1-9-15,33-9-23 16,-1-7-175-16,2-7-418 0</inkml:trace>
  <inkml:trace contextRef="#ctx0" brushRef="#br0" timeOffset="52218.14">8988 3779 998 0,'0'0'185'0,"0"0"-33"0,0 0 12 0,0 0-33 15,38-25-19 1,-23 25-33-16,1 9-6 16,0 7 2-16,-1 7 29 0,-5 6-23 15,-3 2-29-15,-7 2-20 16,0-3-1-16,-7-2-7 16,-4-6-6-1,0-4-5-15,4-5-7 0,0-7-5 16,6-6 5-1,1 0 11-15,3-13-17 0,9-15-17 16,6-15 0-16,3-18 17 16,-2-6 0-16,-5 3 1 15,-6 16 7-15,-4 20 8 0,-3 13 12 16,-1 8 58 0,0 5 4-16,0 2-55 0,0 13-35 15,-4 21 0 1,2 17 11-16,1 7 44 0,1 0-27 15,7-13-16 1,2-15-11-16,1-10-1 0,10 3-79 16,0-4-147-1,-2-6-475-15</inkml:trace>
  <inkml:trace contextRef="#ctx0" brushRef="#br0" timeOffset="52579.29">9352 3744 1463 0,'0'0'201'0,"0"0"-106"0,0 0-79 15,0 0-7-15,0 0 53 16,0 0 23-16,39 49-8 16,-34-29-16-16,-2 1-20 0,-3 0-13 15,0-2-3 1,0-2-1-16,-2-3-12 0,1-4-5 15,0-5-5-15,1-3 23 16,0-2 62-16,5 0 3 16,7 0-21-16,5 0-16 15,3 0 2-15,6 4 18 16,2 3-6-16,2 5-12 16,0 3-4-16,-1 0-18 15,-4 4-6-15,-8-1-2 0,-8 0-10 16,-9 2-13-16,-17 2 5 15,-33 2-7-15,-39 1-72 16,4-4-211-16,3-9-408 0</inkml:trace>
  <inkml:trace contextRef="#ctx0" brushRef="#br0" timeOffset="56618.1">3277 2404 682 0,'0'0'163'0,"0"0"35"16,0 0 16-16,-46-19-18 0,25 17-74 16,-3 2-10-16,-3 5-27 15,-4 10-8-15,0 6-28 16,-3 13-4-16,-1 14-18 15,9 14 21-15,8 5 37 16,14-3 9-16,4-16-4 0,8-15 13 16,7-10-7-1,8-2-2-15,14 5-9 0,13 0 3 16,10-3-6 0,-3-11-6-16,-10-10-39 0,-15-2 16 15,-9-2-19 1,-4-5-4-16,2-4-12 0,0-3-6 15,0-4-6 1,-4-5-5-16,-3-2 0 0,-2-11 5 16,-5-9-5-16,-4-10-1 0,-3-4 0 15,-6 2-18 1,-8 3-43-16,-2 6 13 0,-1 8 2 16,1 9-81-1,3 8-4-15,-1 6 14 16,-4 0 30-16,-3 1 8 15,-4 2-2-15,0 6 2 16,-2 5-23-16,-1 3 10 0,3 5-5 16,3 10 25-1,5 10 17-15,5-3-128 0,5-4-1281 0</inkml:trace>
  <inkml:trace contextRef="#ctx0" brushRef="#br0" timeOffset="59718.19">5737 5025 571 0,'0'0'246'0,"0"0"8"0,0 0 1 16,0 0 41-1,0 0-39-15,0 0-24 0,-11-11-48 16,14 11-27-16,7 0 15 15,3 0-37 1,3 0-62-16,3 3-23 0,5-1-6 16,3 0-9-16,1-1-8 15,4-1-8-15,1 0 5 0,-1 0-10 16,-2 0-8 0,-4 0 1-16,-6 0-8 0,-3 0 1 15,-9 0-1 1,0 0 0-16,-5 0-9 0,-2 0-18 15,0 0-108 1,6 4-221-16,1 0-372 16,1-2-239-16</inkml:trace>
  <inkml:trace contextRef="#ctx0" brushRef="#br0" timeOffset="64200.07">5631 4232 822 0,'0'0'253'0,"0"0"15"0,0 0-2 0,0 0-25 16,-14-40-51-16,5 33-51 0,-4 3-76 16,-1 2-41-1,-2 2-20-15,-1 0 7 0,3 7-8 16,1 7-1-1,2 3 2-15,3 2 6 0,2 3 0 16,6 1-2-16,0-2 3 16,7-1-8-16,4-4 0 15,2-4 0-15,1-4 0 16,0-5-1-16,0-3-8 16,-2 0-3-16,1-11 1 0,-3-4 9 15,1-3 1 1,-3-2 0-16,-3-2 1 0,0 2 8 15,-3 3 13 1,0 3 28-16,-2 6-24 0,0 4-16 16,0 4-3-16,0 8-7 15,0 16 0-15,0 16 10 16,-2 12 42-16,0 8 5 16,-3-4 13-16,3-12 6 15,-1-15-9-15,0-10-17 16,2-6-15-16,-1-1-23 0,0-2-6 15,1-2-5 1,1-6 5-16,0-2 6 0,0-2 16 16,0-10-7-1,3-6-19-15,2-4-2 0,0-6-1 16,3-3-7 0,0 0-30-16,-1 2-37 0,0 8 5 15,-1 4-11 1,-1 8-33-16,2 5-75 0,2 4-148 15,-1 0-218-15,0 0-457 0</inkml:trace>
  <inkml:trace contextRef="#ctx0" brushRef="#br0" timeOffset="64498.23">5818 4355 1026 0,'0'0'391'0,"0"0"-189"0,0 0-25 15,0 0 1-15,0 0 24 16,0 0-71-16,0 0-26 16,13 22-30-16,-13-18-29 15,0-1-3-15,-2 0 1 16,-1-3-14-16,0 0-12 15,0 0 0-15,1-4-6 16,-1-3-12-16,3-1-23 16,0-1-24-16,0 2-11 0,2 2-22 15,3 1-55 1,6 0-162-16,0 4-204 0,0-3-403 0</inkml:trace>
  <inkml:trace contextRef="#ctx0" brushRef="#br0" timeOffset="64785.17">5945 4173 1476 0,'0'0'268'0,"0"0"72"15,0 0-216 1,0 0-74-16,0 0-31 0,0 0 25 15,6 50 29 1,1-25 4-16,-1 0 1 0,2 2-9 16,0-3-3-1,-1 0-17-15,-1-3 2 0,-3-2-32 16,1-4-17-16,-2-2-2 16,8-8-169-16,-2-5-351 15,1 0-303-15</inkml:trace>
  <inkml:trace contextRef="#ctx0" brushRef="#br0" timeOffset="65048.29">6180 4182 397 0,'0'0'1046'0,"0"0"-809"16,0 0-69-16,0 0 93 15,0 0-82-15,-50 50-111 16,36-33 5-16,1 1-9 0,0-1-24 15,3-2-12-15,2-1 28 16,3-5-18-16,2-3-13 16,3 0-12-16,0-4-12 15,3 1 16-15,6-3-7 16,5 0-1-16,3 0-7 16,5 0 3-16,1 0-5 15,1-5-8-15,-1 1-83 0,3-2-126 16,-6 0-158-16,-4 1-383 0</inkml:trace>
  <inkml:trace contextRef="#ctx0" brushRef="#br0" timeOffset="65268.42">6281 4218 1310 0,'0'0'293'0,"0"0"102"16,0 0-155-16,0 0-92 15,0 0-64-15,-7 43-18 0,7-20-31 16,0 2 35 0,0 2 11-16,0 2-7 0,2-3-21 15,0-1-13 1,0-3-22-16,-1-3-18 0,2-6-24 16,-1-6-332-1,0-7-1322-15</inkml:trace>
  <inkml:trace contextRef="#ctx0" brushRef="#br0" timeOffset="66330.5">7631 4292 958 0,'0'0'252'0,"0"0"51"16,0 0-55-16,-30-39 2 0,12 31-41 15,-2 3-66-15,-1 4-54 16,-1 1-43-16,4 6-1 16,3 7-21-16,2 2-9 15,4 3 9-15,4 1-11 16,5 0-12-16,1 0 6 0,10-6-7 16,3-2-6-1,2-6 5-15,2-5-22 16,1-1-16-16,-2-10-6 15,-1-6 16-15,-2-4 18 16,-2-2 11-16,-3-2 6 16,-2 1-4-16,-2 1 10 15,-2 3 16-15,-1 8 16 0,-2 7-3 16,0 5-9 0,0 9-24-16,0 17-8 0,-1 15 36 15,0 16 64-15,1 6-33 16,0 1-24-16,0-10 20 15,0-13 31-15,0-14-23 16,0-9-22-16,0-6-26 16,0-1-10-16,0-4-6 0,0-3-6 15,0-4 10 1,0-4 9-16,0-12-11 0,3-6-8 16,3-6-1-1,1-3-19-15,-1 0-29 0,1 3-8 16,-2 5-11-1,0 8-56-15,0 6-81 0,5 8-85 16,0 1-260-16,0 0-215 0</inkml:trace>
  <inkml:trace contextRef="#ctx0" brushRef="#br0" timeOffset="66602.46">7841 4450 1409 0,'0'0'278'0,"0"0"-91"0,0 0 79 16,0 0 12-16,0 0-64 15,0 0-68-15,0 0-47 16,-17 29-35-16,15-28-25 16,0-1-5-1,1 0-5-15,-1 0-7 0,2-5-19 16,0-3-3-16,0 0-36 0,0-1 3 15,2 1-34 1,2 4-56-16,2-1-63 16,5 3-102-16,-1 1-110 15,0-2-464-15</inkml:trace>
  <inkml:trace contextRef="#ctx0" brushRef="#br0" timeOffset="66902.42">7975 4171 1662 0,'0'0'317'0,"0"0"-9"16,0 0-206-16,0 0-54 15,0 0 21-15,0 62 3 16,7-32 20-16,1 3 10 15,2 1-2-15,-1 2-26 16,1-1-5-16,-1 0-20 16,-1-4-19-16,-2-2-16 15,-2-7-14-15,-2-5-8 0,1-9-152 16,-2-7-209-16,2-1-300 0</inkml:trace>
  <inkml:trace contextRef="#ctx0" brushRef="#br0" timeOffset="67148.23">8176 4218 1280 0,'0'0'293'15,"0"0"-93"1,0 0-36-16,0 0 94 0,0 0-62 16,-47 52-49-1,30-34-43-15,1 1-25 0,1 0-11 16,2-3-9-16,3-3-29 15,5-3-13-15,3-4-17 16,2-1 1-16,0-3-1 16,7 1 11-16,7-2-2 15,8 0-8-15,5 0-1 0,4-1-53 16,2 0-98 0,11 0-107-16,-10-3-257 0,-7-2-540 15</inkml:trace>
  <inkml:trace contextRef="#ctx0" brushRef="#br0" timeOffset="67585.37">8289 4275 1512 0,'0'0'241'16,"0"0"237"-16,0 0-306 15,0 0-38-15,0 0-32 16,0 0-63-16,42-30-17 15,-28 30-8-15,1 4 4 16,-2 6-11-16,-1 1 11 16,-5 1 7-16,-1 2 10 15,-6 3-11-15,0-1 9 0,-1 3 5 16,-7 1-9 0,-2-1-22-16,-1 1 19 0,0-1 19 15,1-3 1 1,1 0-10-16,3-5-2 0,2-4-5 15,3-1-13 1,1-5-1-16,0 1 0 16,7-2 0-16,9 0 14 0,7 0 5 0,7-4-10 15,4-2-12 1,2-2-5-16,-2 0-6 0,-1 1 0 16,-5 1-1-1,-3 2-2-15,-9 0-15 16,-4 3 3-16,-7 0-2 15,-5 1-8-15,-15 6-18 0,-6 4-187 16,-8 2-659-16</inkml:trace>
  <inkml:trace contextRef="#ctx0" brushRef="#br0" timeOffset="72469.39">7862 4287 839 0,'0'0'193'0,"0"0"-110"0,0 0 57 16,0 0 68-16,0 0-48 15,0 0-90 1,50 0 10-16,15-6-22 0,10-2-12 0,2 0-24 31,-13 1-12-31,-23 2-9 0,-13 1-1 16,-11 1 1-16,-8 1 0 15,-3-2 0-15,-4 0 0 16,-2-2 36-16,-22-3 0 16,-25 0-15-16,-26 2-16 15,-17 2 6-15,-12 5 50 16,2 4-35-16,3 4-8 15,7 3-6-15,22-1 17 0,24-3-2 16,24-3 14-16,16 0-28 16,4-3-1-16,20 3 11 15,32-4-12-15,39 0 1 16,23-2-3-16,6-4-9 0,-13 1 0 16,-24 4 5-1,-16 1-5-15,-20 0-1 0,-12 0-1 16,-16 0-6-16,-8 0 7 15,-4 0-1-15,-3 0 1 16,-4-1 0-16,-12 1-11 16,-26 0 4-16,-22 7-6 15,-16 6 13-15,-7 4 19 16,10 3-10-16,19-3-3 16,17-2 16-16,14-3 10 15,11 1-9-15,7 0-15 16,5 1-7-16,13 1 5 15,31-4 10-15,28-5-4 0,9-4-4 16,-3-2-3 0,-19 0-5-16,-25-1-6 15,-13 0 4-15,-7 1-4 16,-3-2 5-16,-2 2-5 0,-6 0 6 16,-3 0-1-1,-17 0-20-15,-21 0 9 16,-20 10 12-16,-14 4 0 15,-5 3 0-15,6 3 0 0,20-5 0 16,16-1 2 0,16-6 17-16,12-2 12 0,6 1-19 15,1-1-12-15,22 0 10 16,25-4 9-16,22-2-10 16,6-3-7-16,-10-5-2 15,-19 0-1-15,-22 4-15 16,-8 0 0-16,1-1 10 15,-3-1 5-15,-3 0 1 16,-7 1 0-16,-4 0 0 16,-8 0-8-16,-16-1-4 0,-18 2-3 15,-25 4 8 1,-16 4 1-16,-6 9 6 0,3 2-1 16,19 0 1-1,18-4 0-15,19-3 22 0,17-4 4 16,13-3-25-1,0-1 8-15,18 0-6 0,25-3 13 16,27-12-16-16,10-4 0 16,-2-4-25-16,-20 3-31 15,-23 4-4-15,-13 3 3 0,-6-2 26 16,-1-4 13 0,-5-3 7-16,-5-3 0 0,-5 1 5 15,-13 5-5 1,-9 3 4-16,-5 4-6 15,-3 4 12-15,2 5 0 0,5 2-6 16,8 1-1-16,8 1-24 16,7 1-505-16</inkml:trace>
  <inkml:trace contextRef="#ctx0" brushRef="#br0" timeOffset="74429.78">4110 5375 361 0,'0'0'225'0,"0"0"39"0,0 0 5 15,0 0-5-15,0 0 0 0,0 0-61 16,-7-29-94 0,-2 24 61-16,-3 2-70 0,-2 2-67 15,-2 1-23-15,-1 2-8 16,0 7-2-16,0 3 9 15,2 3-8 1,3 0 5-16,4 0-6 0,3 1 8 16,4-1-1-16,1-2-5 15,3-3 7-15,7-3-2 0,1-2-1 16,1-5-5 0,1 0 0-16,0-6 7 0,-3-5-7 15,0-5 0 1,-1-3 5-16,-2-2-5 0,-3 0 5 15,-1-1-6-15,-2 0 0 16,-1 6 0-16,0 3 0 16,0 6-1-16,0 7 1 15,2 1 0-15,3 20-23 16,4 16 23-16,4 17 12 0,0 6 50 16,-1 0-2-1,-4-5 32-15,-2-14 6 0,-2-9-17 16,-1-11-19-1,0-7-3-15,0 0-15 0,-1-3-14 16,0-3-16 0,0-3-7-16,-1-5 1 0,-1 0 4 15,0-4 13-15,0-9-10 16,0-4-15 0,0-6-8-16,-3-2-53 0,3 0-53 15,0 4-47-15,0 3-59 16,3 5-246-16,3 5-398 0</inkml:trace>
  <inkml:trace contextRef="#ctx0" brushRef="#br0" timeOffset="74748.1">4314 5544 1130 0,'0'0'510'0,"0"0"-384"0,0 0 59 0,0 0 59 15,0 0-63-15,0 0-73 16,0 0-28-16,-17 16-23 15,13-14-30-15,-1-1-9 0,-1-1-11 16,1 0-6 0,0-2-1-16,2-5-38 0,0 2-55 15,3-1-49 1,0-3-103-16,3 2-286 0,2 1-504 0</inkml:trace>
  <inkml:trace contextRef="#ctx0" brushRef="#br0" timeOffset="75018.3">4346 5199 1144 0,'0'0'498'0,"0"0"-318"15,0 0-75-15,0 0-52 16,0 0-34-16,0 0 14 15,3 61 66-15,6-27 29 16,1 0 3-16,-1-4-50 16,0 3-6-16,0-4-19 15,-2 0 16-15,-1-3-13 16,-2-3-36-16,-2-4-23 0,2-11-139 16,-2-5-322-16,2-3-294 0</inkml:trace>
  <inkml:trace contextRef="#ctx0" brushRef="#br0" timeOffset="75268.41">4494 5221 1257 0,'0'0'313'0,"0"0"-66"16,0 0-61-16,-35 43-85 0,19-18-20 15,-3 4-10 1,0 1 3-16,2 0 0 0,3-1-9 15,3-6-5-15,7-4-7 16,4-8-13-16,1-2-11 16,14-6-7-16,10-3 14 15,0-6-12-15,8-5-15 16,1-5-9-16,6-9-78 0,-5 2-382 16,-8 2-608-16</inkml:trace>
  <inkml:trace contextRef="#ctx0" brushRef="#br0" timeOffset="75635.1">4630 5201 1238 0,'0'0'560'16,"0"0"-318"-16,0 0-122 15,0 0-69-15,0 0-26 16,0 0-8-16,49-25 3 15,-34 25 2-15,-1 3-1 16,-3 4 10-16,-2 3-8 16,-7 3 8-16,-2 3 11 0,0 4 0 15,-11 1 16 1,-3 2 0-16,-2 1-2 0,2-1-2 16,1-3-12-1,3-4 11-15,2-2-17 0,7-8-15 16,1-1-3-16,0-5-8 15,12 0 7-15,6-4 16 16,5-6-14 0,5-5-10-16,3-1-9 0,1-2-6 15,-1 1-7-15,-2 2-54 0,-1 5 1 16,-7 5-28 0,-9 3-464-16</inkml:trace>
  <inkml:trace contextRef="#ctx0" brushRef="#br0" timeOffset="76349.02">3893 6187 147 0,'0'0'1084'0,"0"0"-807"0,0 0 54 0,0 0-75 0,-38-26-76 0,21 26-73 16,0 10-36-16,0 6-21 15,1 3-15-15,3 3 0 16,5-1 1-16,5-1-17 0,3-4-18 15,0-3 5-15,7-3-6 16,3-4-9 0,2-5-4-16,-1-1 5 0,-1-4 2 15,0-8 6 1,-1-4 0-16,-4-4 0 0,0-2 6 16,-2 0-5-16,-2 1 14 15,0 6 30-15,-1 5 61 16,2 8 0-16,1 3-57 15,2 18-37-15,9 17 15 0,2 15 51 16,3 8-5 0,-3 2-7-16,0-6-12 15,-6-15 1-15,-4-9-28 16,-2-12-9-16,-1-6-12 0,0-5-6 16,-3-1 0-1,1-5 0-15,-1-2 12 0,0-11 2 16,0-9-14-16,-4-5-5 0,0-2-38 15,-1-1-52 1,2 5-35-16,0 2-144 0,3 6-188 16,0 4-392-16</inkml:trace>
  <inkml:trace contextRef="#ctx0" brushRef="#br0" timeOffset="76602">4086 6307 1585 0,'0'0'333'0,"0"0"-51"0,0 0-60 15,0 0-8-15,0 0-68 16,0 0-39-16,0 0-27 16,-15 27-35-16,9-24-13 15,0-3-15-15,1 0-7 16,0 0 1-16,1-4-11 15,3-1-10-15,1-1-45 16,0 1-57-16,4 1-61 16,8-1-42-16,-1 1-130 15,0-1-309-15</inkml:trace>
  <inkml:trace contextRef="#ctx0" brushRef="#br0" timeOffset="76898.2">4134 6015 1667 0,'0'0'483'0,"0"0"-159"16,0 0-139-16,0 0-112 16,0 0-21-16,14 55 21 15,-2-26 9-15,2 3 1 16,-1 1-6-16,2 0-2 15,0-3-19-15,-3-4-10 16,-1-1-22-16,-2-4-15 16,-2-5-9-16,-2-4-19 15,0-7-146-15,0-11-310 0,-2-10-125 16,2-4-1007-16</inkml:trace>
  <inkml:trace contextRef="#ctx0" brushRef="#br0" timeOffset="77118.36">4317 6013 1223 0,'0'0'296'16,"0"0"3"-16,0 0-116 15,0 0-14-15,0 0-8 16,-15 46-8-16,7-23 0 0,-1 3-18 16,0 2-28-1,1 0-16-15,1-1-22 0,3-3-23 16,2-4-17-1,2-5-8-15,1-4-12 0,8-6-8 16,3-5 5 0,5 0 1-16,5-9-7 0,2-8-51 15,18-15-136 1,-8 1-93-16,-3 2-490 0</inkml:trace>
  <inkml:trace contextRef="#ctx0" brushRef="#br0" timeOffset="77567.98">4400 5979 1510 0,'0'0'233'0,"0"0"-81"16,0 0-27-16,0 0 4 15,52-25-48-15,-35 24 5 0,-1 1-26 16,-2 3-12-1,-3 5-7-15,-3 3-14 0,-4 2-8 16,-1 2-8-16,-3 1-11 16,0 0 1-16,-3-4 0 15,-2 3-1-15,-2-6-1 16,3 0 1-16,2-4 1 16,0-3 5-16,2-2 4 15,0 0 41-15,1 0 5 16,6 0-8-16,4 0 40 0,2 0-31 15,3 1-15-15,1 3-10 16,-1 0 4 0,1 3 2-16,-3 1 2 0,-2 1-6 15,-5 0 1-15,-3 2-4 16,-4 2 1-16,-3 1-5 16,-10 2-6-16,-5 0-12 15,-7 2 0-15,-8 0-9 16,-11 0-6-16,-5-2-70 0,7-4-213 15,10-9-548-15</inkml:trace>
  <inkml:trace contextRef="#ctx0" brushRef="#br0" timeOffset="79781.75">4333 2621 177 0,'0'0'855'0,"0"0"-697"0,0 0 2 0,0 0-33 16,0 0 5 0,0 0-39-16,0-1-37 15,0 1-31-15,0 0-14 16,0 0-9-16,0 0-2 0,0 0-17 16,-1 2-140-1,-3 3-212-15,-1 1-541 0</inkml:trace>
  <inkml:trace contextRef="#ctx0" brushRef="#br0" timeOffset="80135.17">4202 3452 1482 0,'0'0'250'0,"0"0"-123"15,0 0 17 1,0 0 51-16,0 0-62 16,0 0-81-16,0 0-39 15,-3 0-13-15,4 0-24 0,16-4-118 16,-3-1-196 0,6-2-628-16</inkml:trace>
  <inkml:trace contextRef="#ctx0" brushRef="#br0" timeOffset="80998.28">5789 5065 1140 0,'0'0'250'0,"0"0"-32"16,0 0-16-16,0 0 18 16,0 0-64-16,0 0-63 0,0 0 17 15,26 24 31-15,18-21 33 16,20-2-28-16,10-1-14 15,4 0-32-15,-7-6-21 16,-10-1-4-16,-6 0-21 16,-2-1-3-16,-7-1-15 15,-9 3-18-15,-8 2 0 16,-7 1 9-16,-4 0-5 16,3 0-1-16,1 2 2 15,1 0 1-15,-4 0-8 16,-2 1-5-16,-5 0-10 0,-2 0 5 15,-3 0-6-15,-2 0 0 16,-3 0-8-16,-2 0-2 16,0 0-34-16,-1 0-73 15,-18 0-74-15,0-2-333 16,0 1-328-16</inkml:trace>
  <inkml:trace contextRef="#ctx0" brushRef="#br0" timeOffset="82668.2">7823 5035 1085 0,'0'0'232'0,"0"0"37"0,0 0-83 15,0 0-6-15,0 0-23 16,0 0-22-16,0 0 19 0,27 38 0 15,7-28 29-15,21 0-8 16,24-6-24-16,13-4-45 16,5 0-17-1,-6-6-32-15,-11-2-13 0,-4 1-8 16,-7 1-22-16,-9 2 16 16,-14 0-5-16,-12 3 11 15,-11-2-15-15,-4 1-3 16,0 1-6-16,-1-2 0 15,1 0 5-15,-5 1-10 16,-4-1 2-16,-3 2 2 16,-2-1-2-16,-2 1 0 15,-2 1-8-15,-1-2 10 0,0 2-11 16,-1-1 0 0,-8-1-21-16,-4-1-66 0,-13 3-74 15,-24 0-102 1,6 0-459-16,-5 5-1053 0</inkml:trace>
  <inkml:trace contextRef="#ctx0" brushRef="#br0" timeOffset="90778.03">9513 5056 811 0,'0'0'269'0,"0"0"-15"0,0 0 33 16,0 0-61 0,0 0-40-16,0 0-14 0,18-7-22 15,20 10-66 1,23 3-13-16,8 0 1 0,1-5 2 15,-8-1-17-15,-15 0-24 16,-9 0-8-16,-10-3 15 16,-9 1-32-16,-3-1-7 15,-1 2 0-15,-1-1-1 16,-2 0 0-16,-6 2-11 16,-6 0-55-16,0 4-255 15,-3 1-642-15</inkml:trace>
  <inkml:trace contextRef="#ctx0" brushRef="#br0" timeOffset="91231.87">9643 5604 1198 0,'0'0'251'0,"0"0"-127"0,0 0 4 0,0 0 49 16,0 0 54-16,0 0-45 0,44 39 31 16,-1-31-28-1,14-5-47-15,4-3-29 0,-4 0-41 16,-13-5-23-16,-14 2-22 15,-9 0-16-15,-2 0-4 16,0 1-6-16,1 2-1 16,1 0-19-16,5 2-146 0,-7 5-363 15,-6 0-714-15</inkml:trace>
  <inkml:trace contextRef="#ctx0" brushRef="#br0" timeOffset="91718.19">9598 6274 1450 0,'0'0'267'0,"0"0"-107"0,0 0-36 16,0 0 44-16,0 0 48 15,0 0 35-15,84 2-69 16,-19-3-67-16,5-5-43 16,-3-3-5-16,-11 1-21 15,-11 0-13-15,-8 2-12 16,-10 0-9-16,-7 2-11 0,-4 2 4 15,-1-1-5-15,3 1-31 16,3-1-95-16,18-10-158 16,-6 2-333-16,0-6-1244 0</inkml:trace>
  <inkml:trace contextRef="#ctx0" brushRef="#br0" timeOffset="93280.06">12496 5457 804 0,'0'0'312'0,"0"0"-61"0,0 0 56 0,0 0-27 16,0 0-62-16,0 0-59 0,-45-37-37 16,27 37-39-1,-1 5-35-15,0 6-32 0,0 4-7 16,2 3 22 0,3 1-1-16,6 0-15 15,4 0-6-15,4-2-9 16,4-2 0-16,9-2 0 0,3-6-1 15,4-5-15-15,1-2-51 16,0-4-15-16,-1-8-16 16,-4-4 12-16,-3-4 52 15,-3 0 32-15,-3-3 2 16,-1 2 0-16,-2-1 1 0,-1 6 21 16,-1 3 41-1,-1 4 43-15,-1 3 0 16,0 6-30-16,0 0-49 15,0 5-27-15,0 8 0 0,-1 6-1 16,0 6 1-16,1 3 1 16,0 1 0-16,6-2 5 15,5-2-6-15,2-4 0 16,2-3 0-16,-1-9-9 16,0-6-45-16,1-3-71 15,-2-9-14-15,-1-10-4 16,0-10 34-16,1-11 61 15,-3 0 29-15,-2 4 19 0,-2 7 2 16,-2 9 11 0,-1 3 55-16,-1 2 31 0,-1 8 24 15,-1 7-39 1,0 1-51-16,0 14-23 16,-3 4-2-16,1 7 1 15,2 3-9-15,0-1-1 16,4 0 1-16,4-2-1 15,1-3 1-15,2-5-6 16,-2-7 0-16,0-5-37 0,0-6-27 16,0-3-3-16,-1-11-12 15,-2-5 33-15,-1-6 37 16,-1-2 14-16,-2-3 1 16,1-1 1-16,-3 3 5 15,0 5 17-15,0 5 51 16,0 7 31-16,0 10-1 15,0 1-67-15,0 13-31 0,0 15 2 16,5 12 2 0,1-2-9-16,2-1-1 0,-2-6 0 15,-1-6-1-15,1-1-1 16,-2 1-16-16,-3-5-126 16,-1-9-100-16,-5-6-341 15,-2-5-501-15</inkml:trace>
  <inkml:trace contextRef="#ctx0" brushRef="#br0" timeOffset="93468.3">12600 5484 1174 0,'0'0'134'0,"0"0"-83"0,46 17-25 0,-3-11 0 0,12-4-10 15,-4-2-16-15,-2 0-27 0,-16-5-237 32,-14-2-355-32</inkml:trace>
  <inkml:trace contextRef="#ctx0" brushRef="#br0" timeOffset="94328.17">12957 5403 690 0,'0'0'227'15,"0"0"-119"-15,0 0 30 16,0 0-43-16,0 0-33 16,-9 38-25-16,9-30-16 15,0-1-10-15,5-3-4 16,1 0-6-16,0-3 7 16,0-1-7-1,-1 0 6-15,1-5 8 0,-1-4 21 16,-2-1 37-16,-2 0 45 15,-1-2-9-15,0 3 7 16,-2 2 17-16,-6 2-5 16,-1 5-25-16,-1 0-41 15,-2 6-26-15,-1 8-14 16,3 4-7-16,3 4-14 16,2 3 5-16,5-1-6 15,1-1 0-15,10-2-1 0,3-4-26 16,3-7-121-16,1-6-113 15,3-4-55-15,-1-8-94 16,0-9 66 0,-2-3 175-16,-3-3 169 0,-3 1 247 15,-1 0 48-15,-4 4-6 16,-2 5-38-16,-2 5-7 16,-2 4-45-16,-1 4-88 0,0 2-74 15,-1 9-23 1,-3 7-4-16,-1 4 2 15,-1 2 4-15,1 0 11 0,1 1-8 16,2-6-10 0,1-2-8-16,1-7-1 0,0-6-1 15,7-4-7-15,3-5 7 16,2-10-35-16,2-3-7 16,2-4 25-16,-2 0 11 15,0 2 6-15,-2 2 0 16,-4 5 1-16,-2 3 1 15,-1 6 0-15,-4 4 0 16,-1 0-1-16,0 6 0 16,0 4 1-16,0 4 0 15,1 2-1-15,0-2 0 0,2-2 0 16,1-3-1 0,1-3 1-16,1-6-1 0,3 0 2 15,-1-7-2 1,2-8 1-16,-1-5 0 0,-1-4 0 15,2-12 1 1,2-11 1-16,-2 3 4 0,-1 3-5 16,-2 12 48-1,-3 17 18-15,-2 0-49 0,0 6-8 16,-1 6-10-16,1 8 0 16,3 16-1-16,1 13 1 15,-1 12 8-15,-1-2-2 16,-2-9-6-16,-2-11-1 15,0-7-9-15,-6 3-87 16,-8 3-186-16,2-3-382 0,1-12-757 16</inkml:trace>
  <inkml:trace contextRef="#ctx0" brushRef="#br0" timeOffset="94584.06">13304 5358 1221 0,'0'0'158'0,"0"0"-57"0,42 5 8 0,-21 4 55 15,1 3-44-15,-2 1-48 16,-2 2-29-16,-4 0-21 0,-4-1-16 16,-4 1-6-1,-3-2 0-15,-2-2 0 0,0-3-88 16,-1-4-94-16,1-4-86 15,6-3 72-15,-2-6-207 16,3-2-121-16</inkml:trace>
  <inkml:trace contextRef="#ctx0" brushRef="#br0" timeOffset="94779.8">13513 5419 223 0,'0'0'315'0,"0"0"-13"16,0 0-12-16,0 0-35 16,14-43 21-16,-14 42-67 15,0 1-78-15,-5 1-70 16,-2 9-31-16,-2 2 8 15,0 7-9-15,2 0-14 16,2 0-9-16,4-2-5 16,1-3 6-16,2-2-7 0,7-2 1 15,3-5 8 1,2-5-9-16,0 0 0 0,-1-6 0 16,0-6-44-1,2-11-61-15,-4 3-94 0,-1-1-349 0</inkml:trace>
  <inkml:trace contextRef="#ctx0" brushRef="#br0" timeOffset="95148.37">13684 5404 174 0,'0'0'1294'16,"0"0"-1099"-16,0 0 33 15,0 0-54-15,-17 51-15 16,17-37-58-16,0-3-30 16,0 1-37-16,0-6-23 15,0-1-1-15,0-4-10 0,0-1 6 16,0-1 1-16,0-10 48 16,0-4-35-16,4-6-13 15,4-4 0-15,3-3 1 16,1 2 5-16,2 4 14 15,-1 6 19-15,-4 10-19 16,0 6-22-16,0 4-5 0,1 12 0 16,1 8 1-1,0 3-1-15,6 14 0 16,-3-6-114-16,-2-9-525 0</inkml:trace>
  <inkml:trace contextRef="#ctx0" brushRef="#br0" timeOffset="95680.95">14462 5234 1064 0,'0'0'246'0,"0"0"-61"0,0 0 112 0,0 0-96 15,0 0-83-15,-54-9-25 16,32 23-54-16,-2 3 6 0,4 3-2 16,5 2-15-1,9-2-10-15,6-1-16 0,3-1 5 16,13-3-5-16,3-1-1 15,3-1 5-15,0-1-6 16,-1 0-6-16,-4-2 5 0,-5-1 1 16,-5-1-1-1,-6-1 0-15,-1-2 1 16,-12-3 0-16,-8 1 0 16,-5-3 1-16,-4 0-1 15,-1 0-26-15,2-3-69 16,5-3-95-16,10-6-6 15,9 1-169-15,4 0-663 0</inkml:trace>
  <inkml:trace contextRef="#ctx0" brushRef="#br0" timeOffset="95935.6">14628 5268 1368 0,'0'0'359'0,"0"0"-8"16,0 0-174-16,0 0-112 16,0 0-41-16,-47 20-9 15,33-1 4-15,2 2 26 16,3 2-14-16,5 1-15 16,4-3 23-16,0-1 0 15,9-2-20-15,6-5-19 16,5-4-12-16,15-9-175 0,-6-4-197 15,-2-7-540-15</inkml:trace>
  <inkml:trace contextRef="#ctx0" brushRef="#br0" timeOffset="96750.18">14823 5262 640 0,'0'0'604'16,"0"0"-269"-1,0 0 7-15,0 0-124 0,0 0-103 16,-42-1-72-16,31 14-15 15,1 5 2 1,3 2 3-16,3 0-5 0,4-1-12 16,0-2-8-16,6-1-8 15,4-5 0-15,2-5 0 16,0-4-12-16,1-2-29 16,0-6-5-16,0-6 12 15,-1-5 11-15,-2-3 22 16,-2-1-2-16,-2-4 3 15,-4 1-2-15,-2 2 2 16,0 4 7-16,0 5 0 16,-5 5 21-16,-1 5-4 0,1 3-14 15,2 0-10 1,1 7 0-16,2 5 0 0,0 1 0 16,7 2 0-1,6-2-1-15,5 0 0 0,3-2-8 16,0-5-18-1,2-1-8-15,-4-5 2 0,-4 0 18 16,-1-1 10 0,-4-7 5-16,-2 0 1 0,-1-2 14 15,-1 2 35-15,-2 1-10 16,-1 2-6-16,0 3-5 16,-3 2-9-16,1 0-11 15,-1 4-8-15,1 6 6 16,0 6 11-16,0 2 15 0,3 3 1 15,1 0 0-15,3-1-6 16,1-2 4 0,4-3-10-16,0-5-7 0,2-4-9 15,2-3-5 1,-1-3-1-16,-1-6 1 16,1-7-1-16,-1-5 0 15,-1-7-16-15,-1-2-27 16,-2-1-8-16,-4 2 30 15,-3 6 5-15,-3 6-3 0,-1 4 13 16,-2 8 6-16,-8 2 0 16,-5 1 1-16,-3 11 12 15,-2 3 3-15,3 4-1 16,4 3 51-16,7 1-16 16,6-2-7-16,1 1 8 0,11-2 4 15,6-3-4 1,3-3-6-16,4-2-9 0,3-4-6 15,4-5-11-15,0 0-7 16,3-3-10-16,-4 0-2 16,-2-4 0-16,-4-2-1 15,-7 0-35-15,-18 4-35 16,0 2-140-16,-17 0-652 0</inkml:trace>
  <inkml:trace contextRef="#ctx0" brushRef="#br0" timeOffset="98348.11">10981 7036 979 0,'0'0'214'0,"0"0"-31"0,-39 4 79 0,27-1 27 16,3-2-1-16,4 0-56 16,3-1-50-16,0 0-52 15,2 2-62-15,0-1-30 0,4 2-16 16,8 0 23-16,12 1 1 16,15-2 10-16,17-2-10 15,5 0-24-15,0 0-13 16,-8-1-8-16,-14-1-1 15,-10 0 0-15,-8-1-9 16,-5 2-21-16,0-2-86 16,-7-2-202-16,-4 1-286 15,-5 0-400-15</inkml:trace>
  <inkml:trace contextRef="#ctx0" brushRef="#br0" timeOffset="98584.06">10918 7176 1505 0,'0'0'285'0,"0"0"-116"16,0 0 22-16,0 0 70 0,0 0 23 15,0 0-58 1,72 20-93-16,-17-20-63 0,5 0-28 16,-9 0-13-1,-13-4-10-15,-14 1-11 0,-7 1-7 16,4-1-1-1,0 1 0-15,2 0-45 0,9-1-151 16,-7 0-345-16,-3-2-640 0</inkml:trace>
  <inkml:trace contextRef="#ctx0" brushRef="#br0" timeOffset="99901.43">12239 6880 147 0,'0'0'154'16,"0"0"-99"-16,0 0-32 0,0 0-4 0,0 0 36 16,0 0 80-1,0 0 34-15,0-2 32 0,0-1-26 16,0 0-24 0,0-2 42-16,-1-2 25 0,-3 1-21 15,-2 1 11 1,-2 0-44-16,-2 2-45 0,-3 2-79 15,-1 1-24-15,-4 0-7 16,-1 9-8-16,0 4 8 16,0 3 9-16,3 4 7 15,2 0 2-15,7 3-2 16,4-2-4-16,3 0-6 16,3-3-4-16,9-4-10 15,3-2-1-15,4-4 0 16,1-7-6-16,0-1-16 15,1-5-61-15,-2-8 11 16,-1-4 7-16,-3-3 32 16,-2-4 20-16,-3-1 12 15,-2 0 1-15,-3 1 6 0,-2 4-4 16,-1 3 32 0,-2 7 23-16,0 3-21 0,0 5-9 15,0 2-20 1,-5 4-6-16,-1 9-1 0,-1 6 0 15,1 4 18-15,2 4 6 16,3-1 1-16,1 0-6 16,7-3-10-16,5-4-9 15,4-5 0-15,3-5-1 16,1-9-12-16,1 0-66 16,-2-11-28-16,-2-8-11 15,-4-4 1-15,-1-5 42 0,-2-10 47 16,-1-9 22-1,-2 3 6-15,-2 7 0 0,-2 10 8 16,-2 12 20 0,-1 4 53-16,0 4 7 0,0 7-45 15,0 4-30-15,-2 14-13 16,-2 8 2-16,2 7 10 16,2 0 8-16,0 2-19 15,9-4 7-15,3-3-8 16,3-4 0-16,0-5 0 15,0-7-31-15,1-9-65 0,-3-3-39 16,0-8-19 0,-3-11-3-16,-2-6 68 0,-3-10 68 15,-3-12 21 1,-2-11 38-16,0 4 41 0,0 10 7 16,0 21 9-1,0 13 85-15,-1 4-70 0,-1 6-72 16,2 2-38-1,0 24-3-15,0 17 3 16,5 14 9-16,4 3 40 0,-1-10 12 16,-1-17-20-16,-3-11-22 15,-2-4-12-15,-1-1-7 0,-1 1-54 16,0-5-125 0,-7-6-179-16,-1-7-513 0</inkml:trace>
  <inkml:trace contextRef="#ctx0" brushRef="#br0" timeOffset="100048.1">12401 6881 1162 0,'0'0'155'0,"0"0"-122"0,0 0-14 0,74 18-10 15,-21-14-8-15,4-4-1 16,-6 0-52-16,-18-3-203 15,-13-2-302-15</inkml:trace>
  <inkml:trace contextRef="#ctx0" brushRef="#br0" timeOffset="100418.04">12735 6807 744 0,'0'0'234'0,"0"0"-40"15,0 0-53 1,0 0-48-16,0 0-25 0,0 0-25 15,-9 40-21-15,14-31-10 16,2-1-6-16,2-2-5 16,-1-2 0-16,1-4 0 0,0 0 12 15,-2-3 32 1,1-8 24-16,-3-1-15 0,-1-5 7 16,-2 0 43-1,-2-2-4-15,0 3-5 0,-4 2 16 16,-4 6-2-1,-2 5-62-15,-2 3-29 0,-1 8-10 16,-1 9-1 0,3 5 2-16,1 2 3 0,5 2 0 15,5 0-5-15,3-3-7 16,11-3 0-16,5-4-21 16,6-7-130-1,13-9-152-15,-5-7-264 0,-3-5-166 0</inkml:trace>
  <inkml:trace contextRef="#ctx0" brushRef="#br0" timeOffset="100948.03">12963 6789 698 0,'0'0'331'16,"0"0"30"-16,0 0-31 0,0 0-20 15,0 0-114 1,0 0-121-16,0 0-51 16,4-4-6-16,-8 26 29 15,0 1-4-15,1-2-6 16,1 0-9-16,1-5-16 15,1-4-11-15,0-3 1 16,3-5-2-16,4-4-2 0,1-1-7 16,3-9-25-16,2-4-16 15,1-3 10-15,-1 0 13 16,1-1 14-16,-1 2 5 16,-3 4 8-16,-3 2 0 15,-1 5 1-15,-5 5 6 16,1 0-6-16,-2 8 1 0,2 6 8 15,-1 2 12-15,1 2-8 16,2-3 2-16,1 0-10 16,3-3 1-16,0-5-6 15,3-4 0-15,1-3 0 16,0-2 1-16,-1-10-1 16,1-5-1-16,-3-11 1 15,0-13 0-15,-4-17 0 16,-3-8 0-16,0 10 0 15,-2 15-1-15,0 20-25 16,0 10-22-16,0 3 7 0,0 5 22 16,0 3 0-1,0 5-26-15,1 20 16 0,6 13 28 16,3 17 16 0,-1 6 29-16,-1-4 1 0,-6-14-11 15,-2-13-35 1,0-1-7-16,-6-9-222 0,-1-5-527 0</inkml:trace>
  <inkml:trace contextRef="#ctx0" brushRef="#br0" timeOffset="101483.58">13190 6697 1132 0,'0'0'174'0,"0"0"-115"0,0 0 44 16,44 34 27-16,-31-15-2 0,-4 1-39 16,-3 0-49-1,-5-3-26-15,-1-4-12 16,-7-6-2-16,-5-4-13 16,-1-3-104-16,0-7-57 0,4-11 20 15,4-5 34 1,5-5 53-16,2-1 47 0,9 1 18 15,6 5 2-15,4 5 2 16,2 8-2-16,1 5-2 16,0 5-36-16,-3 0 15 15,-2 7 11-15,-3 0 3 16,-3 0 9-16,-3-2 2 16,-4-1 17-16,-2-3 84 15,-3 0 86-15,-1 0 33 0,0 0-48 16,-1 3-50-1,-7 2-33-15,-2 6 2 0,-1 2 0 16,1 5-31-16,3 0-22 16,3 2-15-16,4-1-13 15,0-1-3-15,6-4 0 16,5-2-9-16,2-5 6 16,0-4-5-16,0-4-1 15,-1 0 1-15,0-7 6 16,-2-4-7-16,-1-6 1 15,-4-6 1-15,-3-1-2 0,-2-3-1 16,0 3-53 0,-3 4-13-16,-3 8-51 0,2 5-218 15,4 6-375-15</inkml:trace>
  <inkml:trace contextRef="#ctx0" brushRef="#br0" timeOffset="101849.01">13545 6679 1220 0,'0'0'177'0,"0"0"-19"0,0 0 24 0,0 0-22 16,6 47-33 0,-6-33-56-16,1-1-41 15,-1-4-19-15,0-2-10 16,0-3 0-16,0-4 7 0,0 0 9 15,0-6 96-15,3-7-69 16,4-3-14-16,4-4 24 16,1-2-25-16,4 2-29 15,0 2 0-15,-2 5-9 16,0 4 7-16,-3 6 1 16,-1 3-17-16,-2 4 6 15,1 10 11-15,-2 4 1 16,1 4-1-16,-3 3 0 15,-1 1 0-15,-2 0 1 16,-2-3-1-16,0 3-6 0,-1-7-311 16,-3-6-1501-16</inkml:trace>
  <inkml:trace contextRef="#ctx0" brushRef="#br0" timeOffset="102398.16">14119 6596 1142 0,'0'0'629'16,"0"0"-566"-16,0 0-25 15,0 0-21-15,0 0-15 16,0 0 5-16,-4 45 20 15,4-19 37-15,0 3 17 16,3-2-17-16,3-2-28 16,0-6-22-16,2-4-8 15,2-7-4-15,0-5-1 0,2-3 8 16,-1-9-8 0,3-7 5-16,-1-3-6 0,-3-3-1 15,2 2 1-15,-4 3-6 16,-2 3 6-16,-1 5-1 15,-3 7 0-15,-2 2 1 16,0 1-2-16,0 11-11 16,0 5 13-16,0 3 19 0,0 1 6 15,3 0-1 1,5-5-11-16,2-1 2 0,2-6-2 16,2-7-1-1,0-2 4-15,1-4-8 0,1-10-8 16,-3-5 0-16,-1-6-1 15,-2-3-27-15,-2-2-27 16,-3-1-9-16,-3 3-25 16,-1 7-24-16,-1 7 6 15,0 7 24-15,0 7-217 16,-1 5-224-16,1 4-140 0</inkml:trace>
  <inkml:trace contextRef="#ctx0" brushRef="#br0" timeOffset="102898.37">14446 6643 835 0,'0'0'172'0,"0"0"74"0,0 0-96 0,0 0-46 16,0 0-41-16,0 0-15 15,0 0 9-15,33-6-15 16,-28 5-13-16,-1-3 6 15,0 0-19-15,-2-2 0 16,0-1-10-16,-2 0 0 0,0 0-3 16,-1 1-2-1,-5 1 5-15,-1 2-5 0,-1 3-1 16,-1 0 0 0,-2 6 1-16,2 6 0 0,0 5 0 15,3 2 24 1,4 1 10-16,2 1-4 0,2 0-15 15,9-2 5-15,4-4-1 16,2-4 13-16,3-5-3 16,1-5-2-16,-1-1-16 0,-1-9-11 15,-1-6 9 1,-1-5-4-16,-2-3-5 0,-2-3 7 16,-2 0-8-1,-2 2-9-15,-3 7-18 0,-2 6 10 16,-3 6 16-1,-1 5 1-15,0 0-1 0,0 11 0 16,0 4 1-16,0 6 20 16,0 1 5-16,0-1 7 15,0-2-5 1,0-2-21-16,0-5-6 0,0-10-90 16,0-2-280-1,-1-4-466-15</inkml:trace>
  <inkml:trace contextRef="#ctx0" brushRef="#br0" timeOffset="103030.23">14663 6458 318 0,'0'0'61'0,"9"58"-61"0,1-32-361 0</inkml:trace>
  <inkml:trace contextRef="#ctx0" brushRef="#br0" timeOffset="104028.27">14786 6529 518 0,'0'0'251'16,"0"0"20"-16,0 0-64 16,0 0-73-16,0 0-77 0,-38-36-35 15,28 45-11 1,2 3 8-16,1 1 0 15,3 2-4-15,4-2-8 0,0-2-6 16,3-3 5 0,5-2-5-16,2-4 0 0,1-2 6 15,1 0-1 1,-2 0 32-16,-4 0 9 0,-2 0-17 16,-3 0-12-1,1 4-12-15,-2 9 7 0,1 6 29 16,0 13 24-1,0 11 11-15,-1 13 16 0,0-5 14 16,0-10-3-16,-2-14-33 0,-2-7-31 16,-3 0-10-1,-3-1 10-15,-2 0-18 0,-2-6-12 16,2-7-9 0,0-6 0-16,2-2 0 15,3-12-1-15,4-4-12 16,3-5-14-16,4-4-14 15,14-8-9-15,2 0-17 16,6 0-28-16,2 2-13 0,-2 7 7 16,2-1 3-16,-2 3 21 15,-3 2 32-15,-5 0 20 16,-3-1 0-16,-2 0-30 16,-4 3-20-16,-3 3 13 15,-2 4 36-15,-3 6 20 16,0 4 5-16,-1 3 11 15,0 3-5-15,-2 11-5 16,-4 6 10-16,1 5 82 0,1 4 40 16,2 0-9-1,2 1-45-15,0-5-26 0,0-2-25 16,3-4-5 0,3-6 6-16,0-5-3 0,1-6-11 15,2-2 3 1,2-6-1-16,1-8-16 0,1-3 6 15,0-3-7-15,-1-2-11 16,-2 3-19-16,-2 3-7 16,-3 6 14-16,-2 4 13 0,-3 4 10 15,1 2 0 1,-1 0-6-16,0 8-26 0,1 6 27 16,0 2 5-1,3 1 28-15,1 2 0 0,1-3-3 16,2-3-2-1,1-4-4-15,1-3-2 0,0-5 0 16,3-1 5-16,0-5-13 16,-1-7-8-16,1-4-1 15,-1-6 1-15,1-4-1 16,0-10-24-16,4-12-26 16,2-9-27-16,-3 6-52 15,-5 13-25-15,-7 17 0 16,-3 15 37-16,-1 2 72 15,0 3 32-15,0 1 5 0,-1 6-33 16,-3 11 5 0,-2 7 36-16,0 3 57 15,1 4 34-15,1-2 10 16,0-2-10-16,0-3-18 16,1-2-19-16,-1-4-30 15,-6 0-24-15,3-6-214 0,0-5-811 16</inkml:trace>
  <inkml:trace contextRef="#ctx0" brushRef="#br0" timeOffset="104231.75">15103 6563 1454 0,'0'0'181'0,"0"0"-70"0,0 0-28 0,41-2-55 15,-16 2-17 1,2 0-9-16,2 6 5 0,0 1-7 16,2 3 0-16,-8-3-44 15,-6-1-153-15</inkml:trace>
  <inkml:trace contextRef="#ctx0" brushRef="#br0" timeOffset="106548.04">6466 7243 665 0,'0'0'217'0,"0"0"8"0,0 0-9 0,0 0 48 0,0 0-30 15,0 0-48-15,0 0-45 16,-22 4-37-16,22-3-6 16,5-1 1-16,15 4 20 15,18-1 35-15,20-3-30 16,13 0-27-16,3 0-39 15,-5-3-20-15,-8-2-12 16,-6 1-9-16,-12 0-5 16,-12 1-6-16,-10 2-6 0,-6-1 1 15,1 0-1 1,-2 1-1-16,-2-1-5 16,-5 1-18-16,-5 1-63 15,-2-1-23-15,-7 1-102 16,-23-4-164-16,2 1-254 15,-5 0-446-15</inkml:trace>
  <inkml:trace contextRef="#ctx0" brushRef="#br0" timeOffset="106898.11">6382 7366 1021 0,'0'0'571'0,"0"0"-491"16,0 0-13-16,0 0 120 15,0 0 71-15,0 0-24 16,71 25-33-16,-3-25-19 16,12 0-42-16,4-11-48 15,-5-2-24-15,-11 1-23 16,-5-1-9-16,-6 1-9 15,-6 1-9-15,-11 2-3 16,-11 2-4-16,-10 3-11 16,-6 1 1-16,-3 1 4 15,-4 0-5-15,-2 2-6 0,-4 0-30 16,-33 5-98 0,-1 4-321-16,-8-1-451 0</inkml:trace>
  <inkml:trace contextRef="#ctx0" brushRef="#br0" timeOffset="109718.09">4509 7996 981 0,'0'0'314'0,"0"0"-38"0,0 0 7 0,0 0-14 15,0 0-49-15,0 0-27 0,47-12-34 16,-3 3-23 0,21-8-29-16,12-3-24 15,0-3-31-15,0-1-22 16,-10 3-8-16,0 1-10 0,-5 3-3 16,-8 3-1-16,-13 3-2 15,-12 3-6-15,-13 5-2 16,-6 1-4-16,-4 0-15 15,-3 2-71-15,-3 0-77 16,-30 10-112-16,-3 3-247 16,-5 1-342-16</inkml:trace>
  <inkml:trace contextRef="#ctx0" brushRef="#br0" timeOffset="110068.01">4553 8137 1633 0,'0'0'249'16,"0"0"-175"0,0 0 89-16,0 0 62 15,0 0 29-15,57-5-8 16,6-13-77-16,16-7-65 15,7-4-48-15,-2-1-4 16,-9 3-22-16,-1 0-9 16,-7 1-7-16,-8 2-4 0,-15 4-4 15,-13 6-6 1,-12 6 0-16,-6 1 1 16,-1 1-1-16,-4 2-1 15,1 0 1-15,-8 2-2 16,-1 1-14-16,-8 1-49 15,-33 2-152-15,0 4-371 0,-5 1-399 0</inkml:trace>
  <inkml:trace contextRef="#ctx0" brushRef="#br0" timeOffset="114448.16">9024 7906 1136 0,'0'0'356'0,"0"0"-105"0,0 0 23 16,0 0-29-16,48-14-27 0,-27 9-57 16,12 0-45-1,11-2-41-15,11 1-5 0,-3 0-36 16,-12 2-19 0,-11 2-14-16,-12 2-1 15,-1-1-7-15,0 1-41 16,-4 0-131-16,-6 0-92 15,-6 0-14-15,-3 1-23 16,-7 2-89-16,-1 0-353 0</inkml:trace>
  <inkml:trace contextRef="#ctx0" brushRef="#br0" timeOffset="114684.02">9069 8072 1230 0,'0'0'378'16,"0"0"-76"-16,0 0-66 16,0 0-42-16,0 0-16 15,0 0-46-15,0 0-17 16,53-10-43-16,-24 0-36 16,4 0-14-16,3 1-22 0,-3 0 0 15,0 1-31 1,-4 2-114-16,2 1-138 15,-8 0-232-15,-6 0-231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53:57.6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9032 3393 1482 0,'0'0'514'0,"0"0"-267"16,0 0-28-16,0 0-1 0,0 0-42 16,0 0-15-1,46 13-40-15,-6-7-43 0,12-1-18 16,-2-1-12-1,-10-1-24-15,-14-1-15 0,-9-1-8 16,0 0-1-16,-1 1 0 16,-2-1-20-16,-7 0-71 15,-7-1-71-15,-1-1-183 16,-6-3-412-16</inkml:trace>
  <inkml:trace contextRef="#ctx0" brushRef="#br0" timeOffset="399.96">9119 3263 115 0,'0'0'1557'0,"0"0"-1086"16,0 0-205-16,0 0-32 15,0 0-39-15,0 0-60 16,0 0-66-16,-39-2-34 0,21 10-8 16,-1 4 8-1,-1 3 1-15,-1 5-9 0,0 1-3 16,3-1 6 0,5-1 0-16,3-2-9 0,6-2-8 15,4-2-1 1,0-2 0-16,9-1-2 0,5-3 10 15,5-1-2-15,3-2-3 16,4-4-6-16,3 0 0 16,3 0-8-16,-1-2-1 15,-1-2 0-15,-5 0-47 16,-2 3-104-16,-7 1-215 16,-6 0-550-16</inkml:trace>
  <inkml:trace contextRef="#ctx0" brushRef="#br0" timeOffset="1800.13">9095 4012 417 0,'0'0'162'0,"0"0"-31"0,0 0-14 16,0 0-6-16,0 0-22 15,0 0-14-15,0 0-1 16,0 0 5-16,0 0 1 15,0 0-10-15,0 0 7 0,0 0 8 16,0 0-3 0,0 0-3-16,0 0-3 15,0 0 3-15,0 0 7 16,0 0 12-16,0 0 5 0,6 2-14 16,1 0-11-1,1 0-11-15,3-1-18 0,-2 1-9 16,5-1-9-16,-2-1-13 15,2 0-3-15,-1 0-8 16,2 0-1-16,1-3-5 0,-2-1-1 16,-1 0 0-1,-2-1 1-15,-2 2-1 0,-2-1 0 16,-4 2-9 0,-1-1-54-16,-2 0-97 0,-2-3-162 15,-5 1-267 1,0 0-273-16</inkml:trace>
  <inkml:trace contextRef="#ctx0" brushRef="#br0" timeOffset="2133.17">9198 3917 1159 0,'0'0'284'0,"0"0"-98"16,0 0-37-16,0 0-28 0,0 0 2 16,0 0 23-1,0 0-43-15,13 32-33 0,-4-25-10 16,1 0 0 0,0-1-13-16,0 0-23 0,0-1 0 15,-1 0-3 1,-1-1-5-16,-1-1-4 0,-4-1-3 15,0 1 1-15,-2-1-8 16,-1 2-2-16,-1 2 6 16,-10 2 3-16,-6 2-9 15,-7 2-4-15,-17 3-181 16,3-3-345-16,5-3-786 0</inkml:trace>
  <inkml:trace contextRef="#ctx0" brushRef="#br0" timeOffset="5149.92">8697 3035 731 0,'0'0'184'0,"0"0"34"16,0 0-14-16,0 0 55 15,0 0-31-15,0 0-22 16,0 0-62-16,-23-39-42 0,8 31-56 16,-4-1-28-1,-3 2-17-15,-3 0 8 0,-2 2-9 16,-2 1 0-1,0 1 0-15,0 3 1 0,-1 0-1 16,-1 0-1-16,-1 5 1 16,-1 3 0-16,1 1 0 15,-2 5 0-15,2-1 6 16,0 2-3-16,3 1 15 16,4 0-3-16,3 0-2 15,2 0-1-15,1 0 7 16,3 1-3-16,2 1-2 15,1 1-7-15,3 1-5 16,-1-1 11-16,4 3 0 16,-1 1 1-16,1 1-13 15,2 1 7-15,-2 1 13 16,1-1 28-16,2 0 13 0,0-2-25 16,2 1-8-1,0-2-4-15,1 1 11 0,1 0-2 16,0 1 1-16,0-2-2 15,1 1 2-15,5-2-5 16,-1-1-9-16,2-1-1 16,1-1-2-16,2-3-2 15,0-1 2-15,1-1 1 16,2-2-1-16,0-2 3 16,2 1-4-16,0-2-7 15,4 0 2-15,-2-1-1 16,4-1-2-16,1-1 6 15,1 1-6-15,2-1-3 0,-1-1 1 16,-1 0-5-16,-3-2-1 16,0 3 1-16,-3 0-1 15,-2-1 0-15,2-1 0 16,0 0 0-16,0 0 1 16,-1-1 4-16,0 0-5 15,1-1 6-15,0 0-1 16,-1-1 2-16,0 0-7 15,1 0 5-15,0-2-5 16,-1-2 7-16,2-1-2 16,2-3 15-16,-1-2-9 15,0 2-11-15,0-4 4 0,0 0-4 16,-1 0-1 0,-1 0 0-16,1 0 0 15,-3 0 0-15,-1 0 0 16,0 1 0-16,0-2-1 0,-3 2 1 15,4-3 0-15,-4 0 0 16,2-1-1-16,1-1 1 16,-2-2-9-16,-1-1 8 0,-1-2-9 15,-1-3 1 1,-1 0-9-16,-1-2-8 0,-1 2 5 16,-2-1 12-1,1 0 9-15,-4-1-14 0,0 1-10 16,-1-2 6-16,0 1-4 15,-2 1 10-15,-4 1-8 16,-1 0-8 0,0 2-9-16,-3 1 1 15,1 1 13-15,-2 1 16 0,-1 1-2 16,-1 1-5-16,2 1-33 16,-2 2 5-16,4 3 12 15,-1 2 13-15,0 1 7 16,-1 2-5-16,0 0-10 15,-2 1-7-15,1 0-14 16,0 1 18-16,0 2 19 16,0 0 7-16,0 0-5 0,0 2-18 15,0-1 16 1,2 1-11-16,1 0 3 16,1 0 6-16,2 0-4 15,1 0 6-15,1 0 0 0,-1 0-7 16,3 0 1-1,1 0 3-15,-2 0-4 16,2 0 0-16,-2 0 5 0,0 0 1 16,-1 0-3-16,-1 2 7 15,1-1-9-15,2 2 3 16,-1-2 0-16,-1 0-1 16,3 0 2-16,-1 0-2 15,1 0 0-15,0 0-2 16,-2 0-1-16,1-1 2 0,-1 3 0 15,1-2-3-15,1 0 3 16,-1-1-4 0,1 0-4-16,1 0 7 15,0 0-9-15,0 0 4 0,0 1-8 16,-2 1-21-16,-4 2-9 16,1 0-135-16,-1 0-477 15</inkml:trace>
  <inkml:trace contextRef="#ctx0" brushRef="#br0" timeOffset="15900.08">10303 3864 1153 0,'0'0'261'0,"0"0"-14"0,0 0-7 16,0 0-7-16,0 0-123 15,0-32-47-15,0 32-23 16,0 0-15-16,0 4-20 15,0 8-4-15,1 9-1 0,1 7 33 16,0 2-8 0,0 2 12-16,-1 0 35 0,1-2-2 15,-1-2-48 1,1-3-22-16,-1-4-9 16,0-4-128-16,0-5-234 15,-1-6-346-15</inkml:trace>
  <inkml:trace contextRef="#ctx0" brushRef="#br0" timeOffset="16150.13">10427 3770 1527 0,'0'0'533'0,"0"0"-421"15,0 0-55 1,0 0-29-16,0 0-17 0,6 67 30 15,-2-30 39-15,0-1 14 16,-2-4-7-16,1-6-18 16,-2 3-26-16,1 2-7 15,-1-2-23-15,-1-5-13 16,0-5-106-16,-10-1-149 16,-2-7-318-16,-3-4-274 0</inkml:trace>
  <inkml:trace contextRef="#ctx0" brushRef="#br0" timeOffset="16381.45">10213 4017 1497 0,'0'0'373'16,"0"0"-136"-16,0 0-21 0,0 0-74 15,22 54-42 1,-6-31 6-16,3 0-12 0,5 0-23 15,0-3-16-15,2-2-14 16,0-4-16-16,-2 0-8 16,-2-5-11-16,-2-4-6 0,-3-1-62 15,-2-4-141 1,-4-6-105-16,-3-3-465 0</inkml:trace>
  <inkml:trace contextRef="#ctx0" brushRef="#br0" timeOffset="16565.97">10572 3958 1565 0,'0'0'488'0,"0"0"-299"16,0 0 3-16,-10 41 18 16,3-16-112-16,-2 5-32 15,-2 2-11-15,1 3-13 16,-2 7-42-16,-8 13-15 15,3-7-242-15,-3-5-321 0</inkml:trace>
  <inkml:trace contextRef="#ctx0" brushRef="#br0" timeOffset="17150.34">8423 5216 1737 0,'0'0'365'0,"0"0"-114"0,0 0-68 15,0 0 16 1,0 0-47-16,0 0-50 0,40-12-20 15,-8 4-40-15,11-3-25 16,-1-1 2-16,-6 3-10 16,-2 0-9-16,-11 3-3 0,1 0-9 15,-2 0-82 1,-8 2-142-16,-14 4-136 16,-3 0-336-16,-10 0-576 0</inkml:trace>
  <inkml:trace contextRef="#ctx0" brushRef="#br0" timeOffset="17365.93">8412 5292 998 0,'0'0'967'0,"0"0"-682"16,0 0-25-16,0 0-31 15,0 0 4-15,0 0-97 0,59-21-67 16,-29 10-31-16,3 0-17 15,0 1-9-15,-1 0-5 16,-2 2-7-16,-3 0-5 16,-2 1-5-16,1 0-80 15,-6 2-229-15,-9 0-428 0</inkml:trace>
  <inkml:trace contextRef="#ctx0" brushRef="#br0" timeOffset="22132.08">11557 3370 440 0,'0'0'127'0,"0"0"36"0,9-59 74 16,-8 34-28-16,-1 2-46 15,0 2 23-15,-4 4-46 16,-5 4 51-16,-3 8-59 0,-2 5-91 15,-4 1-41 1,-2 13-10-16,3 5 4 0,3 4 6 16,5 4 12-1,6-1 1-15,3 0 15 0,9-3 23 16,5-3 2 0,2-1-6-16,-1-3-5 0,-2 0-14 15,-3-2-19 1,-5 1-8-16,-5-1 8 0,0 1-1 15,-12 1 0-15,-5 0-6 0,-5-1-1 16,-3-1-1 0,-1-3 0-1,5-3-51-15,6-8-116 0,5-4-120 16,8-8-315-16</inkml:trace>
  <inkml:trace contextRef="#ctx0" brushRef="#br0" timeOffset="22459.99">11736 3264 1306 0,'0'0'215'16,"0"0"-36"-16,0 0-30 0,-31 48-14 16,27-25-7-1,1-1-59-15,3-1-19 0,1-3-16 16,8-4-10-16,2-3-14 15,1-7-2-15,3-3 6 16,-1-1 15-16,0-9 15 16,-1-5-14-16,-3-6-18 15,-2-4-11-15,-3-3 8 16,-5-1-9-16,0-1 1 16,-10 7 1-16,-2 4-2 15,-5 7-17-15,-1 7-19 0,-1 4-14 16,3 2-1-1,3 7-42-15,10 1-111 0,6 1-81 16,10-2-115-16,2-4-278 0</inkml:trace>
  <inkml:trace contextRef="#ctx0" brushRef="#br0" timeOffset="23050.11">11908 3136 774 0,'0'0'330'16,"0"0"52"-16,0 0-52 15,0 0-101-15,0 0-137 0,0 0-58 16,0 0-21 0,9 19 22-16,-8 26 35 0,0 16 1 15,-1 7 3 1,1-5-4-16,1-6 13 0,2-12-1 16,2-7-33-1,1-10-19-15,-2-8-6 0,0-5-17 16,3-1-7-1,-2-2 0-15,1-3-1 0,-2-6 0 16,-1-3 1-16,2-8 0 0,-3-10 1 16,0-6-1-1,-3-5 0-15,0-2-15 0,-5 0-4 16,-7 4-1 0,-4 5 2-16,-3 5 5 0,-4 7-17 15,1 3-3 1,2 4-5-16,5 3 24 0,7 0 7 15,7 0-76-15,1 0-52 16,16 0 50-16,12 0 20 16,13-7-17-16,1-4 6 15,-4-1-10-15,-7-2 22 16,-10-4 17-16,-1-4 29 16,0-13 17-16,-6 2 1 15,-3-3 12-15,-6 3 20 16,-2 9 38-16,-2 2 69 0,-1 9-6 15,0 5-68 1,0 8-37-16,0 1-19 16,0 20-9-16,0 16 0 15,5 14 6-15,2 5 45 16,0-10-2-16,0-11-24 16,-1-15-24-16,-3-4-1 0,0 1-60 15,-3 2-159 1,0-4-160-16,0-8-472 0</inkml:trace>
  <inkml:trace contextRef="#ctx0" brushRef="#br0" timeOffset="23680.05">12074 3275 203 0,'0'0'714'0,"0"0"-634"0,40-12-54 16,-2 3-25-1,0 1-1-15,-2 0-87 0,-5 1-1 16,-9 0-6-16,-3-1 76 16,-2-1 18-16,-7 1 88 15,-6 2 146-15,-3 0 42 16,-1 4 44-16,0 1-64 16,0 1-108-16,0 3-100 15,0 7-27-15,1 5 25 16,2 6 5-16,0 0-8 15,2 2-6-15,-2-1-15 0,2-3-8 16,-2-3-13 0,-1-5 0-16,1-3-1 0,-3-5-1 15,0-3-9 1,0-3 10-16,0-10-23 0,0-6-23 16,0-5 24-1,0-3 16-15,1 1 6 0,4 3 0 16,1 5 0-16,3 8 1 0,0 5 0 15,2 5-1 1,0 6 0-16,1 7 0 0,-1 6 1 16,-1 3-1-1,-3 0 1-15,-3-1 0 0,-2-2 0 16,-2-2 0 0,0-5 0-16,0-4-1 0,-4-7 7 15,1-1 41 1,1-8 23-16,2-10-30 15,0-5-4-15,1-6-7 16,8 0 34-16,2 0-39 16,3 6-16-16,-1 6-9 0,2 7-6 15,-2 7 0-15,3 3-1 16,0 8-3-16,3 8-5 16,-1 5 14-16,-1 2 1 15,-3 1 0-15,-4-2 0 16,-1 4-79-16,-5-7-303 15,-2-7-585-15</inkml:trace>
  <inkml:trace contextRef="#ctx0" brushRef="#br0" timeOffset="24062.17">12746 3090 1383 0,'0'0'247'0,"0"0"85"0,0 0-108 0,0 0-111 15,0 0-79-15,0 0-34 16,0 0 1-16,-27 42 8 16,21-17 0-16,3 0 6 15,2 0 0-15,1-1-5 16,0-5-8-16,3-5-1 0,3-3 0 16,1-6 0-1,0-5 0-15,-1-1 6 16,1-11-1-16,-3-3 0 15,1-4-6-15,-1-3 1 0,-1 1 5 16,-1 4-5 0,-1 2 0-16,0 6-1 15,0 3 1-15,0 6 1 0,0 0-2 16,2 1-15 0,0 9 13-16,3 2-8 0,0 3-51 15,1 1-103-15,0 2-75 16,-1-5-280-16,-1-4-280 0</inkml:trace>
  <inkml:trace contextRef="#ctx0" brushRef="#br0" timeOffset="24449.89">12825 3152 1034 0,'0'0'259'0,"0"0"135"16,0 0-135-16,0 0-61 15,0 0-99-15,0 0-55 16,45-27-23-16,-31 36-3 15,-2 5-8-15,-3 2 1 0,-4 2-5 16,-5 1 2-16,0 1 4 16,-3-1 2-16,-5-3 3 15,0-3-11-15,1-3-6 16,4-5 0-16,1-5 0 16,2 0 1-16,0-11-1 15,8-6-16-15,2-3-8 16,3-4 5-16,0-1 12 15,-1-1 6-15,-1 1 1 0,-1 2 0 16,-1 3 1-16,-4 5 15 16,0 4 7-1,-3 5-3-15,-1 5-18 0,-1 1-2 16,0 10-5-16,0 6 5 16,0 6 1-16,0 2 14 15,1 1 5-15,3 0-19 16,4-2-1-16,9 0-7 15,-1-7-143-15,-1-7-478 0</inkml:trace>
  <inkml:trace contextRef="#ctx0" brushRef="#br0" timeOffset="24698.8">13386 2754 1428 0,'0'0'202'0,"0"0"-125"0,-40 9-26 0,14 13-1 16,-1 19 33-1,0 21 19-15,7 12 9 0,12 4 42 16,8-5 3-16,13-11-19 0,9-4 17 16,5-6-24-1,7-11-72-15,2-10 32 0,5-13-54 16,2-13-23-16,3-9-13 15,-10-8-198-15,-7-7-973 0</inkml:trace>
  <inkml:trace contextRef="#ctx0" brushRef="#br0" timeOffset="25300.2">13552 2850 1059 0,'0'0'410'0,"0"0"-95"0,0 0 22 0,0 0-165 0,0 0-95 16,0 0-44-16,12 58 40 0,1-10 17 16,-3-2 25-1,0-9-17-15,-5-13-41 0,-1-10-36 16,0-3-13-16,0-3-8 15,2-5 0-15,1-8 1 16,6-25 8-16,3-19-3 16,1-15-6-16,-1-5-2 15,-4 0 1-15,-3 14-53 0,-3 15-43 16,0 16-28 0,-2 13 40-16,2 6 21 0,0 5-65 15,10 12-364 1,-3 9-20-16,0 2-377 0</inkml:trace>
  <inkml:trace contextRef="#ctx0" brushRef="#br0" timeOffset="25859.95">13802 2838 1134 0,'0'0'317'0,"0"0"-214"15,0 0-49-15,0 0 9 16,0 0 20-16,39 37-20 16,-15-30-21-16,2-5-18 15,0-2-17-15,1 0-1 16,-6-9-6-16,-4-4 1 16,-6-4 8-16,-6-1 41 15,-5-1 92-15,-1-1-11 16,-7 2 2-16,-3 2-2 0,0 6 22 15,1 5-84-15,1 5-41 16,-1 1-21-16,2 11-7 16,0 6 0-16,1 3 7 15,3 3 2-15,2 0 6 16,2 1-3-16,2 0 1 0,6-5-7 16,3-3-6-1,1-7 0-15,1-4-1 16,1-6 0-16,-1-4-5 0,-2-9 6 15,0-5 0-15,-2-2-2 16,-2-3 2 0,-2-2 1-16,-1 4 5 0,0 4-4 15,-1 4 7 1,-2 4-3-16,1 5 0 0,-1 4-6 16,2 1-1-16,3 10 1 15,4 3 0-15,1 3 1 16,2 1 14-16,2 2-3 15,-1-3-11-15,-1 0-1 16,-1-5 0-16,-1-3-56 16,-1-8-148-16,-3-1-124 15,-3-5-368-15</inkml:trace>
  <inkml:trace contextRef="#ctx0" brushRef="#br0" timeOffset="26230.18">14170 2753 1257 0,'0'0'181'0,"0"0"-60"0,0 0-50 16,0 0-3-16,0 0-15 15,0 0-18-15,30 42-10 0,-17-39-6 16,1-3-9-16,-3 0 0 16,-1-6 8-16,-3-3 39 15,-4-2 57-15,0 1 13 16,-3 2-25-16,0 3 15 15,0 3-7-15,0 2-61 0,0 7-39 16,2 8-4-16,1 5-5 16,3 6 7-16,3 9 8 15,6 9 39-15,0 9 8 16,-1 0-14-16,-6-7-13 16,-5-13-14-16,-3-12-1 15,-3-2-14-15,-6 2-7 16,-5 0 0-16,-5 0 1 15,-3-4-1-15,-2-9-2 16,0-5-58-16,-2-15-83 0,9-8-120 16,6-6-457-16</inkml:trace>
  <inkml:trace contextRef="#ctx0" brushRef="#br0" timeOffset="26480.03">14577 2470 1766 0,'0'0'230'0,"0"0"-98"0,0 0-63 0,0 0-39 16,0 0-21-16,-6 69 53 15,13-11 43-15,5 10-20 16,3 2-30-16,4-5 71 15,-3-10-24-15,1-6-46 16,-3-12-35-16,-1-10-21 16,3-12-195-16,-3-9-372 0,-2-6-721 15</inkml:trace>
  <inkml:trace contextRef="#ctx0" brushRef="#br0" timeOffset="27679.94">14826 2666 1443 0,'0'0'541'16,"0"0"-365"-16,0 0 61 16,-49-3-89-16,38 15-72 0,2 9-40 15,1 4-5 1,2 6 11-16,1 0-2 0,4-2 2 16,1-5-27-1,0-3-9-15,5-8-6 0,4-4-6 16,3-9-11-16,1 0-32 15,1-11-18-15,1-7 9 16,-1-5 22-16,-1-3 23 0,-3-2 12 16,-2 1 1-1,-2 2 1-15,-1 8 12 0,-3 3 35 16,-1 7 8 0,0 5-8-16,-1 2-37 15,0 5-11-15,0 9-2 16,0 6 2-16,0 3 1 0,0 1 5 15,0-2-5-15,4-2-1 16,1-5 0-16,2-3 0 16,0-7-1-1,1-4-5-15,2-1 0 0,0-4-11 16,1-8-17-16,0-4 6 16,1-2 11-16,-1-2 4 15,0 0 7-15,-2 3 5 16,0 2 0-16,-2 4 1 15,-3 6 1-15,1 5 0 16,-1 0 0-16,1 8 0 0,1 7 0 16,0 6 5-1,3 1 2-15,0 1-2 0,2-3-6 16,-1-4 0 0,2-3 0-16,0-5-9 15,1-6-75-15,0-2-58 16,1-8-80-16,1-7-59 15,-2-4-29-15,0-11 76 16,-3 1 117-16,-2-4 82 0,-2 4 35 16,-5 6 115-16,2 3 91 15,-3 8 4-15,0 7-46 16,-6 5-79-16,-2 1-58 16,-1 11-2-16,1 3-3 15,0 2-14-15,4 2-8 16,1-1 0-16,3-3-1 15,0-3-8-15,0-4-16 16,4-6-20-16,2-2 14 16,2-4-6-16,-2-9 2 15,1-3 26-15,-2-3 9 0,-1 1 34 16,-1 3 59 0,0 3 56-16,-1 5 3 0,-2 6-26 15,0 1-78 1,0 13-38-16,0 12-2 0,1 14 2 15,0 13 12-15,1 3 35 16,-2 0 6-16,2-9-8 16,-1-10-27-16,0-6-17 0,0-8-4 15,-1-4-7 1,0 1-1-16,-3-4-35 0,-2-2-78 16,1-10 3-1,1-3 63-15,3-14-20 0,0-14 21 16,13-13 32-1,14-9 13-15,1 1 1 0,0 10 0 16,-5 12 0 0,-4 6 1-16,2-2 0 0,0-6 1 15,1-2 0-15,-6 3 8 16,-6 4 19-16,-3 4 30 16,-6 8 31-16,-1 5 44 15,-4 6-68-15,-7 2-38 16,-5 13-21-16,-3 6 8 15,-2 8 12-15,2 3 10 16,3 1 5-16,5-2-3 16,7-2-3-16,4-2-4 0,5-6 2 15,11-2-4 1,4-5 3-16,6-4-6 0,4-4-11 16,-1-4-9-1,1-1-6-15,-1 0-1 0,-6 3-110 16,-8 0-472-16,-10 2-1151 0</inkml:trace>
  <inkml:trace contextRef="#ctx0" brushRef="#br0" timeOffset="28399.86">14460 3492 1300 0,'0'0'718'0,"0"0"-636"0,0 0-39 0,0 0 26 0,0 0 83 16,-1 55-49-16,-1-30-36 15,0 1-30-15,-1-2-22 16,-2-5-3-16,1-5-12 15,0-5 1-15,3-8 0 16,1-2 8-16,0-19 1 16,8-3-10-16,3-8 0 15,4-2 0-15,3 7 1 0,2-3 35 16,1 8 43 0,1 6-5-16,-2 6-15 0,-1 6-18 15,-1 3-8 1,-1 10-15-16,0 4 0 0,-2 5-7 15,-2 3-4-15,0-1-5 16,-3 0-2-16,1-5-13 16,-2-4-83-16,0-5-91 15,0-3-40-15,0-4 0 16,0-9-115-16,0-6-34 16,-2-4 149-16,1-4 155 15,-2-2 72-15,-1-1 135 0,-2 0 112 16,0 2 17-1,-3 5-16-15,0 5-44 0,0 4-14 16,0 6-3 0,-3 4-57-16,-3 2-79 0,-1 13-30 15,-1 5 22-15,0 6-7 16,4 1 0-16,1 2 1 16,3-3-10-16,0-4-10 15,4-5-16-15,5-6 5 16,4-6-4-16,-1-5 4 15,3-4-5-15,0-11 1 0,-1-3-1 16,-2-5 0 0,-1-3 0-16,-3-2-1 0,-3 2-12 15,-4 1-14 1,-1 5-11-16,0 7-45 0,-7 5-145 16,-1 4-293-1,3 4-622-15</inkml:trace>
  <inkml:trace contextRef="#ctx0" brushRef="#br0" timeOffset="28561.65">14990 3425 2085 0,'0'0'339'0,"0"0"8"0,0 0-201 0,0 0-58 0,0 0-63 0,0 0-25 16,0 0-68-16,28-4-195 15,-5 2-318-15,-4-3-599 0</inkml:trace>
  <inkml:trace contextRef="#ctx0" brushRef="#br0" timeOffset="28849.94">15200 3117 2354 0,'0'0'484'16,"0"0"-377"-16,0 0-8 15,0 0-50-15,77 40-19 16,-23 19 15-16,2 11 17 16,-10 6 19-16,-16-2 25 0,-21-10 11 15,-13 0 3 1,-27-2-47-16,-22-3-35 0,-29-4-38 15,-24-3-29-15,-26-5-115 16,23-12-140-16,3-12-535 0</inkml:trace>
  <inkml:trace contextRef="#ctx0" brushRef="#br0" timeOffset="38180.08">5141 5313 1227 0,'0'0'329'0,"0"0"-163"16,0 0-33-16,0 0-4 0,0 0-23 15,0 0-6 1,46 1-35-16,-22-6-36 0,3-1-20 16,0-1-8-1,-1-1-1-15,-2 0-43 0,-1-2-144 16,-7 1-327-16,-7 1-661 0</inkml:trace>
  <inkml:trace contextRef="#ctx0" brushRef="#br0" timeOffset="38360.14">5159 5422 1420 0,'0'0'267'0,"0"0"-124"15,0 0-18-15,0 0 14 16,42-18-58-16,1-4-54 16,18-8-27-16,2-2-17 15,-14 8-200-15,-14 6-464 0</inkml:trace>
  <inkml:trace contextRef="#ctx0" brushRef="#br0" timeOffset="39267.43">5584 5498 1266 0,'0'0'404'0,"0"0"-116"0,0 0-125 0,0 0-80 16,0 0-54-16,0 0-23 15,-15 55 3-15,15-16 32 0,0-3 39 16,3-6-35-16,5-10-21 15,2 1 2-15,4-1-2 16,2-8 1-16,1-2-5 16,1-8-14-16,-2-2-5 15,1-8 0-15,-5-7 1 0,-2-1-1 16,-4-3 5 0,-2 1-4-16,-1 2 4 0,-3 3-5 15,1 6 0 1,0 3-1-16,0 4 0 0,2 1-1 15,2 9-5-15,3 5 6 16,2 3 0 0,1-2 26-16,1 0-2 15,-1-5 5-15,1-1-8 16,-1-6-9-16,0-3-6 16,0-1 0-16,-1-9 9 0,-2-5 1 15,-1-6-5-15,-2-3-10 16,-4-5 0-16,-1-2-1 15,-1-3-23-15,-8 1-29 16,-1 5-22-16,1 6 13 16,1 7 7-16,2 10 8 15,2 4 9-15,1 1-13 16,0 10 4-16,3 9-75 16,6-3-187-16,2-1-334 0</inkml:trace>
  <inkml:trace contextRef="#ctx0" brushRef="#br0" timeOffset="52380.35">4699 7610 981 0,'0'0'227'0,"0"0"2"0,0 0-3 0,0 0-38 16,0 0-26-16,0 0-61 15,-6 7 34 1,13 1-46-16,3-1-18 16,6-2-14-16,5-1-7 0,11-4-4 15,8 0 11-15,14-4-17 16,1-5-4-16,-1-2-11 15,-7 1-8-15,-12 2-11 16,-7 2-6-16,-9 1 0 16,-5 2-6-16,-3 0-63 15,-2 0-176-15,-4 2-309 16,-5 1-183-16</inkml:trace>
  <inkml:trace contextRef="#ctx0" brushRef="#br0" timeOffset="52640.26">4789 7768 1383 0,'0'0'311'16,"0"0"-159"0,0 0 20-16,0 0 27 0,0 0-8 15,0 0-84 1,48 10-19-16,-24-8-12 0,4-1-6 15,3-1-9-15,0 0-19 16,9 0-18-16,5-7-8 16,-2-2 1-16,-5 1-10 15,-3 0-7 1,-8-1-1-16,12-2-60 0,26-13-215 16,-9 2-325-16,-3-2-526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55:21.2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8107 1166 1521 0,'0'0'312'0,"0"0"-88"16,0 0 6-16,0 0-98 15,0 0-68-15,0 0-30 16,0 0-19-16,49-45-14 16,-14 32 21-16,12-4-4 0,-3 3-9 15,-4 2-3 1,-8 4-6-16,-11 1 0 0,-1 3-11 15,-1 0-51-15,-10 1-233 16,-4 3-397-16,-5 0-780 0</inkml:trace>
  <inkml:trace contextRef="#ctx0" brushRef="#br0" timeOffset="186.18">8137 1258 1371 0,'0'0'349'15,"0"0"10"-15,0 0-114 16,0 0 13 0,0 0-125-16,50-20-44 0,-1 0-33 15,17-8-31 1,3 0 14-16,-4 2-17 0,-19 8-13 16,-16 7-9-1,3 4-27-15,-11 3-215 0,-3 2-601 0</inkml:trace>
  <inkml:trace contextRef="#ctx0" brushRef="#br0" timeOffset="5006.01">4587 2287 1165 0,'0'0'376'0,"0"0"-25"0,0 0-38 0,0 0-221 16,-52-24-54-16,35 24-14 15,-3 9-18-15,-1 6-5 16,2 8 5-16,3 4 5 16,2 3-2-16,7-2 5 15,4-1-2 1,3-3 9-16,0-5 0 16,8-5-9-16,7-5-5 15,2-5-6-15,3-4 0 0,3-8 0 16,-2-9-1-16,0-6 0 15,-6-3-9-15,-2-2-1 16,-4-1-33-16,-5 0 21 16,0 3 7-16,-3 4-3 15,-1 6-9-15,0 6 5 16,0 4 16-16,0 5 6 16,0 1-9-16,0 5-9 15,0 11-18-15,2 5 36 0,1 8 9 16,3 4 27-1,1-1 4-15,2-3 3 0,1-4-19 16,2-7-2 0,0-5-6-16,1-9-10 0,0-4-4 15,-2-9-1-15,3-10-1 16,-2-13 0-16,0-11 0 16,-7-8-1-16,-2 4 1 15,-3 9-2-15,0 13 1 16,0 10-30-16,-3 2 10 0,1 2 6 15,1 5 8-15,0 6-5 16,1 4-18-16,0 12-11 16,0 6 28-1,4 4 13-15,4 2 6 16,2 0 7-16,4-4 8 16,0-7-8-16,5-1-13 15,-3-9 2-15,-3-6-2 0,-1-1 0 16,-4-8 1-1,-4-9-1-15,-2-3 0 0,-2-5 1 16,0-9 29-16,-2-9 9 0,-5 1-23 16,1 6-16-1,2 9-23-15,1 14 10 0,3 5-4 16,-1 3 3 0,1 5-9-16,0 7-31 15,7 18 20-15,3 2 24 16,1 7 10-16,1 1 36 15,-2-4-8-15,-2 1 7 16,0-3-15-16,-3-3-20 0,-4-1-53 16,-1-7-209-16,0-6-526 0</inkml:trace>
  <inkml:trace contextRef="#ctx0" brushRef="#br0" timeOffset="5206.05">4666 2311 1149 0,'0'0'163'0,"0"0"45"0,43 0-79 0,-19 0-63 16,8-6-27-16,1-1-23 0,1-1-14 15,-2-2-2 1,7-7-50-16,-8 5-212 0,-8-2-269 0</inkml:trace>
  <inkml:trace contextRef="#ctx0" brushRef="#br0" timeOffset="6070.22">4973 2169 446 0,'0'0'353'16,"0"0"-6"-16,0 0-115 16,0 0-55-16,0 0-46 15,0 0-23-15,0 0 12 0,-32 52-35 16,32-36 0-1,0 1-33-15,3-3-24 0,6-3-13 16,1-3-7-16,4-5 0 16,3-3 1-16,3-4 57 15,2-10-11-15,-5-2-37 16,-1-5-11-16,-7-2-6 16,-7-2 0-16,-2 1 6 15,0 1-6-15,-8 5 0 16,-2 4-1-16,0 8 0 15,-2 6-1-15,2 1-6 16,0 12-5-16,3 6 10 16,3 5 2-16,4 1 1 0,0-1 0 15,8-2 0 1,9-6-1-16,5-3-1 0,4-6-39 16,4-6-104-1,-2-1-36-15,-2-8-9 0,-5-5 33 16,-5-3 105-1,-7-2 51-15,-5-1 6 0,-4 0 119 16,0 4 26-16,0 2 33 0,-4 6-26 16,3 3-71-1,0 4-53-15,0 6-27 0,1 9-6 16,0 3 0 0,0 6 10-16,1-1-5 0,1 2 7 15,3-4-6 1,0-1-5-16,0-5-2 15,-1-5-1-15,-1-4-7 16,1-6-5-16,1-2 12 16,-1-10-1-16,0-5 1 15,0-3-1-15,0-1 2 16,1 2-1-16,-2 2 1 0,0 5-1 16,0 4 2-16,0 6-1 15,1 2 0-15,1 2 1 16,1 8-1-16,1 3 0 15,5 2 1-15,1-1 0 16,2-1 0-16,-1-2-1 16,0-5 0-16,0-2 0 15,-4-4 0-15,-1 0 1 16,-5-8-1-16,-1-6 1 16,-3-5 6-16,0-3-6 15,-7-10 7-15,-1-2 5 16,-1-3-4-16,-3 2-9 0,4 8 0 15,2 6-15-15,0 7 3 16,6 10 5-16,0 4-2 16,2 10-31-16,14 15 25 15,8 13 15-15,1 1 13 16,0-1 5-16,-5-5-3 0,-5-8-5 16,0 4-10-1,-2-1-59-15,-4-1-238 0,-5-9-259 16,-4-6-522-16</inkml:trace>
  <inkml:trace contextRef="#ctx0" brushRef="#br0" timeOffset="6355.55">5378 2111 1122 0,'0'0'152'0,"0"0"38"0,0 0-90 0,0 0-31 0,54-20-2 0,-30 32-4 15,1 5-5-15,-1 3-23 0,-4 3-17 16,-4-2-8 0,-3-2-10-16,-7-2 0 0,-5-6-17 15,-1-4-73 1,-4-2-5-16,-7-5-36 0,-1-2-17 16,-3-12 17-1,3-4 4-15,1-7 72 0,5-5 32 16,2 0 1-16,4 2 13 0,0 6 9 31,17 8-22-31,-1 7-228 0,2 5-383 0</inkml:trace>
  <inkml:trace contextRef="#ctx0" brushRef="#br0" timeOffset="6670.26">5660 2066 996 0,'0'0'346'0,"0"0"-3"15,0 0-97-15,0 0-42 16,0 0-86-16,0 0-75 16,-38 10-28-16,33 10-4 15,5 3 0-15,0 2 1 16,5-2 1-16,4-3-13 16,2-4 8-16,1-7-8 15,0-4 1-15,-2-2 0 16,0-3 0-16,-3-4 13 15,0-8 1-15,-4-3-8 16,0-5-1-16,-3-2-6 16,0-1 1-16,-7 1 0 15,-2 4-1-15,3 4-7 0,2 7-35 16,2 5-52 0,5 2-258-16,6 4 15 0,3 1-280 0</inkml:trace>
  <inkml:trace contextRef="#ctx0" brushRef="#br0" timeOffset="7000.3">5769 2064 1077 0,'0'0'265'0,"0"0"125"15,0 0-182 1,0 0-123-16,0 0-50 0,0 0 63 16,9 41 15-1,-7-22-50-15,3 0-23 0,-2-2-17 16,-1-3-12-16,0 0-5 15,-2-6-5-15,0-2 1 16,0-5 7 0,0-1 26-16,0-7 74 0,0-7-79 15,1-8-26 1,2-5-4-16,2-3-1 16,3 1-25-16,-2 3-6 0,1 8 5 15,-2 7 10-15,1 8 10 16,2 3-2-16,2 7-1 15,5 8 10-15,3 7 0 0,-2 6 14 16,-1 2 10 0,-4 0-16-16,-8 13-8 15,-2-10-130-15,-1-8-1030 0</inkml:trace>
  <inkml:trace contextRef="#ctx0" brushRef="#br0" timeOffset="8155.04">9864 2991 698 0,'0'0'272'0,"0"0"14"0,0 0-3 16,0 0-17-16,0 0 13 16,0 0-59-16,-12-5-52 0,12 5-91 15,0 0-40 1,0 0-11-16,0 0-6 0,0 0 1 16,6 3 14-1,5 1 0-15,3-1 4 0,2 0-6 16,3-2-15-16,-1-1-9 15,-1 0-9-15,-4 0-1 16,0 0 0-16,-5 0 0 16,-2 0-18-16,-3 0-21 15,-1 0-13-15,-2 0-102 0,-1 0-138 16,-5 0-376 0,-2 1-752-16</inkml:trace>
  <inkml:trace contextRef="#ctx0" brushRef="#br0" timeOffset="8370.06">9878 3066 1140 0,'0'0'366'15,"0"0"-3"-15,0 0-74 16,0 0-52-16,0 0-58 16,0 0-80-16,0 0-17 15,13 12-26-15,-4-10-11 16,2-1-9-16,2 0-9 15,3-1-12-15,0 0-6 16,2 0-9-16,-2 0-11 16,1 1-23-16,-6 0-84 15,-8 3-567-15</inkml:trace>
  <inkml:trace contextRef="#ctx0" brushRef="#br0" timeOffset="10620.1">13081 1541 963 0,'0'0'272'0,"0"0"-5"0,0 0 30 15,0 0-32-15,-42-24-94 0,19 24-2 16,-3 5-67-16,-2 10-14 15,-1 7-25-15,3 7 11 16,5 1-38-16,5 0-15 16,7 1-11-16,6-4-8 15,3-2-2-15,9-5 0 16,8-6-11-16,6-5 1 16,4-9-44-16,3-6-37 15,3-19-19-15,1-15 29 16,-5-18 40-16,-7-11 30 15,-11-5 11-15,-7-4 0 0,-3 12 6 16,-1 16 33 0,0 17-10-16,0 18-29 15,0 12-27-15,0 1 16 16,0 2 11-16,0 12-11 16,-1 23-27-16,-1 20 38 15,0 10 19-15,2 3 46 16,1-9-8-16,7-17-20 0,2-14-37 15,3-9-19-15,4-8-119 16,6-3-14-16,16-8-128 16,-6-4-211-16,-4-8-225 15</inkml:trace>
  <inkml:trace contextRef="#ctx0" brushRef="#br0" timeOffset="10900.05">13327 1466 759 0,'0'0'333'0,"0"0"48"16,0 0-69-16,0 0-110 0,0 0-116 15,0 0-11-15,0 0-3 16,-39 62-24-16,34-35-13 16,5 1-16-16,0-4-8 15,5-6-11-15,6-3 6 16,2-7-5-16,1-5-1 16,0-3 2-16,1-6-1 15,-2-8 1-15,-2-5-1 16,-5-5-1-16,-3-2 1 15,-3-3-1-15,-2 4-17 16,-7 4 1-16,-5 8 9 16,0 6-26-16,-2 7-38 15,2 2-32-15,3 7 3 0,9 7-106 16,2-2-171 0,3-4-284-16</inkml:trace>
  <inkml:trace contextRef="#ctx0" brushRef="#br0" timeOffset="11132.34">13531 1328 1648 0,'0'0'329'16,"0"0"19"-16,0 0-201 0,0 0-103 16,0 0-29-1,7 66 3-15,3-15 45 0,0 4-5 16,-1-3-5-16,-2-13-20 15,-4-13-24 1,-3-8-9-16,0-6-26 16,0 2-145-16,-10-6-138 15,0-3-337-15,-4-5-657 0</inkml:trace>
  <inkml:trace contextRef="#ctx0" brushRef="#br0" timeOffset="11283.09">13391 1494 744 0,'0'0'299'0,"78"-1"-220"16,-3-5-53-16,14-3-17 0,-17 3-9 16,-18 0-189-16</inkml:trace>
  <inkml:trace contextRef="#ctx0" brushRef="#br0" timeOffset="11506.01">14043 1328 1566 0,'0'0'244'16,"0"0"-95"-16,0 0 13 16,-33 49-37-16,28-16 30 15,5 11-40-15,2 7-11 16,7-3-58-16,-1-10-28 0,-3-11-16 15,-2-9-2 1,-2 0-32-16,-1-1-158 16,0-5-109-16,-8-13-18 0,-1-10-160 15,-1-8-445-15</inkml:trace>
  <inkml:trace contextRef="#ctx0" brushRef="#br0" timeOffset="11686.09">13964 1328 835 0,'0'0'405'16,"9"-43"-56"-1,1 24-123-15,3 4-94 0,3 10-42 16,2 5-31-16,1 8-15 0,1 10 6 16,-3 8 15-1,-2 3-8-15,-7 3-22 16,-3 1-17-16,-5 1-17 16,0-2-1-16,-5-3-24 0,-9-1-162 15,5-7-207 1,-1-10-525-16</inkml:trace>
  <inkml:trace contextRef="#ctx0" brushRef="#br0" timeOffset="12200.16">14146 1310 1238 0,'0'0'218'16,"0"0"104"-16,0 0-119 15,0 0-35-15,45-22-53 16,-32 22-47-16,1 9-13 15,-3 2-17-15,-2 4-11 16,-4 0-8-16,-4 2-8 16,-1 1-5-16,-4-1-6 15,-5-1 0-15,-1-1-9 16,2-5-30-16,3-3-14 16,2-5 1-16,3-2 21 0,1-4 17 15,8-8-26 1,5-3 1-16,3-2 22 0,1-3 17 15,0 1 0-15,-1 1 1 16,-4 3 0-16,-4 3 27 16,-2 4 23-16,-4 3 0 15,-1 5 6-15,-2 0-31 16,0 7-24-16,0 6 5 16,0 4-1-16,0 4-5 15,0 0 0-15,4-2-1 0,1-3 1 16,0-4-1-16,1-4 0 15,1-6 1-15,-1-2 1 16,1-1 10 0,3-10-2-16,-2-5-9 15,1-5 5-15,-1-4-5 0,-3-3 1 16,-3 1-2-16,-2-2 0 16,0 4-2-16,-5 8-13 15,-4 6-42-15,-1 9-69 16,4 2-123-16,6 21 10 15,3-1-64-15,8 0-283 0</inkml:trace>
  <inkml:trace contextRef="#ctx0" brushRef="#br0" timeOffset="12620.17">14526 1253 1039 0,'0'0'224'0,"0"0"113"0,0 0-78 0,0 0-28 0,0 0-80 16,0 0-103-16,0 0-28 0,-44 19-1 16,36 7 8-1,5 1 8-15,1 1-2 0,2 0-18 16,0-5-14 0,5-3 1-16,3-5-2 15,1-6 1-15,0-7-1 16,3-2-1-16,1-11-23 15,0-7-18-15,-1-12 23 0,-1-15 18 16,-4-20 0-16,-4-9 0 16,-3 1-5-16,0 15 5 15,0 24 1 1,0 15 10-16,-1 12 19 0,0 3-28 16,0 4-1-16,-1 4-10 15,2 19-5-15,0 18 15 16,10 9 15-16,2 5 2 15,1-11-16-15,-3-11-1 16,-5-13-40-16,3-1-206 16,-1-5-259-16,-1-5-240 0</inkml:trace>
  <inkml:trace contextRef="#ctx0" brushRef="#br0" timeOffset="12950.04">14667 1164 1053 0,'0'0'247'0,"0"0"252"0,0 0-239 15,0 0-98-15,0 0-114 16,0 0-28-16,0 0 6 16,9 53-1-16,-3-24-5 15,3 1 1-15,-2-3-7 16,1-3-13-16,-2-6 7 0,-1-6-8 16,-1-7-2-1,2-5 2-15,1 0 0 0,1-11 2 16,1-6-1-1,0-5 1-15,1-4 5 0,0 0-6 16,-1 1 0 0,-1 6-1-16,-2 7 0 0,2 6 0 15,0 6 0-15,3 0-9 16,4 10-36 0,5 3-60-16,5 2-91 0,6 0 13 15,13 0-315-15,-8-4-71 16,-5-4-237-16</inkml:trace>
  <inkml:trace contextRef="#ctx0" brushRef="#br0" timeOffset="13302.99">15064 1256 736 0,'0'0'367'0,"0"0"129"0,0 0-239 15,0 0 9 1,-40-33-64-16,31 32-43 0,1 1-69 16,-1 6-57-1,2 6-9-15,0 6 0 16,4 3-3-16,3 2-5 15,0-1-9-15,5-1 1 16,6-5-8-16,3-3 1 0,4-6-1 16,2-5 0-16,1-2 1 15,2-7-1-15,-3-11-22 16,1-9 14-16,0-15 8 16,-1-18 0-16,-3-6 0 15,-6 9 0-15,-4 16 1 16,-5 21 1-16,-2 9 5 0,0 2-5 15,0 4-1 1,0 5-1-16,0 5 0 0,0 19-16 16,1 15 16-16,7 13 9 15,3 4 13-15,-1-9-1 16,-4-12-20-16,-3-14-1 16,2 2-144-16,-2-5-174 15,-2-4-545-15</inkml:trace>
  <inkml:trace contextRef="#ctx0" brushRef="#br0" timeOffset="13499.94">15058 1300 852 0,'0'0'948'0,"0"0"-842"0,0 0 7 0,45 0 23 15,-2-1-80-15,16-7-56 0,-6 2-207 16,-11-2-758-16</inkml:trace>
  <inkml:trace contextRef="#ctx0" brushRef="#br0" timeOffset="14800.06">13857 1981 348 0,'0'0'346'0,"0"0"-89"0,0 0-43 0,0 0-44 15,0 0 19-15,0 0-26 16,11-18-8-16,-11 15 1 16,0-1 7-1,0 0-43-15,-3-1 0 16,-3 2-15-16,-3 0-15 0,-1 2-19 16,-4 1 23-16,-1 0-51 15,-1 0-25-15,-1 7-12 16,1 3-5-1,2 1 1-15,1 4-1 0,4 1-1 16,1 1 0-16,4 1 0 16,3-1 0-16,1-2-2 15,1-2-5-15,6-1 5 0,2-4-8 16,2-4-2 0,1-3-9-16,1-1 0 0,2-5-6 15,1-6 2 1,-2-5-5-16,1-2 14 0,-1-4 15 15,-3 1 0-15,-2-1 1 16,-3 1 2-16,-1 4 8 16,-3 4 23-16,-1 5 34 15,0 4 11-15,0 1-4 16,-1 3-17-16,0 3-28 0,0 8-29 16,0 15 8-1,0 12 32-15,0 13 17 0,1 5-8 16,3-8-2-1,0-11-5-15,-1-13-5 16,1-4 11-16,-1 4-21 0,1 2-9 16,0 1-8-1,-2-5-4-15,0-5 0 0,-1-4-6 16,-1-4 0-16,0-5 0 16,0-2 6-16,0-2-5 15,0 0 9-15,0-3-2 16,0-9-7-16,-3-4-1 15,2-6 1-15,1-4-1 16,0-2 0-16,0 0-2 16,5-1 1-16,2 2-8 0,0 2-11 15,0 3-10 1,0 3-17-16,-1 5-19 0,-1 3-33 16,1 0-94-1,-2 5-327-15,-1 0-543 0</inkml:trace>
  <inkml:trace contextRef="#ctx0" brushRef="#br0" timeOffset="15902.07">14131 2131 943 0,'0'0'345'0,"0"0"-90"16,0 0-61-16,0 0-73 0,0 0-58 15,0 0-26-15,0 8 8 0,0-4 52 16,0 1-12 0,-2 0-2-16,0-1-12 0,1-1-26 15,0-2-11 1,0-1-5-16,0 0 1 0,0 0 9 15,1-1-11-15,0-2-12 16,0-2-8-16,0 0-7 16,0 1 1-16,0 1-1 15,1 2-1-15,2 1 0 16,-1 0-1-16,0 0 0 16,0 0-1-16,-1 0 1 15,0 1-1-15,-1 2-4 16,0 1 5-16,0 1 1 0,-4-1-6 15,-1-3-19 1,1 1-36-16,-1-2 7 16,2 0-17-16,2-8-41 15,1-1-110-15,3-7-70 0,6 5-193 16,-1-1-427-16</inkml:trace>
  <inkml:trace contextRef="#ctx0" brushRef="#br0" timeOffset="16330.1">14352 1840 1081 0,'0'0'350'0,"0"0"33"0,0 0-28 0,0 0-91 0,0 0-110 15,0 0-93 1,0 0-38-16,-9 34 8 0,9-6 46 15,0 7 3-15,0 1-15 16,1 0 7-16,2 0 3 16,0-3-18-16,1-3-24 15,-1-1-14-15,0-5-7 16,-1-3-1-16,-1-6-10 16,0-4-1-16,1-4 0 15,-1-2-10-15,-1-5-73 0,0 0-60 16,3-8-93-1,-1-5-360-15,0-2-448 0</inkml:trace>
  <inkml:trace contextRef="#ctx0" brushRef="#br0" timeOffset="16822.22">14562 1867 1791 0,'0'0'332'16,"0"0"-6"0,0 0-120-16,0 0-90 0,0 0-70 15,0 0-20 1,0 0 5-16,-40 42 11 0,24-27-6 16,-1 1-9-1,0-2 7-15,2-2-1 0,3-3-12 16,3-2 3-16,4-3-8 0,3-1-10 15,1-1-5 1,1-1 0-16,0 1 0 0,0 3 0 16,4 1 8-1,4 1-1-15,4 1 5 0,4 1 4 16,2 0 13 0,4 0 10-16,5-2-4 0,0 0-7 15,4-2-1 1,1-1 6-16,-1-2-8 0,-1 0 1 15,-3-1-3-15,-5-1-11 16,-4 0-4-16,-8 0 0 16,-3 0-9-16,-3 0 1 15,-2 0 5-15,-2 0-6 16,0 0-1-16,0 0-8 16,0 0-11-16,-3 5-34 15,-22 10-100-15,0 1-328 16,-3-1-597-16</inkml:trace>
  <inkml:trace contextRef="#ctx0" brushRef="#br0" timeOffset="18200.22">13459 1982 911 0,'0'0'240'0,"0"0"-32"0,0 0 82 0,0 0-8 15,0 0-64-15,0 0-68 16,0 0-71-16,-9-7-48 16,-1 23-16-16,-6 6-6 15,-4 6 52-15,-4 1 10 16,-4 1-19-16,-1 1-18 16,0-5 6-16,2-2-8 15,6-6 1-15,5-8-14 0,6-3-9 16,6-3-4-16,3-4 35 15,1 0 1-15,0 0-8 16,8 0-12-16,4-3-20 16,6 2-1-16,2 1 0 15,4 4-1-15,1 7-1 16,1 4 1-16,0 1 1 16,0 3 0-16,1-1 0 0,-1 1-1 15,2-1-1 1,20-5-126-16,-7-3-233 15,-1-9-675-15</inkml:trace>
  <inkml:trace contextRef="#ctx0" brushRef="#br0" timeOffset="18835.14">14877 1745 956 0,'0'0'550'0,"0"0"-328"0,0 0 139 0,0 0-111 16,0 0-66-16,0 0-67 15,0 0-63-15,-29 9-30 0,27 6 16 16,2 5 23 0,0 1-9-16,0 1 1 0,9-1-12 15,2-3-4 1,5-2-3-16,3-1-3 0,4-5-8 15,2-2-7-15,1-4-6 16,0-2-4-16,-3-2-7 16,-3 0-1-16,-6 0 1 15,-5-2-1-15,-4 1 1 16,-4 1 0-16,-1 0 0 0,-4 3 5 16,-18 13-6-1,-24 10 0-15,-24 14 0 0,-17 7 0 16,-13-1-17-16,26-12-251 15,9-10-944-15</inkml:trace>
  <inkml:trace contextRef="#ctx0" brushRef="#br0" timeOffset="21985.09">9886 2445 135 0,'0'0'900'0,"0"0"-677"0,0 0-16 15,0 0-37-15,0 0-25 16,0 0-15-16,-4-16-33 16,0 13-11-16,-3 0-15 15,0 0-5-15,-2 2 16 16,2-1-25-16,-2 2-34 16,1 0-12-16,-1 0-10 15,-4 4 1-15,-1 3-1 0,-2 4 13 16,-1 3-7-16,1 1-5 15,1 3 8-15,1 2 12 16,0 1-1-16,4 3 7 16,0 0-7-1,3 1 16-15,1 1 8 0,3 1-15 16,0 0-6 0,3-1 17-16,0-1 4 0,0-1-3 15,5-2-3-15,1-1-8 16,0-1 15-16,3-3-4 15,0-2-7-15,-1-1-11 16,2-2 1-16,-1 0 9 16,1-2-4-16,0-2 2 15,0-2-5-15,-1-1 0 16,2-1-8-16,1-4 4 16,1 0-4-16,1 0-1 15,2-2-3-15,2-7-9 0,0 0-5 16,0-2 0-16,1-1 10 15,-1 1-10-15,0-1 7 16,-2 0-8-16,-2 2 0 16,0 0 0-16,-1 0 0 15,-3 0 1-15,0 1-1 16,-2-1 0-16,0-2-1 16,-2-2-8-16,-1 0-6 0,0-3 0 15,0 1-2 1,-1 0-7-16,-1 0 8 0,-1 1 10 15,-2-1-5-15,2-1 10 16,-2 2-5 0,0-1 5-16,0-1-5 0,-2 2-16 15,-1-2-10-15,-2 3-2 16,-1 0 5-16,0-1 4 16,-2 4-5-16,0-1-3 15,-1 0 11-15,-1 3 4 16,2 0-12-16,-2 1-9 15,0 0 6-15,2 2 3 16,-2 1-5-16,0 0-7 16,-1 1 3-16,2 1 12 15,-2 0 9-15,1 2-13 0,-2-1 1 16,1 2 9 0,0-1-11-16,1 1 18 0,0 0 2 15,2 0-13 1,1 0-25-16,-1 0 10 0,2 2 3 15,0 3-6-15,4 1 3 0,1-1-249 16,0-3-755-16</inkml:trace>
  <inkml:trace contextRef="#ctx0" brushRef="#br0" timeOffset="23802.27">9515 2920 1140 0,'0'0'189'0,"0"0"-115"0,0 0-24 16,0 0-17-16,0 0-33 15,0 0-169-15,-13 4-390 0</inkml:trace>
  <inkml:trace contextRef="#ctx0" brushRef="#br0" timeOffset="24272.07">9076 2872 1070 0,'0'0'332'0,"0"0"-98"0,0 0-10 15,0 0-5-15,0 0-55 16,0 0-60-16,0 0-44 16,0 0-36-16,0 0-14 15,-1 0-10-15,-8 4-92 16,0-1-243-16,-3 3-476 0</inkml:trace>
  <inkml:trace contextRef="#ctx0" brushRef="#br0" timeOffset="25830.12">10816 2766 1062 0,'0'0'310'0,"0"0"-108"0,0 0-24 0,0 0-33 15,0 0-43-15,0 0-52 16,0 0-50-16,0 1-16 15,-3-1-217-15,-1 0-374 0</inkml:trace>
  <inkml:trace contextRef="#ctx0" brushRef="#br0" timeOffset="26232.26">10373 2743 1061 0,'0'0'333'0,"0"0"-105"16,0 0-29-16,0 0-7 15,0 0-31-15,0 0-50 16,0 0-47-16,0 0-36 0,0 0-17 15,0 1-11 1,-7 8-53-16,0 1-452 0,-3 2-756 0</inkml:trace>
  <inkml:trace contextRef="#ctx0" brushRef="#br0" timeOffset="32120.03">1984 1093 947 0,'0'0'277'0,"0"0"-1"0,0 0-18 0,0 0-12 0,0 0-40 15,0 0-47-15,-6 1-35 16,11-1-8-16,5 0 28 0,4-6-30 16,5 1-47-1,2-3-21-15,7-2-19 0,1 2-13 16,2-3-14-16,-1 1 1 0,-2 2-1 15,-3-1 0 1,-5 2-34 0,-6 1-140-16,-2 2-146 0,-8 1-242 15,-4 1-90-15</inkml:trace>
  <inkml:trace contextRef="#ctx0" brushRef="#br0" timeOffset="32349.93">2031 1196 985 0,'0'0'598'0,"0"0"-448"15,0 0 118-15,0 0-26 16,0 0-59-16,0 0-25 0,0 0 0 16,42-4-54-16,-8-5-44 15,14-5-32-15,9-6-16 16,6 0-1-16,-7 1-11 15,-6 5-9-15,-11 1-114 16,-9 6-361 0,-7-2-649-16</inkml:trace>
  <inkml:trace contextRef="#ctx0" brushRef="#br0" timeOffset="34472.71">5373 2994 414 0,'0'0'193'0,"0"0"22"0,0 0 15 0,0 0-1 0,0 0-20 0,-15-26-58 16,15 21-27-1,2 1-22-15,5-1-18 16,4 1-11-16,2-1-14 16,2-2-17-16,4 2-18 15,0-1-12-15,-1 1-12 16,2 2 0-16,-1 0-11 15,-2 1-110-15,-1 2-123 16,-2 0-107-16,-5 0-245 0</inkml:trace>
  <inkml:trace contextRef="#ctx0" brushRef="#br0" timeOffset="34700.22">5427 3021 566 0,'0'0'367'16,"0"0"-250"-16,0 0 6 16,0 0 97-16,0 0-6 15,0 0-48-15,45-12-58 16,-22 0-36-16,4-1-37 16,9-5-19-16,10-3-10 15,6 1-6-15,-8 2-86 16,-11 6-439-16</inkml:trace>
  <inkml:trace contextRef="#ctx0" brushRef="#br0" timeOffset="39371.81">13116 7340 1170 0,'0'0'364'0,"0"0"-101"0,0 0 34 0,0 0-46 16,0 0-49-16,0 0-26 16,60 0-12-16,-2-5-23 15,13-3-40-15,5-2-38 16,-5 0-19-16,-9 2-14 0,-6-1-6 16,-13 3-14-1,-11 0-9-15,-11 2 5 0,-7 0-6 16,-2 1 0-1,-5 0-19-15,-4 0-65 0,-4 1-132 16,-30-2-296-16,0 1-193 0,-4-1-675 0</inkml:trace>
  <inkml:trace contextRef="#ctx0" brushRef="#br0" timeOffset="39803.67">13257 7149 1416 0,'0'0'312'0,"0"0"-53"16,0 0 71-16,0 0-71 0,0 0-38 16,16-37-91-1,-16 37-66-15,-10 1-37 16,-6 10-3-16,-8 4 16 15,-10 13-4-15,-9 12-4 0,-3 12-4 16,3 4 7-16,11-8 5 16,15-12 5-16,10-13-3 15,5-5 0-15,2 3-3 16,3 1-14-16,12 1-2 16,17-1 13-16,19-5 18 0,23-7 16 15,9-6-8 1,-1-4-22-16,-9-9-14 0,-14-2-25 15,-9 0 6 1,-12 1-6-16,-9 3 1 0,-11 1 4 16,-6 1-6-16,-3 0 1 15,0 1-1-15,-5 1-10 16,-4 1-38-16,0 0-104 16,-22 2-89-16,1 0-212 15,-6 0-326-15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56:11.7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2312 2850 976 0,'0'0'163'0,"0"0"-84"0,-53 22 41 0,15 11 35 0,-8 17-18 16,1 6 0-1,14-7-26-15,13-11-33 16,11-14-11-16,7-3-10 16,0 1-14-16,6 3-21 0,9 2-6 15,13 2-5-15,15 0 3 16,9 2-3-16,-2-3 4 16,-11-6-14-16,-14-8 1 15,-10-1-1-15,-2 3-1 16,-5 1 2-16,-3 3-2 15,-5 1 9-15,-13 1 4 0,-8 1 0 16,-6-1-1 0,-3-1-10-16,-2-4 10 0,0-5-4 15,3-5-7 1,3-7 7-16,9 0 4 0,4-5-11 16,6-1 11-1,4 0-2-15,3 2-10 0,0 4 0 16,10 0-15-16,6 9 8 0,5 10 7 15,7 15 12 1,3 18 15-16,-4 21 13 16,-6 11 51-16,-13 0-14 15,-8-2 12-15,-1-7-5 16,-10 0-26-16,-1 2-22 16,-5 2-8-16,0 2-2 15,-1-3-16-15,3-2-1 16,0-7 1-16,2-9 14 0,2-5-12 15,1-4 20-15,3-3-11 16,2-9-8-16,2-7 10 16,2-7-22-16,1-3 15 15,0 3-10-15,0 2 11 16,0 2-10-16,1-6-1 16,2-4-5-16,0-1 0 15,1-3 0-15,0-2 1 16,0-1-1-16,0-2 0 0,-1 0 1 15,0-4-1 1,0 0 0-16,2-2 0 0,-1-1-1 16,2-3-1-1,2 0 1-15,2-4 1 0,2-5-1 16,1-2-13 0,1-3-8-16,2 1-27 0,0-3-19 15,0-1-47 1,-1-2-65-16,4-7-66 0,-2 4-264 15,-3 1-244-15</inkml:trace>
  <inkml:trace contextRef="#ctx0" brushRef="#br0" timeOffset="220.07">2281 5048 2024 0,'0'0'295'0,"0"0"-295"0,0 0 1 0,0 0-2 16,0 0-69-16,0 0-477 0</inkml:trace>
  <inkml:trace contextRef="#ctx0" brushRef="#br0" timeOffset="7850.12">2596 4108 372 0,'0'0'130'0,"0"0"49"0,0 0 3 0,0 0 2 16,0 0-31-16,0 0-24 0,-5 0-32 16,5 0-36-1,0 0-23-15,0 2-6 0,8 3 73 16,2 1-7 0,3 0-12-16,2 1 0 15,3 0 23-15,1-1-31 16,3 0-12-16,1-2-19 15,1 3 1-15,0-2-3 0,0-1-15 16,2 1-6 0,-1-1-9-16,-1 0 2 0,2-2 4 15,-2 0 0 1,1-1-3-16,-1 0-2 0,1 1-3 16,-2-1-4-16,-1 1-3 15,-1-1-5-15,-2-1 0 16,0 2 1-16,0-2 4 15,1 0-5-15,-1 0 1 16,2 0 10-16,0 0-6 16,2 0-5-16,0 0 6 15,1 0-6-15,0 0 0 16,-1 0 0-16,1 0 0 16,-1 2 0-16,2-2 8 0,0 0-8 15,0 0-1 1,1 0 1-16,0 0 0 0,0 0 1 15,3 0-2-15,-1 0 1 0,0 0 1 16,1 0-1 0,0 0 5-16,-1-2-5 0,0 0 0 15,2-1 1 1,0 0 4-16,-2 1-6 0,4-2 2 16,-1 3-1-1,1-2 7-15,-1 2-8 0,1-1 1 16,-2 1 0-16,0 0 0 15,0 0 0 1,0 0-1-16,1 1 0 16,-1 0 1-16,0 0 1 0,-1 0-1 15,-1-2 6-15,-1 1 0 16,2 0 1-16,-3-1 4 16,0 0-2-16,1-1 1 15,0 0-2-15,2-1-2 16,-1 2 2-16,0-2-2 15,1 0-1-15,-1-1 3 16,0 1 0-16,-2 0-7 16,0 0 4-16,2 1-5 0,-2-1 8 15,2-1-8 1,1 2 6-16,1-4-5 0,-3 4-1 16,4-2 6-1,-4 1-6-15,-1 0 5 0,-2 0-5 16,0 2 1-16,-1-1 8 15,1 0-1-15,-2 1-8 16,0-1 11-16,-1 3-6 16,2-2 2-16,-1 1 1 15,1-2 4-15,1 2 8 0,-1-1 0 16,2-1 3 0,-1 2-9-16,-1-2 0 0,0 0-2 15,-1-1 1 1,-2 0-1-16,-1-1 1 0,0 1-4 15,-1-1 1 1,-3 0-4-16,1 0 2 0,-4-1 0 16,1 0 0-1,-2 0 0-15,-3-2 1 16,-1-1 2-16,0-1 6 16,-3-2-1-16,0-2-7 0,-1-3-1 15,-1-2 0-15,0-2-1 16,-2-1-7-16,0-2 13 15,0 0-7-15,0-1-6 16,-4 0 7-16,-2 0-2 16,-1 2-5-16,-3-2 1 15,-2 1-1-15,1 0 7 16,-5 1-7-16,0 0-1 16,-2 1 0-16,-2 1 0 0,-2 1 0 15,-3 2 1 1,-2 0 0-16,-10 0 0 0,-8 0 0 15,-9 1 0-15,-3 3 0 16,2 2-1-16,3 5-2 16,6 1 1-1,-1 2 0-15,-2-2 0 0,4 2 1 16,-4 0 1-16,4 1 0 16,0 1 0-16,-2-1 0 15,0 3 1-15,0 0-1 0,0 0 0 16,1 0-1-1,2 0-1-15,2 0 0 0,-1 2 0 16,1 1 1-16,-1 0 1 16,0 0-1-16,4 2 1 15,4-1-1-15,7 0 0 16,-6 1 0-16,-5 0 2 16,1 1-1-16,0 0-1 15,0 1 0 1,9-2 0-16,0 1-2 0,-4 2 2 15,0-1 0-15,-13 4 0 16,-8 1 0-16,-2 3 1 16,11-4-1-16,11-3 0 0,11-2 0 15,3-1 1 1,-5 0 1-16,-2 2-1 0,-5 0-1 16,1 0 0-1,1 0-1-15,2 1 1 0,0-1-1 16,2 1 1-1,1 0-1-15,0 0 0 16,2 1 0-16,-2 0 1 16,0 0 0-16,0 0 1 0,1 0-1 15,0 0 0 1,2 1 0-16,2-1 0 0,0 1 0 16,1-1-1-16,0 3 1 15,2-2 0-15,-1 2 0 16,1 0 0-16,-1 0 0 15,0 0 0-15,0 1 0 16,0-1-6-16,-1 1 5 16,1-1 0-16,0 2 0 0,-1 0 0 15,1-1 0 1,4-1 0-16,0 1 1 0,1-1-1 16,2 0 1-1,0 0 0-15,1 2 0 0,0-2 0 16,-1 3 1-1,2 2-1-15,0 0 1 0,1 2 0 16,2 2-1-16,1 2 1 0,3 0 0 16,2-1 0-1,0-1 0-15,2-1 0 0,5-2 1 16,3 0-1 0,2-3 7-16,3-3-7 0,0-3 0 15,5-2 8 1,2-2 0-16,2-4 5 0,2-1-4 15,2 0 2-15,0-6-3 16,2-2-3-16,-2-2-4 16,-2-3-2-1,-4 1 0-15,-1-2 0 0,-5 2-1 16,-4 2-8-16,-5 1-39 16,-4 4-47-16,-7 5-126 15,-8 1-282-15,-4 6-384 0</inkml:trace>
  <inkml:trace contextRef="#ctx0" brushRef="#br0" timeOffset="8054.63">2907 4206 2143 0,'0'0'198'0,"0"0"-176"0,0 0-22 0,0 0-25 16,39-6-186-16,-15-8-512 0</inkml:trace>
  <inkml:trace contextRef="#ctx0" brushRef="#br0" timeOffset="8785.44">10523 3796 1565 0,'0'0'252'0,"0"0"-29"0,0 0-5 0,0 0-21 0,41-20 7 16,-11 20-36 0,13 3-44-16,17 4-50 0,4-1-18 15,-2-2-20 1,-13 0-22-16,-18-3-4 15,-11 0-10-15,-5-1-16 16,-4 0-123-16,-1-2-236 0,-5-5-373 0</inkml:trace>
  <inkml:trace contextRef="#ctx0" brushRef="#br0" timeOffset="9019.87">10799 3646 1121 0,'0'0'411'31,"0"0"-221"-31,0 0-81 0,0 0 29 0,0 0 22 16,0 0-70-1,52 51-38-15,-30-34-24 0,-2 2-19 16,-1-1-8 0,-8 1 0-16,-4 1 0 0,-7-2 0 15,-7 3 11 1,-10-1-12-16,-6 0 0 15,-4-2-38-15,-3 2-99 0,8-2-132 16,6-8-300-16</inkml:trace>
  <inkml:trace contextRef="#ctx0" brushRef="#br0" timeOffset="9337.54">11262 3532 1737 0,'0'0'235'15,"0"0"56"-15,0 0-118 16,0 0-103-16,0 0 49 16,-6 74 57-16,5-17-40 0,0 7-12 15,-1-1-36-15,2-8-23 16,0-14-25-16,7-8-14 15,1-12-16-15,2-6-4 16,3-1-5-16,3-2-1 16,2-2 0-16,2-7-21 15,0-3-73-15,-3-9-129 16,-4-22-316-16,-6 1-151 0,-7-2-715 16</inkml:trace>
  <inkml:trace contextRef="#ctx0" brushRef="#br0" timeOffset="10071.75">11216 3727 1162 0,'0'0'235'15,"0"0"-102"-15,39-11-58 0,11 5-45 16,14-1-17 0,5 2-13-16,-14 2-44 0,-19 2-94 15,-18 1-106 1,-9-1-81-16,-3-1 90 15,-4 1 201-15,-2-1 34 0,-5-1 230 16,-2 1 65-16,0 0 9 16,1 2-64-16,5 0-52 15,1 1-118-15,0 10-14 16,5 3 65-16,3 4-28 16,0 3-23-16,-2 1-15 15,-2 0-9-15,-4 0-12 16,0-2-21-16,-6-3-3 15,-1-4-8-15,0-4-1 16,4-5 10-16,0-4-5 16,3-3-6-16,6-10-63 15,8-4-37-15,7-2-32 16,7 1-6-16,4-1 15 16,2 3 25-16,-1 0 36 15,-1 2 26-15,-5 1 24 16,-6 0 12-16,-4 0 1 15,-4 2 22-15,-4 0 36 16,-3 2 39-16,-2 1 57 0,-4 3-3 16,0 3-22-16,-4 2-44 15,-5 0-51-15,-1 6-15 16,-4 6 18-16,0 5 22 16,1 2-5-16,4 3-4 15,2-1-7-15,5 0-21 16,2-1-16-16,9-3 2 15,4-4 0-15,5-4-7 16,3-5-2-16,1-4-38 16,0-5-82-16,-2-10-22 15,-4-3 31-15,-3-5 31 0,-5-3 31 16,-4 4 15 0,-4 0 23-16,0 5 11 15,0 4 6-15,-3 6 22 16,-2 5 13-16,2 2-17 0,0 4-17 15,3 7-6-15,0 3-1 16,2 1-1-16,8 3-7 16,4-3 2-16,4-2-135 0,13-4-229 15,-6-5-278 1,-2-4 53-16</inkml:trace>
  <inkml:trace contextRef="#ctx0" brushRef="#br0" timeOffset="10369.86">12081 3703 769 0,'0'0'366'0,"0"0"-6"0,0 0-85 15,0 0-57-15,0 0-111 16,0 0-66-16,0 0 42 16,-14 34-12-16,8-12-19 15,1-1-8-15,0 0-10 16,-2-1-19-16,0-4-7 16,1-5-6-16,1-6-1 15,1-5 19-15,3-6 2 16,1-12-7-16,0-6-14 15,9-3 6-15,3 0-6 0,2 4 8 16,1 5-8 0,-2 6 7-16,1 9-7 0,-1 3 10 15,-2 4 5 1,1 9 5-16,0 3-8 0,-1 1-4 16,-1 2-8-1,2-3-1-15,-1-3-5 16,10-5-102-16,-2-4-219 15,-1-4-360-15</inkml:trace>
  <inkml:trace contextRef="#ctx0" brushRef="#br0" timeOffset="10600.04">12298 3633 985 0,'0'0'344'16,"0"0"-10"0,0 0-106-16,0 0-36 15,0 0-80-15,0 0-42 16,0 0-29-16,-26 46-23 15,32-27-17-15,4 3 8 16,-1-1-9-16,0 1 1 16,-3-2-1-16,-3-2 1 0,-3-1 0 15,-6-1 10 1,-7-5-10-16,-4-4 9 0,0-3-10 16,1-4-17-16,3-13-117 15,4-3-251-15,5-3-820 0</inkml:trace>
  <inkml:trace contextRef="#ctx0" brushRef="#br0" timeOffset="12069.97">12519 3487 363 0,'0'0'1550'0,"0"0"-1200"15,0 0-149 1,0 0-92-16,-9 51 49 0,9-1-27 15,10 17-11-15,5 10-17 16,1-3-15-16,-3-6-26 16,-1-14-32-16,-4-10-18 15,1-13-6-15,-3-11-5 16,-2-6 0-16,2-1-1 16,0-3 0-16,-1-2-17 15,-1-8-8-15,1 0 13 0,-2-10 4 16,1-9-22-16,-4-10-13 15,-2-14-23-15,-15-11-25 16,-4 2 2-16,-1 11 9 16,2 14 23-16,1 11-15 15,1 0 22-15,1 0 33 16,7 3 17-16,10 3-13 16,4 4-26-16,22 3-15 15,15 0-17-15,13 3-15 16,-3 0-21-16,-11-2-8 15,-14 0-54-15,-9-3 64 16,2-1 54-16,1-1 42 16,-2-4 9-16,-4-1 19 15,-3 0 32-15,-5 0 68 16,-4 3 20-16,-2 2-6 16,0 1-5-16,-8 6-50 15,-5 0-29-15,-4 8-4 16,1 8 11-16,1 4-9 0,2 4-13 15,5 1-15-15,7 1-2 16,1 0-11-16,5-3-6 16,6-4 0-16,3-4 0 15,2-7-10-15,-1-6-10 16,0-2-29-16,2-9-25 16,0-8-11-16,0-5 33 15,-1-3 24-15,-2-1 22 16,-3 0 6-16,-4 4 0 0,-4 6 9 15,-3 6 10-15,0 5-1 16,-4 5-4-16,-3 2-14 16,-1 11-1-16,2 3 1 15,2 3 0-15,2 1-6 16,2 1 5-16,0-2 0 16,5-4-5-16,2-4 4 15,1-6-19-15,0-4-11 16,-1-1-8-16,2-8-28 0,-2-6 0 15,-1-2 35 1,1-2 21-16,1 0 11 16,0 0 1-16,1 4 0 15,-1 2 0-15,2 4 6 0,-1 3 29 16,-1 5-14 0,-2 0 8-16,-1 8 0 0,-1 5 33 15,-3 3 0 1,0 3 15-16,2-1-14 15,0-2-16-15,4-2-24 16,1-3-8-16,1-5-3 0,4-6 1 16,1 0-13-16,3-6-63 0,1-6-42 15,1-4 11 1,0-2-14-16,-1-2 31 16,-5-1 22-16,-1 1 30 15,-4 2 25-15,-2 5 28 16,-3 5 67-16,-3 5 38 15,0 3-54-15,0 5-55 16,-6 9-6-16,1 4 16 16,0 3-1-16,1 0-11 0,2 1-7 15,0-4-2-15,1-2-11 16,1-4-1-16,0-4 1 16,0-6-1-16,0-2 11 15,5-6 17-15,0-7-29 16,2-6-7-16,2-3 0 15,0-4 7-15,2-1 1 16,-1 2-1-16,0 3 0 16,-1 9-1-16,0 7-8 0,1 6-3 15,-1 6 2 1,2 10 10-16,0 3 0 0,-2 3 0 16,-3 1 0-1,-2-2 0-15,-3-2 0 0,-1-4 1 16,0-1 1-1,-5-6 4-15,1-5-5 0,-1-3 8 16,1-2 6-16,2-10-5 16,2-4 8-16,0-5 14 15,10-3 20-15,3-1-21 16,3 0-1-16,2 3 7 16,1 5-19-16,-2 9-6 15,0 8-11-15,-1 5-1 16,-1 12 0-16,-4 6 0 15,0 4 2-15,-5 0-2 0,-2 0-1 16,-2-3 0 0,0-4-10-16,0-3-126 0,7-5-137 15,-2-5-516 1,3-7-670-16</inkml:trace>
  <inkml:trace contextRef="#ctx0" brushRef="#br0" timeOffset="12830">13647 3648 469 0,'0'0'358'0,"0"0"-194"0,0 0-6 0,0 0-44 16,0 0-3 0,32 39-55-16,-18-32-22 0,-1-3-14 15,0-1-7 1,-1-3 12-16,-1-1 13 0,1-8 5 15,-1-4 27-15,-1-2 35 16,-2-3 5-16,-1 0 29 16,-4 1-7-16,-3 2-6 15,0 4 3-15,-5 6-24 16,-6 5-29-16,-4 4-28 16,-2 9 7-16,1 8-15 15,0 2-8-15,5 3-16 16,4 1-16-16,5-3 1 15,2-1-1-15,5-4 0 16,6-6-1-16,1-4 0 16,3-6-10-16,-1-3-9 15,4-4 5-15,-1-8 14 0,2-3-1 16,1-3 2 0,1-3 0-16,0 1 0 0,-1 0 1 15,-1 4 0 1,-5 4-1-16,-4 4 0 0,-3 8-1 15,-5 0-6-15,0 10-1 16,-2 6 8-16,0 5 1 16,0 1 8-16,0 0-3 15,2-2-6-15,3-2 0 16,2-6 1-16,4-5 0 16,3-5 8-16,3-2-9 15,2-3-15-15,1-8-3 0,-1-4-13 16,-1-2 19-16,-1-6 12 15,-3-2 0-15,-1-1 1 16,-3 0 6-16,-5 5 15 16,-5 4 13-16,0 8-13 15,-5 5 12-15,-5 4-14 16,0 4-10 0,1 8 4-16,2 3-5 0,4 3-3 15,3 3 1-15,2 1-5 16,8 1-1-16,1-1 0 15,1-1 0-15,-3-1-1 0,-2-4 1 16,-5-3-1 0,-2-3 1-16,-3-3 0 15,-8-4-1-15,-3-3 0 16,-13-4-127-16,4-8-367 0,4 0-1216 0</inkml:trace>
  <inkml:trace contextRef="#ctx0" brushRef="#br0" timeOffset="12954.82">14129 3739 1914 0,'0'0'352'0,"0"0"-105"0,0 0-199 16,0 0-48-16,-42-12-489 0</inkml:trace>
  <inkml:trace contextRef="#ctx0" brushRef="#br0" timeOffset="13899.77">5863 3205 700 0,'0'0'340'0,"0"0"4"0,0 0-79 15,0 0 39-15,0 0-22 16,0 0-64-16,-11-3-47 0,16 3-56 15,8 0-21 1,16 0 30-16,15 6-3 0,10 2-16 16,8 0-30-16,-8-1-17 15,-7-4 14-15,-12 0-8 16,-8-3-17 0,-8 0-19-16,-5 0-11 0,-1 0-10 15,-3 0-6-15,-1 0 1 16,-5 0-2-16,-4 0-1 0,0 0-59 15,-19 5-121 1,-2 0-184-16,-6-1-862 0</inkml:trace>
  <inkml:trace contextRef="#ctx0" brushRef="#br0" timeOffset="15282.52">6647 3820 875 0,'0'0'397'0,"0"0"-55"0,0 0 33 15,0 0-80-15,0 0-69 0,0 0-31 16,-16-12-61-16,16 12-52 16,6 3-34-16,8 2 51 15,13 1-11-15,12-2-20 16,14-4-29-16,3 0-9 16,-9-1-11-16,-13-4-10 15,-16 2-8-15,-7 2-1 16,-1-2-1-16,-4 1-9 15,-5 1-52-15,-2-1-74 16,-24 2-226-16,-1 0-324 16,-2 0-373-16</inkml:trace>
  <inkml:trace contextRef="#ctx0" brushRef="#br0" timeOffset="15719.76">6665 3698 1160 0,'0'0'335'0,"0"0"8"15,0 0-40-15,0 0-59 16,0 0-69-16,0 0-26 0,0 0-50 15,1-20-53 1,-11 29-12-16,-3 4-8 0,-3 5 4 16,-2 3-3-16,3 3-5 15,1 0 4-15,3 1-4 16,4-3 3-16,6 0-5 16,1-4 7-16,2-1-2 15,10-2 13-15,5-2 10 16,3-4-18-16,4-1-2 0,1-4 14 15,1-2-6 1,-2-2-18-16,0 0-8 16,-2 0 1-16,-3-2-11 15,-4 0 0-15,-5 0 0 0,-7-1-11 16,-3 3-85 0,-7 4-108-16,-7 3-383 15,-2 0-481-15</inkml:trace>
  <inkml:trace contextRef="#ctx0" brushRef="#br0" timeOffset="18801.55">3351 4698 153 0,'0'0'512'0,"0"0"-394"0,0 0 20 0,-46-9 90 16,39 7-18-16,4 2 8 16,3 0-50-16,0 0-82 15,3 0-38-15,10 4 9 16,4 0 17-16,4 2 28 16,4-3-22-16,3-1-18 15,3-2-16-15,0 0-2 16,2 0-25-16,-2-1-13 15,-5-3 3-15,-3 1-7 0,-4 2-2 16,-9 1-26 0,-6 0-181-16,-10 0-123 0,-7 5-203 15,-5 0-649-15</inkml:trace>
  <inkml:trace contextRef="#ctx0" brushRef="#br0" timeOffset="19000.96">3348 4778 1132 0,'0'0'141'0,"0"0"18"15,0 0 55-15,41 0-39 0,-25 0 0 16,3-3-26 0,5 0-63-16,1-1-45 15,2 0-17-15,2 0-16 16,-1 1-8-16,10 3-34 15,-6 0-199-15,-5 0-446 0</inkml:trace>
  <inkml:trace contextRef="#ctx0" brushRef="#br0" timeOffset="20819.68">6974 4693 1064 0,'0'0'307'0,"0"0"-41"0,0 0-25 15,0 0-39-15,0 0-63 16,0 0 1-16,36-1 10 16,-16 4-23-16,4 0-39 15,2 0 12-15,1-3-15 16,2 2-33-16,-2-2-11 0,-1 0-17 15,-5 0-14-15,-4 0-9 0,-5 0 0 16,-3 0 4 0,-5 0-5-16,-2 0-49 15,-1 0-125-15,2 4-116 16,-1-2-263-16,3 1-497 0</inkml:trace>
  <inkml:trace contextRef="#ctx0" brushRef="#br0" timeOffset="21400.13">8069 4663 760 0,'0'0'308'0,"0"0"-17"0,0 0-25 0,0 0-51 16,0 0-39-16,0 0-44 16,0 0 20-16,-4 11 33 15,10-6-30-15,3 1-34 16,2-2-27-16,2 0-17 0,1-2-18 16,-1 0-28-1,1-2-13-15,-2 0-9 0,-1 0-8 16,-3 0-1-16,-3 0-54 15,-5 0-179-15,-7 0-420 16,-6 0-1334-16</inkml:trace>
  <inkml:trace contextRef="#ctx0" brushRef="#br0" timeOffset="22133.41">5862 4637 758 0,'0'0'326'0,"0"0"25"0,0 0-80 16,0 0-56-16,0 0-54 15,0 0-58-15,8 0 18 16,5 3 24-16,2 2-6 16,2-2-4-16,0 1-39 15,2-1-33-15,-3-1-19 16,0-1-14-16,-3-1-13 0,-2 0-11 16,-1 0-5-1,-3 0 0-15,-4 0-1 0,0 0-43 16,-3 1-156-16,0 1-295 15,-1 2-466-15</inkml:trace>
  <inkml:trace contextRef="#ctx0" brushRef="#br0" timeOffset="22820.05">3939 5488 138 0,'0'0'1140'0,"0"0"-806"0,0 0-65 0,0 0-20 16,0 0-67 0,0 0-43-16,0 0-29 0,14 4 51 15,4-4-23-15,4 0-35 16,3 0-40-16,2-4-14 15,0-4-28-15,-1 3-15 0,-2-3-1 16,-4 3-5 0,-3 1 0-16,-8 2-44 0,-2 1-90 15,-7 1-184 1,0 2-250-16,-4 1-208 0</inkml:trace>
  <inkml:trace contextRef="#ctx0" brushRef="#br0" timeOffset="23070.02">3944 5671 1405 0,'0'0'352'0,"0"0"-49"16,0 0-70 0,0 0-24-16,0 0-29 0,0 0-28 15,49-11-52 1,-23 4-34-16,0-3-28 15,0 0-13-15,0 0-15 16,-2 1-4-16,-4 2-4 0,-2 0-2 16,-5 3-33-1,-4 1-100-15,-3 2-189 16,0-1-303-16,-4 2-550 0</inkml:trace>
  <inkml:trace contextRef="#ctx0" brushRef="#br0" timeOffset="26051.56">5915 5528 873 0,'0'0'385'0,"0"0"-147"0,0 0-59 15,0 0 68 1,75-18 9-16,-6 8-26 0,17-4-33 16,8 0-38-1,0 2-42-15,-13 0-13 0,-6 0-37 16,-11 2-23 0,-15 2-10-16,-14 2-7 0,-13 2-6 15,-6 0-12 1,0 1-1-16,-2-1-7 15,-2 1 0-15,-6 1 0 16,-5 2-1-16,-1 0 0 0,-10 0-61 16,-13 0-141-1,-21 11-126-15,4 0-180 0,-2-3-181 0</inkml:trace>
  <inkml:trace contextRef="#ctx0" brushRef="#br0" timeOffset="26351.43">5968 5622 1478 0,'0'0'293'0,"0"0"-48"0,0 0-41 16,0 0-22-16,0 0 1 15,51 12 54-15,24-24-62 16,18-8-63-16,6-2-30 15,-4-2-20-15,-16 4-13 16,-10 2-18-16,-10 2-10 16,-15 4-7-16,-14 2-13 15,-11 5 7-15,-6 1-7 16,-2 2 0-16,-3-2-1 0,-4 1-17 16,-12 3-72-1,-9 0-135-15,-6 0-520 0</inkml:trace>
  <inkml:trace contextRef="#ctx0" brushRef="#br0" timeOffset="27969.78">6250 4785 345 0,'0'0'233'0,"0"0"-23"0,0 0 69 0,0 0-45 0,-3-40 41 16,1 31-73-1,1 0 24-15,-1 1-32 16,1 2-27-16,-1 4-32 16,2 2-7-16,0 0-55 0,0 7-42 15,0 7 8 1,0 6 4-16,0 3 1 15,2 0-7-15,0 0-19 0,0-4-17 16,1 1 0-16,-1-5-1 16,-1-1-2-16,-1-4-4 15,0-1-49-15,0-4-67 16,-1-1-38-16,-6-2-2 16,-1-2-36-16,-1 0-22 15,-2-4 38-15,1-4 67 16,-2-1 59-16,2-1 42 15,0-1 14-15,3 1 13 16,2 2 67-16,1 0 32 16,3 3 17-16,1 2 31 15,0 2-40-15,0 1-55 0,7 0-22 16,2 3 46 0,4 4-17-16,2 2 1 15,0 2 5-15,1 0-10 16,1-2-27-16,0 0-12 15,-1-2-11-15,-1-2-7 0,-1-3-10 16,-3-1 0-16,0-1 0 16,-2 0 6-16,-2-5-7 15,0-2-10-15,-2-2-39 16,-2-1-16-16,-1-2-9 16,-1 1 10-16,-1-1 21 15,0 1 19-15,0 1 3 16,0 2 11-16,-1 2 8 15,0 2 1-15,-1 3 0 16,0 1-1-16,-1 1-5 16,0 7 6-16,-3 3 0 0,1 5-1 15,0 0 1-15,1 0 1 16,0-1-1-16,-1-1-17 16,4 2-146-16,0-4-163 15,-1-4-282-15</inkml:trace>
  <inkml:trace contextRef="#ctx0" brushRef="#br0" timeOffset="28151.97">6417 4837 1019 0,'0'0'262'0,"0"0"-124"0,0 0-115 16,0 0-23-16,0 0-791 0</inkml:trace>
  <inkml:trace contextRef="#ctx0" brushRef="#br0" timeOffset="30737.36">5925 5215 96 0,'0'0'83'0,"0"0"25"0,0 0 7 0,0 0-14 15,0 0 3-15,0 0-10 16,0 0-19-16,-1-5 0 16,1 5-11-16,0 0-27 0,0 0-16 15,0 0-8 1,0 0-5-16,-1 0-2 0,1 0-3 16,0 0 4-1,0 0 2-15,0 0-3 0,0 0-5 16,0 0 11-16,0 0-11 0,0 0 9 31,0 0-10-31,0 0 1 16,0 0 0-16,0 0 0 0,0 0 6 15,0 0-6-15,0 0-1 16,0 0 0-16,0 0 0 16,0 0-1-16,0 0-10 15,-2 0-93-15,2 0-99 16,-1 0-339-16</inkml:trace>
  <inkml:trace contextRef="#ctx0" brushRef="#br0" timeOffset="37186.67">6438 3337 551 0,'0'0'180'0,"0"0"33"0,0 0-40 16,0 0-41-16,0 0-26 0,0 0 10 15,-45-26-27 1,35 25-28-16,0-2 29 16,-2 1-15-16,-2 0-18 15,0-1-11-15,-2 1 37 0,-1-1-18 16,-1 1-12 0,1 0-12-16,0 0 1 0,0 1-7 15,0 0-4 1,1 1 0-16,-1 0-18 0,0 0 4 15,-1 0 2-15,1 0-9 16,1 2 1-16,-1 0-2 16,1 2 11-16,0 0-6 15,0 1-1-15,-1 1 5 16,-1-1-5-16,-2 2 1 0,1 0 2 16,-1-1-7-1,0 1 0-15,-1-1 1 16,1 1-1-16,1 0 0 15,2 0-9-15,1 0 1 16,0 3 0-16,0 0 5 16,2 2 3-16,-1 1 0 0,3 2 3 15,-2 1 1 1,3 0-4-16,1 2 1 0,1-1 1 16,-1 1-2-16,3 1 1 15,0 2 1-15,0 0 3 16,0 1-2-16,1-1 0 15,0 1 3-15,0 0-1 16,1 0-4-16,0 1 0 16,1-1-1-16,0 1 2 15,1 1-1-15,2 0 4 16,-1 0-4-16,1 0 2 0,1 0 3 16,0-1-3-1,0 0 0-15,0-3 0 0,0 1 1 16,0-2 8-16,0 1 2 15,0-1-3-15,1 0-6 16,1 0-5-16,2-1 4 16,2 0-7-16,0-1 3 15,0-2-1-15,4 1-1 16,0-3-1-16,2-1 0 16,1 1 0-16,0-3-5 0,0 0 5 15,1 0 0 1,-1-1-5-16,1 1 0 0,0-2 0 15,-1 0-1-15,1-2 1 16,0 2 1-16,0-4 4 16,0 2-6-1,1-2 0-15,-1-2 1 0,0 2 0 16,0-3 5-16,0 0-5 16,1 1 13-16,0-2 1 15,2 0-1-15,-1 0-2 16,3 0 5-16,0-2-11 15,-1 1-5-15,0-1 0 16,0-1 5-16,0-1 5 16,1 0-5-16,0 0 1 15,1-2 1-15,0 0-7 0,-2-1 10 16,1-1-4 0,0 1 5-16,-2-2-4 15,1 1-2-15,-1-1 0 16,-1-1-5-16,-1-1 0 0,2-2 0 15,-1 1 5-15,-3-2 0 0,2-2 1 16,-2 2 1 0,0-3-2-16,0 2 1 15,-1-2 2-15,0 1-1 16,-3 0-7-16,3-1 8 16,-4 4-8-16,1-2 5 15,-2 0 0-15,-1 2-4 16,1-3 7-16,-1-1 0 15,1-1 0-15,-2-1-8 16,0-1 6-16,0 0-6 0,-3 2-1 16,1 0 1-16,0 1-1 15,-2 1 0-15,1 0 0 16,-2 1-1-16,1-1 1 16,-1 1-6-16,0 0 0 15,0 1 0-15,0-1-3 16,0 0 0-16,-1 0-3 15,-2 0-2-15,-1 1 2 0,1 0-1 16,-2 0-7 0,0 2 7-16,-1-1 1 0,2 0-3 15,-2 1 0 1,0 1 1-16,1-1-2 0,-1 2 5 16,0-1 1-1,1 2-8-15,-1-1-2 0,1 2 6 16,0 1 3-16,0-1-2 15,1 1 4-15,0 1 0 16,-1 0-6-16,1-1 1 0,-1 2 1 16,1 0 1-1,1 0 0-15,1 2 4 0,-1-1-2 16,0 1-7 0,-1-1-3-16,1 0 5 0,0 0-3 15,0 0-5 1,0 1 4-16,-1-1 7 0,1-1-1 15,-1 2-8-15,-1-3 7 16,1 0-1 0,0 0 5-16,0-1 0 15,-1-2 9-15,1 2 1 16,1-1-7-16,0 1-9 16,0 0 10-16,1 3 5 0,0-2-5 15,1 2-1-15,0-1-4 16,0 0-4-16,1 0-3 15,-1-1 8-15,-1 1 9 16,2-1-1-16,-1 0-7 16,1 1 9-16,-2 1-1 15,2-1-1-15,-1 2 1 16,1-1 0-16,-1 0 1 16,0 2-1-16,0-1 0 0,1 2 1 15,0 0-1 1,0 1 1-16,0 0 0 0,0 0 0 15,0 0 0-15,0 0 0 16,0 0-1-16,0 0 1 16,0 0 0-16,0 0-1 0,-1 0 0 15,1 0 1 1,0 0-1-16,0 0 0 16,0 0 1-16,0 0-1 15,0 0 0-15,0 0 0 0,0 0 1 16,0 0-1-1,0 0 0-15,0 0-10 16,0 0-6-16,0 0-18 16,-3 4-8-16,-1 4 21 0,-2 4 12 15,-6 8 2-15,1-1-170 16,-2-4-581-16</inkml:trace>
  <inkml:trace contextRef="#ctx0" brushRef="#br0" timeOffset="40704.83">12857 5441 1102 0,'0'0'145'0,"3"-61"-84"0,-3 24 59 16,0 0 26-16,-7 7-14 15,-5 9 17-15,-5 2-14 16,-4 4-29-16,-4 7-42 0,-1 8-25 16,-1 5-26-1,1 10 6-15,3 5 9 0,5 1 0 16,5 3-10-16,6-1-9 15,5-3-8-15,2-3-1 16,6-4 0-16,6-6-2 16,3-7 1-16,2 0 1 15,1-10-1-15,0-8 1 0,-1-5 0 16,-1-2 10 0,-3 1 39-16,0 2 17 0,-3 6 5 15,0 11-3 1,0 9-22-16,3 29-20 0,2 25 51 15,-2 15 46-15,-4 9-19 16,-4-3-44 0,-5-11-9-16,0-7-6 0,-5-17-20 15,1-15-14-15,-1-11-5 16,3-9-5-16,-1-2 0 16,2-3 0-16,0-4 7 15,1-5 7-15,0-19-9 16,6-15-6-16,7-15-1 15,0 1 0-15,-1 11-13 16,-2 15-5-16,-5 14-8 16,1 3-14-16,0 1-17 15,-2 5-57-15,6 4-131 16,0 0-231-16,2 0-197 0</inkml:trace>
  <inkml:trace contextRef="#ctx0" brushRef="#br0" timeOffset="40999.76">13553 5160 1413 0,'0'0'542'0,"0"0"-241"0,0 0-74 0,0 0-4 0,-2 73-9 16,2-23-65-16,0 1-62 15,3-10-34-15,0-13-26 16,-1-7-18 0,1 1-9-16,0 3-2 0,0-1-31 15,0-6-111-15,5-14-238 16,-1-4-321-16,0-8-609 0</inkml:trace>
  <inkml:trace contextRef="#ctx0" brushRef="#br0" timeOffset="41283.21">13758 5156 917 0,'0'0'576'15,"0"0"-235"-15,-38 14 4 0,15 1-105 16,-1 3-63-16,1 4-30 15,3 0-24-15,5 0-35 16,6-2-15 0,7-2-18-16,2 0 1 0,9-3 1 15,8-2 1-15,7-1 5 16,11-5-11-16,-2-2-8 16,3-4-13-16,1-1-16 15,-5 0-8-15,4-1-7 16,-2-5-2-16,-3 1-5 15,-4 1-19-15,-4 1-74 16,4 3-62-16,-7 0-204 16,-2 0-521-16</inkml:trace>
  <inkml:trace contextRef="#ctx0" brushRef="#br0" timeOffset="41920.05">14574 5148 1243 0,'0'0'557'0,"0"0"-256"0,0 0 25 16,0 0-24-16,0 0-113 16,0 0-84-16,0 0-24 15,0 38 27-15,7-3-24 16,-2 0-4-16,3 1-12 16,1-1-10-16,0-6-14 0,3 0-13 15,-2-5-8 1,2-5-10-16,-3-6 1 0,3-5-5 15,-1-7 0-15,3-1 6 16,3-9 6-16,1-8-9 16,5-11-2-16,5-15-9 15,5-18-1-15,2-4-18 16,-6 8-18-16,-8 18-32 16,-9 17-14-16,-5 8 10 15,0 2 10-15,-2 2 15 0,-1 3 17 16,-4 6 7-16,0 1 1 15,-3 8-16 1,-6 10-1-16,-5 20-112 16,1-5-485-16,3 0-1237 0</inkml:trace>
  <inkml:trace contextRef="#ctx0" brushRef="#br0" timeOffset="42519.96">13778 5891 1583 0,'0'0'486'0,"0"0"-258"0,0 0 25 16,0 0-60-16,0 0-12 15,67-6-14-15,22-7-32 16,26-5-27-16,17-2-21 16,2-1-14-16,-9 3-5 15,-1 4-11-15,-8 2-26 0,-12 3-17 16,-16 1-8 0,-26 3-5-16,-22 2 0 0,-21 1-1 15,-11 1-6 1,-4 1-55-16,-4 0-64 0,-11 0-53 15,-42 9-103-15,1 0-268 0,-8 0-171 0</inkml:trace>
  <inkml:trace contextRef="#ctx0" brushRef="#br0" timeOffset="42801.44">13954 6045 1019 0,'0'0'844'15,"0"0"-685"-15,0 0 90 16,0 0 20-16,0 0 36 16,99 21-52-1,-2-38-84-15,23-2-30 0,9-2-34 16,-1 4-10 0,-14 3-17-16,-6 0-32 15,-8 2-20-15,-14-1-10 0,-18 2-4 16,-22 1-3-16,-19 4-9 15,-13 3-1-15,-10 1 0 16,-3 0 0-16,-1 1-43 16,-22 1-107-16,-43 0-155 15,2 6-241-15,-8-1-370 0</inkml:trace>
  <inkml:trace contextRef="#ctx0" brushRef="#br0" timeOffset="44569.81">12599 4694 1049 0,'0'0'233'0,"0"0"1"0,0 0 36 16,0 0 18-16,0 0-133 0,0 0-86 15,0 0 5 1,-23 30 11-16,19-2-18 0,0 2-12 15,2-1-31-15,2-4-18 0,0-5-5 16,3-3 0 0,4-5-1-16,0-6-1 15,1-5-6-15,0-1 1 16,0-7 6-16,1-5-1 16,-1-3-5-16,0-3 6 15,-1 1 0-15,-1 1 0 0,-1 4 0 16,-2 3 1-16,0 5-1 15,0 4 1-15,-1 0-1 16,3 11 12 0,2 3 16-16,0 2 15 0,2 1-12 15,1-2 5-15,1-3-4 16,1-3-7-16,-2-4-3 16,3-4 2-16,-2-1 15 15,1-9 0-15,0-4-17 16,-1-7-11-16,-3-2-2 15,-2-11-8-15,-3-12-1 0,-3 3-8 16,0 7-37 0,-2 6-58-16,-5 12-68 0,-2 3-46 15,0 4-147 1,1 4-279-16</inkml:trace>
  <inkml:trace contextRef="#ctx0" brushRef="#br0" timeOffset="45281.96">12943 4248 1047 0,'0'0'277'0,"0"0"-19"0,0 0-29 16,0 0-69-16,0 0-22 16,0 0-50-16,0 0-33 15,-16-19-33-15,12 20 5 0,-3 4 13 16,0 0 6-16,-2 3 0 16,-2-1 3-16,-1 2 7 15,2 0 5-15,0-1-9 16,0 1-6-16,2 1-22 15,2 0-6-15,0 4-6 16,3 4-1-16,2 1 6 16,1 1 19-16,2 0 9 15,8-1-2-15,2-2-22 0,5-4-9 16,2-4-3 0,2-4-1-16,1-5-2 0,0-2 3 15,-2-12-2 1,-2-3-1-16,-1-7-5 0,-4-2 7 15,-4-5-1-15,-3-1-5 0,-5 1 5 16,-1 2-7 0,-5 4 0-16,-5 8-12 15,-1 6-3-15,-3 6-15 16,1 5 8-16,0 0 8 0,-1 9 5 16,3 3 8-1,3 2 0-15,4 2-5 0,4-1 5 16,0 1 1-1,10-1 9-15,2 0 9 0,3-1-3 16,1-1-14-16,0 2 10 16,-2-1-11-16,-3 1 1 15,-2 0 0-15,-4 2 7 16,-1-1 5-16,-2 0 5 16,-1 0 0-16,0-3-6 15,-1-2-4-15,2-4-7 16,1-4-1-16,4 0 0 15,6-3-12-15,31-12-113 16,-2-3-237-16,6-2-644 0</inkml:trace>
  <inkml:trace contextRef="#ctx0" brushRef="#br0" timeOffset="45969.85">13516 4506 1049 0,'0'0'335'0,"0"0"58"0,0 0 4 16,0 0-114-1,0 0-81-15,0 0-106 0,0 0-43 16,-15 29 31-1,12-2-3-15,1 2-24 0,2 2-19 16,0-4-17-16,2 0-13 0,5-8-7 16,2-3-1-1,1-7 1-15,2-6-1 0,2-3 1 16,-1-10-1 0,1-6-6-16,-3-5-13 0,1-1-5 15,-5-2 11 1,1 3 11-16,-3 5 1 0,-2 3 1 15,-2 6 1 1,0 3 0-16,-1 4 9 0,0 2-9 16,0 11 0-1,0 4 11-15,1 4 6 0,3 2 2 16,2 0-5-16,2-4 0 16,1-1-2-16,1-7-5 15,0-2-2-15,2-7 1 16,-1-2 7-16,2-8 7 0,0-7-6 15,1-6-14 1,-1-4 10-16,-4-11-10 0,-3-7-1 16,-4 0 0-1,-2 6-8-15,-1 6-19 0,-8 12-48 16,-4 1-91 0,2 3-199-16,1 7-392 0</inkml:trace>
  <inkml:trace contextRef="#ctx0" brushRef="#br0" timeOffset="47169.87">13835 4077 1066 0,'0'0'307'0,"0"0"68"0,0 0-16 16,0 0-96-16,-18-40-33 15,16 40-102-15,0 9-92 16,2 10-20-16,0 8 25 0,0 5 2 16,0 1 24-1,1 0 1-15,2-3-40 0,1-2-16 16,0-5-12-16,-1-4-7 15,0-5-59-15,0-4-163 16,3-10-116-16,-1 0-277 0,1-10-121 0</inkml:trace>
  <inkml:trace contextRef="#ctx0" brushRef="#br0" timeOffset="47384.29">13916 4085 682 0,'0'0'202'16,"0"0"115"-16,0 0-80 0,0 0-4 15,0 0 0-15,-28 38-33 16,17-18-52-16,2 3-36 16,2 0-26-1,2-2-4-15,4-2-3 0,1-3-6 16,5-1-1-16,6-4 1 16,5-3-9-16,5-3-16 15,9-4-14-15,12-1-14 16,11-7-8-16,2-4-12 15,-3-1-53-15,-17 5-314 16,-9-2-765-16</inkml:trace>
  <inkml:trace contextRef="#ctx0" brushRef="#br0" timeOffset="47953.11">14562 4388 1602 0,'0'0'336'0,"0"0"4"0,0 0-88 0,0 0-83 15,0 0-100-15,12 51 55 16,0-10-27-16,0-3-16 16,1-3-17-16,-3-9-14 15,3 2-16-15,0 0-16 16,-4-5-9-16,-1-9 2 0,-2-5-11 16,-2-7 2-1,0-2 7-15,2-12 9 0,2-6-12 16,2-7-5-1,1-10-1-15,-1-13 0 0,0 5 0 16,-2 4-17 0,-2 8-16-16,-3 13-19 0,0 4-25 15,-2 5-35-15,-1 9-119 16,0 10-246-16,-4 3-150 0</inkml:trace>
  <inkml:trace contextRef="#ctx0" brushRef="#br0" timeOffset="48549.97">14791 4376 1213 0,'0'0'376'0,"0"0"22"0,0 0-169 16,0 0-56-16,-11 46 1 0,10-17 0 15,1 5-42 1,1-1-29-16,6-3-15 16,3-1-21-16,1-3-13 15,0-5-25-15,-1-6-16 0,1-6-2 16,0-6-1 0,2-3 7-16,1-9 16 0,3-11-15 15,0-7-9 1,0-11-3-16,-2-17-4 0,-4-14-2 15,-2 4-2-15,-6 14-37 16,-3 18-24-16,0 19-21 16,0 3-51-16,-1 7-94 15,0 2-123-15,1 2-516 0</inkml:trace>
  <inkml:trace contextRef="#ctx0" brushRef="#br0" timeOffset="49019.89">15083 3951 1280 0,'0'0'395'0,"0"0"138"16,0 0-273-16,0 0-62 0,0 0-102 16,-13 42-8-1,11-1-5-15,2 0-6 0,0-4-4 16,0-3-15-16,5-11-8 0,2 0-10 15,1-1-10 1,0-7-9-16,3-6-6 0,0-8 5 16,1-1 6-1,4-10-5-15,1-8-10 0,2-7-11 16,4-12-9 0,0-12 0-16,0-8-22 0,-2 7-21 15,-8 12-16 1,-7 16-5-16,-5 17-5 15,-1 0 29-15,-13 7 4 16,-6 6-72-16,-7 4-715 0</inkml:trace>
  <inkml:trace contextRef="#ctx0" brushRef="#br0" timeOffset="49549.74">12145 4773 1378 0,'0'0'212'0,"0"0"-76"0,0 0-38 0,0 0-12 15,45-16-19-15,-28 16-40 0,2 0-27 16,0 0-2 0,2 1-163-16,-5 1-230 0,-5-2-905 0</inkml:trace>
  <inkml:trace contextRef="#ctx0" brushRef="#br0" timeOffset="49769.84">12270 4639 1177 0,'0'0'251'16,"0"0"-75"-16,0 0-44 15,45 0 7 1,-22 9-21-16,1 3-13 0,-1 4-40 16,-5 1-25-16,-2 3-17 15,-7 1-9-15,-9 3-1 16,-2-1-4-16,-13 3-8 0,-14 6-1 15,-21 8-138-15,5-7-244 16,0-5-738-16</inkml:trace>
  <inkml:trace contextRef="#ctx0" brushRef="#br0" timeOffset="50283.7">11535 4551 1145 0,'0'0'197'0,"0"0"110"0,0 0-29 16,0 0-54-1,0 0-90-15,0 0-64 16,0 0-46-16,-4 42 38 16,15 5 23-16,0-1-3 15,0-7-44-15,-3-12-21 16,-4-7-7-16,2 3-9 0,1-1-1 15,-1 3-17-15,-2-1-166 16,-1-6-156-16,-3-7-356 0</inkml:trace>
  <inkml:trace contextRef="#ctx0" brushRef="#br0" timeOffset="50653.85">11605 4632 1236 0,'0'0'227'16,"0"0"-142"-16,0 0-45 16,0 0 30-16,43 1 48 15,-23-1-33-15,2 0-44 16,-2-1-18-16,-3-6-5 16,-3-4 2-16,-7-2 13 15,-2-2 41-15,-5-2-8 16,0 1-5-16,-6-2 8 15,-5 3-1-15,0 3 12 0,0 3-2 16,0 5-13 0,-2 4-20-16,0 7-19 15,-1 9-2-15,0 9 12 16,2 5-5-16,1 1-11 0,6 4-8 16,3-3-2-1,2-2-4-15,9-3-6 0,7-6-1 16,5-8-25-16,7-7-89 15,4-6-73-15,14-22-79 16,-7-1-419-16,-9-3-323 0</inkml:trace>
  <inkml:trace contextRef="#ctx0" brushRef="#br0" timeOffset="52681.87">11879 4482 1066 0,'0'0'231'0,"0"0"12"0,0 0-86 15,0 0-12-15,0 0-3 16,-39 35 0-16,31-16-30 16,-2 1-16-1,2 1-29-15,4-1-25 16,2-1-19-16,2-5-12 0,2-1-11 16,6-4 2-16,4-6-2 15,-1-3-1-15,4-1-11 16,-4-11-52-16,-1-3-21 15,-2-4 53-15,-4-1 16 16,-3 1 15-16,-1 0 1 0,0 2 6 16,0 6 10-1,-1 2 18-15,-2 5 9 0,2 4 15 16,-1 0-29 0,1 6-20-16,0 5 0 0,1 3 2 15,0 1-2 1,2 1-2-16,6-2-6 0,2-2 5 15,4-2-6-15,0-4 1 16,3-5-1-16,0-1-1 16,-4-5-41-16,-2-7-13 0,-5-3-1 15,-3-5 25 1,-3-3 13-16,0-1 17 0,-1-1-5 16,-3 4 6-1,1 4 9-15,0 7 20 0,2 5 25 16,-1 4 5-1,2 1-28-15,0 6-23 0,0 7 1 16,0 3 10-16,0 2-4 16,0 0-9-16,7-2-5 15,0-3 0-15,4 0-1 16,0-7-9 0,1-4-49-16,-1-2-52 0,-1-4-55 15,0-9-45-15,-3-3 60 16,-4-6 93-16,-3-1 56 15,0-1 1-15,0 3 58 0,0 5 30 16,0 5 5 0,0 7 11-16,0 4-48 0,0 3-48 15,0 10 23 1,0 4 17-16,1 4-8 16,1 2-15-16,-2-2-7 15,0-2-4-15,0-4-12 16,0-2 4-16,0-6-6 0,0-5 2 15,0-2 11-15,0-1 11 16,0-12-11-16,0-5-12 16,0-5 7-16,2-2-1 15,3-1 2-15,3 2 9 16,1 6-5-16,0 5 8 16,2 6 1-16,1 5-4 15,1 2-3-15,1 7 1 16,0 6-2-16,2 1-4 15,1 3-10-15,0-2 1 0,1 0-1 16,-1-4-8-16,0-5-66 16,-1-6-95-16,0 0-96 15,-2-10-105-15,-1-7-25 16,-5-3-106-16,-3-4 323 16,-2 1 178-16,-3-1 82 15,0 3 109-15,0 3 93 16,-4 5-41-16,-2 5-47 0,0 5-16 15,-1 3-29 1,-1 2-50-16,1 9-6 16,-1 4-25-16,2 3-21 15,3 2-17-15,2 1-10 0,1 0-11 16,0-3-4 0,5-6-7-16,4-2 0 15,0-6 0-15,2-4-18 16,-1-3-26-16,-1-8-43 0,-2-3-6 15,-2-3 22-15,-2-3 28 16,0 0 18-16,-2 0 18 16,0 2 7-16,-1 3 1 0,0 5 15 15,0 3 9 1,0 5 41-16,0 2 12 0,0 0-52 16,0 7-11-1,0 5 0-15,0 2-6 0,0 1-8 16,2-1 2-1,4-2-2-15,2-2-1 16,0-3-13-16,2-6-31 16,-1-1-62-16,1-4-14 15,-3-7-22-15,-2-4 46 16,-2-4 50-16,-2-3 35 0,-1-2 11 16,0-1 12-16,0 3 27 15,0 6 37-15,-2 4 34 16,1 8 22-16,1 4-74 15,0 3-57-15,0 11 12 16,2 5 11-16,2 1-11 16,2 4-3-16,-1-1-8 15,-2-1-2-15,0-3 2 16,0-2-2-16,-2-6 0 16,0-6-11-16,0-5 11 15,0 0 20-15,2-7-14 0,1-3-4 16,0 0-1-16,2 0-1 0,0 3 1 15,1 1-1 1,-2 4 0-16,1 0 0 0,-2 2-1 16,0 3 1-1,-2 5 0-15,-2 2 10 0,0 5 5 16,0 0 10 0,0 3-3-16,-4-1 0 0,0-3 0 15,2-2-7 1,1-3-13-16,1-5 0 0,0-4-1 15,4 0 10-15,4-12-5 16,2-5-6 0,0-8 0-16,-4-10-5 15,-1-13-3-15,-3-15 0 16,-2-5 8-16,0 5 0 16,-3 15 0-16,0 21 8 15,2 11 23-15,0 8 32 0,0 3 26 16,-1 3-12-16,0 2-28 15,-1 11-35-15,1 10-4 16,-1 6-1-16,3 4-3 16,0 4-5-16,0-2 0 15,5-1 1-15,4-6 4 16,2-5-6-16,0-7-1 16,2-5-5-16,-1-8-3 0,0-1-9 15,-2-8-4 1,-1-6-14-16,-1-2 12 0,-3 0 14 15,-1-1 9-15,-2 4 1 16,-2 3 1-16,0 6 17 16,0 4 16-16,-3 4-16 15,-3 10-3-15,0 3 19 16,0 5 2-16,3 0 0 16,3-1-2-16,0-2 5 15,5-1-6-15,5-4 3 16,5-3-8-16,2-5 0 15,2-4-5-15,1-2 2 16,4-2-13-16,1-6-6 0,-1-3-6 16,-1 1 0-1,-1-2-78-15,-6 3-202 0,-6 3-418 0</inkml:trace>
  <inkml:trace contextRef="#ctx0" brushRef="#br0" timeOffset="53319.69">15343 4502 750 0,'0'0'645'0,"0"0"-414"0,0 0 35 0,0 0 11 0,0 0-73 15,0 0-34 1,45-17-27-16,-23 12-48 0,1 0-34 15,2-1-28-15,0 1-12 16,1-1-14-16,-4 1-7 16,-4 2-1-16,-5 0-46 15,-11 2-165-15,-2 0-119 16,-1 1-489-16</inkml:trace>
  <inkml:trace contextRef="#ctx0" brushRef="#br0" timeOffset="53679.87">15376 4330 1253 0,'0'0'241'0,"0"0"84"15,0 0-29 1,0 0-71-16,0 0-58 0,0 0-98 15,0 0-50-15,-15-10-5 0,-2 33 32 16,-6 6 27 0,-3 3 3-16,-1 2-9 15,1-1-4-15,4-2-6 16,5-5-8-16,6-5-24 0,8-4 5 16,3-2 5-1,7-3-4-15,17-2 8 16,15-3 5-16,16-3-16 15,8-4 11-15,2 0 4 16,-6-6-26-16,-6 1-10 0,-3-1-7 16,-10 4-10-16,-6 2-124 15,-13 0-322-15,-11 4-550 16</inkml:trace>
  <inkml:trace contextRef="#ctx0" brushRef="#br0" timeOffset="78950.08">3862 3253 788 0,'0'0'250'0,"0"0"-213"0,-9-45-35 0,4 29-2 0,1 3 8 16,2 4 11 0,1 3 1-16,0 5 14 0,1 1-7 15,0 3-12 1,0 10-14-16,0 7 9 16,3 6 30-16,2 3 34 15,1-1 25-15,0-1-24 0,2-4-27 16,0-2 14-16,-3-5-22 15,4-3-12-15,-3-6-22 16,-2-4-6-16,0-3-57 16,2-4-6-16,-3-10 21 15,-1-5 27-15,-1-7 15 16,-1-3 6-16,0-1 15 16,0 1-21-16,0 5-6 0,0 7-1 15,-1 7 5 1,1 6 1-16,0 4 1 0,1 8-14 15,6 8 2-15,3 7 12 16,1 4 47-16,0 2 31 16,-1 1-22-16,-2-2-17 15,-1-5-14-15,-2-4-9 16,-3-2-16-16,-2-5 0 16,0-2-29-16,-8-2-96 15,-5-5-35-15,-3 1-23 16,-1-4 21-16,-3 0-13 0,-3 0 41 15,0-5 72 1,3-1 62-16,2 0 26 16,6 2 86-16,5 2 89 15,4 2-27-15,3 0-103 0,3 5-23 16,8 3-16 0,5 6 27-16,4-3 30 0,3 1-3 15,4-2-21 1,1-3 8-16,0-2-10 0,-1-3-3 15,-2-2-23-15,-5-1-20 0,-1-6-11 16,-5-4-5 0,-4-1 0-16,-4-3 0 15,-3-2-1-15,-3-3-11 16,0-2-13-16,0 1-18 0,-5 1 2 16,2 3 13-1,0 6-3-15,2 6 22 0,0 5 7 16,0 1 0-16,1 13-29 15,-2 5 30 1,1 5 13-16,-1 2 32 0,-1 0-3 16,0-1-9-16,1-2-26 15,-3 1-7-15,2-6-235 16,-1-7-696-16</inkml:trace>
  <inkml:trace contextRef="#ctx0" brushRef="#br0" timeOffset="79100">4128 3373 880 0,'0'0'626'0,"0"0"-549"0,0 0-32 0,0 0 20 16,-27 39-14-1,1-12-25-15,3 0-26 0,-3-5-1113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57:41.5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4346 1960 1609 0,'0'0'315'0,"0"0"-70"0,0 0-30 16,0 0-46-16,0 0-32 15,37-23-30-15,-14 12-50 16,5-2-30-16,2-1-18 15,2 1-3-15,-1-2-6 0,-2 3 0 16,-5 3-12 0,-1-1-67-16,-5 1-87 0,0-1-117 15,-6 2-225 1,-5 1-230-16</inkml:trace>
  <inkml:trace contextRef="#ctx0" brushRef="#br0" timeOffset="212.12">4389 2004 1445 0,'0'0'319'0,"0"0"-95"16,0 0-33 0,0 0-30-16,0 0 21 0,0 0-34 15,70-16-48 1,-17-2-44-16,2-1-30 0,-7 2-18 15,-13 5-8 1,-13 4-22-16,7-2-139 0,-3 1-218 16,-4-3-658-16</inkml:trace>
  <inkml:trace contextRef="#ctx0" brushRef="#br0" timeOffset="20812.34">9706 3827 598 0,'0'0'283'0,"0"0"-93"0,0 0-26 0,0 0 13 16,0 0-30 0,-13-41-19-16,6 33-32 0,0 0 40 15,-2-1 5 1,-1 1-20-16,-1-1-3 0,-4 2-9 15,-2-2-25-15,-3 2-7 16,-2 1 3-16,-2-1-11 16,0 2-4-16,0 1-2 15,-2 2-8-15,1 0 2 16,-3 2-15-16,3 0 0 0,-2 0-5 16,4 3-4-1,-1 2-7-15,3 2 1 16,1 2-6-16,0 0-9 15,3 1 1-15,1 1 8 0,-1 3-10 16,2-1 4 0,0 3-9-16,1 0 1 0,0 3 4 15,1 1-5-15,1 0 1 16,0 3 1-16,1 1-1 16,-2 0 2-16,3 1 4 15,0 3 7-15,0-1 1 16,1 2 0-16,1-1 4 15,3 2-4-15,1-2 0 16,2-1-4-16,1 1-1 16,1-2-2-16,0-1-2 0,5-1 6 15,2-2-5 1,4-1-2-16,2-3-10 0,4 1 8 16,2-3 12-1,2 0 3-15,3-4 2 0,1-2-16 16,4 0 1-1,7-4 2-15,7-3-1 0,7 0-1 16,-3-3-1-16,-11 0-4 0,-9 0-4 31,-8-3 4-31,4-1 0 16,1 1-5-16,3-3 7 0,-2 0-1 16,-2 0 1-16,0-1-1 15,-3-1 5-15,1-1-4 16,-2-2 1-16,2-1 0 15,-1-2 1-15,-1-1 2 16,0-1-1-16,-3-1-2 0,1 1-8 16,-4-1 8-16,0-2-1 15,-3 1-2 1,0-2-6-16,-2-1 1 0,1-1 5 16,-4-3 0-1,-3-1-4-15,-2-3 4 0,0 2-5 16,-3-3 5-1,-7 2-5-15,1 0 5 0,-3 2-4 16,-1 1-1-16,0 1 5 16,-1 4-4-16,0 3-1 15,-1 2 1-15,0 2-2 0,3 3 0 16,-1 2-12 0,2 2-2-16,0 2 13 0,1 2-7 15,2 1 2 1,-2 0 5-16,0 1-11 0,1 0 4 15,1 0 1-15,-1 1-5 16,-1 3 4-16,-2 2-4 16,2-1 5-16,0 1 5 15,0-2 1-15,3 1-10 16,1-2 1-16,1 0-5 16,0-1-11-16,4 1-58 15,-1-2-39-15,1 2-45 16,0-1-40-16,-1-1-307 15,2-1-345-15</inkml:trace>
  <inkml:trace contextRef="#ctx0" brushRef="#br0" timeOffset="21684.3">9711 3659 1072 0,'0'0'341'0,"0"0"-100"0,0 0 5 0,0 0 28 0,0 0-33 16,0 0-46 0,53-42-46-16,-30 19-41 0,2-5-26 15,6-7-12 1,1-12-12-16,-1-12-11 0,-3-8-17 15,-8-2-11-15,-10 3-5 16,-8 5-8-16,-2 4 0 16,-5 1 1-16,-3 12-1 15,-2 10 3-15,0 10-9 16,-1 8 0-16,-3 0 8 16,-2 1-7-16,-1 2 5 15,3 5-5-15,1 5 7 16,0 3-8-16,3 0 1 0,-4 2-1 15,3 3 1 1,-2 3-1-16,2-1 5 16,0 1-5-16,4-2 0 15,0-1-6-15,3-1 5 16,1-1 0-16,1-2-14 16,2 0-12-16,0 0-38 15,0-1-39-15,0 0-76 16,0 0-100-16,9 1-83 15,-1 0-138-15,-1-1-265 0</inkml:trace>
  <inkml:trace contextRef="#ctx0" brushRef="#br0" timeOffset="21980">9747 2942 1257 0,'0'0'299'0,"0"0"51"0,0 0-39 0,0 0-112 0,0 0-10 0,0 0-40 16,-35 48-36 0,32-27-16-16,3 2-12 0,0 0-26 15,0-2-14-15,0-1-21 16,4-2-17 0,-1-3-6-16,1-3-1 0,-1-3 1 15,0-3-1-15,-1-3-38 16,-1-3-71-16,-1 0-30 15,0-9-112-15,0-10-79 16,0-20-224-16,-1 4-13 16,-1-2-293-16</inkml:trace>
  <inkml:trace contextRef="#ctx0" brushRef="#br0" timeOffset="22180.23">9749 2799 841 0,'0'0'512'15,"0"0"-237"-15,0 0 30 0,0 0-36 16,0 0-78-16,40-32-48 0,-23 32 7 15,5 1-29 1,0 4-29-16,1 2-20 0,-2-1-10 16,2 0-12-1,-2-1-29-15,-3-1-13 0,-1-1-8 16,-5 0 0 0,0 0-37-16,-4 1-162 15,-3-1-293-15,-2-2-465 0</inkml:trace>
  <inkml:trace contextRef="#ctx0" brushRef="#br0" timeOffset="22362.16">10117 2735 1830 0,'0'0'293'15,"0"0"-45"1,0 0-135-16,0 0-37 16,0 0-49-16,0 0-27 15,0 0-108-15,7 11-441 16,-4-5-1079-16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58:18.3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10370 6394 1122 0,'0'0'368'0,"0"0"-111"0,0 0 19 0,0 0-37 15,0 0-8-15,0 0-32 16,-2-21-57-16,12 21-49 16,15 0-12-16,16 0 17 15,19 3-11-15,7-2-4 16,-3 2-12-16,-7-3-3 15,-11 0-22-15,-8-3-14 0,-7 2-10 16,-9-2-8 0,-3 1-8-16,1-1-5 0,0 0 11 15,-1 0-12 1,-5 1 0-16,-5 0-1 0,-4 2-6 16,-3 0-10-1,-2 0-56-15,-4 0-80 0,-27 0-81 16,1 0-366-16,-5 0-369 0</inkml:trace>
  <inkml:trace contextRef="#ctx0" brushRef="#br0" timeOffset="379.91">10376 6540 1433 0,'0'0'332'0,"0"0"-106"15,0 0-18-15,0 0 25 16,0 0 40-16,0 0-79 16,0 0-5-16,77 3-36 15,-17-3-13-15,7 0-38 0,-3-1-13 16,-6-3-29-16,-13 0-23 15,-2-1-22-15,-7 1 3 16,-7 1-3-16,-8 0-4 16,-2 1-11-16,-1-1 8 15,0 0-8-15,-1 1-1 16,-6-2-5-16,-3 2-6 16,-7 1-27-16,-18 1-84 15,-9 0-130-15,-11 0-566 0</inkml:trace>
  <inkml:trace contextRef="#ctx0" brushRef="#br0" timeOffset="5512.1">12491 5542 791 0,'0'0'409'0,"0"0"-129"0,0 0 44 0,0 0-17 16,0 0-41-16,0 0-49 15,-8-25-41-15,7 25-49 16,1 0-51-16,0 0-29 16,0 6-29-16,0 6-17 15,0 7 14-15,0 5 21 16,0 3-8-16,1-2-8 15,1-2-19-15,0-4 1 16,1-3-1-16,-2-3-1 0,3-3-2 16,-2-2-11-16,-1-3-49 15,0-2-36-15,-1-1-43 16,0-2 13-16,0 0 21 16,0 0 26-16,-5-5-58 15,0-3-9-15,-2-1 3 16,-1-2 71-16,1 0 30 15,1 1 44-15,0 1 7 0,2 2 62 16,1 2 46 0,1 2 15-16,2 1-15 15,-1 2-21-15,1 0-13 16,0 0-27-16,0 2-26 0,0 5-1 16,2 3 103-1,4 3-35-15,2 0-29 0,2-1-18 16,2-1-15-16,0-1-18 15,1 0-8-15,0-3-6 16,-1-1 5-16,-1-1-6 16,0-3-15-16,-3-2-28 15,1 0-13-15,-3 0-13 0,1-5-26 16,-1-4-39 0,-1-3-17-16,-1 0 46 0,-1 0 60 15,-2 1 25 1,0 1 8-16,-1 3 12 15,0 3 1-15,0 1 35 16,0 3-15-16,-2 0-7 16,-3 1-6-16,-1 6-2 0,-2 2 13 15,0 2 9-15,1 0-8 16,0 1-13-16,1-2 0 16,2 0-6-16,-1-2-1 15,2-2-1-15,1-1-73 16,-2-2-145-16,2-2-307 15,-1-1-587-15</inkml:trace>
  <inkml:trace contextRef="#ctx0" brushRef="#br0" timeOffset="5699.94">12682 5716 546 0,'0'0'1267'0,"0"0"-944"0,0 0-63 16,0 0-98-16,0 0-56 15,0 0-78-15,0 0-28 16,-15 14-172-16,2-8-509 0</inkml:trace>
  <inkml:trace contextRef="#ctx0" brushRef="#br0" timeOffset="9432.12">12471 5525 799 0,'0'0'166'0,"0"0"-70"15,0 0 63-15,0 0 15 0,0 0-11 16,-2-42-70-16,0 30 2 16,-1-2 3-16,-1-1 1 15,-2 3-21 1,0-2-17-16,-1 2 6 0,-4-1 0 16,0 3-27-16,-3-3 17 15,-2 4-31 1,-3 1-14-16,0 2 0 0,-2 0 0 15,0 3 0-15,-2 1 1 0,1 2-3 16,0 0-4 0,-1 0-4-16,0 5-1 0,-1 2 1 15,-2 2-1 1,1 0 1-16,1 3 5 0,-2 0-6 16,0 2 1-1,2 0-1-15,-1 2 1 16,3 1-2-16,1 0 2 15,3 1 6-15,1 2-2 0,2 0 5 16,1 1-2-16,2 0 1 16,1 1 8-16,2-1-5 15,0 0 2 1,1-1-6-16,1-2 2 0,1-1-3 16,-1-2-7-16,1-2 0 15,4-2 1-15,-2-1-2 16,1-2 1-16,1-1-1 15,-1-3 0-15,3 0-11 16,0-2-40-16,0-1-54 16,0-1-60-16,0 0-105 0,0-4-101 15,0-2-437-15</inkml:trace>
  <inkml:trace contextRef="#ctx0" brushRef="#br0" timeOffset="9766.9">11658 5704 820 0,'0'0'603'0,"0"0"-413"0,0 0 45 0,0 0 62 0,0 0-74 15,0 0-82-15,0 0-73 16,17-7 5-16,-4 17 9 0,4 5 2 15,2 3-23 1,0 3 11-16,0 2-11 16,0 1-10-16,0 0-24 0,1 0-11 15,0-2-10-15,-3-3 0 16,-2-5-5-16,-1-2-1 16,-4-6-1-16,-1-2-19 15,-2-4-36-15,-2 0-42 16,0-4-76-16,-5-16-118 0,2 1-273 15,-2-1-322-15</inkml:trace>
  <inkml:trace contextRef="#ctx0" brushRef="#br0" timeOffset="10100.84">11989 5703 1355 0,'0'0'250'16,"0"0"-11"-16,0 0 26 15,0 0-48-15,0 0-77 16,0 0-23-16,0 0-33 16,-27 34-8-16,14-15 25 15,-1 3-26-15,0-1-15 16,0 0-9-16,3-1-19 15,-1-3-9-15,4-2-22 16,1-3 6-16,2-3-7 0,1-3 0 16,4-1-21-16,-1-3-47 15,0-1-46-15,1-1-65 16,-1 0-47-16,0-5-273 16,1-2-274-16</inkml:trace>
  <inkml:trace contextRef="#ctx0" brushRef="#br0" timeOffset="10311.64">11958 5846 2230 0,'0'0'364'0,"0"0"-160"0,0 0-25 16,0 0-13-1,0 0-70-15,0 0-64 0,0 0-32 16,0 0-18-16,0 1-65 16,-14 6-108-16,-1 0-409 15,-6 1-927-15</inkml:trace>
  <inkml:trace contextRef="#ctx0" brushRef="#br0" timeOffset="13010.25">13403 5488 1047 0,'0'0'259'0,"0"0"14"0,0 0-23 16,-4-48 42-16,4 38-28 15,0 2-48-15,0 5-27 0,0 3-68 16,0 0-54-1,0 9-26-15,0 14-10 0,0 18 35 16,0 13 6-16,1-2-20 16,1-10-19-16,-1-14-15 15,0-10-10-15,1 0-8 16,-1 2 1 0,0 0-1-16,0-5-12 0,-1-3-36 15,0-3-20-15,-4-3-43 16,-4-2-28-16,-1-4 63 15,-2 0-49-15,0-6 58 0,-1-5-26 16,0-5 32 0,2 0 29-16,1-1 18 15,2 1 14-15,1 3 6 16,3 2 38-16,2 4 50 0,1 2 22 16,0 4-10-1,0 1-33-15,0 0-25 0,2 4-16 16,6 7 10-1,2 5 46-15,3 1-25 0,3 1-18 16,0 2-9-16,2-3-17 0,0-1-2 16,1-3-16-1,0-4 0-15,-3-1 1 0,1-3-2 16,-4-4-26 0,-3-1-25-16,0 0-16 15,-5-6-8-15,0-3-1 16,-2-2-17-16,-1-2 2 0,0 1 16 15,-1-1 14 1,-1 4 31-16,0 2 21 0,0 2 9 16,-5 4 0-16,-1 1 21 15,-3 4-11-15,-4 9-4 16,-2 3 18-16,-1 2 6 16,0 2-12-16,2 0-12 15,1-1-6-15,0-2-1 16,4 0-75-16,1 1-147 15,2-5-409-15,4-5-558 0</inkml:trace>
  <inkml:trace contextRef="#ctx0" brushRef="#br0" timeOffset="13165.09">13547 5852 1935 0,'0'0'297'0,"0"0"-213"0,-40 3-62 16,5 6-22-16,4-1-60 16,-1 2-614-16</inkml:trace>
  <inkml:trace contextRef="#ctx0" brushRef="#br0" timeOffset="14180.27">14450 5919 653 0,'0'0'605'0,"0"0"-428"0,0 0 73 0,0 0 24 0,0 0-52 16,0 0-57 0,0 0-24-16,-14 0-9 0,26 0-48 15,4 0-35 1,6 0-21-16,6 0-20 0,2 0-8 15,0 0-63-15,0 0-90 16,0 0-105-16,-6 0-264 16,-8 0-442-16</inkml:trace>
  <inkml:trace contextRef="#ctx0" brushRef="#br0" timeOffset="14350.07">14408 6036 1364 0,'0'0'277'16,"0"0"-85"-16,0 0-14 15,0 0-4-15,0 0-35 0,51 4-78 16,-20-4-61-16,3-4-16 16,10-7-110-16,-8 0-215 15,-9-1-400-15</inkml:trace>
  <inkml:trace contextRef="#ctx0" brushRef="#br0" timeOffset="14649.95">14631 5813 645 0,'0'0'992'15,"0"0"-785"-15,0 0-2 0,0 0-41 16,48 11-17-16,-22-1-43 15,3 2-37-15,0 2-9 16,-2 2 9-16,-3 0-10 16,-7 0-24-16,-6 0-15 15,-9 1-9-15,-2-1 29 16,-10 1-12-16,-9 1-19 16,-13 1-6-16,-11 0 0 0,0-2-1 15,6-3-6 1,8-4-25-16,12-4-24 0,4-2-81 15,13-4-88-15,0 0-299 16,13-4-441-16</inkml:trace>
  <inkml:trace contextRef="#ctx0" brushRef="#br0" timeOffset="20115.8">9703 5775 1029 0,'0'0'285'0,"0"0"-26"0,0 0-46 16,-52-19-48-16,31 15-26 0,-2 0-21 16,-5 3-16-1,-3 1-31-15,-6 0 3 16,-7 5-1-16,2 5-9 16,6 2 11-16,4 2-1 0,8 1-11 15,-3 2-11 1,-2 5 11-16,2 2-11 15,3 3-7-15,3 1-2 16,4 2 1-16,2 2-7 16,3 7-4-16,5 7-3 15,4 7 8-15,3 3 2 0,2-10 2 16,6-12 9-16,1-10-15 16,1-4 1-16,4 5 7 15,3 1-13-15,3 3-10 16,2-4 17-16,1-2-1 15,1-2-10-15,0-7-9 16,1-3-3-16,2-6 3 16,-1-3 8-16,3-2-7 15,0-8-5-15,-1-6-4 16,3-4-8-16,-2-4-1 16,0-3 7-16,-1-3-7 0,-1-1 8 15,-2-1-1 1,-2-1-1-16,-1-1-1 0,-4-1 5 15,-2-2 4-15,-4 3 3 16,-1-1-5-16,-5 2-4 16,-1 1-8-16,-1 2 0 0,-2 2 0 15,-2 1-1 1,0 1-18-16,0 3 0 0,-4 2 12 16,1 1 4-1,-1 4-7-15,-1 0-9 0,0 3 0 16,-2 1-3-1,-2-1-1-15,0 1-2 0,-1 2 7 16,-3-1 2-16,-1 0-3 16,0 2-3-16,-1-1 2 15,0 2 2-15,0 2-1 16,-2 1-1-16,-2-1-1 16,-3 4-8-1,-13 0-8-15,-30 13-12 0,5 1-217 16,-7 0-699-16</inkml:trace>
  <inkml:trace contextRef="#ctx0" brushRef="#br0" timeOffset="22413.08">8643 2614 1480 0,'0'0'370'0,"0"0"-118"0,0 0-119 15,0 0-43 1,0 0-38-16,0 0-31 0,32-22-21 15,-15 17 0-15,3 0-49 0,6 2-118 16,-3 1-190 0,-6 1-270-16</inkml:trace>
  <inkml:trace contextRef="#ctx0" brushRef="#br0" timeOffset="22580.11">8640 2730 653 0,'0'0'354'15,"0"0"-92"-15,0 0-40 16,0 0-59 0,0 0-46-16,0 0-83 15,0 0-34-15,67-47-41 0,-39 24-242 16,-5 1-519-16</inkml:trace>
  <inkml:trace contextRef="#ctx0" brushRef="#br0" timeOffset="22811.95">8775 2465 1285 0,'0'0'270'16,"0"0"-187"-16,0 0 25 16,0 0 50-16,56 36-13 15,-37-20-45-15,-4 2-19 0,-4 1-11 16,-6 4-2-1,-5 1-13-15,-1 1-24 0,-10-1-15 16,-6 1-8 0,-4 0-8-16,-6 1-21 0,3-6-117 15,5-8-385-15</inkml:trace>
  <inkml:trace contextRef="#ctx0" brushRef="#br0" timeOffset="23463.66">9441 2016 328 0,'0'0'1074'0,"0"0"-721"0,0 0 2 0,-39-37-106 0,23 30-70 0,-1 3-32 16,-2 4-22-16,0 2-19 15,1 10-31-15,3 4-27 16,3 6-17-16,3 2 5 16,3 1-18-16,6 0-7 15,0-1-5-15,9-5-6 16,7-2-1-16,4-6 0 15,3-7-7-15,1-4-10 16,-1-9-27-16,-2-8-7 16,-4-5 12-16,-3-4 22 15,-6-3 17-15,-1-1 1 0,-5 0 1 16,1 5 0 0,-2 5 5-16,-1 6 15 15,0 7 10-15,1 5 0 16,-1 2-8-16,0 0-16 0,4 9-7 15,1 5 1-15,3 1 0 16,0 2 0-16,5 2-1 16,1-2 0-16,5-1-1 15,3-4-39-15,4-4-75 16,14-8-154-16,-8 0-84 16,-4-5-331-16</inkml:trace>
  <inkml:trace contextRef="#ctx0" brushRef="#br0" timeOffset="24059.85">9811 1917 1220 0,'0'0'348'0,"0"0"32"0,0 0-121 0,-42-15-52 0,26 15-39 16,-1 0-28-1,-1 8-21-15,0 4-17 0,4 4-30 16,2 2-17-16,3 1-12 0,3-1-10 16,4 1-18-1,2-2-13-15,8-5-1 16,6-3 0-16,6-5-1 16,0-4 0-16,3-1-7 0,-3-11-28 15,-3-7-22 1,-1-5-2-16,-3-10 26 0,-9-14 18 15,-4-15 9 1,-4-3 0-16,-9 2 5 16,2 17 0-16,3 18 1 0,4 12 14 15,1 9 44-15,1 2-25 16,1 3 31-16,0 3-46 16,1 12-16-16,0 15-1 15,0 15 0-15,4 11 0 16,9 3 0-16,-2-9 0 15,2-13-1-15,1-12-1 16,2-5-94-16,13 0-163 16,11-5-45-16,9-9-162 15,-9-3-120-15,-10-8-298 0</inkml:trace>
  <inkml:trace contextRef="#ctx0" brushRef="#br0" timeOffset="24630.28">10061 1831 913 0,'0'0'336'0,"0"0"148"0,0 0-182 15,0 0-40-15,0 0-56 16,-45-28-67-16,34 35-54 16,-3 8-20-16,3 4 4 15,0 3-6-15,2 1-20 16,4 1-10-16,4-1-13 16,1-2-14-16,4-3-6 15,9-4 0-15,3-7-9 0,3-5-5 16,2-2-2-16,-2-14-44 15,0-5-45-15,-5-11-20 16,-5-15 28-16,-7-14 57 16,-2-10 28-16,-13-2 11 15,-1 4 1 1,1 19 0-16,3 13 28 0,3 14 45 16,3 11 15-16,0 4-8 15,-1 5-36-15,1 2-26 16,-2 23-17-16,3 19 1 15,3 13 5-15,6 7-7 0,8-5 1 16,5-14 0 0,1-15 0-16,-3-9-1 0,2-5-67 15,4-3-91 1,1-6-31-16,0-3-48 0,-5-6-3 16,-7-12 77-1,-7-4 110-15,-3-4 53 0,-2-1 105 16,0 3 71-1,-3 5 11-15,-1 8 8 16,2 4-21-16,1 4-75 0,1 5-77 16,0 9-10-16,0 7 2 15,0 2 0-15,1 1-12 16,4-2-1-16,-1-2-1 16,1-5-56-16,2-7-125 15,-3-6-144-15,0-2-319 0</inkml:trace>
  <inkml:trace contextRef="#ctx0" brushRef="#br0" timeOffset="24750.18">10183 1607 1355 0,'0'0'180'0,"0"0"27"0,0 0-136 16,0 0-65-16,0 0-6 15,45 14-89-15,-22-5-246 0</inkml:trace>
  <inkml:trace contextRef="#ctx0" brushRef="#br0" timeOffset="24962.17">10327 1555 1315 0,'0'0'493'0,"0"0"-94"15,0 0-143 1,0 0-147-16,0 0-48 15,0 0 63-15,12 60-14 16,3-30-53-16,1 4-24 0,1 0-20 16,-3 1-7-16,-2-1-6 15,-5-2-9-15,-4-2-142 16,-3-3-166-16,-1-8-230 16,-5-9-123-16</inkml:trace>
  <inkml:trace contextRef="#ctx0" brushRef="#br0" timeOffset="25149.86">10362 1714 888 0,'0'0'407'0,"0"0"-144"15,0 0-83-15,0 0 8 0,41-20-18 16,-25 24-36 0,1 8-13-16,0 3-20 0,-1 1-46 15,-2-1-33 1,-4 1-16-16,-3-4-6 0,-4-1-72 15,-3-6-171-15,-3-3-156 16,-2-2-466-16</inkml:trace>
  <inkml:trace contextRef="#ctx0" brushRef="#br0" timeOffset="25781.9">10601 1613 1386 0,'0'0'361'16,"0"0"151"-16,0 0-305 0,0 0-45 15,0 0-105-15,0 0-18 16,-4 37 46-16,13-13-15 15,0 3-12-15,1 1-23 0,1-1-22 16,-3-4-5 0,2-2-8-16,-3-4 0 0,-2-6-17 15,0-7-55 1,-2-4-15-16,0-5 62 16,2-12 13-16,2-4-1 15,1-5 7-15,1 0 4 0,0 2 2 16,0 5 0-16,-1 5 1 15,-2 5 20-15,3 5-3 16,0 4-8-16,3 0 1 16,2 2 5-16,1 5-1 15,1 0-7-15,0-1-7 16,-3-1 0-16,0-3-1 16,-1-2 1-16,-1 0 0 0,-1-9-1 15,1-4-9 1,-3-1-9-16,0-5 7 0,-3-1 10 15,-2 0-5-15,-1 2 6 16,-2 4 1-16,0 6 27 16,-8 8 17-16,-5 1-14 15,-3 14-16-15,-1 8 14 16,1 5 17-16,1 4 3 16,6-1-10-16,6-2-12 15,3-1-10-15,9-5-11 16,22-6-5-16,28-9-1 15,39-8-10-15,-7-4-154 16,-5-9-445-16</inkml:trace>
  <inkml:trace contextRef="#ctx0" brushRef="#br0" timeOffset="26710.28">11757 1677 1433 0,'0'0'372'0,"0"0"134"0,0 0-306 0,-41-15 22 0,25 15-55 16,-1 4-67-16,-1 6-40 16,1 7-29-16,2 3 1 15,4 2-14-15,7 1-11 16,4-2-7-16,4-1 0 15,12-5-7-15,13-6-4 16,2-7-25-16,2-2-35 16,3-11-30-16,-11-6-58 15,0-6 4-15,-6-3 86 16,-9-5 52-16,-5 0 17 16,-4-2 15-16,-1 2 79 15,-1 6 33-15,-4 4-5 16,2 8-16-16,1 9-21 0,-1 4-38 15,2 10-38-15,1 11-8 16,0 13-1-16,1 1 6 16,7 1 8-16,6 0-8 15,5-11-6-15,3 2 1 16,5-9-1-16,3-9-42 16,2-9-58-16,1-10-77 15,-2-18-84-15,-6-18 55 16,-9-19 129-16,-9-15 58 15,-7-1 19-15,0 15 56 16,-4 24 46-16,2 17 50 0,-2 12 10 16,1 4-16-16,0 5-30 15,0 4-49-15,1 8-54 16,2 20-7-16,0 18-6 16,15 20 0-16,6 4 0 15,5-5-1-15,-2-18-1 16,-4-19-8-16,-4-10-39 15,-1-6-49-15,0-4-82 16,1-3-38-16,-2-5 67 0,-4-5 96 16,-6-15 42-1,-4-12 13-15,-1-18 32 0,-9-19 30 16,-3-2 31 0,1 13 22-16,3 20 12 15,5 23 19-15,1 10 2 16,1 4-51-16,2 1-50 0,0 12-39 15,7 24-8-15,13 20-1 0,3 10-6 16,0-2 1 0,-4-8 5-16,-8-19-10 0,-5-10-37 15,-6-8-77 1,0-2-137-16,-5-3-200 0,-3-6-360 0</inkml:trace>
  <inkml:trace contextRef="#ctx0" brushRef="#br0" timeOffset="26866.59">12096 1589 1405 0,'0'0'178'0,"0"0"-122"0,75 0-40 0,-9 3-8 0,6 2-8 15,-17-1-177-15,-16-3-157 0</inkml:trace>
  <inkml:trace contextRef="#ctx0" brushRef="#br0" timeOffset="27700.07">12464 1550 759 0,'0'0'343'16,"0"0"41"-16,0 0-106 16,0 0-130-16,0 0-104 15,0 0-4-15,0 0 25 0,2 24-28 16,4-14-19-16,4-1-4 15,-1-4 0-15,0-3-3 16,0-2 12 0,-1-3 18-16,-2-8 12 0,-2-3-3 15,-3-3 7-15,-1 1-2 16,-1 1 13-16,-9 1-10 16,-1 6 12-16,-4 4-9 15,0 4-13-15,-1 8-21 16,2 10-11-16,2 6 0 15,4 4-2-15,8 3-13 0,1-1-1 16,13-2 0 0,8-6-26-16,5-4-56 0,3-10-34 15,2-8-46 1,-1 0-54-16,-3-14-29 0,-3-4 104 16,-6-4 116-1,-5-2 25-15,-3-1 75 0,-5 3 102 16,-1 3 35-16,-3 6-21 0,-1 7-2 15,-1 6-60 1,0 0-80-16,0 12-42 16,0 5 20-16,0 6 7 15,0 2-17-15,1-1-4 0,2-2-7 16,-1-2-6 0,1-6 0-16,1-5-1 0,1-5-21 15,1-4 3 1,2-4 18-16,3-8-5 0,1-4 5 15,2-2-5-15,-1-2-6 16,0 2 10-16,-2 3 1 16,-3 2 1-16,-2 5 1 15,-2 4 0-15,-2 4 0 16,1 1-1-16,1 8-6 16,3 5 6-16,0 0 0 15,6 0 0-15,0-2 0 16,2-3 0-16,0-4-1 15,0-4-21-15,-1-1-23 16,-1-7-6-16,-2-7 14 16,-2-5 22-16,-3-12 14 15,-2-18 1-15,-4-15 0 0,0-5 8 16,0 12-1 0,-4 19 15-16,1 20 54 15,1 11 23-15,1 4 9 16,0 3-35-16,1 2-49 0,0 21-23 15,4 17-1-15,10 15 0 16,2 4-7-16,4 2-1 16,-5-15 1-16,-6-16-62 15,-3-9-82-15,1-1-168 16,-1-5-255-16,-2-5-290 0</inkml:trace>
  <inkml:trace contextRef="#ctx0" brushRef="#br0" timeOffset="28015.92">12999 1495 1454 0,'0'0'267'0,"0"0"-80"0,0 0-93 0,0 0-20 0,0 0-10 16,53 16-5-16,-37 1-15 15,0 1-13-15,-3-1-13 16,-5 1-8-16,-4-5-10 15,-4-3-6-15,0-6-36 16,-4-4-33-16,-4 0 28 16,-2-10-6-16,1-7 3 15,2-4 50-15,1-4 1 16,4-2 15-16,2 0-2 0,1 4 14 16,8 6-9-1,5 6-19-15,4 5-17 0,5 6-104 16,13 6-108-16,-6 5-110 0,0 0-316 0</inkml:trace>
  <inkml:trace contextRef="#ctx0" brushRef="#br0" timeOffset="28310.09">13291 1473 320 0,'0'0'781'0,"0"0"-413"16,0 0-55 0,0 0-39-16,0 0-59 0,-44-11-73 15,34 12-41 1,0 9-7-16,0 4-9 0,3 6-16 15,4 0-16 1,3 0-23-16,0-1-13 0,8-4-16 16,4-3 0-1,0-7-1-15,2-5 0 16,1-2 0-16,-1-12-1 0,0-4 1 16,-4-4 0-16,-1-4 0 15,-5-3 1-15,-3 3-1 16,-1 0 1-16,0 7 0 15,-7 4-1-15,1 8-21 16,0 6-47-16,2 1-60 16,4 7-47-16,5 10-105 15,6-3-251-15,3 0-388 0</inkml:trace>
  <inkml:trace contextRef="#ctx0" brushRef="#br0" timeOffset="28650.04">13488 1435 649 0,'0'0'801'16,"0"0"-538"-16,0 0-161 16,0 0 26-16,0 0 27 15,0 57-41-15,-1-36-20 16,-2 1-35-16,2-2-29 0,-1-2-15 16,-1-5-9-1,2-3-6-15,-1-6 0 0,2-4 6 16,0 0 22-16,0-12 54 15,3-5-46-15,4-6 9 16,3-3 32 0,2-1-25-16,1 4 15 0,0 5-20 15,-2 7-20-15,2 7-10 16,-2 4-15-16,2 5-1 16,-1 12-1-16,-1 6-1 15,-3 4-1-15,-3 3-8 16,-2-1-26-16,-3 1-135 15,0-7-198-15,0-8-944 0</inkml:trace>
  <inkml:trace contextRef="#ctx0" brushRef="#br0" timeOffset="29180.03">14134 1322 1388 0,'0'0'212'0,"0"0"132"0,0 0-62 16,-19-41-62-16,10 39-77 15,2 2-67-15,-2 8-48 16,2 8-8-16,4 4-1 15,3 3 8-15,1 2-13 16,10-2 0-16,5-1 0 16,2-1-8-16,3-2 1 15,0-2-5-15,-4-3 5 0,-7-1-7 16,-3-3 0 0,-7-2-8-16,-1-1 3 0,-13 0 5 15,-6-2 2 1,-4-1-1-16,-3-4 1 0,1 0 2 15,3 0-4-15,4-6-59 0,7-3-68 16,12-5-81 0,4 2-270-16,12 1-280 0</inkml:trace>
  <inkml:trace contextRef="#ctx0" brushRef="#br0" timeOffset="29399.97">14316 1328 1368 0,'0'0'355'16,"0"0"173"-16,0 0-307 16,0 0-23-16,0 0-79 15,0 0-74-15,-42 4-20 0,32 16 3 16,3 3-13 0,3 2-7-16,4 0-8 0,1-1 0 15,11-1-7 1,6-5-74-16,11-4-114 0,15-14-87 15,-6 0-277-15,-4-11-544 0</inkml:trace>
  <inkml:trace contextRef="#ctx0" brushRef="#br0" timeOffset="30150.23">14523 1307 1119 0,'0'0'375'16,"0"0"-6"-1,0 0-65-15,0 0-164 0,-44-5-36 16,30 16 3-16,1 5-21 15,1 3-20-15,4 0-31 16,5 1-17 0,3-3-18-16,0-3-4 0,11-3-33 15,5-6-10-15,4-5-33 16,2 0-48-16,0-12-13 16,-2-5 29-16,-3-3 59 15,-6-4 43-15,-3-2 10 16,-4 3 26-16,-3 1 54 15,-1 7 26-15,0 5 31 0,0 7-44 16,-2 3-52 0,0 4-41-16,-1 8 6 15,3 5-4-15,0 3-1 16,0-1-1-16,11-1 0 0,1-1-8 16,4-5-16-1,0-5-12-15,2-4-8 0,-3-3-10 16,-2-4 24-1,-2-7 24-15,-3-3 6 0,0 0 12 16,-2-2 18-16,0 3 10 0,-1 1 6 16,0 4 6-1,1 4-19-15,-1 3-16 0,0 1-11 16,4 5-4 0,-1 7 28-16,4 3 20 15,0 0-11-15,3 1-11 16,2-1-19-16,2-3-7 15,1-3-2-15,2-4 0 16,0-5-11-16,-1 0-19 16,-2-11 2-16,-4-6 17 0,-4-7 11 15,-2-3 1-15,-5-4 6 16,-3-1 5-16,-1 3 30 16,-2 6 46-16,-10 9 2 15,-4 7-21-15,-5 7-35 16,-1 6-12-16,-3 12-5 15,-1 11 7-15,8 2 12 16,7 4 6-16,9 1 19 0,7-6-4 16,18 5 24-1,19-3-12-15,15-8-11 16,9-9 1-16,-1-7-31 16,-5-8-4-16,-10-1-12 0,-8-7 0 15,-13 1-11 1,-9 1 1-16,-6-2-2 0,-4 3-39 15,-10-2-105-15,-5 1-120 16,-16 1-605-16</inkml:trace>
  <inkml:trace contextRef="#ctx0" brushRef="#br0" timeOffset="32550.1">13408 3505 179 0,'0'0'1137'0,"0"0"-888"0,0 0-112 16,0 0-75-16,0 0-32 15,0 0-19-15,15 0-11 16,0 1 0-16,9 0-69 16,-3 1-164-16,-5-1-302 0</inkml:trace>
  <inkml:trace contextRef="#ctx0" brushRef="#br0" timeOffset="32700.14">13371 3591 723 0,'0'0'335'16,"0"0"-99"-16,0 0-89 16,0 0-82-16,0 0-14 15,60-5-32-15,-19-5-19 16,-6 0-99-16,-11 2-257 0</inkml:trace>
  <inkml:trace contextRef="#ctx0" brushRef="#br0" timeOffset="32961.92">13565 3382 1441 0,'0'0'324'16,"0"0"-64"-16,0 0-163 0,0 0-42 15,0 0 35-15,49 25-4 16,-27-7-18-16,-1 3-30 15,-3 2 4-15,-4 1 1 0,-5-1 5 16,-6 0-27 0,-3-1-11-16,-7-2-9 0,-10-1-1 15,-6-2-27 1,-21 4-110-16,6-6-255 16,2-4-697-16</inkml:trace>
  <inkml:trace contextRef="#ctx0" brushRef="#br0" timeOffset="35199.94">13960 3164 1159 0,'0'0'304'0,"0"0"-14"0,0 0-2 0,0 0-92 16,0 0-64 0,-49-25-64-16,29 25-38 0,-2 12-9 15,1 4 16-15,1 4 0 16,5 4-19 0,4 2-17-16,9-2 4 0,2-1-5 15,7-3-1-15,8-5-8 16,6-5-3-16,4-7-4 15,2-3-27-15,1-7-42 16,-1-8-10-16,-5-5 13 16,-3-3 30-16,-4-2 34 0,-5-1 18 15,-5-1 0 1,-2 0 13-16,-1 3 18 0,-2 4 24 16,0 7 12-1,0 5 14-15,0 7-12 0,-2 1-41 16,-1 9-21-16,-1 10 7 15,0 5 9-15,2 5-6 16,2 1-8-16,0 0-8 0,4-1 1 16,4-6-2-1,4-5 0-15,0-6-13 0,1-8-26 16,1-4-7 0,-1-10 15-16,0-9-24 15,-1-6 7-15,1-10 26 16,0-11 17-16,-3 4 5 0,-2 5 0 15,-2 7 6 1,-4 12 27-16,-1 2 22 16,1 5 31-16,-2 8-15 0,0 3-45 15,0 13-26-15,0 8 6 16,0 6-5-16,0 3 5 16,1 2-6-16,5-1 0 15,5-1-1-15,4-5-10 16,3-6-6-16,4-8-5 15,0-6-33-15,0-5-24 16,-5-9-11-16,-1-11 32 16,-6-5 30-16,-4-11 22 15,-4-10 6-15,-2 2 9 16,0 4 21-16,-1 9 4 16,-1 12 27-16,0 4 22 15,0 5 3-15,0 10-29 16,0 5-50-16,-1 13-6 0,2 10 10 15,1 6-4-15,0 1-6 16,0 1-1-16,3-1-5 16,1-4-1-16,1-2-40 15,-2-6-61-15,-3-4-90 16,0-8-291-16,0-6-339 0</inkml:trace>
  <inkml:trace contextRef="#ctx0" brushRef="#br0" timeOffset="35382.12">14115 3117 1336 0,'0'0'185'0,"0"0"-131"0,0 0-27 0,40 7 8 0,0-3-20 15,19-1-15-15,4-3-50 16,-4 0-74-16,-18 0-154 15,-16-4-398-15</inkml:trace>
  <inkml:trace contextRef="#ctx0" brushRef="#br0" timeOffset="36250.08">14468 3079 789 0,'0'0'169'0,"0"0"16"0,0 0-75 16,0 0-29-1,0 0-45-15,1 39-17 0,8-29-9 16,1-5 0-16,0-2-1 0,0-3 6 16,-2 0 11-1,-1-6 54-15,-2-6 27 16,-2-1 0-16,-2-1 23 16,-1-2 11-16,0 2 7 15,-4 2-10-15,-1 4-8 16,0 4-21-16,-1 4-53 15,-2 3-35-15,0 9-12 16,0 6 1-16,2 5 1 16,3 3-11-16,3 1-1 15,9 1-10-15,7-1-30 0,5-5-72 16,4-4-49-16,2-9-36 16,0-8-76-16,-3-1 7 15,-2-13 17-15,-5-6 134 16,-4-4 116-16,-5-1 58 15,-3 0 132-15,-4 6 30 16,-1 4 68-16,0 4-57 16,0 7-55-16,0 3-72 15,-3 2-69-15,-1 10-18 0,-1 2 15 16,0 4-3 0,2 1-12-16,0 0-8 0,2-1-8 15,1-3-1 1,0-4-9-16,0-5-35 0,2-6-7 15,6 0 23-15,1-9-40 16,0-4-12-16,2-5 35 16,-2-1 20-16,0 0 13 15,-1 3 11-15,-3 5 1 16,-2 4 0-16,-2 4 13 0,0 3 2 16,0 4-9-1,1 7 20-15,3 6 16 0,1 1-17 16,3 1-9-1,3 1-10-15,1-4-5 16,3-2 0-16,-2-7-1 16,2-5-9-16,-3-2-20 15,-1-7-4-15,-4-7 21 0,-2-5 11 16,-3-6 1 0,-2-8 1-16,-1-16 14 15,0 5 16-15,0 2 1 16,0 8 11-16,0 14 57 15,-1 4 7-15,1 4-8 0,0 12-46 16,0 3-47-16,1 20-4 16,8 17 4-16,4 14-5 15,1 5 1-15,-2-2 2 16,-4-15-4-16,-5-12-16 16,0-7-87-16,-2-7-92 15,-1-2-147-15,0-1-184 0,0-7-315 16</inkml:trace>
  <inkml:trace contextRef="#ctx0" brushRef="#br0" timeOffset="36799.87">14865 3094 160 0,'0'0'1187'0,"0"0"-1043"0,0 0-38 15,0 0 37-15,0 0-1 16,47 42-22-16,-31-21-24 15,-2 1-48-15,-3-1-26 0,-3-3-15 16,-4-3-7 0,-3-5-60-16,-1-4-66 0,0-6-47 15,-4-2-8 1,0-11-95-16,0-5 47 0,2-5 156 16,2-5 50-1,0-1 23-15,6-1 5 0,4 4 57 16,2 5 3-16,2 6-20 15,0 7-32-15,2 6-12 16,0 2 5-16,-2 2-6 0,0 4 0 16,-2 2-1-1,-4 0-5-15,-2-1 6 0,-4-2 12 16,-2 2 59 0,0-2 75-16,-4 2 54 0,-4 2-21 15,0 1-10 1,0 4-31-16,1 0-35 15,4 2-26-15,2 2-22 0,1-1-21 16,4-2-18-16,4-1-5 16,2-5-4-16,0-4-4 15,1-4 9-15,1-1-3 16,-1-8-2-16,-1-5-6 16,-1-5 5-16,-3-3-5 15,-3-4 0-15,-3-3-1 16,0 2-6-16,0 2-8 0,-4 6 1 15,-1 7-18 1,1 5-40-16,2 6-102 16,2 6-155-16,2 4-19 15,4 2-209-15</inkml:trace>
  <inkml:trace contextRef="#ctx0" brushRef="#br0" timeOffset="37166.73">15219 3073 1130 0,'0'0'321'0,"0"0"-29"0,0 0-135 16,0 0-83-16,0 0 48 15,0 0-13-15,16 40-26 16,-13-24-3-16,-1-2-34 16,0 0-24-16,-2-4-12 15,0-3-8-15,0-3-1 16,0-4 5-16,0 0 10 15,0-3 70-15,0-8-38 16,0-4-5-16,4-3 29 16,1-4 14-16,4 0 2 0,1-2-11 15,0 2-17-15,1 5-5 16,-1 6-18-16,0 5-17 16,1 6-14-16,0 2-5 15,2 10 1-15,1 4-1 16,1 4 1-16,-2 2-1 15,-2 1-1-15,-3 0-1 16,-5 0-46-16,-5 8-122 16,-8-5-175-16,-4-5-423 0</inkml:trace>
  <inkml:trace contextRef="#ctx0" brushRef="#br0" timeOffset="37716.55">14644 3454 2004 0,'0'0'262'0,"0"0"-157"0,0 0-16 16,0 0 9-16,0 0 19 0,-7 38-32 15,7-16-33-15,0 0-36 16,3-3-2-16,4-3-13 16,0-2 0-16,1-5-1 15,1-7-9-15,2-2-12 16,1-1-14-16,2-11-35 16,-1-1 20-16,0-4 30 15,-2 0 10 1,-1 0 9-16,-3 4 1 0,-2 3 2 15,-2 4 11-15,-1 5 14 16,-1 1-2-16,0 1-13 16,0 10-1-16,0 3 26 15,1 3-6-15,0 1-2 16,1-1-8-16,3-3-8 16,0-4-4-16,1-1-3 0,2-6 2 15,1-3 4 1,1-2 2-16,3-10-6 15,-2-2-7-15,0-5 0 0,-1-5 4 16,-4-3-5-16,-2 0-21 16,-3 1-47-16,0 6-16 15,-2 7-22-15,0 6-23 16,0 7-114-16,0 5-294 0,0 4 43 16,0 2-539-16</inkml:trace>
  <inkml:trace contextRef="#ctx0" brushRef="#br0" timeOffset="38250.07">14931 3471 1144 0,'0'0'284'0,"0"0"-159"0,0 0-28 0,0 0 26 0,0 0-59 16,0 0-24-16,0 0-17 15,44 34-17-15,-29-31 1 0,-1-1-6 16,-1-2 0 0,-1-3 5-16,-1-5-6 15,-3-2 2-15,-2-2 6 16,-3 1 0-16,-3 0 24 16,0 3 119-16,-1 0-8 15,-6 5-24-15,-2 3-42 16,-4 0-27-16,3 8 5 0,-2 5 0 15,3 4-7-15,2 1-21 16,5 3-11 0,2-1-2-16,3 0-7 0,7-3-1 15,4-4-6-15,3-5 0 0,2-4 0 16,2-4-1 0,0-1-12-16,-1-10-20 0,-2-2 8 15,-2-4 16 1,-3 0 7-16,-3 0 2 15,-3 3 1-15,-2 4 20 16,-4 5 38-16,1 4 14 0,-2 1-41 16,0 5-25-16,0 8-5 15,2 6 4-15,1 2-5 16,0 2 0-16,0-2 6 16,-2-2-7-16,2-4-50 15,-3-5-108-15,1-10-83 16,-1 0-106-16,0-7-252 0</inkml:trace>
  <inkml:trace contextRef="#ctx0" brushRef="#br0" timeOffset="38399.87">15187 3300 1097 0,'0'0'152'0,"0"0"-69"0,0 0-25 16,-2 57-19-16,19-18-39 15,-2-5-44-15,1-5-219 0</inkml:trace>
  <inkml:trace contextRef="#ctx0" brushRef="#br0" timeOffset="39380.18">15357 3420 849 0,'0'0'277'16,"0"0"-36"-16,0 0-35 15,0 0-81-15,0 0-30 16,-44 5-24-16,34 6-26 0,2-1-23 16,1-1-15-1,2-1-6-15,2-3 0 0,3-4 0 16,0-1 0 0,0 0 14-16,4-5-6 0,3-4-8 15,1 0 18 1,-1-1 56-16,-1 2 28 0,-2 4 21 15,-2 2-20-15,0 2-51 0,0 6-35 16,1 8 29 0,0 7 4-16,4 12-6 15,1 10 5-15,-1-1-7 16,-1-5 8-16,-2-4-3 0,-1-9-6 16,-2 1-24-1,0 0-13-15,-1-6-5 0,0-4 0 16,-5-7 0-16,-1-5 0 15,-2-3-7 1,-1-3-15-16,1-8-5 0,2-5 6 16,0-2-10-16,3-1 7 15,3-1-2-15,0 1 9 16,7 1-21-16,5 1-53 16,4 0-30-16,3 0-23 15,2-1-75-15,1-1-22 16,-2-2-39-16,-1-1 81 15,-3-2 97-15,-2-1 43 0,-4 1 59 16,-2-1 61 0,-3 4 75-16,-2 4 101 0,-2 3 57 15,-1 6-39 1,0 6-30-16,0 2-102 16,0 5-75-16,-4 13-27 15,0 5 43-15,2 7-8 0,0 2-12 16,2 0-4-1,0 0-19-15,3-5-8 0,2-5-12 16,2-5-1-16,0-6-20 16,-1-5-23-16,2-6-7 15,0 0 16-15,2-9-5 16,0-3-7-16,-1-3 9 16,1-1 16-16,-3 2 12 15,-3 4 9-15,-1 3 1 16,-1 2 13-16,-2 3 20 15,0 2-15-15,0 0-8 0,0 7-10 16,1 3 17-16,1 1-3 16,2 1-8-16,0-2-5 15,2-1 4-15,1-3-5 16,0-4 5-16,1-2-5 16,2-1 0-1,-1-8 9-15,0-4-9 0,1-3-1 16,-3-2 8-16,1-2-7 15,-3 0 25-15,-1 3 5 16,-2 5 33-16,-2 4 11 0,0 7-33 16,0 1-30-1,0 12-12-15,-2 4-1 0,0 6 1 16,-1 3 0 0,2 0 0-16,0-2-18 0,0-2-88 15,-1-2-123 1,0-4-289-16,-1-9-488 0</inkml:trace>
  <inkml:trace contextRef="#ctx0" brushRef="#br0" timeOffset="39560.21">15455 3534 193 0,'0'0'1874'0,"0"0"-1645"0,0 0-38 0,0 0-38 0,0 0-44 16,0 0-40 0,62 6-69-16,-24-3-18 15,-7 0-302-15,-9-3-810 0</inkml:trace>
  <inkml:trace contextRef="#ctx0" brushRef="#br0" timeOffset="40249.97">12732 4693 1445 0,'0'0'349'0,"0"0"-41"0,0 0-125 16,0 0-109-16,0 0-44 0,43-20-20 16,-21 20-10-1,2 0-23-15,3 0-128 0,-6 6-189 16,-7-2-292-16</inkml:trace>
  <inkml:trace contextRef="#ctx0" brushRef="#br0" timeOffset="40399.94">12744 4781 731 0,'0'0'320'16,"0"0"7"-16,0 0-58 15,0 0-104-15,0 0-77 0,0 0-18 16,38 10-24-16,-6-19-46 15,14-6-34-15,-14 2-231 16,-2-1-574-16</inkml:trace>
  <inkml:trace contextRef="#ctx0" brushRef="#br0" timeOffset="40629.86">12935 4571 1355 0,'0'0'234'15,"0"0"-131"-15,0 0 61 16,51 32 16-16,-28-10-46 16,0 2-50-16,-6 4-15 15,-6 0-36-15,-8 1 0 16,-3-1 8-16,-13 0-1 16,-7-2-20-16,-4-2-20 15,-12 6-41-15,9-5-172 16,4-9-446-16</inkml:trace>
  <inkml:trace contextRef="#ctx0" brushRef="#br0" timeOffset="41130.25">13452 4475 205 0,'0'0'1002'0,"0"0"-689"0,0 0 29 0,0 0-20 15,-42-39-125 1,26 39-68-16,-3 9-27 0,-4 15-15 16,3 4-15-1,1 4-14-15,3 2-8 0,10-4-24 16,3 1-15 0,3-4-11-16,12-4 0 0,7-4-10 15,6-7-86 1,6-8-133-16,12-12-129 0,-6-6-389 15,-8-5-684-15</inkml:trace>
  <inkml:trace contextRef="#ctx0" brushRef="#br0" timeOffset="41449.91">13541 4457 1053 0,'0'0'283'16,"0"0"-7"-1,0 0-8-15,-50 43-46 0,37-19-64 16,4 3-59-16,5-1-42 15,4 0-30-15,7-2-11 16,8-5-9-16,1-6-5 16,1-7 4-16,-1-6-5 15,0-1 0-15,-4-14 0 16,-2-4 1-16,-3-4-1 16,-6-4 5-16,-1-2 0 15,-5-2-5-15,-6 2 0 16,-1 3 6-16,-2 9-5 15,3 8 4-15,0 9-6 16,4 3-7-16,3 13-30 16,4 5-48-16,1 0-92 15,17 7-82-15,0-6-126 16,-1-6-464-16</inkml:trace>
  <inkml:trace contextRef="#ctx0" brushRef="#br0" timeOffset="41963.73">13620 4515 134 0,'0'0'929'15,"0"0"-625"-15,0 0 34 16,0-46-3-16,0 44-105 16,0 2-134-16,4 10-53 15,2 10 58-15,1 3-19 16,1 2 4-16,-3 4-16 16,1-4-21-16,-2-3-29 0,-2-4-13 15,2-5-6 1,-3-5-1-16,2-8-2 15,0 0 1-15,0-9 0 0,4-5-21 16,-1-4 8-16,0-2 13 16,1 3 0-16,0 4 0 15,-3 3 1-15,1 5-1 16,-2 5 0-16,1 0-9 16,1 5 9-16,2 6 1 15,4 2 0-15,1 3 1 16,3-2-1-16,1-2 1 15,1-4-1-15,0-4 0 16,0-4 0-16,-2-1-1 0,-4-10 1 16,-2-5 0-1,-5-4 1-15,-3-12 0 0,-1-14 6 16,-5-16-6 0,-3 4 1-16,2 14 10 0,2 19 19 15,3 17 36 1,-1 3 8-16,2 5-10 0,0 0-45 15,0 19-19-15,6 18-1 16,9 14 0 0,0-2 0-16,0-3-6 0,-4-16 3 15,-5-8-6-15,2 1-46 16,-2 0-120-16,3-2-108 16,-4-8-189-16,-2-8-174 0</inkml:trace>
  <inkml:trace contextRef="#ctx0" brushRef="#br0" timeOffset="42130.09">13769 4467 1243 0,'0'0'229'0,"0"0"-197"0,0 0-17 15,71 20-15-15,-15-11-26 16,5-4-104-16,-13-3-117 15,-13-2-480-15</inkml:trace>
  <inkml:trace contextRef="#ctx0" brushRef="#br0" timeOffset="42460.17">14081 4471 1110 0,'0'0'218'0,"0"0"-11"16,0 0-92-16,0 0-37 15,0 0-29-15,-7 47-15 16,16-40-14-16,2-1-2 16,1-3-9-16,0-3 5 15,-1 0 10-15,0-9 5 16,-2-4 6-16,-1-4 6 16,-3-2 59-16,-5-1 40 15,0 2-29-15,-5 5 5 16,-6 6-18-16,-3 5-24 0,-4 5-32 15,-1 11 0-15,0 6-6 16,2 7-19-16,5 2-8 16,5 1-9-16,7-3-1 15,3 0-12 1,10-4-81-16,5-5-89 16,12-9-174-16,-3-4-127 0,-3-5-505 15</inkml:trace>
  <inkml:trace contextRef="#ctx0" brushRef="#br0" timeOffset="43059.99">14239 4516 1165 0,'0'0'238'0,"0"0"60"15,0 0-137-15,0 0-54 16,0 0-57-16,0 0 33 16,0 0 14-16,27 29-30 0,-27-8 20 15,-1 1 2 1,-6 0-3-16,-3 0-14 0,0-3-26 15,1-3-25-15,2-5-12 16,3-6-9-16,4-2 0 16,0-3-9-16,7-10-24 15,6-5-66-15,4-4 17 16,1-4 8-16,0-1 12 0,-2-2 26 16,-2 1 27-1,-2 1 9-15,-5 4 0 16,-3 3 8-16,-2 5 29 0,-2 8 35 15,0 4-4 1,-2 3-45-16,-4 10-11 0,0 5 2 16,1 3 1-1,2 2-4-15,3 1-10 0,1-4 7 16,9 0-8 0,4-5 0-16,2-5 0 0,2-6-8 15,0-4-8 1,-1-5-24-16,-2-9-8 0,-2-4 13 15,-3-4 12-15,-2-10 17 16,-3-13 6-16,-2-11 2 16,-3 4 14-16,0 12 8 0,0 18 28 15,-1 14 62 1,-1 6 28-16,0 2-30 0,0 2-81 16,0 22-22-1,2 14-3-15,4 14-5 16,6 0 0-16,2-8-1 0,-2-15-1 15,-2-8 0-15,-1 2-19 16,-1-2-128 0,-1 0-79-16,-5-10-118 0,0-7-253 15,-3-4-383-15</inkml:trace>
  <inkml:trace contextRef="#ctx0" brushRef="#br0" timeOffset="43200.24">14376 4476 1165 0,'0'0'193'0,"0"0"-154"0,43 17-23 0,5-8-16 16,-5 0-112-16,-5-3-466 0</inkml:trace>
  <inkml:trace contextRef="#ctx0" brushRef="#br0" timeOffset="43481.87">14691 4431 1458 0,'0'0'294'0,"0"0"47"15,0 0-196-15,0 0 10 0,2 59-17 16,5-27-8 0,2 2-20-16,0-5-34 0,2 1-30 15,-2-5-20 1,-1-6-16-16,-3-7-4 0,-1-7-5 15,-1-5 0-15,2-7 13 16,1-11-14-16,4-12-8 16,1-16-19-16,5-9-52 15,-2 4-58-15,-2 13-51 16,-2 19 9-16,-3 15-97 16,9 4-110-16,-3 5-160 15,0 3-46-15</inkml:trace>
  <inkml:trace contextRef="#ctx0" brushRef="#br0" timeOffset="44180.2">14895 4520 789 0,'0'0'282'0,"0"0"26"0,0 0-120 16,0 0-44 0,0 0-36-16,0 0-29 0,0 0-16 15,11 25-11 1,-5-21-13-16,0-2-7 0,1-2-2 15,1 0 4-15,0-7 20 0,-1-3 4 16,-2-4 13 0,-3-4 25-16,-2 1-30 0,0-1 0 15,-5 4 13 1,-4 5-10-16,-2 5-38 0,-4 4-20 16,0 8-11-1,-1 9 0-15,1 5 0 16,4 3 0-16,5-1-6 0,6 1-6 15,3-3-33-15,10-5-55 16,6-4-4 0,2-7-12-16,4-6-26 0,0-1-90 15,1-10 4-15,-3-5 54 16,-1-1 80-16,-5-4 82 16,-3-3 12-16,-4 0 99 15,-4-1 98-15,-3 4 56 16,-3 7-17-16,0 5-36 15,-4 6-40-15,-4 3-75 16,-3 7-52-16,-2 10 7 16,0 6-2-16,2 2-17 15,5 1-12-15,5 0-8 16,1-2 5-16,12-2-6 16,5-5 0-16,6-5 2 15,3-5-2-15,3-7-7 16,1 0-32-16,-2-9-66 15,-3-4 35-15,-5-7 33 0,-7-3 31 16,-6-15 6-16,-5-11 1 16,-2 1 5-16,0 6 1 15,-1 12 12-15,-1 15 44 16,0 3 10-16,-1 6-9 16,2 6-47-16,0 8-17 0,1 11-2 15,1 14-7 1,5 0 8-16,4 4-6 0,1-1-31 15,-3-8-67-15,0 0-83 16,-6-3-178-16,-2-9-243 16,0-6-316-16</inkml:trace>
  <inkml:trace contextRef="#ctx0" brushRef="#br0" timeOffset="44900.23">15136 4447 1323 0,'0'0'228'0,"0"0"-69"0,53-1-111 0,-5 2-22 0,0 4-13 15,-8-1-13-15,-13-2-11 16,-9-2-5-16,1 0 6 16,-1-1 9-16,-2-6 1 15,-5-3 7-15,-5 0 35 16,-3-2 81-16,-3 0 19 15,0 1-12-15,-2 2-12 0,-4 2-24 16,1 5-18-16,-3 2-29 16,-1 1-29-16,0 8-2 15,-1 5 2-15,2 3-9 16,2 2-8-16,2 0 1 16,3 0-2-16,1-4-1 15,4-4-23-15,5-4-8 0,2-6-6 16,2-1-6-1,1-4-2-15,0-7 7 0,-1-2 14 16,-3-1 18-16,-3 0 7 16,-1 5 1-16,-5 2 36 15,-1 4 34-15,0 3-16 16,0 0-36-16,-7 8-10 16,0 6-1-16,1 1-8 15,2 3 1-15,3-1 0 16,1-5-1-16,0 1 0 15,3-5 0-15,4-4-2 16,0-4-4-16,3 0 6 16,0-3 0-16,2-7-9 0,0-5-2 15,1-4 5 1,-1-6 6-16,-1 0-1 0,0-2 1 16,-2 2 1-1,-1 4 5-15,-1 7-5 16,-4 5 8-16,-1 7 4 0,-2 2 3 0,0 7-14 15,-3 10 8 1,-4 7 13-16,-1 6 20 0,-1 1 30 16,1 1 18-1,1-4-22-15,4-2-7 0,3-6-11 16,2-3-25 0,10-4-8-16,5-6-12 0,7-3-5 15,2-2-1 1,-2-2-43-16,-8 0-173 0,-6 0-311 15,-10-3-849-15</inkml:trace>
  <inkml:trace contextRef="#ctx0" brushRef="#br0" timeOffset="45830.14">8666 3554 1667 0,'0'0'209'0,"0"0"117"0,0 0-86 0,0 0-13 16,0 0-73-16,0 0-89 15,-14 23-41-15,24 27 66 16,1 0-8-16,1-7-26 16,-1-15-11-16,1-10-3 0,4-1-8 15,5-4 10 1,12-7 11-16,13-10 12 0,15-27 5 16,8-15 11-1,1-11-20-15,-2-1-15 0,-8 1-6 16,-4-2-20-1,-2 0-8-15,-8 2-13 0,-10 12-1 16,-11 11 0-16,-11 14-21 16,-6 11-17-16,-5 4-10 15,-3 5-63-15,-2 14-118 0,-27 37-150 16,1-3-350 0,-4 3-448-16</inkml:trace>
  <inkml:trace contextRef="#ctx0" brushRef="#br0" timeOffset="46430.21">8805 4965 1736 0,'0'0'215'0,"0"0"-8"0,0 0-67 0,0 0-46 15,0 0 17-15,40 7 57 16,-16 15-5-16,3 4-50 15,0-2-23-15,-2-3-15 16,0-8-14-16,-1-8 14 0,3-5 13 16,8-22 7-16,11-19-8 15,11-18-27-15,8-11-18 16,-1 0-2-16,-3 1-13 16,-9 10-10-16,-11 9-17 15,-9 14 0-15,-11 12 0 16,-7 10-2-16,-2 1-16 15,-2 5-10-15,-3 4-7 16,-7 11-82-16,-9 33-137 16,-8 2-198-16,-4 4-659 0</inkml:trace>
  <inkml:trace contextRef="#ctx0" brushRef="#br0" timeOffset="53516.55">11632 6298 209 0,'0'0'206'0,"0"0"50"0,0 0 40 16,0 0-43-16,0 0-22 0,0 0-21 16,-23-10 4-1,21 9 23-15,0 1-57 0,2 0-34 16,0 0-36 0,0 0-9-16,0 0-24 15,5 0-14-15,10 0 35 16,11 1 22-16,14 0-17 15,13-1-23-15,3 0-13 16,-3 0 9-16,-12 1-14 16,-13 0-16-16,-9 0-11 15,-5-1-19-15,0 0-1 16,-1 1-13-16,0 0-1 0,-5-1 8 16,-3 1-9-16,-3-1 1 15,-2 0-1 1,0 0-1-16,0 1-27 0,-23 10-100 15,-2 0-161-15,-8 2-538 0</inkml:trace>
  <inkml:trace contextRef="#ctx0" brushRef="#br0" timeOffset="55965.92">13265 6305 925 0,'0'0'331'0,"0"0"-27"0,0 0 9 0,0 0-37 15,0 0-36-15,0 0-26 16,0 0-44-16,4-5-29 16,10 5 22-16,5 0-35 15,7 0-29-15,4 0-13 16,3 0-15-16,2 0-13 16,1 0-10-16,0 0-6 15,-3 0-12-15,-2-2-9 16,-4 0-13-16,-5 0-2 0,-5 0-1 15,-3 0-5 1,-6 1 0-16,-4 0 1 0,-2 1-1 16,-2 0-27-16,0 0-68 15,-4 0-64-15,-8 0-67 16,-20 4-264-16,4 1-165 16,-2-2-587-16</inkml:trace>
  <inkml:trace contextRef="#ctx0" brushRef="#br0" timeOffset="59415.8">15149 5846 1081 0,'0'0'234'0,"0"0"-55"0,0 0 100 0,0 0-21 15,0 0-101 1,0 0-66-16,-48-11-14 0,31 31-9 15,0 4-15-15,4 4-4 16,3-1-13-16,6-1-14 16,2-3-8-16,2-4-14 0,3-4 0 15,7-5 0 1,2-5 0-16,1-5 1 0,1-4 7 16,2-10-8-1,-3-7-7-15,-2-5-8 0,-2-11 1 16,-3-9 5-1,-3-12 2-15,-2-6 6 0,0 7 0 16,0 14-6-16,0 19 5 0,-1 12-22 16,0 9-11-1,0 3 23-15,0 11 4 16,0 17-5-16,0 17 13 16,-1 9 8-16,1 1 34 15,0-7-8-15,2-12-7 16,3-8-21-16,0-9-6 15,1-5-31-15,7 1-155 16,-2-3-348-16,0-4-324 0</inkml:trace>
  <inkml:trace contextRef="#ctx0" brushRef="#br0" timeOffset="59800.04">15274 5809 767 0,'0'0'223'0,"0"0"0"0,0 0-26 0,0 0-39 15,0 0-50-15,8 41-23 16,2-35-28-16,1-1-8 16,2-4 3-16,0-1-1 15,0-2-11-15,-1-6 3 16,-1-4 7-16,-3-2 17 0,-1 0-7 15,-3-2-7-15,-2 2 2 16,-2 3 5-16,0 1 3 16,-5 6-5-16,-4 4-12 15,-3 2-17-15,-4 11 11 16,-4 6 24-16,0 5 2 16,1 3-8-16,5 0-10 15,5 1-7-15,6-2-21 16,3-4-14-16,8-3-6 0,7-3-1 15,4-5-41 1,4-6-138-16,13-5-141 16,-6-4-243-16,-4-6-567 0</inkml:trace>
  <inkml:trace contextRef="#ctx0" brushRef="#br0" timeOffset="60132.14">15486 5783 943 0,'0'0'233'0,"0"0"80"16,0 0-86 0,0 0-41-16,0 0-25 0,-37 48-33 15,32-29-29 1,3 1-19-16,2-1-32 0,0-1-27 16,4-4-14-1,4-4-1-15,2-3-5 16,2-6 7-16,0-1-1 15,0-4-5-15,-1-7 8 0,-2-4-9 16,-3-3 0-16,-2-3 0 16,-3-2 0-1,-1 1-1-15,-3 1-1 0,-4 5 1 16,-2 6-1-16,-3 5 0 16,1 5-11-16,2 4 3 15,2 9-30-15,4 1-47 16,7 12-100-16,7-6-75 15,2-1-270-15</inkml:trace>
  <inkml:trace contextRef="#ctx0" brushRef="#br0" timeOffset="60999.96">15662 5817 761 0,'0'0'375'0,"0"0"-87"16,0 0 15-16,-41-13-84 15,27 13-31-15,0 11-70 16,1 3-32-16,2 4-17 16,4 2-20-16,3 0-10 15,4-1-14-15,0-1-14 0,4-4-10 16,6-2 0 0,1-6 5-16,2-6 2 0,2 0-7 15,1-8 1 1,-2-7 5-16,0-4-7 0,-4-6-1 15,-2-9 1-15,-2-13-1 16,-2-9 1-16,-1 4 0 16,-3 11 0-16,1 16 0 15,-1 12 1-15,0 4 5 16,0 4-6-16,-2 5 0 16,-3 5-9-16,-2 13 6 15,2 7 3-15,-1 5 0 0,4 2 2 16,2 1 0-1,0-2 4-15,9-3-6 0,3-5 0 16,2-5 0 0,3-5-7-16,0-7-35 15,-2-6-26-15,0 0 4 0,-1-6 12 16,-3-6 17 0,1-2 19-16,-4-2 10 0,-2 1 6 15,-1 3 0 1,-4 2 7-16,-1 3 26 15,0 5 39-15,-1 2 2 0,-7 3-39 16,-3 9-12-16,-1 3 12 16,-1 4 5-16,4 0 1 15,4 0-3-15,2-1-7 16,3-4-18-16,4-2-5 16,7-6-1-16,4-3 5 15,4-3 3-15,2-2-6 16,1-6-7-16,-1-4-1 15,-3-4 7-15,-4-3-7 0,-4-3-1 16,-4-1 0 0,-4 2-1-16,-2 2 1 0,0 3 0 15,-4 6 0-15,-2 4 0 16,1 2 3-16,1 4-3 16,0 0-2-16,2 0-10 15,0 10 11-15,2 2 1 16,0 2 0-16,0 2 1 15,0 1-1-15,3 2 1 0,-2 0 5 16,0 0 15 0,-1-1 4-16,0-1-5 0,0-2-8 15,0 0-5 1,1-3-6-16,0-2 0 0,1-2-1 16,1-2-2-1,0-1-76-15,6-3-157 0,-1-2-254 16,0 0-284-16</inkml:trace>
  <inkml:trace contextRef="#ctx0" brushRef="#br0" timeOffset="61180.19">16006 5966 1778 0,'0'0'515'0,"0"0"-164"0,0 0-123 0,0 0-66 15,0 0-88-15,0 0-50 16,0 0-24-16,-40-3-82 16,13 6-478-16,-9 0-1095 0</inkml:trace>
  <inkml:trace contextRef="#ctx0" brushRef="#br0" timeOffset="62900.17">14120 6682 228 0,'0'0'1152'0,"0"0"-893"0,0 0 74 16,0 0-67-16,0 0-79 16,0 0-42-16,-10-1-46 15,23 1-34-15,6-2-16 16,4 2-16-16,3 0-15 16,1-2-10-16,-2 0-7 0,-2-1-1 15,-5 0-11 1,-5-1-125-16,-7-3-147 0,-5 0-299 15,-1 1-543-15</inkml:trace>
  <inkml:trace contextRef="#ctx0" brushRef="#br0" timeOffset="63230.06">14131 6553 1165 0,'0'0'299'15,"0"0"-39"1,0 0 91-16,0 0-114 0,0 0-62 16,0 0-64-1,0 0-56-15,-15 5 27 0,5 14 20 16,-5 5-19 0,-4 2-12-16,-2 1-22 0,0 0 0 15,3-2-10 1,3 0-9-16,6-3-12 0,4-3-7 15,5-2-5-15,5-3-5 16,10-3 10-16,14-1-1 16,11-5 2-16,16-3-3 15,5-2-7-15,-2 0-1 16,-6 0-1-16,-14 0-18 16,-7 4-132-16,-11-1-350 15,-13 1-602-15</inkml:trace>
  <inkml:trace contextRef="#ctx0" brushRef="#br0" timeOffset="64693.83">11112 7012 812 0,'0'0'310'0,"0"0"-37"0,0 0 47 0,-18-43 21 0,15 35-87 16,0 2-64-16,2 4-17 15,1 2-79-15,0 6-60 16,0 10-27 0,4 6 1-16,2 7 31 0,2 0 8 15,-1 1-20-15,0-2-16 16,0-5-5-16,-3-2-6 16,-1-5 0-16,-3-3-12 0,0-4-42 15,-2-4-55 1,-7-4-40-16,-3-1-6 15,-3-3 17-15,-2-7 2 0,1-4 36 16,1-2 74 0,1-3 26-16,4 1 3 15,3 3 55-15,2 4 13 0,5 6 8 16,0 5-31-16,6 0-22 16,5 9 61-1,4 3 5-15,2 4-34 0,3 0-18 16,2 0-16-16,0-1-10 15,0-1-13 1,0-4 5-16,-4-4-6 0,-2-2 0 0,-2-4 0 16,-2-1-28-1,-3-9-27-15,-1-4 7 16,-3-3 24-16,-1-3 17 16,-2 1 5-16,0 2 2 0,-2 5 1 15,0 4 7 1,0 8 11-16,0 1-19 0,0 12 1 15,0 7 17-15,-2 3-10 0,0 3-8 16,-1 2 0 0,-1 2-6-16,-2 16-52 0,-2-7-255 15,0-4-504 1</inkml:trace>
  <inkml:trace contextRef="#ctx0" brushRef="#br0" timeOffset="65130.03">10934 7535 1588 0,'0'0'203'0,"0"0"-24"0,0 0 28 15,0 0-43-15,0 0-69 16,0 0-40-16,0 0 13 16,-41 35 0-16,33-13-2 15,4 0-12-15,4 1-19 16,0-2-15-16,6 0-10 0,4-6-4 16,0 0-5-1,3-7-1-15,-3-5 7 0,1-3-5 16,-3-5 16-16,1-10-11 0,-2-6-4 15,-4-4-3 1,-3-4-21-16,0-2-28 0,-7-3-12 16,-6 2-29-1,-2 1 23-15,-2 6-3 0,1 6 13 16,2 8 3 0,4 7-7-16,3 4-33 0,4 4-96 15,5 14-17 1,6-1-103-16,3-2-238 0</inkml:trace>
  <inkml:trace contextRef="#ctx0" brushRef="#br0" timeOffset="65329.95">11024 7394 1394 0,'0'0'253'0,"0"0"-10"0,0 0-143 15,0 0 96-15,13 52-77 16,-3-26-36-16,-1 2-33 16,1 2-29-16,-1-1-12 15,1 1-8-15,0 1-1 16,3 3-123-16,-2-7-275 16,-2-8-520-16</inkml:trace>
  <inkml:trace contextRef="#ctx0" brushRef="#br0" timeOffset="65531.64">11119 7537 1684 0,'0'0'237'0,"0"0"-157"16,0 0 70-16,-3 56-21 16,10-28-32-16,3 2-33 15,3 0-16-15,0 0-26 16,0-2-16-16,-2 0-6 15,-3-2 0-15,-4-1-126 16,-3-6-258-16,-1-10-397 0</inkml:trace>
  <inkml:trace contextRef="#ctx0" brushRef="#br0" timeOffset="65730.24">11164 7504 1153 0,'0'0'231'15,"0"0"-87"-15,38-24 16 16,-19 20-20-16,-2 4-55 16,-3 1-50-16,-4 10-9 15,-5 6-8-15,-5 4-6 16,0 3-5-16,-9 3-1 16,-5 1-6-16,-3 8-81 15,3-8-152-15,3-8-327 0</inkml:trace>
  <inkml:trace contextRef="#ctx0" brushRef="#br0" timeOffset="66050.22">11524 7442 1413 0,'0'0'383'0,"0"0"-282"0,-53 10 30 15,37 3-8-15,5 4-8 16,5 2-53-16,5 1-18 16,1-2-2-16,6 0-26 15,8-4-4-15,3-4-3 16,5-1-3-16,2-2-5 0,1-2 1 16,-3 2-1-1,-5-1 0-15,-6 1-1 0,-8 2-6 16,-3 0 5-16,-9 1 1 15,-8 2-6-15,-7-1-22 16,-1-1-37-16,-2-2-33 16,-2-3-99-16,9-2-64 15,6-3-312-15</inkml:trace>
  <inkml:trace contextRef="#ctx0" brushRef="#br0" timeOffset="66352.46">11632 7493 1533 0,'0'0'186'15,"0"0"-63"-15,0 0 10 16,-16 54 2-16,16-36-45 16,5 0-48-1,6-2-16-15,0-4-11 0,3-5-6 16,0-5 4-16,0-2 9 15,-1-5-2-15,-2-7-6 16,-2-3-6-16,-5-3-7 0,-2-1 8 16,-2-1-9-1,-10 2-8-15,-3 1-50 0,-5 4-37 16,-3 5-14 0,1 5-23-16,0 3-61 0,4 6-145 15,6-1-351-15</inkml:trace>
  <inkml:trace contextRef="#ctx0" brushRef="#br0" timeOffset="66965.97">11800 7343 1697 0,'0'0'244'15,"0"0"-146"-15,0 0 80 0,0 0-101 16,0 0 74-1,5 58-24-15,1-20-17 16,2 11-29-16,3 10-8 16,0 1-8-16,3-5-32 15,-3-12-13-15,-2-15-13 0,-2-8-7 16,0-4 0 0,0-2 0-16,1-4-2 15,2-4-14-15,0-6-19 16,2-10-11-16,1-10-66 15,-4-6-32-15,-4-3 13 0,-5-2 5 16,-5 2 38-16,-10 5 23 16,-6 5 39-16,-7 7 11 15,0 5 14-15,-2 3 1 16,4 4 0-16,4 0 0 16,6 0 1-16,10 0-1 15,6 0-14-15,1-1-157 16,15-6 56-16,4-4 16 0,4-4-85 15,4-3-18-15,-3-5 70 16,-2-2 96-16,-4-3 36 16,-2-1 35-16,-5-2 26 15,-3 3 58-15,-2 5 65 16,-3 7-9-16,-3 7 35 16,1 8-8-16,-1 3-95 15,1 14-67-15,2 8 62 16,2 7-23-16,2 2-11 15,4 2-22-15,1-1-23 0,0-2-13 16,-1-3-8-16,-2-3-2 16,-2-4-76-16,-7-4-141 15,-1-6-293 1,0-7-429-16</inkml:trace>
  <inkml:trace contextRef="#ctx0" brushRef="#br0" timeOffset="67082.3">11921 7521 1066 0,'0'0'0'0,"58"-26"-19"0,-10 9 3 0,-4 0-69 16,-10 5-263-16</inkml:trace>
  <inkml:trace contextRef="#ctx0" brushRef="#br0" timeOffset="67610">12191 7391 1085 0,'0'0'258'0,"0"0"90"16,0 0-94-16,0 0-50 0,0 0-55 15,-17 44-44 1,17-24-26-16,3 0-22 16,3 1-2-16,1-1-18 15,1-3-21-15,-1-1-8 0,-2-5-8 16,-1-3 1-1,-2-3-1-15,-2-5-19 0,0 0-14 16,0-8 3-16,-2-10-17 16,-2-3 14-1,0-7 21-15,3-1 11 0,1 2-5 16,0 4 6 0,5 5-1-16,3 8-5 15,2 6-3-15,1 4 8 0,2 2 1 16,1 8 1-16,-1 2 5 15,0 3 1 1,-2 0 1-16,-2 1-2 0,-4-3 1 16,-2 0-5-16,-2-3-1 15,-1-3 8-15,0-4-3 16,0-3 7-16,-1 0 50 16,0-12-31-16,1-4-15 15,0-5-7-15,7-2-2 0,4 0-2 16,0 1 0-1,3 6 0-15,-1 5 3 0,0 6 2 16,2 5 1-16,-2 3 8 16,1 9 4-16,0 2-6 15,-3 2-11-15,1 1-6 16,-3-1-1-16,1-1 0 16,-1-1-103-16,6 4-141 15,-3-6-367-15,-1-3-704 0</inkml:trace>
  <inkml:trace contextRef="#ctx0" brushRef="#br0" timeOffset="67961.95">12686 7294 1815 0,'0'0'240'0,"0"0"-65"0,0 0-40 0,-44 31-36 16,34-10-24-16,2 0-34 15,4 3-12-15,1-3-16 16,3-2-7-16,0-3-5 16,0-3 1-16,3-6-2 15,2-2-1-15,2-5-5 0,1 0-13 16,1-10-37 0,0-4-19-16,-1-3 14 0,-1-1 32 15,0 0 17 1,-2 3 12-16,-3 7 1 0,1 5 17 15,-1 3-5-15,2 2-12 16,2 8 14-16,0 4 0 16,2 1-9-1,1-1-5-15,-1-1-1 0,0-1-2 16,2 0-100-16,-4-1-230 16,-2-4-377-16</inkml:trace>
  <inkml:trace contextRef="#ctx0" brushRef="#br0" timeOffset="68399.89">12821 7320 1411 0,'0'0'213'0,"0"0"-35"0,0 0-22 16,41-18 7 0,-25 18-57-16,-1 3-35 0,-4 7-10 15,-2 3-24 1,-6 2 16-16,-3 5-8 0,-3-2 14 15,-8 0-23-15,-1-1-8 16,1-5-13-16,2-3-13 16,2-4-1-16,5-5 5 15,2 0 5-15,0-9-11 16,11-8-30-16,2-6-17 16,3-5 8-16,1-2 2 15,0 1 9-15,-2 2 20 0,-1 5 7 16,-5 6 1-16,-2 6 1 15,-2 5 17-15,-4 5 14 16,-1 0-17-16,0 12 19 16,0 5 39-16,0 4-12 15,0 0-8-15,0 1-15 16,0-4 3-16,2 0-16 16,2-4-11-16,4-4-4 15,1-4-4-15,0-3 1 16,1-3-7-16,1 0-7 15,3-5-163-15,-2-2-168 0,-4 1-582 0</inkml:trace>
  <inkml:trace contextRef="#ctx0" brushRef="#br0" timeOffset="68532.89">13112 7340 1268 0,'0'0'349'0,"0"0"-265"0,0 0-78 0,0 0-6 0,0 0-268 16</inkml:trace>
  <inkml:trace contextRef="#ctx0" brushRef="#br0" timeOffset="78740.85">10218 2763 809 0,'0'0'108'0,"0"0"54"0,0 0-24 0,0 0-50 15,0 0-27-15,0 0 33 16,0 0 17-16,17-1-27 16,-7 1-23-16,2 0 11 15,1 2-8-15,2 1-17 16,4 0-4-16,-1-1-17 15,2 1-5-15,0-1-7 16,1 1-2-16,-1-1-3 16,4 0-2-16,1-2 0 15,1 1 2-15,2 0-3 16,1-1-5-16,2 0 7 16,0 0-7-16,0 1 1 15,-2 0-1-15,-1 0 0 0,-1 0-1 16,-2 1 1-1,-2-1 0-15,0 1 0 0,0-2 1 16,-1 0-2-16,1 1 2 16,-1-1-2-16,0 1 2 15,0 0-1-15,-2 2-1 16,-2-1 0-16,1 1-1 16,-3-1 1-16,3 1-1 15,-1-1 1-15,2 0 0 16,0 1 0-16,2-2 0 15,1 1 0-15,0 0 0 0,-1 1 0 16,1-2 0 0,-1 1 0-16,-2 1 1 15,0-3-1-15,1 1 0 16,-1 1 0-16,1-1 0 0,-1-1 1 16,0 2-1-1,0-1 0-15,1 1 1 0,0-1-1 16,-1 2 0-16,1-1 0 15,-1-1 1-15,2 1 0 16,-2 1 0-16,2-3-1 16,-2 2 0-16,2 0-1 15,1-2 1-15,0 0 0 0,1 0-1 16,1 0 1 0,1 0 0-16,0 0 1 15,1 0-1-15,0 0 0 16,-1 1 0-16,1-1 0 15,0 0 0-15,0 0 1 0,0 0 0 16,1 0-1-16,3 0 1 16,-2 0 0-16,2 0 0 15,0-1 0-15,0-1 0 16,-1 0-1-16,1 2 0 16,-1 0 0-16,-1 0 0 15,1 0 0-15,-1 0-1 0,-1 0 1 16,0 0 0-16,0 0 0 15,1 0 0 1,-2 0 0-16,2 0 0 0,0-1 0 16,-1-1 0-1,0 0 0-15,0 2 0 16,-1 0 1-16,1 0-1 16,-1 0 2-16,1 0-2 0,-2 0-1 15,1 0 1 1,-1 0 0-16,1 0-1 0,0 0 1 15,0 0 0-15,0 0 0 16,3 0 0-16,-3 0 0 16,2 0 0-16,-1 0 0 15,0-2 0-15,-2-1 0 16,1 1 1-16,-1 0-1 16,1 1 0-16,-1 1 0 15,1-2 0-15,0 2 1 0,2-1 0 16,-2-1-1-16,2 2 0 15,-1-1 0 1,0 1 0-16,-1-1 0 0,1 1 0 16,0 0-1-16,0 0 1 15,-1 0 1-15,1 0-1 16,0 0 0-16,-1 0 0 16,1 0 0-16,0 0 1 0,-1-2-1 15,-1 1 1 1,-1 0-1-16,0 1 1 15,1-1 0-15,-3-1-1 16,1 1 1-16,-3 1 2 16,-1-2 3-16,0 2-6 15,0-2 2-15,0 1 17 16,1-2-4-16,2 1-6 0,0 0 1 16,2 0-4-16,-1-1 1 15,1 1 5-15,0 1-11 16,-1-1 7-16,2 1-8 15,-2-1 1-15,1 2-1 16,-2 0 0-16,-2-1 0 0,-2 1 0 16,-2 0 0-1,-1 0 0-15,-2-1 0 0,2 1 0 16,0-1 1 0,0 0 0-16,0 0-1 0,-1-1 2 15,2 0-1 1,-1 1 5-16,-1-2 0 15,2 1 10-15,0-1 4 16,-1 1 6-16,1 0 0 0,-1 0-4 16,0 0-2-16,-1 0 3 0,1 0 0 15,-1 0-1 1,-1-1-1-16,1 2-2 16,1-3-6-16,1 1-2 15,0-1-5-15,0 1-5 16,1-1 8-16,-1 0-8 15,1 1 0-15,-2-1 0 16,0 1-1-16,-1-1 1 16,-2 2 0-16,-2-2 0 15,0-1-1-15,-1 2 1 16,1-1 1-16,-1-1-2 16,-1-2 1-16,0 0 1 0,0-1-1 15,0 0 7 1,-1-3 7-16,1-1 20 0,-1-1 4 15,0-2-6-15,-1-2-11 16,1-2-2-16,-2-4-1 16,-1-2-9-16,0-8-2 15,-1 1-7-15,-2-2-1 16,1 0 0-16,-3 7-1 16,1-2 1-16,-1 3 0 15,0 2 0-15,0 4 0 0,0 1 1 16,0 4 0-1,0 2 0-15,-1 4-1 0,-2 1 0 16,-2 1-1 0,0 2 0-16,-1 1-5 0,0-1 0 15,-4 0 0 1,-1 0 4-16,-5 0-8 0,-1 0 9 16,-2 0-1-16,-2 0 1 15,-3 0-8-15,-3 0 8 16,-2-1 0-16,-9 0 0 15,-5-2 0-15,-10-1 0 0,-1-1 0 16,2 0 0-16,3 2 0 16,5-1 0-1,-2-1-5-15,-2 0 6 16,1-1-11-16,0 0 10 0,1 0-8 16,0 0 9-1,-1-1-1-15,0-1 1 16,-1 1-1-16,-1 0 1 0,-2-1 0 0,-1 1 1 15,1 2-1 1,0 0 0 0,1 2-1-16,2 0 0 0,0 2-11 15,1-1 9-15,-2 2-25 0,-2-1 17 16,0 2 5 0,-5-1 0-16,2 1-6 0,-3 0 4 15,2 0 2 1,-2 1-9-16,2-1 3 0,0 1-7 15,1 1-5 1,2 0 15-16,2 0 3 16,-1 2 5-16,0 0 0 15,0 0 1-15,-1 0-1 0,-1 0 1 16,-2 0 0-16,2 0-1 16,0 0-1-16,0 0 1 15,2 0 1-15,3 2 0 16,2-1 0-16,3 0 1 15,9 0-1-15,5 0 0 16,7 1 1-16,3-1-1 16,-5 2 0-16,-4-1 0 15,-2 0 0-15,0 0 0 0,-2 1 0 16,1 1 0 0,-8-1-1-16,-7 2 0 0,-5-2 1 15,-2 0 1 1,5 0-1-16,2-3 0 0,6 0 1 15,5 0-1 1,6 0 1-16,6 0 0 0,-5 0-1 16,-1 0 1-16,-3 0-1 15,-6 0-1-15,8 0 1 16,-6 0-1-16,1 0 1 16,2 0 0-16,-1 0 1 15,1 0 0-15,2 1 0 16,-2 3 0-16,3 0-1 15,-2 0 0-15,-1 2 0 0,-1 0 1 16,2 0 0 0,-1 0-1-16,6-1 0 0,0 0-6 15,4 0 6-15,3 0 0 16,3-1-1 0,1-2 2-16,1 2-2 0,1-1 1 15,-1 0 0 1,0 2 0-16,-1-1 1 0,-1 0 0 15,-2 1-1-15,-1 0 0 0,-4 0 1 16,-1 0 0 0,-2 1 0-16,-3 2-1 15,0-1 1-15,-1 0-1 16,1 2 1-16,2-2 0 16,3 0-1-16,2-1 1 15,2 1-1-15,3-2 0 0,0 1-1 16,1 0 1-1,1 0-1-15,2 0 0 0,-2 0 1 16,2-1 0 0,1 4-1-16,0-4 1 0,3 1 0 15,-2 0 1-15,2 0 0 16,0 1-1-16,1 1 1 16,-1-1 0-16,2 1 0 15,0 2 0-15,0-2-1 16,3 1 1-16,1 1 0 15,-1 1 0-15,3 3 5 0,-1 2 2 16,2 2-2-16,0 3-5 16,0 4 5-1,1 3 4-15,-1 3 3 16,0 3-1-16,-1 0 0 0,0 1-3 16,-1-3 9-1,-1-3-17-15,-2 0 17 0,3-4-1 16,-3-3-4-16,3-3 0 15,-1-1-5-15,2-2 4 16,0-3-3-16,1-2-2 0,1-2 2 16,0-2-3-1,0-1-4-15,1-2 8 0,3 0 5 16,3-1 1 0,1 0 10-16,3-3 12 0,3 0 4 15,1 0-4 1,2 0-10-16,0 0-12 0,-1-1-5 15,2-1-5 1,-1 2-6-16,1-1 2 0,-1-1-1 16,1-1 1-16,0 0 4 15,0-1-6-15,1-1 1 16,-2 0 0-16,-1 0-1 0,-1 1 0 16,-2 1-2-1,-3 0-44-15,0-3-121 16,-4 0-152-16,-2-1-643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9T11:59:52.8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3331 5138 1398 0,'0'0'244'0,"0"0"57"16,0 0 36-16,0 0-100 0,0 0-64 15,0 0-40-15,0 0-51 16,60-5-15-16,12 5-1 16,13 1-5-16,4-1-16 15,-6 0-6-15,-13-1-10 16,-6-3 1-16,-7 0-11 16,-13 0 2-16,-13 2-15 15,-12-1-5-15,-6 2 0 16,-1-1-1-16,-2 1-1 0,-2 0-11 15,-8-1-50-15,0 2-52 16,-32 0-180-16,-1 3-305 16,-6 1-163-16</inkml:trace>
  <inkml:trace contextRef="#ctx0" brushRef="#br0" timeOffset="291.14">3394 5223 1645 0,'0'0'357'0,"0"0"-216"16,0 0 23 0,0 0 48-16,0 0 11 0,0 0-54 15,0 0-24-15,85 23-52 16,-15-17-24-16,11-4-12 16,2-2 2-1,-6-1-9-15,-10-7-11 0,-2-2-2 16,-8 0-20-16,-6 0-2 15,-13 2-2-15,-9 2-13 16,-9 2 0-16,-7 2-1 16,-2-1 0-16,-1 3-14 15,-4 0-12-15,-10 6-78 0,-9 7-160 16,-10 2-523-16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4A088-DD01-4CFF-910E-83DF33EEE19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9811E-8A89-4654-8D97-7405B1646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080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1b601b1990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1b601b1990_0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247" name="Google Shape;247;g21b601b1990_0_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516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1b601b199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1b601b1990_0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6" name="Google Shape;256;g21b601b1990_0_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5496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1b601b1990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1b601b1990_0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1b601b1990_0_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4061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80FF-5571-40B0-B697-AA49355D26D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189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1b601b199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1b601b1990_0_1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1b601b1990_0_1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906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1b601b1990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1b601b1990_0_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21b601b1990_0_1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1956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1b601b1990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1b601b1990_0_1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21b601b1990_0_1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99961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1b601b1990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1b601b1990_0_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21b601b1990_0_1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0785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1b601b1990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1b601b1990_0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21b601b1990_0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5540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1b601b1990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1b601b1990_0_2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21b601b1990_0_2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29810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1b601b1990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1b601b1990_0_2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</p:txBody>
      </p:sp>
      <p:sp>
        <p:nvSpPr>
          <p:cNvPr id="379" name="Google Shape;379;g21b601b1990_0_2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33959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80FF-5571-40B0-B697-AA49355D26DF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529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80FF-5571-40B0-B697-AA49355D26DF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464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80FF-5571-40B0-B697-AA49355D26DF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5623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80FF-5571-40B0-B697-AA49355D26DF}" type="slidenum">
              <a:rPr lang="en-IN" smtClean="0"/>
              <a:t>71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1363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80FF-5571-40B0-B697-AA49355D26DF}" type="slidenum">
              <a:rPr lang="en-IN" smtClean="0"/>
              <a:t>72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5329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80FF-5571-40B0-B697-AA49355D26DF}" type="slidenum">
              <a:rPr lang="en-IN" smtClean="0"/>
              <a:t>82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716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9811E-8A89-4654-8D97-7405B1646EE8}" type="slidenum">
              <a:rPr lang="en-IN" smtClean="0"/>
              <a:t>93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3116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9811E-8A89-4654-8D97-7405B1646EE8}" type="slidenum">
              <a:rPr lang="en-IN" smtClean="0"/>
              <a:t>95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2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1B147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9055">
              <a:lnSpc>
                <a:spcPts val="670"/>
              </a:lnSpc>
            </a:pPr>
            <a:fld id="{81D60167-4931-47E6-BA6A-407CBD079E47}" type="slidenum">
              <a:rPr dirty="0"/>
              <a:t>‹#›</a:t>
            </a:fld>
            <a:r>
              <a:rPr spc="95" dirty="0"/>
              <a:t> </a:t>
            </a:r>
            <a:r>
              <a:rPr spc="90" dirty="0"/>
              <a:t>/</a:t>
            </a:r>
            <a:r>
              <a:rPr spc="105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B147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9055">
              <a:lnSpc>
                <a:spcPts val="670"/>
              </a:lnSpc>
            </a:pPr>
            <a:fld id="{81D60167-4931-47E6-BA6A-407CBD079E47}" type="slidenum">
              <a:rPr dirty="0"/>
              <a:t>‹#›</a:t>
            </a:fld>
            <a:r>
              <a:rPr spc="95" dirty="0"/>
              <a:t> </a:t>
            </a:r>
            <a:r>
              <a:rPr spc="90" dirty="0"/>
              <a:t>/</a:t>
            </a:r>
            <a:r>
              <a:rPr spc="105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B147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9055">
              <a:lnSpc>
                <a:spcPts val="670"/>
              </a:lnSpc>
            </a:pPr>
            <a:fld id="{81D60167-4931-47E6-BA6A-407CBD079E47}" type="slidenum">
              <a:rPr dirty="0"/>
              <a:t>‹#›</a:t>
            </a:fld>
            <a:r>
              <a:rPr spc="95" dirty="0"/>
              <a:t> </a:t>
            </a:r>
            <a:r>
              <a:rPr spc="90" dirty="0"/>
              <a:t>/</a:t>
            </a:r>
            <a:r>
              <a:rPr spc="105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B147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9055">
              <a:lnSpc>
                <a:spcPts val="670"/>
              </a:lnSpc>
            </a:pPr>
            <a:fld id="{81D60167-4931-47E6-BA6A-407CBD079E47}" type="slidenum">
              <a:rPr dirty="0"/>
              <a:t>‹#›</a:t>
            </a:fld>
            <a:r>
              <a:rPr spc="95" dirty="0"/>
              <a:t> </a:t>
            </a:r>
            <a:r>
              <a:rPr spc="90" dirty="0"/>
              <a:t>/</a:t>
            </a:r>
            <a:r>
              <a:rPr spc="105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9055">
              <a:lnSpc>
                <a:spcPts val="670"/>
              </a:lnSpc>
            </a:pPr>
            <a:fld id="{81D60167-4931-47E6-BA6A-407CBD079E47}" type="slidenum">
              <a:rPr dirty="0"/>
              <a:t>‹#›</a:t>
            </a:fld>
            <a:r>
              <a:rPr spc="95" dirty="0"/>
              <a:t> </a:t>
            </a:r>
            <a:r>
              <a:rPr spc="90" dirty="0"/>
              <a:t>/</a:t>
            </a:r>
            <a:r>
              <a:rPr spc="105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6912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3898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7366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9893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0648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0238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8"/>
            <a:ext cx="3699722" cy="1374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293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293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5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79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79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79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7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79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79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79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79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79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479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9"/>
            <a:ext cx="5189220" cy="2141451"/>
          </a:xfrm>
        </p:spPr>
        <p:txBody>
          <a:bodyPr>
            <a:normAutofit/>
          </a:bodyPr>
          <a:lstStyle>
            <a:lvl1pPr marL="91213" marR="0" indent="-91213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85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197630" marR="0" indent="-76012" algn="l" defTabSz="2432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51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851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851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851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958"/>
              </a:lnSpc>
              <a:spcBef>
                <a:spcPts val="0"/>
              </a:spcBef>
              <a:buNone/>
              <a:defRPr sz="1277" b="0" spc="-40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6025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4309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046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6074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57897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4797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5063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91986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30582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54192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10671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70844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4222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739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67770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67890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35663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9588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6078" y="3120916"/>
            <a:ext cx="3699722" cy="1723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2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2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1314322" y="3099133"/>
            <a:ext cx="4451478" cy="23285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4180206" y="0"/>
            <a:ext cx="1383391" cy="3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1345353" y="3100634"/>
            <a:ext cx="4420447" cy="21783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612916"/>
            <a:ext cx="4420447" cy="21783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757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908262"/>
          </a:xfrm>
        </p:spPr>
        <p:txBody>
          <a:bodyPr/>
          <a:lstStyle>
            <a:lvl1pPr marL="162157" marR="0" indent="-162157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351341" marR="0" indent="-135131" algn="l" defTabSz="4324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135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135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540808"/>
          </a:xfrm>
        </p:spPr>
        <p:txBody>
          <a:bodyPr anchor="ctr">
            <a:normAutofit/>
          </a:bodyPr>
          <a:lstStyle>
            <a:lvl1pPr marL="0">
              <a:lnSpc>
                <a:spcPts val="1702"/>
              </a:lnSpc>
              <a:spcBef>
                <a:spcPts val="0"/>
              </a:spcBef>
              <a:buNone/>
              <a:defRPr sz="1702" b="0" spc="-71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254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26" y="80250"/>
            <a:ext cx="5759866" cy="31597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09545"/>
            <a:ext cx="5257800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1B147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6526" y="1267707"/>
            <a:ext cx="4705350" cy="180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648989" y="3137672"/>
            <a:ext cx="318208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9055">
              <a:lnSpc>
                <a:spcPts val="670"/>
              </a:lnSpc>
            </a:pPr>
            <a:fld id="{81D60167-4931-47E6-BA6A-407CBD079E47}" type="slidenum">
              <a:rPr dirty="0"/>
              <a:t>‹#›</a:t>
            </a:fld>
            <a:r>
              <a:rPr spc="95" dirty="0"/>
              <a:t> </a:t>
            </a:r>
            <a:r>
              <a:rPr spc="90" dirty="0"/>
              <a:t>/</a:t>
            </a:r>
            <a:r>
              <a:rPr spc="105" dirty="0"/>
              <a:t> </a:t>
            </a:r>
            <a:r>
              <a:rPr spc="-25" dirty="0"/>
              <a:t>70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4" r:id="rId23"/>
    <p:sldLayoutId id="2147483691" r:id="rId24"/>
    <p:sldLayoutId id="2147483692" r:id="rId25"/>
    <p:sldLayoutId id="2147483693" r:id="rId26"/>
    <p:sldLayoutId id="2147483694" r:id="rId27"/>
    <p:sldLayoutId id="2147483695" r:id="rId28"/>
    <p:sldLayoutId id="2147483696" r:id="rId29"/>
    <p:sldLayoutId id="2147483697" r:id="rId3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7.xml"/><Relationship Id="rId18" Type="http://schemas.openxmlformats.org/officeDocument/2006/relationships/slide" Target="slide87.xml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slide" Target="slide20.xml"/><Relationship Id="rId17" Type="http://schemas.openxmlformats.org/officeDocument/2006/relationships/slide" Target="slide70.xml"/><Relationship Id="rId2" Type="http://schemas.openxmlformats.org/officeDocument/2006/relationships/image" Target="../media/image4.png"/><Relationship Id="rId16" Type="http://schemas.openxmlformats.org/officeDocument/2006/relationships/slide" Target="slide63.xml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slide" Target="slide3.xml"/><Relationship Id="rId5" Type="http://schemas.openxmlformats.org/officeDocument/2006/relationships/image" Target="../media/image7.png"/><Relationship Id="rId15" Type="http://schemas.openxmlformats.org/officeDocument/2006/relationships/slide" Target="slide54.xml"/><Relationship Id="rId10" Type="http://schemas.openxmlformats.org/officeDocument/2006/relationships/image" Target="../media/image12.png"/><Relationship Id="rId19" Type="http://schemas.openxmlformats.org/officeDocument/2006/relationships/slide" Target="slide96.xml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slide" Target="slide4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slide" Target="slide1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21.png"/><Relationship Id="rId7" Type="http://schemas.openxmlformats.org/officeDocument/2006/relationships/slide" Target="slide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customXml" Target="../ink/ink5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3.png"/><Relationship Id="rId4" Type="http://schemas.openxmlformats.org/officeDocument/2006/relationships/customXml" Target="../ink/ink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9.png"/><Relationship Id="rId7" Type="http://schemas.openxmlformats.org/officeDocument/2006/relationships/customXml" Target="../ink/ink7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customXml" Target="../ink/ink8.xml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5.png"/><Relationship Id="rId4" Type="http://schemas.openxmlformats.org/officeDocument/2006/relationships/customXml" Target="../ink/ink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slide" Target="slid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6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7" Type="http://schemas.openxmlformats.org/officeDocument/2006/relationships/image" Target="../media/image72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1.xml"/><Relationship Id="rId5" Type="http://schemas.openxmlformats.org/officeDocument/2006/relationships/image" Target="../media/image71.png"/><Relationship Id="rId4" Type="http://schemas.openxmlformats.org/officeDocument/2006/relationships/customXml" Target="../ink/ink1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7.xml"/><Relationship Id="rId18" Type="http://schemas.openxmlformats.org/officeDocument/2006/relationships/slide" Target="slide87.xml"/><Relationship Id="rId3" Type="http://schemas.openxmlformats.org/officeDocument/2006/relationships/image" Target="../media/image74.png"/><Relationship Id="rId7" Type="http://schemas.openxmlformats.org/officeDocument/2006/relationships/image" Target="../media/image9.png"/><Relationship Id="rId12" Type="http://schemas.openxmlformats.org/officeDocument/2006/relationships/slide" Target="slide20.xml"/><Relationship Id="rId17" Type="http://schemas.openxmlformats.org/officeDocument/2006/relationships/slide" Target="slide70.xml"/><Relationship Id="rId2" Type="http://schemas.openxmlformats.org/officeDocument/2006/relationships/image" Target="../media/image73.png"/><Relationship Id="rId16" Type="http://schemas.openxmlformats.org/officeDocument/2006/relationships/slide" Target="slide63.xml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slide" Target="slide3.xml"/><Relationship Id="rId5" Type="http://schemas.openxmlformats.org/officeDocument/2006/relationships/image" Target="../media/image7.png"/><Relationship Id="rId15" Type="http://schemas.openxmlformats.org/officeDocument/2006/relationships/slide" Target="slide54.xml"/><Relationship Id="rId10" Type="http://schemas.openxmlformats.org/officeDocument/2006/relationships/image" Target="../media/image12.png"/><Relationship Id="rId19" Type="http://schemas.openxmlformats.org/officeDocument/2006/relationships/slide" Target="slide96.xml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slide" Target="slide4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7.png"/><Relationship Id="rId5" Type="http://schemas.openxmlformats.org/officeDocument/2006/relationships/customXml" Target="../ink/ink12.xml"/><Relationship Id="rId4" Type="http://schemas.openxmlformats.org/officeDocument/2006/relationships/image" Target="../media/image7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customXml" Target="../ink/ink1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9.png"/><Relationship Id="rId5" Type="http://schemas.openxmlformats.org/officeDocument/2006/relationships/image" Target="../media/image76.png"/><Relationship Id="rId4" Type="http://schemas.openxmlformats.org/officeDocument/2006/relationships/image" Target="../media/image7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5.png"/><Relationship Id="rId7" Type="http://schemas.openxmlformats.org/officeDocument/2006/relationships/customXml" Target="../ink/ink1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9.png"/><Relationship Id="rId5" Type="http://schemas.openxmlformats.org/officeDocument/2006/relationships/image" Target="../media/image76.png"/><Relationship Id="rId4" Type="http://schemas.openxmlformats.org/officeDocument/2006/relationships/image" Target="../media/image7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slide" Target="slide1.xml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8.png"/><Relationship Id="rId7" Type="http://schemas.openxmlformats.org/officeDocument/2006/relationships/customXml" Target="../ink/ink15.xml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7.xml"/><Relationship Id="rId18" Type="http://schemas.openxmlformats.org/officeDocument/2006/relationships/slide" Target="slide87.xml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slide" Target="slide20.xml"/><Relationship Id="rId17" Type="http://schemas.openxmlformats.org/officeDocument/2006/relationships/slide" Target="slide70.xml"/><Relationship Id="rId2" Type="http://schemas.openxmlformats.org/officeDocument/2006/relationships/image" Target="../media/image73.png"/><Relationship Id="rId16" Type="http://schemas.openxmlformats.org/officeDocument/2006/relationships/slide" Target="slide63.xml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slide" Target="slide3.xml"/><Relationship Id="rId5" Type="http://schemas.openxmlformats.org/officeDocument/2006/relationships/image" Target="../media/image7.png"/><Relationship Id="rId15" Type="http://schemas.openxmlformats.org/officeDocument/2006/relationships/slide" Target="slide54.xml"/><Relationship Id="rId10" Type="http://schemas.openxmlformats.org/officeDocument/2006/relationships/image" Target="../media/image12.png"/><Relationship Id="rId19" Type="http://schemas.openxmlformats.org/officeDocument/2006/relationships/slide" Target="slide96.xml"/><Relationship Id="rId4" Type="http://schemas.openxmlformats.org/officeDocument/2006/relationships/image" Target="../media/image96.png"/><Relationship Id="rId9" Type="http://schemas.openxmlformats.org/officeDocument/2006/relationships/image" Target="../media/image11.png"/><Relationship Id="rId14" Type="http://schemas.openxmlformats.org/officeDocument/2006/relationships/slide" Target="slide4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customXml" Target="../ink/ink19.xml"/><Relationship Id="rId3" Type="http://schemas.openxmlformats.org/officeDocument/2006/relationships/image" Target="../media/image97.png"/><Relationship Id="rId7" Type="http://schemas.openxmlformats.org/officeDocument/2006/relationships/customXml" Target="../ink/ink16.xml"/><Relationship Id="rId12" Type="http://schemas.openxmlformats.org/officeDocument/2006/relationships/image" Target="../media/image10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0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0.png"/><Relationship Id="rId11" Type="http://schemas.openxmlformats.org/officeDocument/2006/relationships/customXml" Target="../ink/ink18.xml"/><Relationship Id="rId5" Type="http://schemas.openxmlformats.org/officeDocument/2006/relationships/image" Target="../media/image99.png"/><Relationship Id="rId15" Type="http://schemas.openxmlformats.org/officeDocument/2006/relationships/customXml" Target="../ink/ink20.xml"/><Relationship Id="rId10" Type="http://schemas.openxmlformats.org/officeDocument/2006/relationships/image" Target="../media/image102.png"/><Relationship Id="rId4" Type="http://schemas.openxmlformats.org/officeDocument/2006/relationships/image" Target="../media/image98.png"/><Relationship Id="rId9" Type="http://schemas.openxmlformats.org/officeDocument/2006/relationships/customXml" Target="../ink/ink17.xml"/><Relationship Id="rId14" Type="http://schemas.openxmlformats.org/officeDocument/2006/relationships/image" Target="../media/image10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9.png"/><Relationship Id="rId5" Type="http://schemas.openxmlformats.org/officeDocument/2006/relationships/customXml" Target="../ink/ink22.xml"/><Relationship Id="rId4" Type="http://schemas.openxmlformats.org/officeDocument/2006/relationships/image" Target="../media/image10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2.png"/><Relationship Id="rId5" Type="http://schemas.openxmlformats.org/officeDocument/2006/relationships/customXml" Target="../ink/ink23.xml"/><Relationship Id="rId4" Type="http://schemas.openxmlformats.org/officeDocument/2006/relationships/image" Target="../media/image1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17.png"/><Relationship Id="rId4" Type="http://schemas.openxmlformats.org/officeDocument/2006/relationships/customXml" Target="../ink/ink2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19.png"/><Relationship Id="rId7" Type="http://schemas.openxmlformats.org/officeDocument/2006/relationships/image" Target="../media/image122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Relationship Id="rId9" Type="http://schemas.openxmlformats.org/officeDocument/2006/relationships/slide" Target="slide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3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12" Type="http://schemas.openxmlformats.org/officeDocument/2006/relationships/slide" Target="slide1.xml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7.xml"/><Relationship Id="rId18" Type="http://schemas.openxmlformats.org/officeDocument/2006/relationships/slide" Target="slide87.xml"/><Relationship Id="rId3" Type="http://schemas.openxmlformats.org/officeDocument/2006/relationships/image" Target="../media/image5.png"/><Relationship Id="rId21" Type="http://schemas.openxmlformats.org/officeDocument/2006/relationships/customXml" Target="../ink/ink30.xml"/><Relationship Id="rId7" Type="http://schemas.openxmlformats.org/officeDocument/2006/relationships/image" Target="../media/image9.png"/><Relationship Id="rId12" Type="http://schemas.openxmlformats.org/officeDocument/2006/relationships/slide" Target="slide20.xml"/><Relationship Id="rId17" Type="http://schemas.openxmlformats.org/officeDocument/2006/relationships/slide" Target="slide70.xml"/><Relationship Id="rId2" Type="http://schemas.openxmlformats.org/officeDocument/2006/relationships/image" Target="../media/image73.png"/><Relationship Id="rId16" Type="http://schemas.openxmlformats.org/officeDocument/2006/relationships/slide" Target="slide63.xml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slide" Target="slide3.xml"/><Relationship Id="rId5" Type="http://schemas.openxmlformats.org/officeDocument/2006/relationships/image" Target="../media/image141.png"/><Relationship Id="rId15" Type="http://schemas.openxmlformats.org/officeDocument/2006/relationships/slide" Target="slide54.xml"/><Relationship Id="rId10" Type="http://schemas.openxmlformats.org/officeDocument/2006/relationships/image" Target="../media/image12.png"/><Relationship Id="rId19" Type="http://schemas.openxmlformats.org/officeDocument/2006/relationships/slide" Target="slide96.xml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slide" Target="slide42.xml"/><Relationship Id="rId22" Type="http://schemas.openxmlformats.org/officeDocument/2006/relationships/image" Target="../media/image14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jp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46.png"/><Relationship Id="rId5" Type="http://schemas.openxmlformats.org/officeDocument/2006/relationships/customXml" Target="../ink/ink31.xml"/><Relationship Id="rId4" Type="http://schemas.openxmlformats.org/officeDocument/2006/relationships/image" Target="../media/image14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7" Type="http://schemas.openxmlformats.org/officeDocument/2006/relationships/image" Target="../media/image150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.xml"/><Relationship Id="rId5" Type="http://schemas.openxmlformats.org/officeDocument/2006/relationships/slide" Target="slide1.xml"/><Relationship Id="rId4" Type="http://schemas.openxmlformats.org/officeDocument/2006/relationships/image" Target="../media/image14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3.xml"/><Relationship Id="rId3" Type="http://schemas.openxmlformats.org/officeDocument/2006/relationships/image" Target="../media/image152.jpg"/><Relationship Id="rId7" Type="http://schemas.openxmlformats.org/officeDocument/2006/relationships/image" Target="../media/image156.jpg"/><Relationship Id="rId2" Type="http://schemas.openxmlformats.org/officeDocument/2006/relationships/image" Target="../media/image151.jp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55.jpg"/><Relationship Id="rId11" Type="http://schemas.openxmlformats.org/officeDocument/2006/relationships/image" Target="../media/image158.png"/><Relationship Id="rId5" Type="http://schemas.openxmlformats.org/officeDocument/2006/relationships/image" Target="../media/image154.jpg"/><Relationship Id="rId10" Type="http://schemas.openxmlformats.org/officeDocument/2006/relationships/customXml" Target="../ink/ink34.xml"/><Relationship Id="rId4" Type="http://schemas.openxmlformats.org/officeDocument/2006/relationships/image" Target="../media/image153.jpg"/><Relationship Id="rId9" Type="http://schemas.openxmlformats.org/officeDocument/2006/relationships/image" Target="../media/image15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.xml"/><Relationship Id="rId3" Type="http://schemas.openxmlformats.org/officeDocument/2006/relationships/image" Target="../media/image160.jpg"/><Relationship Id="rId7" Type="http://schemas.openxmlformats.org/officeDocument/2006/relationships/image" Target="../media/image153.jpg"/><Relationship Id="rId2" Type="http://schemas.openxmlformats.org/officeDocument/2006/relationships/image" Target="../media/image159.jp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52.jpg"/><Relationship Id="rId11" Type="http://schemas.openxmlformats.org/officeDocument/2006/relationships/image" Target="../media/image163.png"/><Relationship Id="rId5" Type="http://schemas.openxmlformats.org/officeDocument/2006/relationships/image" Target="../media/image151.jpg"/><Relationship Id="rId10" Type="http://schemas.openxmlformats.org/officeDocument/2006/relationships/customXml" Target="../ink/ink36.xml"/><Relationship Id="rId4" Type="http://schemas.openxmlformats.org/officeDocument/2006/relationships/image" Target="../media/image161.jpg"/><Relationship Id="rId9" Type="http://schemas.openxmlformats.org/officeDocument/2006/relationships/image" Target="../media/image16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13" Type="http://schemas.openxmlformats.org/officeDocument/2006/relationships/image" Target="../media/image167.png"/><Relationship Id="rId3" Type="http://schemas.openxmlformats.org/officeDocument/2006/relationships/image" Target="../media/image164.jpg"/><Relationship Id="rId7" Type="http://schemas.openxmlformats.org/officeDocument/2006/relationships/image" Target="../media/image153.jpg"/><Relationship Id="rId12" Type="http://schemas.openxmlformats.org/officeDocument/2006/relationships/customXml" Target="../ink/ink3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52.jpg"/><Relationship Id="rId11" Type="http://schemas.openxmlformats.org/officeDocument/2006/relationships/image" Target="../media/image166.png"/><Relationship Id="rId5" Type="http://schemas.openxmlformats.org/officeDocument/2006/relationships/image" Target="../media/image151.jpg"/><Relationship Id="rId15" Type="http://schemas.openxmlformats.org/officeDocument/2006/relationships/image" Target="../media/image168.png"/><Relationship Id="rId10" Type="http://schemas.openxmlformats.org/officeDocument/2006/relationships/customXml" Target="../ink/ink37.xml"/><Relationship Id="rId4" Type="http://schemas.openxmlformats.org/officeDocument/2006/relationships/image" Target="../media/image159.jpg"/><Relationship Id="rId9" Type="http://schemas.openxmlformats.org/officeDocument/2006/relationships/image" Target="../media/image161.jpg"/><Relationship Id="rId14" Type="http://schemas.openxmlformats.org/officeDocument/2006/relationships/customXml" Target="../ink/ink3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7" Type="http://schemas.openxmlformats.org/officeDocument/2006/relationships/image" Target="../media/image17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Relationship Id="rId6" Type="http://schemas.openxmlformats.org/officeDocument/2006/relationships/customXml" Target="../ink/ink41.xml"/><Relationship Id="rId5" Type="http://schemas.openxmlformats.org/officeDocument/2006/relationships/image" Target="../media/image170.png"/><Relationship Id="rId4" Type="http://schemas.openxmlformats.org/officeDocument/2006/relationships/customXml" Target="../ink/ink40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openxmlformats.org/officeDocument/2006/relationships/image" Target="../media/image173.jpg"/><Relationship Id="rId7" Type="http://schemas.openxmlformats.org/officeDocument/2006/relationships/customXml" Target="../ink/ink43.xml"/><Relationship Id="rId2" Type="http://schemas.openxmlformats.org/officeDocument/2006/relationships/image" Target="../media/image172.jp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75.png"/><Relationship Id="rId5" Type="http://schemas.openxmlformats.org/officeDocument/2006/relationships/customXml" Target="../ink/ink42.xml"/><Relationship Id="rId4" Type="http://schemas.openxmlformats.org/officeDocument/2006/relationships/image" Target="../media/image174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8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87.png"/><Relationship Id="rId4" Type="http://schemas.openxmlformats.org/officeDocument/2006/relationships/image" Target="../media/image18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customXml" Target="../ink/ink44.xml"/><Relationship Id="rId4" Type="http://schemas.openxmlformats.org/officeDocument/2006/relationships/slide" Target="slide1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7.xml"/><Relationship Id="rId18" Type="http://schemas.openxmlformats.org/officeDocument/2006/relationships/slide" Target="slide87.xml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slide" Target="slide20.xml"/><Relationship Id="rId17" Type="http://schemas.openxmlformats.org/officeDocument/2006/relationships/slide" Target="slide70.xml"/><Relationship Id="rId2" Type="http://schemas.openxmlformats.org/officeDocument/2006/relationships/image" Target="../media/image73.png"/><Relationship Id="rId16" Type="http://schemas.openxmlformats.org/officeDocument/2006/relationships/slide" Target="slide63.xml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slide" Target="slide3.xml"/><Relationship Id="rId5" Type="http://schemas.openxmlformats.org/officeDocument/2006/relationships/image" Target="../media/image7.png"/><Relationship Id="rId15" Type="http://schemas.openxmlformats.org/officeDocument/2006/relationships/slide" Target="slide54.xml"/><Relationship Id="rId10" Type="http://schemas.openxmlformats.org/officeDocument/2006/relationships/image" Target="../media/image12.png"/><Relationship Id="rId19" Type="http://schemas.openxmlformats.org/officeDocument/2006/relationships/slide" Target="slide96.xml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slide" Target="slide4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.xml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3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6.xml"/><Relationship Id="rId3" Type="http://schemas.openxmlformats.org/officeDocument/2006/relationships/image" Target="../media/image195.png"/><Relationship Id="rId7" Type="http://schemas.openxmlformats.org/officeDocument/2006/relationships/slide" Target="slide1.xml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8.png"/><Relationship Id="rId5" Type="http://schemas.openxmlformats.org/officeDocument/2006/relationships/image" Target="../media/image197.png"/><Relationship Id="rId4" Type="http://schemas.openxmlformats.org/officeDocument/2006/relationships/image" Target="../media/image196.png"/><Relationship Id="rId9" Type="http://schemas.openxmlformats.org/officeDocument/2006/relationships/image" Target="../media/image199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3" Type="http://schemas.openxmlformats.org/officeDocument/2006/relationships/image" Target="../media/image201.png"/><Relationship Id="rId7" Type="http://schemas.openxmlformats.org/officeDocument/2006/relationships/customXml" Target="../ink/ink47.xml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.png"/><Relationship Id="rId5" Type="http://schemas.openxmlformats.org/officeDocument/2006/relationships/slide" Target="slide1.xml"/><Relationship Id="rId4" Type="http://schemas.openxmlformats.org/officeDocument/2006/relationships/image" Target="../media/image20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20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7" Type="http://schemas.openxmlformats.org/officeDocument/2006/relationships/image" Target="../media/image210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8.xml"/><Relationship Id="rId5" Type="http://schemas.openxmlformats.org/officeDocument/2006/relationships/image" Target="../media/image64.png"/><Relationship Id="rId4" Type="http://schemas.openxmlformats.org/officeDocument/2006/relationships/image" Target="../media/image209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21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5.png"/><Relationship Id="rId4" Type="http://schemas.openxmlformats.org/officeDocument/2006/relationships/customXml" Target="../ink/ink49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7.xml"/><Relationship Id="rId18" Type="http://schemas.openxmlformats.org/officeDocument/2006/relationships/slide" Target="slide87.xml"/><Relationship Id="rId3" Type="http://schemas.openxmlformats.org/officeDocument/2006/relationships/image" Target="../media/image5.png"/><Relationship Id="rId7" Type="http://schemas.openxmlformats.org/officeDocument/2006/relationships/image" Target="../media/image216.png"/><Relationship Id="rId12" Type="http://schemas.openxmlformats.org/officeDocument/2006/relationships/slide" Target="slide20.xml"/><Relationship Id="rId17" Type="http://schemas.openxmlformats.org/officeDocument/2006/relationships/slide" Target="slide70.xml"/><Relationship Id="rId2" Type="http://schemas.openxmlformats.org/officeDocument/2006/relationships/image" Target="../media/image73.png"/><Relationship Id="rId16" Type="http://schemas.openxmlformats.org/officeDocument/2006/relationships/slide" Target="slide63.xml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slide" Target="slide3.xml"/><Relationship Id="rId5" Type="http://schemas.openxmlformats.org/officeDocument/2006/relationships/image" Target="../media/image7.png"/><Relationship Id="rId15" Type="http://schemas.openxmlformats.org/officeDocument/2006/relationships/slide" Target="slide54.xml"/><Relationship Id="rId10" Type="http://schemas.openxmlformats.org/officeDocument/2006/relationships/image" Target="../media/image12.png"/><Relationship Id="rId19" Type="http://schemas.openxmlformats.org/officeDocument/2006/relationships/slide" Target="slide96.xml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slide" Target="slide4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9.png"/><Relationship Id="rId5" Type="http://schemas.openxmlformats.org/officeDocument/2006/relationships/customXml" Target="../ink/ink50.xml"/><Relationship Id="rId4" Type="http://schemas.openxmlformats.org/officeDocument/2006/relationships/image" Target="../media/image218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3" Type="http://schemas.openxmlformats.org/officeDocument/2006/relationships/image" Target="../media/image221.png"/><Relationship Id="rId7" Type="http://schemas.openxmlformats.org/officeDocument/2006/relationships/slide" Target="slide1.xml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4.png"/><Relationship Id="rId5" Type="http://schemas.openxmlformats.org/officeDocument/2006/relationships/image" Target="../media/image223.png"/><Relationship Id="rId10" Type="http://schemas.openxmlformats.org/officeDocument/2006/relationships/image" Target="../media/image226.png"/><Relationship Id="rId4" Type="http://schemas.openxmlformats.org/officeDocument/2006/relationships/image" Target="../media/image222.png"/><Relationship Id="rId9" Type="http://schemas.openxmlformats.org/officeDocument/2006/relationships/customXml" Target="../ink/ink51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28.png"/><Relationship Id="rId7" Type="http://schemas.openxmlformats.org/officeDocument/2006/relationships/image" Target="../media/image232.png"/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png"/><Relationship Id="rId5" Type="http://schemas.openxmlformats.org/officeDocument/2006/relationships/image" Target="../media/image230.png"/><Relationship Id="rId10" Type="http://schemas.openxmlformats.org/officeDocument/2006/relationships/image" Target="../media/image233.png"/><Relationship Id="rId4" Type="http://schemas.openxmlformats.org/officeDocument/2006/relationships/image" Target="../media/image229.png"/><Relationship Id="rId9" Type="http://schemas.openxmlformats.org/officeDocument/2006/relationships/customXml" Target="../ink/ink5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37.png"/><Relationship Id="rId4" Type="http://schemas.openxmlformats.org/officeDocument/2006/relationships/image" Target="../media/image23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7" Type="http://schemas.openxmlformats.org/officeDocument/2006/relationships/slide" Target="slide1.xml"/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2.png"/><Relationship Id="rId5" Type="http://schemas.openxmlformats.org/officeDocument/2006/relationships/image" Target="../media/image241.png"/><Relationship Id="rId4" Type="http://schemas.openxmlformats.org/officeDocument/2006/relationships/image" Target="../media/image24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244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13" Type="http://schemas.openxmlformats.org/officeDocument/2006/relationships/slide" Target="slide27.xml"/><Relationship Id="rId18" Type="http://schemas.openxmlformats.org/officeDocument/2006/relationships/slide" Target="slide87.xml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slide" Target="slide20.xml"/><Relationship Id="rId17" Type="http://schemas.openxmlformats.org/officeDocument/2006/relationships/slide" Target="slide70.xml"/><Relationship Id="rId2" Type="http://schemas.openxmlformats.org/officeDocument/2006/relationships/image" Target="../media/image73.png"/><Relationship Id="rId16" Type="http://schemas.openxmlformats.org/officeDocument/2006/relationships/slide" Target="slide63.xml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slide" Target="slide3.xml"/><Relationship Id="rId5" Type="http://schemas.openxmlformats.org/officeDocument/2006/relationships/image" Target="../media/image7.png"/><Relationship Id="rId15" Type="http://schemas.openxmlformats.org/officeDocument/2006/relationships/slide" Target="slide54.xml"/><Relationship Id="rId10" Type="http://schemas.openxmlformats.org/officeDocument/2006/relationships/image" Target="../media/image12.png"/><Relationship Id="rId19" Type="http://schemas.openxmlformats.org/officeDocument/2006/relationships/slide" Target="slide96.xml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slide" Target="slide4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64.jpg"/><Relationship Id="rId7" Type="http://schemas.openxmlformats.org/officeDocument/2006/relationships/image" Target="../media/image15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2.jpg"/><Relationship Id="rId5" Type="http://schemas.openxmlformats.org/officeDocument/2006/relationships/image" Target="../media/image151.jpg"/><Relationship Id="rId4" Type="http://schemas.openxmlformats.org/officeDocument/2006/relationships/image" Target="../media/image159.jpg"/><Relationship Id="rId9" Type="http://schemas.openxmlformats.org/officeDocument/2006/relationships/image" Target="../media/image161.jp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24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53.png"/><Relationship Id="rId4" Type="http://schemas.openxmlformats.org/officeDocument/2006/relationships/image" Target="../media/image25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59.png"/><Relationship Id="rId5" Type="http://schemas.openxmlformats.org/officeDocument/2006/relationships/image" Target="../media/image174.emf"/><Relationship Id="rId4" Type="http://schemas.openxmlformats.org/officeDocument/2006/relationships/image" Target="../media/image258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261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63.png"/><Relationship Id="rId7" Type="http://schemas.openxmlformats.org/officeDocument/2006/relationships/image" Target="../media/image267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6.png"/><Relationship Id="rId5" Type="http://schemas.openxmlformats.org/officeDocument/2006/relationships/image" Target="../media/image265.png"/><Relationship Id="rId4" Type="http://schemas.openxmlformats.org/officeDocument/2006/relationships/image" Target="../media/image264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9.png"/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1.png"/><Relationship Id="rId5" Type="http://schemas.openxmlformats.org/officeDocument/2006/relationships/slide" Target="slide1.xml"/><Relationship Id="rId4" Type="http://schemas.openxmlformats.org/officeDocument/2006/relationships/image" Target="../media/image27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7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png"/><Relationship Id="rId2" Type="http://schemas.openxmlformats.org/officeDocument/2006/relationships/image" Target="../media/image27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76.png"/><Relationship Id="rId4" Type="http://schemas.openxmlformats.org/officeDocument/2006/relationships/image" Target="../media/image275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png"/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7.xml"/><Relationship Id="rId18" Type="http://schemas.openxmlformats.org/officeDocument/2006/relationships/slide" Target="slide87.xml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slide" Target="slide20.xml"/><Relationship Id="rId17" Type="http://schemas.openxmlformats.org/officeDocument/2006/relationships/slide" Target="slide70.xml"/><Relationship Id="rId2" Type="http://schemas.openxmlformats.org/officeDocument/2006/relationships/image" Target="../media/image73.png"/><Relationship Id="rId16" Type="http://schemas.openxmlformats.org/officeDocument/2006/relationships/slide" Target="slide63.xml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slide" Target="slide3.xml"/><Relationship Id="rId5" Type="http://schemas.openxmlformats.org/officeDocument/2006/relationships/image" Target="../media/image7.png"/><Relationship Id="rId15" Type="http://schemas.openxmlformats.org/officeDocument/2006/relationships/slide" Target="slide54.xml"/><Relationship Id="rId10" Type="http://schemas.openxmlformats.org/officeDocument/2006/relationships/image" Target="../media/image12.png"/><Relationship Id="rId19" Type="http://schemas.openxmlformats.org/officeDocument/2006/relationships/slide" Target="slide96.xml"/><Relationship Id="rId4" Type="http://schemas.openxmlformats.org/officeDocument/2006/relationships/image" Target="../media/image6.png"/><Relationship Id="rId9" Type="http://schemas.openxmlformats.org/officeDocument/2006/relationships/image" Target="../media/image279.png"/><Relationship Id="rId14" Type="http://schemas.openxmlformats.org/officeDocument/2006/relationships/slide" Target="slide42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image" Target="../media/image281.png"/><Relationship Id="rId7" Type="http://schemas.openxmlformats.org/officeDocument/2006/relationships/image" Target="../media/image285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4.png"/><Relationship Id="rId5" Type="http://schemas.openxmlformats.org/officeDocument/2006/relationships/image" Target="../media/image283.png"/><Relationship Id="rId4" Type="http://schemas.openxmlformats.org/officeDocument/2006/relationships/image" Target="../media/image282.png"/><Relationship Id="rId9" Type="http://schemas.openxmlformats.org/officeDocument/2006/relationships/slide" Target="slide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png"/><Relationship Id="rId2" Type="http://schemas.openxmlformats.org/officeDocument/2006/relationships/image" Target="../media/image28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png"/><Relationship Id="rId7" Type="http://schemas.openxmlformats.org/officeDocument/2006/relationships/slide" Target="slide1.xml"/><Relationship Id="rId2" Type="http://schemas.openxmlformats.org/officeDocument/2006/relationships/image" Target="../media/image2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2.png"/><Relationship Id="rId5" Type="http://schemas.openxmlformats.org/officeDocument/2006/relationships/image" Target="../media/image291.png"/><Relationship Id="rId4" Type="http://schemas.openxmlformats.org/officeDocument/2006/relationships/image" Target="../media/image29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4.png"/><Relationship Id="rId7" Type="http://schemas.openxmlformats.org/officeDocument/2006/relationships/slide" Target="slide1.xml"/><Relationship Id="rId2" Type="http://schemas.openxmlformats.org/officeDocument/2006/relationships/image" Target="../media/image2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6.png"/><Relationship Id="rId5" Type="http://schemas.openxmlformats.org/officeDocument/2006/relationships/image" Target="../media/image39.png"/><Relationship Id="rId4" Type="http://schemas.openxmlformats.org/officeDocument/2006/relationships/image" Target="../media/image295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8.png"/><Relationship Id="rId2" Type="http://schemas.openxmlformats.org/officeDocument/2006/relationships/image" Target="../media/image297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9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png"/><Relationship Id="rId3" Type="http://schemas.openxmlformats.org/officeDocument/2006/relationships/image" Target="../media/image300.png"/><Relationship Id="rId7" Type="http://schemas.openxmlformats.org/officeDocument/2006/relationships/image" Target="../media/image303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2.png"/><Relationship Id="rId5" Type="http://schemas.openxmlformats.org/officeDocument/2006/relationships/image" Target="../media/image82.png"/><Relationship Id="rId4" Type="http://schemas.openxmlformats.org/officeDocument/2006/relationships/image" Target="../media/image301.png"/><Relationship Id="rId9" Type="http://schemas.openxmlformats.org/officeDocument/2006/relationships/slide" Target="slide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4.png"/><Relationship Id="rId7" Type="http://schemas.openxmlformats.org/officeDocument/2006/relationships/slide" Target="slide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7.png"/><Relationship Id="rId5" Type="http://schemas.openxmlformats.org/officeDocument/2006/relationships/image" Target="../media/image306.png"/><Relationship Id="rId4" Type="http://schemas.openxmlformats.org/officeDocument/2006/relationships/image" Target="../media/image305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7.xml"/><Relationship Id="rId18" Type="http://schemas.openxmlformats.org/officeDocument/2006/relationships/slide" Target="slide87.xml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slide" Target="slide20.xml"/><Relationship Id="rId17" Type="http://schemas.openxmlformats.org/officeDocument/2006/relationships/slide" Target="slide70.xml"/><Relationship Id="rId2" Type="http://schemas.openxmlformats.org/officeDocument/2006/relationships/image" Target="../media/image73.png"/><Relationship Id="rId16" Type="http://schemas.openxmlformats.org/officeDocument/2006/relationships/slide" Target="slide63.xml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slide" Target="slide3.xml"/><Relationship Id="rId5" Type="http://schemas.openxmlformats.org/officeDocument/2006/relationships/image" Target="../media/image7.png"/><Relationship Id="rId15" Type="http://schemas.openxmlformats.org/officeDocument/2006/relationships/slide" Target="slide54.xml"/><Relationship Id="rId10" Type="http://schemas.openxmlformats.org/officeDocument/2006/relationships/image" Target="../media/image308.png"/><Relationship Id="rId19" Type="http://schemas.openxmlformats.org/officeDocument/2006/relationships/slide" Target="slide96.xml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slide" Target="slide4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9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12.png"/><Relationship Id="rId4" Type="http://schemas.openxmlformats.org/officeDocument/2006/relationships/image" Target="../media/image31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4.png"/><Relationship Id="rId2" Type="http://schemas.openxmlformats.org/officeDocument/2006/relationships/image" Target="../media/image31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16.png"/><Relationship Id="rId4" Type="http://schemas.openxmlformats.org/officeDocument/2006/relationships/image" Target="../media/image315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hyperlink" Target="https://jalammar.github.io/illustrated-transformer/" TargetMode="External"/><Relationship Id="rId3" Type="http://schemas.openxmlformats.org/officeDocument/2006/relationships/image" Target="../media/image318.png"/><Relationship Id="rId7" Type="http://schemas.openxmlformats.org/officeDocument/2006/relationships/image" Target="../media/image322.png"/><Relationship Id="rId2" Type="http://schemas.openxmlformats.org/officeDocument/2006/relationships/image" Target="../media/image3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1.png"/><Relationship Id="rId5" Type="http://schemas.openxmlformats.org/officeDocument/2006/relationships/image" Target="../media/image320.png"/><Relationship Id="rId10" Type="http://schemas.openxmlformats.org/officeDocument/2006/relationships/slide" Target="slide1.xml"/><Relationship Id="rId4" Type="http://schemas.openxmlformats.org/officeDocument/2006/relationships/image" Target="../media/image319.png"/><Relationship Id="rId9" Type="http://schemas.openxmlformats.org/officeDocument/2006/relationships/hyperlink" Target="https://lilianweng.github.io/posts/2018-06-24-attention/" TargetMode="Externa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4.png"/><Relationship Id="rId2" Type="http://schemas.openxmlformats.org/officeDocument/2006/relationships/image" Target="../media/image323.jp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2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"/>
            <a:ext cx="5760085" cy="3240405"/>
            <a:chOff x="0" y="7"/>
            <a:chExt cx="5760085" cy="3240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"/>
              <a:ext cx="5759866" cy="323990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982523" y="1303821"/>
              <a:ext cx="3325495" cy="696595"/>
            </a:xfrm>
            <a:custGeom>
              <a:avLst/>
              <a:gdLst/>
              <a:ahLst/>
              <a:cxnLst/>
              <a:rect l="l" t="t" r="r" b="b"/>
              <a:pathLst>
                <a:path w="3325495" h="696594">
                  <a:moveTo>
                    <a:pt x="0" y="696069"/>
                  </a:moveTo>
                  <a:lnTo>
                    <a:pt x="0" y="0"/>
                  </a:lnTo>
                  <a:lnTo>
                    <a:pt x="3324982" y="0"/>
                  </a:lnTo>
                  <a:lnTo>
                    <a:pt x="3324982" y="696069"/>
                  </a:lnTo>
                  <a:lnTo>
                    <a:pt x="0" y="696069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982523" y="1303821"/>
            <a:ext cx="3325495" cy="696595"/>
          </a:xfrm>
          <a:prstGeom prst="rect">
            <a:avLst/>
          </a:prstGeom>
          <a:solidFill>
            <a:srgbClr val="FFFFFF">
              <a:alpha val="79998"/>
            </a:srgbClr>
          </a:solidFill>
          <a:ln w="12652">
            <a:solidFill>
              <a:srgbClr val="000000"/>
            </a:solidFill>
          </a:ln>
        </p:spPr>
        <p:txBody>
          <a:bodyPr vert="horz" wrap="square" lIns="0" tIns="105410" rIns="0" bIns="0" rtlCol="0">
            <a:spAutoFit/>
          </a:bodyPr>
          <a:lstStyle/>
          <a:p>
            <a:pPr marL="638175" marR="630555" indent="-635" algn="ctr">
              <a:lnSpc>
                <a:spcPts val="1440"/>
              </a:lnSpc>
              <a:spcBef>
                <a:spcPts val="830"/>
              </a:spcBef>
            </a:pPr>
            <a:r>
              <a:rPr sz="1400" cap="small" spc="80" dirty="0">
                <a:latin typeface="Cambria"/>
                <a:cs typeface="Cambria"/>
              </a:rPr>
              <a:t>Deep</a:t>
            </a:r>
            <a:r>
              <a:rPr sz="1400" cap="small" spc="220" dirty="0">
                <a:latin typeface="Cambria"/>
                <a:cs typeface="Cambria"/>
              </a:rPr>
              <a:t> </a:t>
            </a:r>
            <a:r>
              <a:rPr sz="1400" cap="small" spc="100" dirty="0">
                <a:latin typeface="Cambria"/>
                <a:cs typeface="Cambria"/>
              </a:rPr>
              <a:t>Neural</a:t>
            </a:r>
            <a:r>
              <a:rPr sz="1400" cap="small" spc="225" dirty="0">
                <a:latin typeface="Cambria"/>
                <a:cs typeface="Cambria"/>
              </a:rPr>
              <a:t> </a:t>
            </a:r>
            <a:r>
              <a:rPr sz="1400" cap="small" spc="95" dirty="0">
                <a:latin typeface="Cambria"/>
                <a:cs typeface="Cambria"/>
              </a:rPr>
              <a:t>Network </a:t>
            </a:r>
            <a:r>
              <a:rPr sz="1400" cap="small" spc="120" dirty="0">
                <a:latin typeface="Cambria"/>
                <a:cs typeface="Cambria"/>
              </a:rPr>
              <a:t>Module</a:t>
            </a:r>
            <a:r>
              <a:rPr sz="1400" cap="small" spc="225" dirty="0">
                <a:latin typeface="Cambria"/>
                <a:cs typeface="Cambria"/>
              </a:rPr>
              <a:t> </a:t>
            </a:r>
            <a:r>
              <a:rPr sz="1400" cap="small" spc="195" dirty="0">
                <a:latin typeface="Cambria"/>
                <a:cs typeface="Cambria"/>
              </a:rPr>
              <a:t>#</a:t>
            </a:r>
            <a:r>
              <a:rPr sz="1400" cap="small" spc="95" dirty="0">
                <a:latin typeface="Cambria"/>
                <a:cs typeface="Cambria"/>
              </a:rPr>
              <a:t> </a:t>
            </a:r>
            <a:r>
              <a:rPr sz="1400" cap="small" spc="80" dirty="0">
                <a:latin typeface="Cambria"/>
                <a:cs typeface="Cambria"/>
              </a:rPr>
              <a:t>8:</a:t>
            </a:r>
            <a:r>
              <a:rPr sz="1400" cap="small" spc="200" dirty="0">
                <a:latin typeface="Cambria"/>
                <a:cs typeface="Cambria"/>
              </a:rPr>
              <a:t> </a:t>
            </a:r>
            <a:r>
              <a:rPr sz="1400" cap="small" spc="80" dirty="0">
                <a:latin typeface="Cambria"/>
                <a:cs typeface="Cambria"/>
              </a:rPr>
              <a:t>Attention </a:t>
            </a:r>
            <a:r>
              <a:rPr sz="1400" cap="small" spc="114" dirty="0">
                <a:latin typeface="Cambria"/>
                <a:cs typeface="Cambria"/>
              </a:rPr>
              <a:t>Mechanism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" y="80250"/>
            <a:ext cx="5759866" cy="31597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00073" y="967954"/>
            <a:ext cx="2960370" cy="759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8285" marR="202565" algn="ctr">
              <a:lnSpc>
                <a:spcPct val="114700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The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instructor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is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gratefully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acknowledging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the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authors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who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made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their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course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materials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freely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available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online.</a:t>
            </a:r>
            <a:endParaRPr sz="10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This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deck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is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prepared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by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Seetha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Parameswaran.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5" name="object 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3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3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3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3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3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3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055">
              <a:lnSpc>
                <a:spcPts val="670"/>
              </a:lnSpc>
            </a:pPr>
            <a:fld id="{81D60167-4931-47E6-BA6A-407CBD079E47}" type="slidenum">
              <a:rPr dirty="0"/>
              <a:t>2</a:t>
            </a:fld>
            <a:r>
              <a:rPr spc="95" dirty="0"/>
              <a:t> </a:t>
            </a:r>
            <a:r>
              <a:rPr spc="90" dirty="0"/>
              <a:t>/</a:t>
            </a:r>
            <a:r>
              <a:rPr spc="105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00" dirty="0">
                <a:solidFill>
                  <a:srgbClr val="FFFFFF"/>
                </a:solidFill>
              </a:rPr>
              <a:t>T</a:t>
            </a:r>
            <a:r>
              <a:rPr cap="small" spc="300" dirty="0">
                <a:solidFill>
                  <a:srgbClr val="FFFFFF"/>
                </a:solidFill>
              </a:rPr>
              <a:t>able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cap="small" spc="250" dirty="0">
                <a:solidFill>
                  <a:srgbClr val="FFFFFF"/>
                </a:solidFill>
              </a:rPr>
              <a:t>of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10" dirty="0">
                <a:solidFill>
                  <a:srgbClr val="FFFFFF"/>
                </a:solidFill>
              </a:rPr>
              <a:t>C</a:t>
            </a:r>
            <a:r>
              <a:rPr cap="small" spc="210" dirty="0">
                <a:solidFill>
                  <a:srgbClr val="FFFFFF"/>
                </a:solidFill>
              </a:rPr>
              <a:t>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591032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2" y="859612"/>
            <a:ext cx="169964" cy="1699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128179"/>
            <a:ext cx="169964" cy="1699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2" y="1396758"/>
            <a:ext cx="169964" cy="169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62" y="1665338"/>
            <a:ext cx="169964" cy="1699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1933905"/>
            <a:ext cx="169964" cy="169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02484"/>
            <a:ext cx="169964" cy="16996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471064"/>
            <a:ext cx="169964" cy="1699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3649" y="2739631"/>
            <a:ext cx="169964" cy="16996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9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3029" y="476951"/>
            <a:ext cx="3728720" cy="2442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899"/>
              </a:lnSpc>
              <a:spcBef>
                <a:spcPts val="90"/>
              </a:spcBef>
            </a:pPr>
            <a:r>
              <a:rPr sz="1400" spc="229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E</a:t>
            </a:r>
            <a:r>
              <a:rPr sz="1400" cap="small" spc="229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ncoder</a:t>
            </a:r>
            <a:r>
              <a:rPr sz="1400" spc="229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-</a:t>
            </a:r>
            <a:r>
              <a:rPr sz="1400" spc="245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D</a:t>
            </a:r>
            <a:r>
              <a:rPr sz="1400" cap="small" spc="245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ecoder</a:t>
            </a:r>
            <a:r>
              <a:rPr sz="1400" spc="240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185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F</a:t>
            </a:r>
            <a:r>
              <a:rPr sz="1400" cap="small" spc="185" dirty="0">
                <a:solidFill>
                  <a:srgbClr val="3333B2"/>
                </a:solidFill>
                <a:latin typeface="Calibri"/>
                <a:cs typeface="Calibri"/>
                <a:hlinkClick r:id="rId11" action="ppaction://hlinksldjump"/>
              </a:rPr>
              <a:t>oundation</a:t>
            </a:r>
            <a:r>
              <a:rPr sz="1400" spc="18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I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ntroduction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cap="small" spc="23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to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ttention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15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M</a:t>
            </a:r>
            <a:r>
              <a:rPr sz="1400" cap="small" spc="15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echanisms</a:t>
            </a:r>
            <a:r>
              <a:rPr sz="1400" spc="15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C</a:t>
            </a:r>
            <a:r>
              <a:rPr sz="1400" cap="small" spc="26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ore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ttention</a:t>
            </a:r>
            <a:r>
              <a:rPr sz="1400" spc="23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C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oncepts</a:t>
            </a:r>
            <a:endParaRPr sz="1400">
              <a:latin typeface="Calibri"/>
              <a:cs typeface="Calibri"/>
            </a:endParaRPr>
          </a:p>
          <a:p>
            <a:pPr marL="12700" marR="556260">
              <a:lnSpc>
                <a:spcPct val="125899"/>
              </a:lnSpc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Q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uery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-</a:t>
            </a:r>
            <a:r>
              <a:rPr sz="1400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K</a:t>
            </a:r>
            <a:r>
              <a:rPr sz="1400" cap="small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ey</a:t>
            </a:r>
            <a:r>
              <a:rPr sz="1400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-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V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alue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F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ramework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ttention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S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coring</a:t>
            </a:r>
            <a:r>
              <a:rPr sz="1400" spc="25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F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unctions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B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ahdanau</a:t>
            </a:r>
            <a:r>
              <a:rPr sz="1400" spc="23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ttention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for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S</a:t>
            </a:r>
            <a:r>
              <a:rPr sz="1400" cap="small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eq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2S</a:t>
            </a:r>
            <a:r>
              <a:rPr sz="1400" cap="small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eq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8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T</a:t>
            </a:r>
            <a:r>
              <a:rPr sz="1400" cap="small" spc="28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ypes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of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 A</a:t>
            </a:r>
            <a:r>
              <a:rPr sz="1400" cap="small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ttention</a:t>
            </a:r>
            <a:endParaRPr sz="1400">
              <a:latin typeface="Calibri"/>
              <a:cs typeface="Calibri"/>
            </a:endParaRPr>
          </a:p>
          <a:p>
            <a:pPr marL="12700" marR="70485">
              <a:lnSpc>
                <a:spcPct val="125899"/>
              </a:lnSpc>
            </a:pP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S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elf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-A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ttention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254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&amp;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P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ositional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16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E</a:t>
            </a:r>
            <a:r>
              <a:rPr sz="1400" cap="small" spc="16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ncoding</a:t>
            </a:r>
            <a:r>
              <a:rPr sz="1400" spc="16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19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S</a:t>
            </a:r>
            <a:r>
              <a:rPr sz="1400" cap="small" spc="19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ummary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25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&amp;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35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K</a:t>
            </a:r>
            <a:r>
              <a:rPr sz="1400" cap="small" spc="35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ey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T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akeaways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3" name="object 2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20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20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20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20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20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20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055">
              <a:lnSpc>
                <a:spcPts val="670"/>
              </a:lnSpc>
            </a:pPr>
            <a:fld id="{81D60167-4931-47E6-BA6A-407CBD079E47}" type="slidenum">
              <a:rPr dirty="0"/>
              <a:t>3</a:t>
            </a:fld>
            <a:r>
              <a:rPr spc="95" dirty="0"/>
              <a:t> </a:t>
            </a:r>
            <a:r>
              <a:rPr spc="90" dirty="0"/>
              <a:t>/</a:t>
            </a:r>
            <a:r>
              <a:rPr spc="105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25" dirty="0">
                <a:solidFill>
                  <a:srgbClr val="FFFFFF"/>
                </a:solidFill>
              </a:rPr>
              <a:t>W</a:t>
            </a:r>
            <a:r>
              <a:rPr cap="small" spc="325" dirty="0">
                <a:solidFill>
                  <a:srgbClr val="FFFFFF"/>
                </a:solidFill>
              </a:rPr>
              <a:t>hy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spc="280" dirty="0">
                <a:solidFill>
                  <a:srgbClr val="FFFFFF"/>
                </a:solidFill>
              </a:rPr>
              <a:t>S</a:t>
            </a:r>
            <a:r>
              <a:rPr cap="small" spc="280" dirty="0">
                <a:solidFill>
                  <a:srgbClr val="FFFFFF"/>
                </a:solidFill>
              </a:rPr>
              <a:t>tudy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spc="265" dirty="0">
                <a:solidFill>
                  <a:srgbClr val="FFFFFF"/>
                </a:solidFill>
              </a:rPr>
              <a:t>E</a:t>
            </a:r>
            <a:r>
              <a:rPr cap="small" spc="265" dirty="0">
                <a:solidFill>
                  <a:srgbClr val="FFFFFF"/>
                </a:solidFill>
              </a:rPr>
              <a:t>ncoder</a:t>
            </a:r>
            <a:r>
              <a:rPr spc="265" dirty="0">
                <a:solidFill>
                  <a:srgbClr val="FFFFFF"/>
                </a:solidFill>
              </a:rPr>
              <a:t>-</a:t>
            </a:r>
            <a:r>
              <a:rPr spc="204" dirty="0">
                <a:solidFill>
                  <a:srgbClr val="FFFFFF"/>
                </a:solidFill>
              </a:rPr>
              <a:t>D</a:t>
            </a:r>
            <a:r>
              <a:rPr cap="small" spc="204" dirty="0">
                <a:solidFill>
                  <a:srgbClr val="FFFFFF"/>
                </a:solidFill>
              </a:rPr>
              <a:t>ecoder</a:t>
            </a:r>
            <a:r>
              <a:rPr spc="204" dirty="0">
                <a:solidFill>
                  <a:srgbClr val="FFFFFF"/>
                </a:solidFill>
              </a:rPr>
              <a:t>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918489"/>
            <a:ext cx="69850" cy="1228725"/>
            <a:chOff x="513702" y="918489"/>
            <a:chExt cx="69850" cy="12287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918489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497965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077453"/>
              <a:ext cx="69291" cy="6929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21894" y="584872"/>
            <a:ext cx="4490720" cy="1971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5280" marR="30480" indent="-297815">
              <a:lnSpc>
                <a:spcPct val="131300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Many</a:t>
            </a:r>
            <a:r>
              <a:rPr sz="1050" spc="7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NLP</a:t>
            </a:r>
            <a:r>
              <a:rPr sz="1050" spc="7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tasks</a:t>
            </a:r>
            <a:r>
              <a:rPr sz="1050" spc="7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require</a:t>
            </a:r>
            <a:r>
              <a:rPr sz="1050" spc="7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variable-length</a:t>
            </a:r>
            <a:r>
              <a:rPr sz="1050" spc="7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sequence-to-sequence</a:t>
            </a:r>
            <a:r>
              <a:rPr sz="1050" spc="7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mapping: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Sentiment</a:t>
            </a:r>
            <a:r>
              <a:rPr sz="1050" spc="9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Analysis:</a:t>
            </a:r>
            <a:endParaRPr sz="10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390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9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Input:</a:t>
            </a:r>
            <a:r>
              <a:rPr sz="950" spc="1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”The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phone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battery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lasts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only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2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hours.</a:t>
            </a:r>
            <a:r>
              <a:rPr sz="950" spc="1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Very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disappointed.”</a:t>
            </a:r>
            <a:endParaRPr sz="9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72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latin typeface="Arial MT"/>
                <a:cs typeface="Arial MT"/>
              </a:rPr>
              <a:t>Output:</a:t>
            </a:r>
            <a:r>
              <a:rPr sz="950" spc="10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”Negative”</a:t>
            </a:r>
            <a:endParaRPr sz="950">
              <a:latin typeface="Arial MT"/>
              <a:cs typeface="Arial MT"/>
            </a:endParaRPr>
          </a:p>
          <a:p>
            <a:pPr marL="335280">
              <a:lnSpc>
                <a:spcPct val="100000"/>
              </a:lnSpc>
              <a:spcBef>
                <a:spcPts val="41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Question</a:t>
            </a:r>
            <a:r>
              <a:rPr sz="1050" spc="8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Answering:</a:t>
            </a:r>
            <a:endParaRPr sz="10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39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7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Input:</a:t>
            </a:r>
            <a:r>
              <a:rPr sz="950" spc="1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Context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+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”What</a:t>
            </a:r>
            <a:r>
              <a:rPr sz="950" spc="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is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the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capital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of</a:t>
            </a:r>
            <a:r>
              <a:rPr sz="950" spc="4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India?”</a:t>
            </a:r>
            <a:endParaRPr sz="9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6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Output:</a:t>
            </a:r>
            <a:r>
              <a:rPr sz="950" spc="1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”New</a:t>
            </a:r>
            <a:r>
              <a:rPr sz="950" spc="4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Delhi”</a:t>
            </a:r>
            <a:endParaRPr sz="950">
              <a:latin typeface="Arial MT"/>
              <a:cs typeface="Arial MT"/>
            </a:endParaRPr>
          </a:p>
          <a:p>
            <a:pPr marL="335280">
              <a:lnSpc>
                <a:spcPct val="100000"/>
              </a:lnSpc>
              <a:spcBef>
                <a:spcPts val="415"/>
              </a:spcBef>
            </a:pPr>
            <a:r>
              <a:rPr sz="1050" spc="-20" dirty="0">
                <a:solidFill>
                  <a:srgbClr val="1B1472"/>
                </a:solidFill>
                <a:latin typeface="Arial MT"/>
                <a:cs typeface="Arial MT"/>
              </a:rPr>
              <a:t>Text</a:t>
            </a:r>
            <a:r>
              <a:rPr sz="1050" spc="-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Summarization:</a:t>
            </a:r>
            <a:endParaRPr sz="10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39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8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Input:</a:t>
            </a:r>
            <a:r>
              <a:rPr sz="950" spc="1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500-word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article</a:t>
            </a:r>
            <a:endParaRPr sz="9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8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Output:</a:t>
            </a:r>
            <a:r>
              <a:rPr sz="950" spc="1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50-word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summary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9" name="object 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7294" y="2668440"/>
            <a:ext cx="3804285" cy="570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Key</a:t>
            </a:r>
            <a:r>
              <a:rPr sz="1050" spc="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observation:</a:t>
            </a:r>
            <a:r>
              <a:rPr sz="1050" spc="9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length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T</a:t>
            </a:r>
            <a:r>
              <a:rPr sz="1050" i="1" spc="210" dirty="0">
                <a:latin typeface="Arial"/>
                <a:cs typeface="Arial"/>
              </a:rPr>
              <a:t> </a:t>
            </a:r>
            <a:r>
              <a:rPr sz="1200" spc="-585" dirty="0">
                <a:latin typeface="Cambria"/>
                <a:cs typeface="Cambria"/>
              </a:rPr>
              <a:t>/</a:t>
            </a:r>
            <a:r>
              <a:rPr sz="1200" spc="15" dirty="0">
                <a:latin typeface="Tahoma"/>
                <a:cs typeface="Tahoma"/>
              </a:rPr>
              <a:t>=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Output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length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T</a:t>
            </a:r>
            <a:r>
              <a:rPr sz="1050" i="1" spc="-135" dirty="0">
                <a:latin typeface="Arial"/>
                <a:cs typeface="Arial"/>
              </a:rPr>
              <a:t> </a:t>
            </a:r>
            <a:r>
              <a:rPr sz="1200" baseline="31250" dirty="0">
                <a:latin typeface="Cambria"/>
                <a:cs typeface="Cambria"/>
              </a:rPr>
              <a:t>r</a:t>
            </a:r>
            <a:r>
              <a:rPr sz="1200" spc="284" baseline="31250" dirty="0">
                <a:latin typeface="Cambria"/>
                <a:cs typeface="Cambria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general.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050">
              <a:latin typeface="Arial MT"/>
              <a:cs typeface="Arial MT"/>
            </a:endParaRPr>
          </a:p>
          <a:p>
            <a:pPr marL="2113915">
              <a:lnSpc>
                <a:spcPct val="100000"/>
              </a:lnSpc>
              <a:spcBef>
                <a:spcPts val="5"/>
              </a:spcBef>
            </a:pPr>
            <a:r>
              <a:rPr sz="600" spc="95" dirty="0">
                <a:latin typeface="Calibri"/>
                <a:cs typeface="Calibri"/>
                <a:hlinkClick r:id="rId5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5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5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7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70" dirty="0">
                <a:latin typeface="Calibri"/>
                <a:cs typeface="Calibri"/>
                <a:hlinkClick r:id="rId5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055">
              <a:lnSpc>
                <a:spcPts val="670"/>
              </a:lnSpc>
            </a:pPr>
            <a:fld id="{81D60167-4931-47E6-BA6A-407CBD079E47}" type="slidenum">
              <a:rPr dirty="0"/>
              <a:t>4</a:t>
            </a:fld>
            <a:r>
              <a:rPr spc="95" dirty="0"/>
              <a:t> </a:t>
            </a:r>
            <a:r>
              <a:rPr spc="90" dirty="0"/>
              <a:t>/</a:t>
            </a:r>
            <a:r>
              <a:rPr spc="105" dirty="0"/>
              <a:t> </a:t>
            </a:r>
            <a:r>
              <a:rPr spc="-25" dirty="0"/>
              <a:t>70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B5D9277-B14E-4258-B946-45CF42907604}"/>
                  </a:ext>
                </a:extLst>
              </p14:cNvPr>
              <p14:cNvContentPartPr/>
              <p14:nvPr/>
            </p14:nvContentPartPr>
            <p14:xfrm>
              <a:off x="745200" y="242640"/>
              <a:ext cx="3894480" cy="22500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B5D9277-B14E-4258-B946-45CF4290760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5840" y="233280"/>
                <a:ext cx="3913200" cy="2268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45" dirty="0">
                <a:solidFill>
                  <a:srgbClr val="FFFFFF"/>
                </a:solidFill>
              </a:rPr>
              <a:t>T</a:t>
            </a:r>
            <a:r>
              <a:rPr cap="small" spc="345" dirty="0">
                <a:solidFill>
                  <a:srgbClr val="FFFFFF"/>
                </a:solidFill>
              </a:rPr>
              <a:t>he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65" dirty="0">
                <a:solidFill>
                  <a:srgbClr val="FFFFFF"/>
                </a:solidFill>
              </a:rPr>
              <a:t>C</a:t>
            </a:r>
            <a:r>
              <a:rPr cap="small" spc="265" dirty="0">
                <a:solidFill>
                  <a:srgbClr val="FFFFFF"/>
                </a:solidFill>
              </a:rPr>
              <a:t>hallenge</a:t>
            </a:r>
            <a:r>
              <a:rPr spc="265" dirty="0">
                <a:solidFill>
                  <a:srgbClr val="FFFFFF"/>
                </a:solidFill>
              </a:rPr>
              <a:t>:</a:t>
            </a:r>
            <a:r>
              <a:rPr spc="484" dirty="0">
                <a:solidFill>
                  <a:srgbClr val="FFFFFF"/>
                </a:solidFill>
              </a:rPr>
              <a:t> </a:t>
            </a:r>
            <a:r>
              <a:rPr spc="240" dirty="0">
                <a:solidFill>
                  <a:srgbClr val="FFFFFF"/>
                </a:solidFill>
              </a:rPr>
              <a:t>S</a:t>
            </a:r>
            <a:r>
              <a:rPr cap="small" spc="240" dirty="0">
                <a:solidFill>
                  <a:srgbClr val="FFFFFF"/>
                </a:solidFill>
              </a:rPr>
              <a:t>tandard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340" dirty="0">
                <a:solidFill>
                  <a:srgbClr val="FFFFFF"/>
                </a:solidFill>
              </a:rPr>
              <a:t>RNN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185" dirty="0">
                <a:solidFill>
                  <a:srgbClr val="FFFFFF"/>
                </a:solidFill>
              </a:rPr>
              <a:t>L</a:t>
            </a:r>
            <a:r>
              <a:rPr cap="small" spc="185" dirty="0">
                <a:solidFill>
                  <a:srgbClr val="FFFFFF"/>
                </a:solidFill>
              </a:rPr>
              <a:t>imitations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55287"/>
            <a:ext cx="3322954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Example:</a:t>
            </a:r>
            <a:r>
              <a:rPr sz="1050" spc="1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Question</a:t>
            </a:r>
            <a:r>
              <a:rPr sz="1050" spc="6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Answering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fails</a:t>
            </a:r>
            <a:r>
              <a:rPr sz="1050" spc="6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with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standard</a:t>
            </a:r>
            <a:r>
              <a:rPr sz="1050" spc="6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1B1472"/>
                </a:solidFill>
                <a:latin typeface="Arial MT"/>
                <a:cs typeface="Arial MT"/>
              </a:rPr>
              <a:t>RNN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1904" y="804003"/>
            <a:ext cx="2301875" cy="375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>
              <a:lnSpc>
                <a:spcPct val="102699"/>
              </a:lnSpc>
              <a:spcBef>
                <a:spcPts val="9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Standard</a:t>
            </a:r>
            <a:r>
              <a:rPr sz="1050" spc="6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RNN:</a:t>
            </a:r>
            <a:r>
              <a:rPr sz="1050" spc="6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Produces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output </a:t>
            </a:r>
            <a:r>
              <a:rPr sz="1050" dirty="0">
                <a:latin typeface="Arial MT"/>
                <a:cs typeface="Arial MT"/>
              </a:rPr>
              <a:t>per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step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(requires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T</a:t>
            </a:r>
            <a:r>
              <a:rPr sz="1050" i="1" spc="22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T</a:t>
            </a:r>
            <a:r>
              <a:rPr sz="1050" i="1" spc="-135" dirty="0">
                <a:latin typeface="Arial"/>
                <a:cs typeface="Arial"/>
              </a:rPr>
              <a:t> </a:t>
            </a:r>
            <a:r>
              <a:rPr sz="1200" spc="-37" baseline="31250" dirty="0">
                <a:latin typeface="Cambria"/>
                <a:cs typeface="Cambria"/>
              </a:rPr>
              <a:t>r</a:t>
            </a:r>
            <a:r>
              <a:rPr sz="1050" spc="-25" dirty="0">
                <a:latin typeface="Arial MT"/>
                <a:cs typeface="Arial MT"/>
              </a:rPr>
              <a:t>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8439" y="2364770"/>
            <a:ext cx="1955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spc="-37" baseline="-15873" dirty="0">
                <a:latin typeface="Arial MT"/>
                <a:cs typeface="Arial MT"/>
              </a:rPr>
              <a:t>1</a:t>
            </a:r>
            <a:endParaRPr sz="1050" baseline="-15873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2481" y="1879627"/>
            <a:ext cx="313690" cy="313690"/>
            <a:chOff x="612481" y="1879627"/>
            <a:chExt cx="313690" cy="313690"/>
          </a:xfrm>
        </p:grpSpPr>
        <p:sp>
          <p:nvSpPr>
            <p:cNvPr id="7" name="object 7"/>
            <p:cNvSpPr/>
            <p:nvPr/>
          </p:nvSpPr>
          <p:spPr>
            <a:xfrm>
              <a:off x="615021" y="1882167"/>
              <a:ext cx="308610" cy="308610"/>
            </a:xfrm>
            <a:custGeom>
              <a:avLst/>
              <a:gdLst/>
              <a:ahLst/>
              <a:cxnLst/>
              <a:rect l="l" t="t" r="r" b="b"/>
              <a:pathLst>
                <a:path w="308609" h="308610">
                  <a:moveTo>
                    <a:pt x="154177" y="0"/>
                  </a:moveTo>
                  <a:lnTo>
                    <a:pt x="105444" y="7859"/>
                  </a:lnTo>
                  <a:lnTo>
                    <a:pt x="63121" y="29746"/>
                  </a:lnTo>
                  <a:lnTo>
                    <a:pt x="29746" y="63121"/>
                  </a:lnTo>
                  <a:lnTo>
                    <a:pt x="7859" y="105444"/>
                  </a:lnTo>
                  <a:lnTo>
                    <a:pt x="0" y="154177"/>
                  </a:lnTo>
                  <a:lnTo>
                    <a:pt x="7859" y="202909"/>
                  </a:lnTo>
                  <a:lnTo>
                    <a:pt x="29746" y="245232"/>
                  </a:lnTo>
                  <a:lnTo>
                    <a:pt x="63121" y="278607"/>
                  </a:lnTo>
                  <a:lnTo>
                    <a:pt x="105444" y="300494"/>
                  </a:lnTo>
                  <a:lnTo>
                    <a:pt x="154177" y="308354"/>
                  </a:lnTo>
                  <a:lnTo>
                    <a:pt x="202909" y="300494"/>
                  </a:lnTo>
                  <a:lnTo>
                    <a:pt x="245232" y="278607"/>
                  </a:lnTo>
                  <a:lnTo>
                    <a:pt x="278607" y="245232"/>
                  </a:lnTo>
                  <a:lnTo>
                    <a:pt x="300494" y="202909"/>
                  </a:lnTo>
                  <a:lnTo>
                    <a:pt x="308354" y="154177"/>
                  </a:lnTo>
                  <a:lnTo>
                    <a:pt x="300494" y="105444"/>
                  </a:lnTo>
                  <a:lnTo>
                    <a:pt x="278607" y="63121"/>
                  </a:lnTo>
                  <a:lnTo>
                    <a:pt x="245232" y="29746"/>
                  </a:lnTo>
                  <a:lnTo>
                    <a:pt x="202909" y="7859"/>
                  </a:lnTo>
                  <a:lnTo>
                    <a:pt x="154177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5021" y="1882167"/>
              <a:ext cx="308610" cy="308610"/>
            </a:xfrm>
            <a:custGeom>
              <a:avLst/>
              <a:gdLst/>
              <a:ahLst/>
              <a:cxnLst/>
              <a:rect l="l" t="t" r="r" b="b"/>
              <a:pathLst>
                <a:path w="308609" h="308610">
                  <a:moveTo>
                    <a:pt x="308354" y="154177"/>
                  </a:moveTo>
                  <a:lnTo>
                    <a:pt x="300494" y="105444"/>
                  </a:lnTo>
                  <a:lnTo>
                    <a:pt x="278607" y="63121"/>
                  </a:lnTo>
                  <a:lnTo>
                    <a:pt x="245232" y="29746"/>
                  </a:lnTo>
                  <a:lnTo>
                    <a:pt x="202909" y="7859"/>
                  </a:lnTo>
                  <a:lnTo>
                    <a:pt x="154177" y="0"/>
                  </a:lnTo>
                  <a:lnTo>
                    <a:pt x="105444" y="7859"/>
                  </a:lnTo>
                  <a:lnTo>
                    <a:pt x="63121" y="29746"/>
                  </a:lnTo>
                  <a:lnTo>
                    <a:pt x="29746" y="63121"/>
                  </a:lnTo>
                  <a:lnTo>
                    <a:pt x="7859" y="105444"/>
                  </a:lnTo>
                  <a:lnTo>
                    <a:pt x="0" y="154177"/>
                  </a:lnTo>
                  <a:lnTo>
                    <a:pt x="7859" y="202909"/>
                  </a:lnTo>
                  <a:lnTo>
                    <a:pt x="29746" y="245232"/>
                  </a:lnTo>
                  <a:lnTo>
                    <a:pt x="63121" y="278607"/>
                  </a:lnTo>
                  <a:lnTo>
                    <a:pt x="105444" y="300494"/>
                  </a:lnTo>
                  <a:lnTo>
                    <a:pt x="154177" y="308354"/>
                  </a:lnTo>
                  <a:lnTo>
                    <a:pt x="202909" y="300494"/>
                  </a:lnTo>
                  <a:lnTo>
                    <a:pt x="245232" y="278607"/>
                  </a:lnTo>
                  <a:lnTo>
                    <a:pt x="278607" y="245232"/>
                  </a:lnTo>
                  <a:lnTo>
                    <a:pt x="300494" y="202909"/>
                  </a:lnTo>
                  <a:lnTo>
                    <a:pt x="308354" y="154177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64616" y="1924969"/>
            <a:ext cx="20320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-25" dirty="0">
                <a:latin typeface="Arial"/>
                <a:cs typeface="Arial"/>
              </a:rPr>
              <a:t>h</a:t>
            </a:r>
            <a:r>
              <a:rPr sz="1050" spc="-37" baseline="-15873" dirty="0">
                <a:latin typeface="Arial MT"/>
                <a:cs typeface="Arial MT"/>
              </a:rPr>
              <a:t>1</a:t>
            </a:r>
            <a:endParaRPr sz="1050" baseline="-15873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8439" y="1529935"/>
            <a:ext cx="1955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-25" dirty="0">
                <a:latin typeface="Arial"/>
                <a:cs typeface="Arial"/>
              </a:rPr>
              <a:t>y</a:t>
            </a:r>
            <a:r>
              <a:rPr sz="1050" spc="-37" baseline="-15873" dirty="0">
                <a:latin typeface="Arial MT"/>
                <a:cs typeface="Arial MT"/>
              </a:rPr>
              <a:t>1</a:t>
            </a:r>
            <a:endParaRPr sz="1050" baseline="-15873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6302" y="1756577"/>
            <a:ext cx="1550670" cy="641350"/>
            <a:chOff x="736302" y="1756577"/>
            <a:chExt cx="1550670" cy="641350"/>
          </a:xfrm>
        </p:grpSpPr>
        <p:sp>
          <p:nvSpPr>
            <p:cNvPr id="12" name="object 12"/>
            <p:cNvSpPr/>
            <p:nvPr/>
          </p:nvSpPr>
          <p:spPr>
            <a:xfrm>
              <a:off x="769209" y="2198106"/>
              <a:ext cx="0" cy="196850"/>
            </a:xfrm>
            <a:custGeom>
              <a:avLst/>
              <a:gdLst/>
              <a:ahLst/>
              <a:cxnLst/>
              <a:rect l="l" t="t" r="r" b="b"/>
              <a:pathLst>
                <a:path h="196850">
                  <a:moveTo>
                    <a:pt x="0" y="19681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38843" y="2195575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59" h="26669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ln w="5060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9208" y="1761647"/>
              <a:ext cx="0" cy="118110"/>
            </a:xfrm>
            <a:custGeom>
              <a:avLst/>
              <a:gdLst/>
              <a:ahLst/>
              <a:cxnLst/>
              <a:rect l="l" t="t" r="r" b="b"/>
              <a:pathLst>
                <a:path h="118110">
                  <a:moveTo>
                    <a:pt x="1" y="11798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8842" y="1759117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59" h="26669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ln w="5060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68626" y="1882167"/>
              <a:ext cx="308610" cy="308610"/>
            </a:xfrm>
            <a:custGeom>
              <a:avLst/>
              <a:gdLst/>
              <a:ahLst/>
              <a:cxnLst/>
              <a:rect l="l" t="t" r="r" b="b"/>
              <a:pathLst>
                <a:path w="308609" h="308610">
                  <a:moveTo>
                    <a:pt x="154177" y="0"/>
                  </a:moveTo>
                  <a:lnTo>
                    <a:pt x="105444" y="7859"/>
                  </a:lnTo>
                  <a:lnTo>
                    <a:pt x="63121" y="29746"/>
                  </a:lnTo>
                  <a:lnTo>
                    <a:pt x="29746" y="63121"/>
                  </a:lnTo>
                  <a:lnTo>
                    <a:pt x="7859" y="105444"/>
                  </a:lnTo>
                  <a:lnTo>
                    <a:pt x="0" y="154177"/>
                  </a:lnTo>
                  <a:lnTo>
                    <a:pt x="7859" y="202909"/>
                  </a:lnTo>
                  <a:lnTo>
                    <a:pt x="29746" y="245232"/>
                  </a:lnTo>
                  <a:lnTo>
                    <a:pt x="63121" y="278607"/>
                  </a:lnTo>
                  <a:lnTo>
                    <a:pt x="105444" y="300494"/>
                  </a:lnTo>
                  <a:lnTo>
                    <a:pt x="154177" y="308354"/>
                  </a:lnTo>
                  <a:lnTo>
                    <a:pt x="202909" y="300494"/>
                  </a:lnTo>
                  <a:lnTo>
                    <a:pt x="245232" y="278607"/>
                  </a:lnTo>
                  <a:lnTo>
                    <a:pt x="278607" y="245232"/>
                  </a:lnTo>
                  <a:lnTo>
                    <a:pt x="300494" y="202909"/>
                  </a:lnTo>
                  <a:lnTo>
                    <a:pt x="308354" y="154177"/>
                  </a:lnTo>
                  <a:lnTo>
                    <a:pt x="300494" y="105444"/>
                  </a:lnTo>
                  <a:lnTo>
                    <a:pt x="278607" y="63121"/>
                  </a:lnTo>
                  <a:lnTo>
                    <a:pt x="245232" y="29746"/>
                  </a:lnTo>
                  <a:lnTo>
                    <a:pt x="202909" y="7859"/>
                  </a:lnTo>
                  <a:lnTo>
                    <a:pt x="154177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68626" y="1882167"/>
              <a:ext cx="308610" cy="308610"/>
            </a:xfrm>
            <a:custGeom>
              <a:avLst/>
              <a:gdLst/>
              <a:ahLst/>
              <a:cxnLst/>
              <a:rect l="l" t="t" r="r" b="b"/>
              <a:pathLst>
                <a:path w="308609" h="308610">
                  <a:moveTo>
                    <a:pt x="308354" y="154177"/>
                  </a:moveTo>
                  <a:lnTo>
                    <a:pt x="300494" y="105444"/>
                  </a:lnTo>
                  <a:lnTo>
                    <a:pt x="278607" y="63121"/>
                  </a:lnTo>
                  <a:lnTo>
                    <a:pt x="245232" y="29746"/>
                  </a:lnTo>
                  <a:lnTo>
                    <a:pt x="202909" y="7859"/>
                  </a:lnTo>
                  <a:lnTo>
                    <a:pt x="154177" y="0"/>
                  </a:lnTo>
                  <a:lnTo>
                    <a:pt x="105444" y="7859"/>
                  </a:lnTo>
                  <a:lnTo>
                    <a:pt x="63121" y="29746"/>
                  </a:lnTo>
                  <a:lnTo>
                    <a:pt x="29746" y="63121"/>
                  </a:lnTo>
                  <a:lnTo>
                    <a:pt x="7859" y="105444"/>
                  </a:lnTo>
                  <a:lnTo>
                    <a:pt x="0" y="154177"/>
                  </a:lnTo>
                  <a:lnTo>
                    <a:pt x="7859" y="202909"/>
                  </a:lnTo>
                  <a:lnTo>
                    <a:pt x="29746" y="245232"/>
                  </a:lnTo>
                  <a:lnTo>
                    <a:pt x="63121" y="278607"/>
                  </a:lnTo>
                  <a:lnTo>
                    <a:pt x="105444" y="300494"/>
                  </a:lnTo>
                  <a:lnTo>
                    <a:pt x="154177" y="308354"/>
                  </a:lnTo>
                  <a:lnTo>
                    <a:pt x="202909" y="300494"/>
                  </a:lnTo>
                  <a:lnTo>
                    <a:pt x="245232" y="278607"/>
                  </a:lnTo>
                  <a:lnTo>
                    <a:pt x="278607" y="245232"/>
                  </a:lnTo>
                  <a:lnTo>
                    <a:pt x="300494" y="202909"/>
                  </a:lnTo>
                  <a:lnTo>
                    <a:pt x="308354" y="154177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2822" y="2198105"/>
              <a:ext cx="0" cy="196850"/>
            </a:xfrm>
            <a:custGeom>
              <a:avLst/>
              <a:gdLst/>
              <a:ahLst/>
              <a:cxnLst/>
              <a:rect l="l" t="t" r="r" b="b"/>
              <a:pathLst>
                <a:path h="196850">
                  <a:moveTo>
                    <a:pt x="3" y="19681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92457" y="2195575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59" h="26669">
                  <a:moveTo>
                    <a:pt x="0" y="26317"/>
                  </a:moveTo>
                  <a:lnTo>
                    <a:pt x="11932" y="21694"/>
                  </a:lnTo>
                  <a:lnTo>
                    <a:pt x="20686" y="15403"/>
                  </a:lnTo>
                  <a:lnTo>
                    <a:pt x="26688" y="7989"/>
                  </a:lnTo>
                  <a:lnTo>
                    <a:pt x="30365" y="0"/>
                  </a:lnTo>
                  <a:lnTo>
                    <a:pt x="34042" y="7989"/>
                  </a:lnTo>
                  <a:lnTo>
                    <a:pt x="40044" y="15403"/>
                  </a:lnTo>
                  <a:lnTo>
                    <a:pt x="48798" y="21694"/>
                  </a:lnTo>
                  <a:lnTo>
                    <a:pt x="60731" y="26316"/>
                  </a:lnTo>
                </a:path>
              </a:pathLst>
            </a:custGeom>
            <a:ln w="5060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22823" y="1761647"/>
              <a:ext cx="635" cy="118110"/>
            </a:xfrm>
            <a:custGeom>
              <a:avLst/>
              <a:gdLst/>
              <a:ahLst/>
              <a:cxnLst/>
              <a:rect l="l" t="t" r="r" b="b"/>
              <a:pathLst>
                <a:path w="634" h="118110">
                  <a:moveTo>
                    <a:pt x="8" y="11798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92459" y="1759117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59" h="26669">
                  <a:moveTo>
                    <a:pt x="0" y="26319"/>
                  </a:moveTo>
                  <a:lnTo>
                    <a:pt x="11932" y="21696"/>
                  </a:lnTo>
                  <a:lnTo>
                    <a:pt x="20685" y="15404"/>
                  </a:lnTo>
                  <a:lnTo>
                    <a:pt x="26687" y="7990"/>
                  </a:lnTo>
                  <a:lnTo>
                    <a:pt x="30363" y="0"/>
                  </a:lnTo>
                  <a:lnTo>
                    <a:pt x="34041" y="7989"/>
                  </a:lnTo>
                  <a:lnTo>
                    <a:pt x="40043" y="15402"/>
                  </a:lnTo>
                  <a:lnTo>
                    <a:pt x="48797" y="21693"/>
                  </a:lnTo>
                  <a:lnTo>
                    <a:pt x="60731" y="26314"/>
                  </a:lnTo>
                </a:path>
              </a:pathLst>
            </a:custGeom>
            <a:ln w="5060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21396" y="1881333"/>
              <a:ext cx="310515" cy="310515"/>
            </a:xfrm>
            <a:custGeom>
              <a:avLst/>
              <a:gdLst/>
              <a:ahLst/>
              <a:cxnLst/>
              <a:rect l="l" t="t" r="r" b="b"/>
              <a:pathLst>
                <a:path w="310514" h="310514">
                  <a:moveTo>
                    <a:pt x="155011" y="0"/>
                  </a:moveTo>
                  <a:lnTo>
                    <a:pt x="106015" y="7902"/>
                  </a:lnTo>
                  <a:lnTo>
                    <a:pt x="63463" y="29907"/>
                  </a:lnTo>
                  <a:lnTo>
                    <a:pt x="29907" y="63463"/>
                  </a:lnTo>
                  <a:lnTo>
                    <a:pt x="7902" y="106015"/>
                  </a:lnTo>
                  <a:lnTo>
                    <a:pt x="0" y="155011"/>
                  </a:lnTo>
                  <a:lnTo>
                    <a:pt x="7902" y="204007"/>
                  </a:lnTo>
                  <a:lnTo>
                    <a:pt x="29907" y="246559"/>
                  </a:lnTo>
                  <a:lnTo>
                    <a:pt x="63463" y="280114"/>
                  </a:lnTo>
                  <a:lnTo>
                    <a:pt x="106015" y="302120"/>
                  </a:lnTo>
                  <a:lnTo>
                    <a:pt x="155011" y="310022"/>
                  </a:lnTo>
                  <a:lnTo>
                    <a:pt x="204007" y="302120"/>
                  </a:lnTo>
                  <a:lnTo>
                    <a:pt x="246559" y="280114"/>
                  </a:lnTo>
                  <a:lnTo>
                    <a:pt x="280114" y="246559"/>
                  </a:lnTo>
                  <a:lnTo>
                    <a:pt x="302120" y="204007"/>
                  </a:lnTo>
                  <a:lnTo>
                    <a:pt x="310022" y="155011"/>
                  </a:lnTo>
                  <a:lnTo>
                    <a:pt x="302120" y="106015"/>
                  </a:lnTo>
                  <a:lnTo>
                    <a:pt x="280114" y="63463"/>
                  </a:lnTo>
                  <a:lnTo>
                    <a:pt x="246559" y="29907"/>
                  </a:lnTo>
                  <a:lnTo>
                    <a:pt x="204007" y="7902"/>
                  </a:lnTo>
                  <a:lnTo>
                    <a:pt x="155011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21396" y="1881333"/>
              <a:ext cx="310515" cy="310515"/>
            </a:xfrm>
            <a:custGeom>
              <a:avLst/>
              <a:gdLst/>
              <a:ahLst/>
              <a:cxnLst/>
              <a:rect l="l" t="t" r="r" b="b"/>
              <a:pathLst>
                <a:path w="310514" h="310514">
                  <a:moveTo>
                    <a:pt x="310022" y="155011"/>
                  </a:moveTo>
                  <a:lnTo>
                    <a:pt x="302120" y="106015"/>
                  </a:lnTo>
                  <a:lnTo>
                    <a:pt x="280114" y="63463"/>
                  </a:lnTo>
                  <a:lnTo>
                    <a:pt x="246559" y="29907"/>
                  </a:lnTo>
                  <a:lnTo>
                    <a:pt x="204007" y="7902"/>
                  </a:lnTo>
                  <a:lnTo>
                    <a:pt x="155011" y="0"/>
                  </a:lnTo>
                  <a:lnTo>
                    <a:pt x="106015" y="7902"/>
                  </a:lnTo>
                  <a:lnTo>
                    <a:pt x="63463" y="29907"/>
                  </a:lnTo>
                  <a:lnTo>
                    <a:pt x="29907" y="63463"/>
                  </a:lnTo>
                  <a:lnTo>
                    <a:pt x="7902" y="106015"/>
                  </a:lnTo>
                  <a:lnTo>
                    <a:pt x="0" y="155011"/>
                  </a:lnTo>
                  <a:lnTo>
                    <a:pt x="7902" y="204007"/>
                  </a:lnTo>
                  <a:lnTo>
                    <a:pt x="29907" y="246559"/>
                  </a:lnTo>
                  <a:lnTo>
                    <a:pt x="63463" y="280114"/>
                  </a:lnTo>
                  <a:lnTo>
                    <a:pt x="106015" y="302120"/>
                  </a:lnTo>
                  <a:lnTo>
                    <a:pt x="155011" y="310022"/>
                  </a:lnTo>
                  <a:lnTo>
                    <a:pt x="204007" y="302120"/>
                  </a:lnTo>
                  <a:lnTo>
                    <a:pt x="246559" y="280114"/>
                  </a:lnTo>
                  <a:lnTo>
                    <a:pt x="280114" y="246559"/>
                  </a:lnTo>
                  <a:lnTo>
                    <a:pt x="302120" y="204007"/>
                  </a:lnTo>
                  <a:lnTo>
                    <a:pt x="310022" y="15501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76440" y="2198939"/>
              <a:ext cx="0" cy="195580"/>
            </a:xfrm>
            <a:custGeom>
              <a:avLst/>
              <a:gdLst/>
              <a:ahLst/>
              <a:cxnLst/>
              <a:rect l="l" t="t" r="r" b="b"/>
              <a:pathLst>
                <a:path h="195580">
                  <a:moveTo>
                    <a:pt x="3" y="19523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46074" y="2196409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0" y="26317"/>
                  </a:moveTo>
                  <a:lnTo>
                    <a:pt x="11932" y="21694"/>
                  </a:lnTo>
                  <a:lnTo>
                    <a:pt x="20686" y="15403"/>
                  </a:lnTo>
                  <a:lnTo>
                    <a:pt x="26688" y="7989"/>
                  </a:lnTo>
                  <a:lnTo>
                    <a:pt x="30365" y="0"/>
                  </a:lnTo>
                  <a:lnTo>
                    <a:pt x="34042" y="7989"/>
                  </a:lnTo>
                  <a:lnTo>
                    <a:pt x="40044" y="15403"/>
                  </a:lnTo>
                  <a:lnTo>
                    <a:pt x="48798" y="21694"/>
                  </a:lnTo>
                  <a:lnTo>
                    <a:pt x="60731" y="26316"/>
                  </a:lnTo>
                </a:path>
              </a:pathLst>
            </a:custGeom>
            <a:ln w="5060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76439" y="1761647"/>
              <a:ext cx="635" cy="117475"/>
            </a:xfrm>
            <a:custGeom>
              <a:avLst/>
              <a:gdLst/>
              <a:ahLst/>
              <a:cxnLst/>
              <a:rect l="l" t="t" r="r" b="b"/>
              <a:pathLst>
                <a:path w="635" h="117475">
                  <a:moveTo>
                    <a:pt x="8" y="11714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46075" y="1759117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0" y="26319"/>
                  </a:moveTo>
                  <a:lnTo>
                    <a:pt x="11932" y="21696"/>
                  </a:lnTo>
                  <a:lnTo>
                    <a:pt x="20685" y="15404"/>
                  </a:lnTo>
                  <a:lnTo>
                    <a:pt x="26687" y="7990"/>
                  </a:lnTo>
                  <a:lnTo>
                    <a:pt x="30363" y="0"/>
                  </a:lnTo>
                  <a:lnTo>
                    <a:pt x="34041" y="7989"/>
                  </a:lnTo>
                  <a:lnTo>
                    <a:pt x="40043" y="15402"/>
                  </a:lnTo>
                  <a:lnTo>
                    <a:pt x="48797" y="21693"/>
                  </a:lnTo>
                  <a:lnTo>
                    <a:pt x="60731" y="26314"/>
                  </a:lnTo>
                </a:path>
              </a:pathLst>
            </a:custGeom>
            <a:ln w="5060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75835" y="1882167"/>
              <a:ext cx="308610" cy="308610"/>
            </a:xfrm>
            <a:custGeom>
              <a:avLst/>
              <a:gdLst/>
              <a:ahLst/>
              <a:cxnLst/>
              <a:rect l="l" t="t" r="r" b="b"/>
              <a:pathLst>
                <a:path w="308610" h="308610">
                  <a:moveTo>
                    <a:pt x="154177" y="0"/>
                  </a:moveTo>
                  <a:lnTo>
                    <a:pt x="105444" y="7859"/>
                  </a:lnTo>
                  <a:lnTo>
                    <a:pt x="63121" y="29746"/>
                  </a:lnTo>
                  <a:lnTo>
                    <a:pt x="29746" y="63121"/>
                  </a:lnTo>
                  <a:lnTo>
                    <a:pt x="7859" y="105444"/>
                  </a:lnTo>
                  <a:lnTo>
                    <a:pt x="0" y="154177"/>
                  </a:lnTo>
                  <a:lnTo>
                    <a:pt x="7859" y="202909"/>
                  </a:lnTo>
                  <a:lnTo>
                    <a:pt x="29746" y="245232"/>
                  </a:lnTo>
                  <a:lnTo>
                    <a:pt x="63121" y="278607"/>
                  </a:lnTo>
                  <a:lnTo>
                    <a:pt x="105444" y="300494"/>
                  </a:lnTo>
                  <a:lnTo>
                    <a:pt x="154177" y="308354"/>
                  </a:lnTo>
                  <a:lnTo>
                    <a:pt x="202909" y="300494"/>
                  </a:lnTo>
                  <a:lnTo>
                    <a:pt x="245232" y="278607"/>
                  </a:lnTo>
                  <a:lnTo>
                    <a:pt x="278607" y="245232"/>
                  </a:lnTo>
                  <a:lnTo>
                    <a:pt x="300494" y="202909"/>
                  </a:lnTo>
                  <a:lnTo>
                    <a:pt x="308354" y="154177"/>
                  </a:lnTo>
                  <a:lnTo>
                    <a:pt x="300494" y="105444"/>
                  </a:lnTo>
                  <a:lnTo>
                    <a:pt x="278607" y="63121"/>
                  </a:lnTo>
                  <a:lnTo>
                    <a:pt x="245232" y="29746"/>
                  </a:lnTo>
                  <a:lnTo>
                    <a:pt x="202909" y="7859"/>
                  </a:lnTo>
                  <a:lnTo>
                    <a:pt x="154177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75835" y="1882167"/>
              <a:ext cx="308610" cy="308610"/>
            </a:xfrm>
            <a:custGeom>
              <a:avLst/>
              <a:gdLst/>
              <a:ahLst/>
              <a:cxnLst/>
              <a:rect l="l" t="t" r="r" b="b"/>
              <a:pathLst>
                <a:path w="308610" h="308610">
                  <a:moveTo>
                    <a:pt x="308354" y="154177"/>
                  </a:moveTo>
                  <a:lnTo>
                    <a:pt x="300494" y="105444"/>
                  </a:lnTo>
                  <a:lnTo>
                    <a:pt x="278607" y="63121"/>
                  </a:lnTo>
                  <a:lnTo>
                    <a:pt x="245232" y="29746"/>
                  </a:lnTo>
                  <a:lnTo>
                    <a:pt x="202909" y="7859"/>
                  </a:lnTo>
                  <a:lnTo>
                    <a:pt x="154177" y="0"/>
                  </a:lnTo>
                  <a:lnTo>
                    <a:pt x="105444" y="7859"/>
                  </a:lnTo>
                  <a:lnTo>
                    <a:pt x="63121" y="29746"/>
                  </a:lnTo>
                  <a:lnTo>
                    <a:pt x="29746" y="63121"/>
                  </a:lnTo>
                  <a:lnTo>
                    <a:pt x="7859" y="105444"/>
                  </a:lnTo>
                  <a:lnTo>
                    <a:pt x="0" y="154177"/>
                  </a:lnTo>
                  <a:lnTo>
                    <a:pt x="7859" y="202909"/>
                  </a:lnTo>
                  <a:lnTo>
                    <a:pt x="29746" y="245232"/>
                  </a:lnTo>
                  <a:lnTo>
                    <a:pt x="63121" y="278607"/>
                  </a:lnTo>
                  <a:lnTo>
                    <a:pt x="105444" y="300494"/>
                  </a:lnTo>
                  <a:lnTo>
                    <a:pt x="154177" y="308354"/>
                  </a:lnTo>
                  <a:lnTo>
                    <a:pt x="202909" y="300494"/>
                  </a:lnTo>
                  <a:lnTo>
                    <a:pt x="245232" y="278607"/>
                  </a:lnTo>
                  <a:lnTo>
                    <a:pt x="278607" y="245232"/>
                  </a:lnTo>
                  <a:lnTo>
                    <a:pt x="300494" y="202909"/>
                  </a:lnTo>
                  <a:lnTo>
                    <a:pt x="308354" y="154177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130057" y="2198106"/>
              <a:ext cx="0" cy="196850"/>
            </a:xfrm>
            <a:custGeom>
              <a:avLst/>
              <a:gdLst/>
              <a:ahLst/>
              <a:cxnLst/>
              <a:rect l="l" t="t" r="r" b="b"/>
              <a:pathLst>
                <a:path h="196850">
                  <a:moveTo>
                    <a:pt x="1" y="19681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99691" y="2195575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ln w="5060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30053" y="1761647"/>
              <a:ext cx="635" cy="118110"/>
            </a:xfrm>
            <a:custGeom>
              <a:avLst/>
              <a:gdLst/>
              <a:ahLst/>
              <a:cxnLst/>
              <a:rect l="l" t="t" r="r" b="b"/>
              <a:pathLst>
                <a:path w="635" h="118110">
                  <a:moveTo>
                    <a:pt x="13" y="11798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99690" y="1759117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0" y="26319"/>
                  </a:moveTo>
                  <a:lnTo>
                    <a:pt x="11932" y="21696"/>
                  </a:lnTo>
                  <a:lnTo>
                    <a:pt x="20685" y="15404"/>
                  </a:lnTo>
                  <a:lnTo>
                    <a:pt x="26686" y="7990"/>
                  </a:lnTo>
                  <a:lnTo>
                    <a:pt x="30363" y="0"/>
                  </a:lnTo>
                  <a:lnTo>
                    <a:pt x="34040" y="7989"/>
                  </a:lnTo>
                  <a:lnTo>
                    <a:pt x="40043" y="15402"/>
                  </a:lnTo>
                  <a:lnTo>
                    <a:pt x="48797" y="21692"/>
                  </a:lnTo>
                  <a:lnTo>
                    <a:pt x="60731" y="26314"/>
                  </a:lnTo>
                </a:path>
              </a:pathLst>
            </a:custGeom>
            <a:ln w="5060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25917" y="2036336"/>
              <a:ext cx="130175" cy="0"/>
            </a:xfrm>
            <a:custGeom>
              <a:avLst/>
              <a:gdLst/>
              <a:ahLst/>
              <a:cxnLst/>
              <a:rect l="l" t="t" r="r" b="b"/>
              <a:pathLst>
                <a:path w="130175">
                  <a:moveTo>
                    <a:pt x="0" y="0"/>
                  </a:moveTo>
                  <a:lnTo>
                    <a:pt x="130069" y="0"/>
                  </a:lnTo>
                </a:path>
              </a:pathLst>
            </a:custGeom>
            <a:ln w="10122">
              <a:solidFill>
                <a:srgbClr val="EC20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28657" y="1996827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4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EC20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379531" y="2036336"/>
              <a:ext cx="129539" cy="0"/>
            </a:xfrm>
            <a:custGeom>
              <a:avLst/>
              <a:gdLst/>
              <a:ahLst/>
              <a:cxnLst/>
              <a:rect l="l" t="t" r="r" b="b"/>
              <a:pathLst>
                <a:path w="129540">
                  <a:moveTo>
                    <a:pt x="0" y="0"/>
                  </a:moveTo>
                  <a:lnTo>
                    <a:pt x="129235" y="0"/>
                  </a:lnTo>
                </a:path>
              </a:pathLst>
            </a:custGeom>
            <a:ln w="10122">
              <a:solidFill>
                <a:srgbClr val="EC20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481436" y="1996827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4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EC20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833977" y="2036336"/>
              <a:ext cx="129539" cy="0"/>
            </a:xfrm>
            <a:custGeom>
              <a:avLst/>
              <a:gdLst/>
              <a:ahLst/>
              <a:cxnLst/>
              <a:rect l="l" t="t" r="r" b="b"/>
              <a:pathLst>
                <a:path w="129539">
                  <a:moveTo>
                    <a:pt x="0" y="0"/>
                  </a:moveTo>
                  <a:lnTo>
                    <a:pt x="129235" y="0"/>
                  </a:lnTo>
                </a:path>
              </a:pathLst>
            </a:custGeom>
            <a:ln w="10122">
              <a:solidFill>
                <a:srgbClr val="EC20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35883" y="1996827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EC20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020559" y="2341384"/>
            <a:ext cx="1229360" cy="4032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310"/>
              </a:spcBef>
              <a:tabLst>
                <a:tab pos="593090" algn="l"/>
                <a:tab pos="1046480" algn="l"/>
              </a:tabLst>
            </a:pP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spc="-37" baseline="-15873" dirty="0">
                <a:latin typeface="Arial MT"/>
                <a:cs typeface="Arial MT"/>
              </a:rPr>
              <a:t>2</a:t>
            </a:r>
            <a:r>
              <a:rPr sz="1050" baseline="-15873" dirty="0">
                <a:latin typeface="Arial MT"/>
                <a:cs typeface="Arial MT"/>
              </a:rPr>
              <a:t>	</a:t>
            </a: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spc="-37" baseline="-11904" dirty="0">
                <a:latin typeface="Arial MT"/>
                <a:cs typeface="Arial MT"/>
              </a:rPr>
              <a:t>3</a:t>
            </a:r>
            <a:r>
              <a:rPr sz="1050" baseline="-11904" dirty="0">
                <a:latin typeface="Arial MT"/>
                <a:cs typeface="Arial MT"/>
              </a:rPr>
              <a:t>	</a:t>
            </a: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spc="-37" baseline="-15873" dirty="0">
                <a:latin typeface="Arial MT"/>
                <a:cs typeface="Arial MT"/>
              </a:rPr>
              <a:t>4</a:t>
            </a:r>
            <a:endParaRPr sz="1050" baseline="-15873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80"/>
              </a:spcBef>
            </a:pPr>
            <a:r>
              <a:rPr sz="950" dirty="0">
                <a:latin typeface="Arial MT"/>
                <a:cs typeface="Arial MT"/>
              </a:rPr>
              <a:t>Input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length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950" i="1" spc="2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950" spc="-50" dirty="0">
                <a:latin typeface="Arial MT"/>
                <a:cs typeface="Arial MT"/>
              </a:rPr>
              <a:t>4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28916" y="1246065"/>
            <a:ext cx="1334135" cy="86868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555"/>
              </a:spcBef>
            </a:pPr>
            <a:r>
              <a:rPr sz="950" dirty="0">
                <a:latin typeface="Arial MT"/>
                <a:cs typeface="Arial MT"/>
              </a:rPr>
              <a:t>Output</a:t>
            </a:r>
            <a:r>
              <a:rPr sz="950" spc="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length</a:t>
            </a:r>
            <a:r>
              <a:rPr sz="950" spc="30" dirty="0">
                <a:latin typeface="Arial MT"/>
                <a:cs typeface="Arial MT"/>
              </a:rPr>
              <a:t> 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950" i="1" spc="-120" dirty="0">
                <a:latin typeface="Arial"/>
                <a:cs typeface="Arial"/>
              </a:rPr>
              <a:t> </a:t>
            </a:r>
            <a:r>
              <a:rPr sz="1200" baseline="27777" dirty="0">
                <a:latin typeface="Cambria"/>
                <a:cs typeface="Cambria"/>
              </a:rPr>
              <a:t>r</a:t>
            </a:r>
            <a:r>
              <a:rPr sz="1200" spc="315" baseline="27777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950" spc="-50" dirty="0">
                <a:latin typeface="Arial MT"/>
                <a:cs typeface="Arial MT"/>
              </a:rPr>
              <a:t>4</a:t>
            </a:r>
            <a:endParaRPr sz="950">
              <a:latin typeface="Arial MT"/>
              <a:cs typeface="Arial MT"/>
            </a:endParaRPr>
          </a:p>
          <a:p>
            <a:pPr marL="231140">
              <a:lnSpc>
                <a:spcPct val="100000"/>
              </a:lnSpc>
              <a:spcBef>
                <a:spcPts val="484"/>
              </a:spcBef>
              <a:tabLst>
                <a:tab pos="684530" algn="l"/>
                <a:tab pos="1137920" algn="l"/>
              </a:tabLst>
            </a:pPr>
            <a:r>
              <a:rPr sz="1050" i="1" spc="-25" dirty="0">
                <a:latin typeface="Arial"/>
                <a:cs typeface="Arial"/>
              </a:rPr>
              <a:t>y</a:t>
            </a:r>
            <a:r>
              <a:rPr sz="1050" spc="-37" baseline="-15873" dirty="0">
                <a:latin typeface="Arial MT"/>
                <a:cs typeface="Arial MT"/>
              </a:rPr>
              <a:t>2</a:t>
            </a:r>
            <a:r>
              <a:rPr sz="1050" baseline="-15873" dirty="0">
                <a:latin typeface="Arial MT"/>
                <a:cs typeface="Arial MT"/>
              </a:rPr>
              <a:t>	</a:t>
            </a:r>
            <a:r>
              <a:rPr sz="1050" i="1" spc="-25" dirty="0">
                <a:latin typeface="Arial"/>
                <a:cs typeface="Arial"/>
              </a:rPr>
              <a:t>y</a:t>
            </a:r>
            <a:r>
              <a:rPr sz="1050" spc="-37" baseline="-15873" dirty="0">
                <a:latin typeface="Arial MT"/>
                <a:cs typeface="Arial MT"/>
              </a:rPr>
              <a:t>3</a:t>
            </a:r>
            <a:r>
              <a:rPr sz="1050" baseline="-15873" dirty="0">
                <a:latin typeface="Arial MT"/>
                <a:cs typeface="Arial MT"/>
              </a:rPr>
              <a:t>	</a:t>
            </a:r>
            <a:r>
              <a:rPr sz="1050" i="1" spc="-25" dirty="0">
                <a:latin typeface="Arial"/>
                <a:cs typeface="Arial"/>
              </a:rPr>
              <a:t>y</a:t>
            </a:r>
            <a:r>
              <a:rPr sz="1050" spc="-37" baseline="-15873" dirty="0">
                <a:latin typeface="Arial MT"/>
                <a:cs typeface="Arial MT"/>
              </a:rPr>
              <a:t>4</a:t>
            </a:r>
            <a:endParaRPr sz="1050" baseline="-15873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700">
              <a:latin typeface="Arial MT"/>
              <a:cs typeface="Arial MT"/>
            </a:endParaRPr>
          </a:p>
          <a:p>
            <a:pPr marL="227329">
              <a:lnSpc>
                <a:spcPct val="100000"/>
              </a:lnSpc>
              <a:tabLst>
                <a:tab pos="680720" algn="l"/>
                <a:tab pos="1134110" algn="l"/>
              </a:tabLst>
            </a:pPr>
            <a:r>
              <a:rPr sz="1050" i="1" spc="-25" dirty="0">
                <a:latin typeface="Arial"/>
                <a:cs typeface="Arial"/>
              </a:rPr>
              <a:t>h</a:t>
            </a:r>
            <a:r>
              <a:rPr sz="1050" spc="-37" baseline="-15873" dirty="0">
                <a:latin typeface="Arial MT"/>
                <a:cs typeface="Arial MT"/>
              </a:rPr>
              <a:t>2</a:t>
            </a:r>
            <a:r>
              <a:rPr sz="1050" baseline="-15873" dirty="0">
                <a:latin typeface="Arial MT"/>
                <a:cs typeface="Arial MT"/>
              </a:rPr>
              <a:t>	</a:t>
            </a:r>
            <a:r>
              <a:rPr sz="1050" i="1" spc="-25" dirty="0">
                <a:latin typeface="Arial"/>
                <a:cs typeface="Arial"/>
              </a:rPr>
              <a:t>h</a:t>
            </a:r>
            <a:r>
              <a:rPr sz="1050" spc="-37" baseline="-11904" dirty="0">
                <a:latin typeface="Arial MT"/>
                <a:cs typeface="Arial MT"/>
              </a:rPr>
              <a:t>3</a:t>
            </a:r>
            <a:r>
              <a:rPr sz="1050" baseline="-11904" dirty="0">
                <a:latin typeface="Arial MT"/>
                <a:cs typeface="Arial MT"/>
              </a:rPr>
              <a:t>	</a:t>
            </a:r>
            <a:r>
              <a:rPr sz="1050" i="1" spc="-25" dirty="0">
                <a:latin typeface="Arial"/>
                <a:cs typeface="Arial"/>
              </a:rPr>
              <a:t>h</a:t>
            </a:r>
            <a:r>
              <a:rPr sz="1050" spc="-37" baseline="-15873" dirty="0">
                <a:latin typeface="Arial MT"/>
                <a:cs typeface="Arial MT"/>
              </a:rPr>
              <a:t>4</a:t>
            </a:r>
            <a:endParaRPr sz="1050" baseline="-15873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0" y="917498"/>
            <a:ext cx="5760085" cy="2316480"/>
            <a:chOff x="0" y="917498"/>
            <a:chExt cx="5760085" cy="2316480"/>
          </a:xfrm>
        </p:grpSpPr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2889" y="917498"/>
              <a:ext cx="69291" cy="6929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2889" y="1505838"/>
              <a:ext cx="69291" cy="6929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2889" y="1727263"/>
              <a:ext cx="69291" cy="69291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183813" y="820482"/>
            <a:ext cx="2294890" cy="1202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8755">
              <a:lnSpc>
                <a:spcPct val="114700"/>
              </a:lnSpc>
              <a:spcBef>
                <a:spcPts val="95"/>
              </a:spcBef>
            </a:pPr>
            <a:r>
              <a:rPr sz="1050" dirty="0">
                <a:latin typeface="Arial MT"/>
                <a:cs typeface="Arial MT"/>
              </a:rPr>
              <a:t>Input:</a:t>
            </a:r>
            <a:r>
              <a:rPr sz="1050" spc="1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”India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gained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independence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Britain.</a:t>
            </a:r>
            <a:r>
              <a:rPr sz="1050" spc="1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What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year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was </a:t>
            </a:r>
            <a:r>
              <a:rPr sz="1050" dirty="0">
                <a:latin typeface="Arial MT"/>
                <a:cs typeface="Arial MT"/>
              </a:rPr>
              <a:t>independence?”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(10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words)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050" dirty="0">
                <a:latin typeface="Arial MT"/>
                <a:cs typeface="Arial MT"/>
              </a:rPr>
              <a:t>Desired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Output:</a:t>
            </a:r>
            <a:r>
              <a:rPr sz="1050" spc="1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”1947”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(1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word)</a:t>
            </a:r>
            <a:endParaRPr sz="1050">
              <a:latin typeface="Arial MT"/>
              <a:cs typeface="Arial MT"/>
            </a:endParaRPr>
          </a:p>
          <a:p>
            <a:pPr marL="12700" marR="5080">
              <a:lnSpc>
                <a:spcPct val="114700"/>
              </a:lnSpc>
              <a:spcBef>
                <a:spcPts val="300"/>
              </a:spcBef>
            </a:pPr>
            <a:r>
              <a:rPr sz="1050" dirty="0">
                <a:latin typeface="Arial MT"/>
                <a:cs typeface="Arial MT"/>
              </a:rPr>
              <a:t>Problem:</a:t>
            </a:r>
            <a:r>
              <a:rPr sz="1050" spc="1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Standard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RNN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produces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10 </a:t>
            </a:r>
            <a:r>
              <a:rPr sz="1050" dirty="0">
                <a:latin typeface="Arial MT"/>
                <a:cs typeface="Arial MT"/>
              </a:rPr>
              <a:t>outputs,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not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1!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47294" y="2783434"/>
            <a:ext cx="4088129" cy="1981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Solution</a:t>
            </a:r>
            <a:r>
              <a:rPr sz="1050" spc="60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needed:</a:t>
            </a:r>
            <a:r>
              <a:rPr sz="1050" spc="145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Separate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b="1" dirty="0">
                <a:latin typeface="Arial"/>
                <a:cs typeface="Arial"/>
              </a:rPr>
              <a:t>reading</a:t>
            </a:r>
            <a:r>
              <a:rPr sz="1050" b="1" spc="60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phase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b="1" dirty="0">
                <a:latin typeface="Arial"/>
                <a:cs typeface="Arial"/>
              </a:rPr>
              <a:t>generation</a:t>
            </a:r>
            <a:r>
              <a:rPr sz="1050" b="1" spc="65" dirty="0">
                <a:latin typeface="Arial"/>
                <a:cs typeface="Arial"/>
              </a:rPr>
              <a:t> </a:t>
            </a:r>
            <a:r>
              <a:rPr sz="1050" spc="-10" dirty="0">
                <a:latin typeface="Arial MT"/>
                <a:cs typeface="Arial MT"/>
              </a:rPr>
              <a:t>phase.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5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5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5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5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055">
              <a:lnSpc>
                <a:spcPts val="670"/>
              </a:lnSpc>
            </a:pPr>
            <a:fld id="{81D60167-4931-47E6-BA6A-407CBD079E47}" type="slidenum">
              <a:rPr dirty="0"/>
              <a:t>5</a:t>
            </a:fld>
            <a:r>
              <a:rPr spc="95" dirty="0"/>
              <a:t> </a:t>
            </a:r>
            <a:r>
              <a:rPr spc="90" dirty="0"/>
              <a:t>/</a:t>
            </a:r>
            <a:r>
              <a:rPr spc="105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95" dirty="0">
                <a:solidFill>
                  <a:srgbClr val="FFFFFF"/>
                </a:solidFill>
              </a:rPr>
              <a:t>S</a:t>
            </a:r>
            <a:r>
              <a:rPr sz="1400" cap="small" spc="195" dirty="0">
                <a:solidFill>
                  <a:srgbClr val="FFFFFF"/>
                </a:solidFill>
              </a:rPr>
              <a:t>olution</a:t>
            </a:r>
            <a:r>
              <a:rPr sz="1400" spc="195" dirty="0">
                <a:solidFill>
                  <a:srgbClr val="FFFFFF"/>
                </a:solidFill>
              </a:rPr>
              <a:t>:</a:t>
            </a:r>
            <a:r>
              <a:rPr sz="1400" spc="395" dirty="0">
                <a:solidFill>
                  <a:srgbClr val="FFFFFF"/>
                </a:solidFill>
              </a:rPr>
              <a:t> </a:t>
            </a:r>
            <a:r>
              <a:rPr sz="1400" spc="229" dirty="0">
                <a:solidFill>
                  <a:srgbClr val="FFFFFF"/>
                </a:solidFill>
              </a:rPr>
              <a:t>E</a:t>
            </a:r>
            <a:r>
              <a:rPr sz="1400" cap="small" spc="229" dirty="0">
                <a:solidFill>
                  <a:srgbClr val="FFFFFF"/>
                </a:solidFill>
              </a:rPr>
              <a:t>ncoder</a:t>
            </a:r>
            <a:r>
              <a:rPr sz="1400" spc="229" dirty="0">
                <a:solidFill>
                  <a:srgbClr val="FFFFFF"/>
                </a:solidFill>
              </a:rPr>
              <a:t>-</a:t>
            </a:r>
            <a:r>
              <a:rPr sz="1400" spc="245" dirty="0">
                <a:solidFill>
                  <a:srgbClr val="FFFFFF"/>
                </a:solidFill>
              </a:rPr>
              <a:t>D</a:t>
            </a:r>
            <a:r>
              <a:rPr sz="1400" cap="small" spc="245" dirty="0">
                <a:solidFill>
                  <a:srgbClr val="FFFFFF"/>
                </a:solidFill>
              </a:rPr>
              <a:t>ecoder</a:t>
            </a:r>
            <a:r>
              <a:rPr sz="1400" spc="225" dirty="0">
                <a:solidFill>
                  <a:srgbClr val="FFFFFF"/>
                </a:solidFill>
              </a:rPr>
              <a:t> </a:t>
            </a:r>
            <a:r>
              <a:rPr sz="1400" spc="220" dirty="0">
                <a:solidFill>
                  <a:srgbClr val="FFFFFF"/>
                </a:solidFill>
              </a:rPr>
              <a:t>A</a:t>
            </a:r>
            <a:r>
              <a:rPr sz="1400" cap="small" spc="220" dirty="0">
                <a:solidFill>
                  <a:srgbClr val="FFFFFF"/>
                </a:solidFill>
              </a:rPr>
              <a:t>rchitecture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347294" y="470527"/>
            <a:ext cx="177863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Key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Idea:</a:t>
            </a:r>
            <a:r>
              <a:rPr sz="1050" spc="10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30" dirty="0">
                <a:latin typeface="Arial MT"/>
                <a:cs typeface="Arial MT"/>
              </a:rPr>
              <a:t>Two-</a:t>
            </a:r>
            <a:r>
              <a:rPr sz="1050" dirty="0">
                <a:latin typeface="Arial MT"/>
                <a:cs typeface="Arial MT"/>
              </a:rPr>
              <a:t>stage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process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996" y="706538"/>
            <a:ext cx="121259" cy="1212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3946" y="696688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996" y="890003"/>
            <a:ext cx="121259" cy="1212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83946" y="880153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23162" y="1795954"/>
            <a:ext cx="554990" cy="302895"/>
          </a:xfrm>
          <a:prstGeom prst="rect">
            <a:avLst/>
          </a:prstGeom>
          <a:solidFill>
            <a:srgbClr val="D1D0E3"/>
          </a:solidFill>
          <a:ln w="5060">
            <a:solidFill>
              <a:srgbClr val="000000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705"/>
              </a:spcBef>
            </a:pPr>
            <a:r>
              <a:rPr sz="750" spc="-10" dirty="0">
                <a:solidFill>
                  <a:srgbClr val="1B1472"/>
                </a:solidFill>
                <a:latin typeface="Arial MT"/>
                <a:cs typeface="Arial MT"/>
              </a:rPr>
              <a:t>Encoder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4929" y="1626293"/>
            <a:ext cx="411480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dirty="0">
                <a:latin typeface="Arial MT"/>
                <a:cs typeface="Arial MT"/>
              </a:rPr>
              <a:t>Read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input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20403" y="2099603"/>
            <a:ext cx="960755" cy="454025"/>
            <a:chOff x="1420403" y="2099603"/>
            <a:chExt cx="960755" cy="45402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0403" y="2349201"/>
              <a:ext cx="203916" cy="20391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83080" y="2104166"/>
              <a:ext cx="200025" cy="266065"/>
            </a:xfrm>
            <a:custGeom>
              <a:avLst/>
              <a:gdLst/>
              <a:ahLst/>
              <a:cxnLst/>
              <a:rect l="l" t="t" r="r" b="b"/>
              <a:pathLst>
                <a:path w="200025" h="266064">
                  <a:moveTo>
                    <a:pt x="0" y="266037"/>
                  </a:moveTo>
                  <a:lnTo>
                    <a:pt x="199578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44094" y="2102143"/>
              <a:ext cx="48895" cy="39370"/>
            </a:xfrm>
            <a:custGeom>
              <a:avLst/>
              <a:gdLst/>
              <a:ahLst/>
              <a:cxnLst/>
              <a:rect l="l" t="t" r="r" b="b"/>
              <a:pathLst>
                <a:path w="48894" h="39369">
                  <a:moveTo>
                    <a:pt x="0" y="2829"/>
                  </a:moveTo>
                  <a:lnTo>
                    <a:pt x="12319" y="6292"/>
                  </a:lnTo>
                  <a:lnTo>
                    <a:pt x="23096" y="6513"/>
                  </a:lnTo>
                  <a:lnTo>
                    <a:pt x="32346" y="4184"/>
                  </a:lnTo>
                  <a:lnTo>
                    <a:pt x="40082" y="0"/>
                  </a:lnTo>
                  <a:lnTo>
                    <a:pt x="38229" y="8597"/>
                  </a:lnTo>
                  <a:lnTo>
                    <a:pt x="38581" y="18129"/>
                  </a:lnTo>
                  <a:lnTo>
                    <a:pt x="41808" y="28415"/>
                  </a:lnTo>
                  <a:lnTo>
                    <a:pt x="48580" y="39273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00936" y="2351731"/>
              <a:ext cx="199390" cy="199390"/>
            </a:xfrm>
            <a:custGeom>
              <a:avLst/>
              <a:gdLst/>
              <a:ahLst/>
              <a:cxnLst/>
              <a:rect l="l" t="t" r="r" b="b"/>
              <a:pathLst>
                <a:path w="199389" h="199389">
                  <a:moveTo>
                    <a:pt x="99427" y="0"/>
                  </a:moveTo>
                  <a:lnTo>
                    <a:pt x="60725" y="7813"/>
                  </a:lnTo>
                  <a:lnTo>
                    <a:pt x="29121" y="29121"/>
                  </a:lnTo>
                  <a:lnTo>
                    <a:pt x="7813" y="60725"/>
                  </a:lnTo>
                  <a:lnTo>
                    <a:pt x="0" y="99427"/>
                  </a:lnTo>
                  <a:lnTo>
                    <a:pt x="7813" y="138129"/>
                  </a:lnTo>
                  <a:lnTo>
                    <a:pt x="29121" y="169733"/>
                  </a:lnTo>
                  <a:lnTo>
                    <a:pt x="60725" y="191042"/>
                  </a:lnTo>
                  <a:lnTo>
                    <a:pt x="99427" y="198855"/>
                  </a:lnTo>
                  <a:lnTo>
                    <a:pt x="138129" y="191042"/>
                  </a:lnTo>
                  <a:lnTo>
                    <a:pt x="169733" y="169733"/>
                  </a:lnTo>
                  <a:lnTo>
                    <a:pt x="191041" y="138129"/>
                  </a:lnTo>
                  <a:lnTo>
                    <a:pt x="198855" y="99427"/>
                  </a:lnTo>
                  <a:lnTo>
                    <a:pt x="191041" y="60725"/>
                  </a:lnTo>
                  <a:lnTo>
                    <a:pt x="169733" y="29121"/>
                  </a:lnTo>
                  <a:lnTo>
                    <a:pt x="138129" y="7813"/>
                  </a:lnTo>
                  <a:lnTo>
                    <a:pt x="99427" y="0"/>
                  </a:lnTo>
                  <a:close/>
                </a:path>
              </a:pathLst>
            </a:custGeom>
            <a:solidFill>
              <a:srgbClr val="E8E7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00936" y="2105179"/>
              <a:ext cx="199390" cy="445770"/>
            </a:xfrm>
            <a:custGeom>
              <a:avLst/>
              <a:gdLst/>
              <a:ahLst/>
              <a:cxnLst/>
              <a:rect l="l" t="t" r="r" b="b"/>
              <a:pathLst>
                <a:path w="199389" h="445769">
                  <a:moveTo>
                    <a:pt x="198855" y="345979"/>
                  </a:moveTo>
                  <a:lnTo>
                    <a:pt x="191041" y="307277"/>
                  </a:lnTo>
                  <a:lnTo>
                    <a:pt x="169733" y="275673"/>
                  </a:lnTo>
                  <a:lnTo>
                    <a:pt x="138129" y="254365"/>
                  </a:lnTo>
                  <a:lnTo>
                    <a:pt x="99427" y="246552"/>
                  </a:lnTo>
                  <a:lnTo>
                    <a:pt x="60725" y="254365"/>
                  </a:lnTo>
                  <a:lnTo>
                    <a:pt x="29121" y="275673"/>
                  </a:lnTo>
                  <a:lnTo>
                    <a:pt x="7813" y="307277"/>
                  </a:lnTo>
                  <a:lnTo>
                    <a:pt x="0" y="345979"/>
                  </a:lnTo>
                  <a:lnTo>
                    <a:pt x="7813" y="384681"/>
                  </a:lnTo>
                  <a:lnTo>
                    <a:pt x="29121" y="416286"/>
                  </a:lnTo>
                  <a:lnTo>
                    <a:pt x="60725" y="437594"/>
                  </a:lnTo>
                  <a:lnTo>
                    <a:pt x="99427" y="445407"/>
                  </a:lnTo>
                  <a:lnTo>
                    <a:pt x="138129" y="437594"/>
                  </a:lnTo>
                  <a:lnTo>
                    <a:pt x="169733" y="416286"/>
                  </a:lnTo>
                  <a:lnTo>
                    <a:pt x="191041" y="384681"/>
                  </a:lnTo>
                  <a:lnTo>
                    <a:pt x="198855" y="345979"/>
                  </a:lnTo>
                  <a:close/>
                </a:path>
                <a:path w="199389" h="445769">
                  <a:moveTo>
                    <a:pt x="99427" y="244776"/>
                  </a:moveTo>
                  <a:lnTo>
                    <a:pt x="9942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69998" y="2102649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75896" y="2348688"/>
              <a:ext cx="204941" cy="20494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018069" y="2104166"/>
              <a:ext cx="199390" cy="266065"/>
            </a:xfrm>
            <a:custGeom>
              <a:avLst/>
              <a:gdLst/>
              <a:ahLst/>
              <a:cxnLst/>
              <a:rect l="l" t="t" r="r" b="b"/>
              <a:pathLst>
                <a:path w="199389" h="266064">
                  <a:moveTo>
                    <a:pt x="199271" y="26562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08053" y="2102143"/>
              <a:ext cx="48895" cy="39370"/>
            </a:xfrm>
            <a:custGeom>
              <a:avLst/>
              <a:gdLst/>
              <a:ahLst/>
              <a:cxnLst/>
              <a:rect l="l" t="t" r="r" b="b"/>
              <a:pathLst>
                <a:path w="48894" h="39369">
                  <a:moveTo>
                    <a:pt x="0" y="39273"/>
                  </a:moveTo>
                  <a:lnTo>
                    <a:pt x="6771" y="28415"/>
                  </a:lnTo>
                  <a:lnTo>
                    <a:pt x="9998" y="18129"/>
                  </a:lnTo>
                  <a:lnTo>
                    <a:pt x="10350" y="8597"/>
                  </a:lnTo>
                  <a:lnTo>
                    <a:pt x="8497" y="0"/>
                  </a:lnTo>
                  <a:lnTo>
                    <a:pt x="16233" y="4184"/>
                  </a:lnTo>
                  <a:lnTo>
                    <a:pt x="25483" y="6513"/>
                  </a:lnTo>
                  <a:lnTo>
                    <a:pt x="36261" y="6292"/>
                  </a:lnTo>
                  <a:lnTo>
                    <a:pt x="48580" y="2829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409852" y="2359727"/>
            <a:ext cx="225425" cy="316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sz="750" i="1" spc="-25" dirty="0">
                <a:latin typeface="Arial"/>
                <a:cs typeface="Arial"/>
              </a:rPr>
              <a:t>x</a:t>
            </a:r>
            <a:r>
              <a:rPr sz="750" spc="-37" baseline="-16666" dirty="0">
                <a:latin typeface="Arial MT"/>
                <a:cs typeface="Arial MT"/>
              </a:rPr>
              <a:t>1</a:t>
            </a:r>
            <a:endParaRPr sz="750" baseline="-16666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5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</a:pPr>
            <a:r>
              <a:rPr sz="500" spc="-20" dirty="0">
                <a:latin typeface="Arial MT"/>
                <a:cs typeface="Arial MT"/>
              </a:rPr>
              <a:t>What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18411" y="2359727"/>
            <a:ext cx="160020" cy="316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i="1" spc="-25" dirty="0">
                <a:latin typeface="Arial"/>
                <a:cs typeface="Arial"/>
              </a:rPr>
              <a:t>x</a:t>
            </a:r>
            <a:r>
              <a:rPr sz="750" spc="-37" baseline="-16666" dirty="0">
                <a:latin typeface="Arial MT"/>
                <a:cs typeface="Arial MT"/>
              </a:rPr>
              <a:t>2</a:t>
            </a:r>
            <a:endParaRPr sz="750" baseline="-16666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500">
              <a:latin typeface="Arial MT"/>
              <a:cs typeface="Arial MT"/>
            </a:endParaRPr>
          </a:p>
          <a:p>
            <a:pPr marL="3810" algn="ctr">
              <a:lnSpc>
                <a:spcPct val="100000"/>
              </a:lnSpc>
            </a:pPr>
            <a:r>
              <a:rPr sz="500" spc="-25" dirty="0">
                <a:latin typeface="Arial MT"/>
                <a:cs typeface="Arial MT"/>
              </a:rPr>
              <a:t>is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48116" y="2359206"/>
            <a:ext cx="260985" cy="310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100"/>
              </a:spcBef>
            </a:pPr>
            <a:r>
              <a:rPr sz="750" i="1" spc="-25" dirty="0">
                <a:latin typeface="Arial"/>
                <a:cs typeface="Arial"/>
              </a:rPr>
              <a:t>x</a:t>
            </a:r>
            <a:r>
              <a:rPr sz="750" spc="-37" baseline="-16666" dirty="0">
                <a:latin typeface="Arial MT"/>
                <a:cs typeface="Arial MT"/>
              </a:rPr>
              <a:t>3</a:t>
            </a:r>
            <a:endParaRPr sz="750" baseline="-16666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5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</a:pPr>
            <a:r>
              <a:rPr sz="500" spc="-10" dirty="0">
                <a:latin typeface="Arial MT"/>
                <a:cs typeface="Arial MT"/>
              </a:rPr>
              <a:t>capital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679030" y="1818614"/>
            <a:ext cx="459105" cy="257175"/>
            <a:chOff x="2679030" y="1818614"/>
            <a:chExt cx="459105" cy="257175"/>
          </a:xfrm>
        </p:grpSpPr>
        <p:sp>
          <p:nvSpPr>
            <p:cNvPr id="24" name="object 24"/>
            <p:cNvSpPr/>
            <p:nvPr/>
          </p:nvSpPr>
          <p:spPr>
            <a:xfrm>
              <a:off x="2681570" y="1821154"/>
              <a:ext cx="454025" cy="252095"/>
            </a:xfrm>
            <a:custGeom>
              <a:avLst/>
              <a:gdLst/>
              <a:ahLst/>
              <a:cxnLst/>
              <a:rect l="l" t="t" r="r" b="b"/>
              <a:pathLst>
                <a:path w="454025" h="252094">
                  <a:moveTo>
                    <a:pt x="226802" y="0"/>
                  </a:moveTo>
                  <a:lnTo>
                    <a:pt x="166508" y="4500"/>
                  </a:lnTo>
                  <a:lnTo>
                    <a:pt x="112330" y="17202"/>
                  </a:lnTo>
                  <a:lnTo>
                    <a:pt x="66428" y="36904"/>
                  </a:lnTo>
                  <a:lnTo>
                    <a:pt x="30964" y="62405"/>
                  </a:lnTo>
                  <a:lnTo>
                    <a:pt x="0" y="126000"/>
                  </a:lnTo>
                  <a:lnTo>
                    <a:pt x="8101" y="159497"/>
                  </a:lnTo>
                  <a:lnTo>
                    <a:pt x="66428" y="215097"/>
                  </a:lnTo>
                  <a:lnTo>
                    <a:pt x="112330" y="234799"/>
                  </a:lnTo>
                  <a:lnTo>
                    <a:pt x="166508" y="247500"/>
                  </a:lnTo>
                  <a:lnTo>
                    <a:pt x="226802" y="252001"/>
                  </a:lnTo>
                  <a:lnTo>
                    <a:pt x="287095" y="247500"/>
                  </a:lnTo>
                  <a:lnTo>
                    <a:pt x="341274" y="234799"/>
                  </a:lnTo>
                  <a:lnTo>
                    <a:pt x="387175" y="215097"/>
                  </a:lnTo>
                  <a:lnTo>
                    <a:pt x="422639" y="189596"/>
                  </a:lnTo>
                  <a:lnTo>
                    <a:pt x="453604" y="126000"/>
                  </a:lnTo>
                  <a:lnTo>
                    <a:pt x="445502" y="92504"/>
                  </a:lnTo>
                  <a:lnTo>
                    <a:pt x="387175" y="36904"/>
                  </a:lnTo>
                  <a:lnTo>
                    <a:pt x="341274" y="17202"/>
                  </a:lnTo>
                  <a:lnTo>
                    <a:pt x="287095" y="4500"/>
                  </a:lnTo>
                  <a:lnTo>
                    <a:pt x="226802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81570" y="1821154"/>
              <a:ext cx="454025" cy="252095"/>
            </a:xfrm>
            <a:custGeom>
              <a:avLst/>
              <a:gdLst/>
              <a:ahLst/>
              <a:cxnLst/>
              <a:rect l="l" t="t" r="r" b="b"/>
              <a:pathLst>
                <a:path w="454025" h="252094">
                  <a:moveTo>
                    <a:pt x="453604" y="126000"/>
                  </a:moveTo>
                  <a:lnTo>
                    <a:pt x="422639" y="62405"/>
                  </a:lnTo>
                  <a:lnTo>
                    <a:pt x="387175" y="36904"/>
                  </a:lnTo>
                  <a:lnTo>
                    <a:pt x="341274" y="17202"/>
                  </a:lnTo>
                  <a:lnTo>
                    <a:pt x="287095" y="4500"/>
                  </a:lnTo>
                  <a:lnTo>
                    <a:pt x="226802" y="0"/>
                  </a:lnTo>
                  <a:lnTo>
                    <a:pt x="166508" y="4500"/>
                  </a:lnTo>
                  <a:lnTo>
                    <a:pt x="112330" y="17202"/>
                  </a:lnTo>
                  <a:lnTo>
                    <a:pt x="66428" y="36904"/>
                  </a:lnTo>
                  <a:lnTo>
                    <a:pt x="30964" y="62405"/>
                  </a:lnTo>
                  <a:lnTo>
                    <a:pt x="0" y="126000"/>
                  </a:lnTo>
                  <a:lnTo>
                    <a:pt x="8101" y="159497"/>
                  </a:lnTo>
                  <a:lnTo>
                    <a:pt x="66428" y="215097"/>
                  </a:lnTo>
                  <a:lnTo>
                    <a:pt x="112330" y="234799"/>
                  </a:lnTo>
                  <a:lnTo>
                    <a:pt x="166508" y="247500"/>
                  </a:lnTo>
                  <a:lnTo>
                    <a:pt x="226802" y="252001"/>
                  </a:lnTo>
                  <a:lnTo>
                    <a:pt x="287095" y="247500"/>
                  </a:lnTo>
                  <a:lnTo>
                    <a:pt x="341274" y="234799"/>
                  </a:lnTo>
                  <a:lnTo>
                    <a:pt x="387175" y="215097"/>
                  </a:lnTo>
                  <a:lnTo>
                    <a:pt x="422639" y="189596"/>
                  </a:lnTo>
                  <a:lnTo>
                    <a:pt x="453604" y="12600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869069" y="1864452"/>
            <a:ext cx="787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50" dirty="0">
                <a:latin typeface="Arial"/>
                <a:cs typeface="Arial"/>
              </a:rPr>
              <a:t>c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171722" y="1890870"/>
            <a:ext cx="508634" cy="113030"/>
            <a:chOff x="2171722" y="1890870"/>
            <a:chExt cx="508634" cy="113030"/>
          </a:xfrm>
        </p:grpSpPr>
        <p:sp>
          <p:nvSpPr>
            <p:cNvPr id="28" name="object 28"/>
            <p:cNvSpPr/>
            <p:nvPr/>
          </p:nvSpPr>
          <p:spPr>
            <a:xfrm>
              <a:off x="2179342" y="1947139"/>
              <a:ext cx="485775" cy="0"/>
            </a:xfrm>
            <a:custGeom>
              <a:avLst/>
              <a:gdLst/>
              <a:ahLst/>
              <a:cxnLst/>
              <a:rect l="l" t="t" r="r" b="b"/>
              <a:pathLst>
                <a:path w="485775">
                  <a:moveTo>
                    <a:pt x="0" y="0"/>
                  </a:moveTo>
                  <a:lnTo>
                    <a:pt x="485291" y="2"/>
                  </a:lnTo>
                </a:path>
              </a:pathLst>
            </a:custGeom>
            <a:ln w="15183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33761" y="1898490"/>
              <a:ext cx="38735" cy="97790"/>
            </a:xfrm>
            <a:custGeom>
              <a:avLst/>
              <a:gdLst/>
              <a:ahLst/>
              <a:cxnLst/>
              <a:rect l="l" t="t" r="r" b="b"/>
              <a:pathLst>
                <a:path w="38735" h="97789">
                  <a:moveTo>
                    <a:pt x="0" y="0"/>
                  </a:moveTo>
                  <a:lnTo>
                    <a:pt x="6755" y="19118"/>
                  </a:lnTo>
                  <a:lnTo>
                    <a:pt x="15950" y="33143"/>
                  </a:lnTo>
                  <a:lnTo>
                    <a:pt x="26786" y="42760"/>
                  </a:lnTo>
                  <a:lnTo>
                    <a:pt x="38464" y="48651"/>
                  </a:lnTo>
                  <a:lnTo>
                    <a:pt x="26786" y="54542"/>
                  </a:lnTo>
                  <a:lnTo>
                    <a:pt x="15950" y="64158"/>
                  </a:lnTo>
                  <a:lnTo>
                    <a:pt x="6755" y="78183"/>
                  </a:lnTo>
                  <a:lnTo>
                    <a:pt x="0" y="97302"/>
                  </a:lnTo>
                </a:path>
              </a:pathLst>
            </a:custGeom>
            <a:ln w="15183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746603" y="1659106"/>
            <a:ext cx="323850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10" dirty="0">
                <a:solidFill>
                  <a:srgbClr val="FF7F00"/>
                </a:solidFill>
                <a:latin typeface="Arial MT"/>
                <a:cs typeface="Arial MT"/>
              </a:rPr>
              <a:t>Context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72143" y="2097561"/>
            <a:ext cx="47307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dirty="0">
                <a:solidFill>
                  <a:srgbClr val="FF7F00"/>
                </a:solidFill>
                <a:latin typeface="Arial MT"/>
                <a:cs typeface="Arial MT"/>
              </a:rPr>
              <a:t>(Fixed</a:t>
            </a:r>
            <a:r>
              <a:rPr sz="650" spc="75" dirty="0">
                <a:solidFill>
                  <a:srgbClr val="FF7F00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FF7F00"/>
                </a:solidFill>
                <a:latin typeface="Arial MT"/>
                <a:cs typeface="Arial MT"/>
              </a:rPr>
              <a:t>size)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39179" y="1795954"/>
            <a:ext cx="554990" cy="302895"/>
          </a:xfrm>
          <a:prstGeom prst="rect">
            <a:avLst/>
          </a:prstGeom>
          <a:solidFill>
            <a:srgbClr val="FBD2D4"/>
          </a:solidFill>
          <a:ln w="5060">
            <a:solidFill>
              <a:srgbClr val="000000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705"/>
              </a:spcBef>
            </a:pPr>
            <a:r>
              <a:rPr sz="750" spc="-10" dirty="0">
                <a:solidFill>
                  <a:srgbClr val="1B1472"/>
                </a:solidFill>
                <a:latin typeface="Arial MT"/>
                <a:cs typeface="Arial MT"/>
              </a:rPr>
              <a:t>Decoder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16058" y="2125314"/>
            <a:ext cx="600710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dirty="0">
                <a:latin typeface="Arial MT"/>
                <a:cs typeface="Arial MT"/>
              </a:rPr>
              <a:t>Generate</a:t>
            </a:r>
            <a:r>
              <a:rPr sz="600" spc="9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output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129345" y="1339631"/>
            <a:ext cx="1193165" cy="664210"/>
            <a:chOff x="3129345" y="1339631"/>
            <a:chExt cx="1193165" cy="664210"/>
          </a:xfrm>
        </p:grpSpPr>
        <p:sp>
          <p:nvSpPr>
            <p:cNvPr id="35" name="object 35"/>
            <p:cNvSpPr/>
            <p:nvPr/>
          </p:nvSpPr>
          <p:spPr>
            <a:xfrm>
              <a:off x="3136965" y="1947141"/>
              <a:ext cx="485775" cy="0"/>
            </a:xfrm>
            <a:custGeom>
              <a:avLst/>
              <a:gdLst/>
              <a:ahLst/>
              <a:cxnLst/>
              <a:rect l="l" t="t" r="r" b="b"/>
              <a:pathLst>
                <a:path w="485775">
                  <a:moveTo>
                    <a:pt x="0" y="0"/>
                  </a:moveTo>
                  <a:lnTo>
                    <a:pt x="485291" y="1"/>
                  </a:lnTo>
                </a:path>
              </a:pathLst>
            </a:custGeom>
            <a:ln w="15183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91384" y="1898492"/>
              <a:ext cx="38735" cy="97790"/>
            </a:xfrm>
            <a:custGeom>
              <a:avLst/>
              <a:gdLst/>
              <a:ahLst/>
              <a:cxnLst/>
              <a:rect l="l" t="t" r="r" b="b"/>
              <a:pathLst>
                <a:path w="38735" h="97789">
                  <a:moveTo>
                    <a:pt x="0" y="0"/>
                  </a:moveTo>
                  <a:lnTo>
                    <a:pt x="6755" y="19118"/>
                  </a:lnTo>
                  <a:lnTo>
                    <a:pt x="15950" y="33143"/>
                  </a:lnTo>
                  <a:lnTo>
                    <a:pt x="26786" y="42760"/>
                  </a:lnTo>
                  <a:lnTo>
                    <a:pt x="38464" y="48651"/>
                  </a:lnTo>
                  <a:lnTo>
                    <a:pt x="26786" y="54542"/>
                  </a:lnTo>
                  <a:lnTo>
                    <a:pt x="15950" y="64158"/>
                  </a:lnTo>
                  <a:lnTo>
                    <a:pt x="6755" y="78183"/>
                  </a:lnTo>
                  <a:lnTo>
                    <a:pt x="0" y="97302"/>
                  </a:lnTo>
                </a:path>
              </a:pathLst>
            </a:custGeom>
            <a:ln w="15183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10468" y="1339640"/>
              <a:ext cx="207021" cy="207021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669485" y="1535574"/>
              <a:ext cx="155575" cy="259079"/>
            </a:xfrm>
            <a:custGeom>
              <a:avLst/>
              <a:gdLst/>
              <a:ahLst/>
              <a:cxnLst/>
              <a:rect l="l" t="t" r="r" b="b"/>
              <a:pathLst>
                <a:path w="155575" h="259080">
                  <a:moveTo>
                    <a:pt x="155204" y="25859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655690" y="1533404"/>
              <a:ext cx="52069" cy="38735"/>
            </a:xfrm>
            <a:custGeom>
              <a:avLst/>
              <a:gdLst/>
              <a:ahLst/>
              <a:cxnLst/>
              <a:rect l="l" t="t" r="r" b="b"/>
              <a:pathLst>
                <a:path w="52070" h="38734">
                  <a:moveTo>
                    <a:pt x="0" y="38190"/>
                  </a:moveTo>
                  <a:lnTo>
                    <a:pt x="7852" y="28086"/>
                  </a:lnTo>
                  <a:lnTo>
                    <a:pt x="12121" y="18187"/>
                  </a:lnTo>
                  <a:lnTo>
                    <a:pt x="13452" y="8742"/>
                  </a:lnTo>
                  <a:lnTo>
                    <a:pt x="12493" y="0"/>
                  </a:lnTo>
                  <a:lnTo>
                    <a:pt x="19757" y="4958"/>
                  </a:lnTo>
                  <a:lnTo>
                    <a:pt x="28718" y="8226"/>
                  </a:lnTo>
                  <a:lnTo>
                    <a:pt x="39461" y="9115"/>
                  </a:lnTo>
                  <a:lnTo>
                    <a:pt x="52071" y="6938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815400" y="1342171"/>
              <a:ext cx="202565" cy="202565"/>
            </a:xfrm>
            <a:custGeom>
              <a:avLst/>
              <a:gdLst/>
              <a:ahLst/>
              <a:cxnLst/>
              <a:rect l="l" t="t" r="r" b="b"/>
              <a:pathLst>
                <a:path w="202564" h="202565">
                  <a:moveTo>
                    <a:pt x="100980" y="0"/>
                  </a:moveTo>
                  <a:lnTo>
                    <a:pt x="61673" y="7935"/>
                  </a:lnTo>
                  <a:lnTo>
                    <a:pt x="29576" y="29576"/>
                  </a:lnTo>
                  <a:lnTo>
                    <a:pt x="7935" y="61673"/>
                  </a:lnTo>
                  <a:lnTo>
                    <a:pt x="0" y="100980"/>
                  </a:lnTo>
                  <a:lnTo>
                    <a:pt x="7935" y="140286"/>
                  </a:lnTo>
                  <a:lnTo>
                    <a:pt x="29576" y="172384"/>
                  </a:lnTo>
                  <a:lnTo>
                    <a:pt x="61673" y="194024"/>
                  </a:lnTo>
                  <a:lnTo>
                    <a:pt x="100980" y="201960"/>
                  </a:lnTo>
                  <a:lnTo>
                    <a:pt x="140286" y="194024"/>
                  </a:lnTo>
                  <a:lnTo>
                    <a:pt x="172384" y="172384"/>
                  </a:lnTo>
                  <a:lnTo>
                    <a:pt x="194025" y="140286"/>
                  </a:lnTo>
                  <a:lnTo>
                    <a:pt x="201960" y="100980"/>
                  </a:lnTo>
                  <a:lnTo>
                    <a:pt x="194025" y="61673"/>
                  </a:lnTo>
                  <a:lnTo>
                    <a:pt x="172384" y="29576"/>
                  </a:lnTo>
                  <a:lnTo>
                    <a:pt x="140286" y="7935"/>
                  </a:lnTo>
                  <a:lnTo>
                    <a:pt x="100980" y="0"/>
                  </a:lnTo>
                  <a:close/>
                </a:path>
              </a:pathLst>
            </a:custGeom>
            <a:solidFill>
              <a:srgbClr val="D2E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815400" y="1342171"/>
              <a:ext cx="202565" cy="452120"/>
            </a:xfrm>
            <a:custGeom>
              <a:avLst/>
              <a:gdLst/>
              <a:ahLst/>
              <a:cxnLst/>
              <a:rect l="l" t="t" r="r" b="b"/>
              <a:pathLst>
                <a:path w="202564" h="452119">
                  <a:moveTo>
                    <a:pt x="201960" y="100980"/>
                  </a:moveTo>
                  <a:lnTo>
                    <a:pt x="194025" y="61673"/>
                  </a:lnTo>
                  <a:lnTo>
                    <a:pt x="172384" y="29576"/>
                  </a:lnTo>
                  <a:lnTo>
                    <a:pt x="140286" y="7935"/>
                  </a:lnTo>
                  <a:lnTo>
                    <a:pt x="100980" y="0"/>
                  </a:lnTo>
                  <a:lnTo>
                    <a:pt x="61673" y="7935"/>
                  </a:lnTo>
                  <a:lnTo>
                    <a:pt x="29576" y="29576"/>
                  </a:lnTo>
                  <a:lnTo>
                    <a:pt x="7935" y="61673"/>
                  </a:lnTo>
                  <a:lnTo>
                    <a:pt x="0" y="100980"/>
                  </a:lnTo>
                  <a:lnTo>
                    <a:pt x="7935" y="140286"/>
                  </a:lnTo>
                  <a:lnTo>
                    <a:pt x="29576" y="172384"/>
                  </a:lnTo>
                  <a:lnTo>
                    <a:pt x="61673" y="194024"/>
                  </a:lnTo>
                  <a:lnTo>
                    <a:pt x="100980" y="201960"/>
                  </a:lnTo>
                  <a:lnTo>
                    <a:pt x="140286" y="194024"/>
                  </a:lnTo>
                  <a:lnTo>
                    <a:pt x="172384" y="172384"/>
                  </a:lnTo>
                  <a:lnTo>
                    <a:pt x="194025" y="140286"/>
                  </a:lnTo>
                  <a:lnTo>
                    <a:pt x="201960" y="100980"/>
                  </a:lnTo>
                  <a:close/>
                </a:path>
                <a:path w="202564" h="452119">
                  <a:moveTo>
                    <a:pt x="101033" y="451997"/>
                  </a:moveTo>
                  <a:lnTo>
                    <a:pt x="101025" y="208771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86060" y="1548412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0" y="26317"/>
                  </a:moveTo>
                  <a:lnTo>
                    <a:pt x="11932" y="21694"/>
                  </a:lnTo>
                  <a:lnTo>
                    <a:pt x="20686" y="15403"/>
                  </a:lnTo>
                  <a:lnTo>
                    <a:pt x="26688" y="7989"/>
                  </a:lnTo>
                  <a:lnTo>
                    <a:pt x="30365" y="0"/>
                  </a:lnTo>
                  <a:lnTo>
                    <a:pt x="34042" y="7989"/>
                  </a:lnTo>
                  <a:lnTo>
                    <a:pt x="40044" y="15403"/>
                  </a:lnTo>
                  <a:lnTo>
                    <a:pt x="48798" y="21694"/>
                  </a:lnTo>
                  <a:lnTo>
                    <a:pt x="60731" y="26316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15271" y="1339640"/>
              <a:ext cx="207021" cy="207021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008178" y="1535580"/>
              <a:ext cx="155575" cy="259079"/>
            </a:xfrm>
            <a:custGeom>
              <a:avLst/>
              <a:gdLst/>
              <a:ahLst/>
              <a:cxnLst/>
              <a:rect l="l" t="t" r="r" b="b"/>
              <a:pathLst>
                <a:path w="155575" h="259080">
                  <a:moveTo>
                    <a:pt x="0" y="258588"/>
                  </a:moveTo>
                  <a:lnTo>
                    <a:pt x="155181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125082" y="1533410"/>
              <a:ext cx="52069" cy="38735"/>
            </a:xfrm>
            <a:custGeom>
              <a:avLst/>
              <a:gdLst/>
              <a:ahLst/>
              <a:cxnLst/>
              <a:rect l="l" t="t" r="r" b="b"/>
              <a:pathLst>
                <a:path w="52070" h="38734">
                  <a:moveTo>
                    <a:pt x="0" y="6940"/>
                  </a:moveTo>
                  <a:lnTo>
                    <a:pt x="12610" y="9117"/>
                  </a:lnTo>
                  <a:lnTo>
                    <a:pt x="23353" y="8227"/>
                  </a:lnTo>
                  <a:lnTo>
                    <a:pt x="32314" y="4958"/>
                  </a:lnTo>
                  <a:lnTo>
                    <a:pt x="39579" y="0"/>
                  </a:lnTo>
                  <a:lnTo>
                    <a:pt x="38620" y="8743"/>
                  </a:lnTo>
                  <a:lnTo>
                    <a:pt x="39952" y="18188"/>
                  </a:lnTo>
                  <a:lnTo>
                    <a:pt x="44221" y="28087"/>
                  </a:lnTo>
                  <a:lnTo>
                    <a:pt x="52074" y="3819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06526" y="640828"/>
            <a:ext cx="4345305" cy="848994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8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Encoder:</a:t>
            </a:r>
            <a:r>
              <a:rPr sz="1050" spc="1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Read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compress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entire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into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context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vector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b="1" spc="-50" dirty="0">
                <a:latin typeface="Arial"/>
                <a:cs typeface="Arial"/>
              </a:rPr>
              <a:t>c</a:t>
            </a:r>
            <a:endParaRPr sz="10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8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Decoder:</a:t>
            </a:r>
            <a:r>
              <a:rPr sz="1050" spc="1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Generate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output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sequence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context,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token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time</a:t>
            </a:r>
            <a:endParaRPr sz="1050">
              <a:latin typeface="Arial MT"/>
              <a:cs typeface="Arial MT"/>
            </a:endParaRPr>
          </a:p>
          <a:p>
            <a:pPr marL="2265680" algn="ctr">
              <a:lnSpc>
                <a:spcPct val="100000"/>
              </a:lnSpc>
              <a:spcBef>
                <a:spcPts val="515"/>
              </a:spcBef>
            </a:pPr>
            <a:r>
              <a:rPr sz="750" dirty="0">
                <a:latin typeface="Arial MT"/>
                <a:cs typeface="Arial MT"/>
              </a:rPr>
              <a:t>Output:</a:t>
            </a:r>
            <a:r>
              <a:rPr sz="750" spc="65" dirty="0">
                <a:latin typeface="Arial MT"/>
                <a:cs typeface="Arial MT"/>
              </a:rPr>
              <a:t> </a:t>
            </a:r>
            <a:r>
              <a:rPr sz="750" i="1" spc="-20" dirty="0">
                <a:latin typeface="Arial"/>
                <a:cs typeface="Arial"/>
              </a:rPr>
              <a:t>y</a:t>
            </a:r>
            <a:r>
              <a:rPr sz="750" spc="-30" baseline="-16666" dirty="0">
                <a:latin typeface="Arial MT"/>
                <a:cs typeface="Arial MT"/>
              </a:rPr>
              <a:t>1</a:t>
            </a:r>
            <a:r>
              <a:rPr sz="800" i="1" spc="-20" dirty="0">
                <a:latin typeface="Verdana"/>
                <a:cs typeface="Verdana"/>
              </a:rPr>
              <a:t>,</a:t>
            </a:r>
            <a:r>
              <a:rPr sz="800" i="1" spc="-140" dirty="0">
                <a:latin typeface="Verdana"/>
                <a:cs typeface="Verdana"/>
              </a:rPr>
              <a:t> </a:t>
            </a:r>
            <a:r>
              <a:rPr sz="800" i="1" spc="-70" dirty="0">
                <a:latin typeface="Verdana"/>
                <a:cs typeface="Verdana"/>
              </a:rPr>
              <a:t>.</a:t>
            </a:r>
            <a:r>
              <a:rPr sz="800" i="1" spc="-135" dirty="0">
                <a:latin typeface="Verdana"/>
                <a:cs typeface="Verdana"/>
              </a:rPr>
              <a:t> </a:t>
            </a:r>
            <a:r>
              <a:rPr sz="800" i="1" spc="-70" dirty="0">
                <a:latin typeface="Verdana"/>
                <a:cs typeface="Verdana"/>
              </a:rPr>
              <a:t>.</a:t>
            </a:r>
            <a:r>
              <a:rPr sz="800" i="1" spc="-135" dirty="0">
                <a:latin typeface="Verdana"/>
                <a:cs typeface="Verdana"/>
              </a:rPr>
              <a:t> </a:t>
            </a:r>
            <a:r>
              <a:rPr sz="800" i="1" spc="-70" dirty="0">
                <a:latin typeface="Verdana"/>
                <a:cs typeface="Verdana"/>
              </a:rPr>
              <a:t>.</a:t>
            </a:r>
            <a:r>
              <a:rPr sz="800" i="1" spc="-140" dirty="0">
                <a:latin typeface="Verdana"/>
                <a:cs typeface="Verdana"/>
              </a:rPr>
              <a:t> </a:t>
            </a:r>
            <a:r>
              <a:rPr sz="800" i="1" spc="-70" dirty="0">
                <a:latin typeface="Verdana"/>
                <a:cs typeface="Verdana"/>
              </a:rPr>
              <a:t>,</a:t>
            </a:r>
            <a:r>
              <a:rPr sz="800" i="1" spc="-135" dirty="0">
                <a:latin typeface="Verdana"/>
                <a:cs typeface="Verdana"/>
              </a:rPr>
              <a:t> </a:t>
            </a:r>
            <a:r>
              <a:rPr sz="750" i="1" dirty="0">
                <a:latin typeface="Arial"/>
                <a:cs typeface="Arial"/>
              </a:rPr>
              <a:t>y</a:t>
            </a:r>
            <a:r>
              <a:rPr sz="750" i="1" baseline="-16666" dirty="0">
                <a:latin typeface="Arial"/>
                <a:cs typeface="Arial"/>
              </a:rPr>
              <a:t>T</a:t>
            </a:r>
            <a:r>
              <a:rPr sz="750" i="1" spc="-97" baseline="-16666" dirty="0">
                <a:latin typeface="Arial"/>
                <a:cs typeface="Arial"/>
              </a:rPr>
              <a:t> </a:t>
            </a:r>
            <a:r>
              <a:rPr sz="600" spc="-75" baseline="6944" dirty="0">
                <a:latin typeface="Lucida Sans Unicode"/>
                <a:cs typeface="Lucida Sans Unicode"/>
              </a:rPr>
              <a:t>′</a:t>
            </a:r>
            <a:endParaRPr sz="600" baseline="6944">
              <a:latin typeface="Lucida Sans Unicode"/>
              <a:cs typeface="Lucida Sans Unicode"/>
            </a:endParaRPr>
          </a:p>
          <a:p>
            <a:pPr marL="2274570" algn="ctr">
              <a:lnSpc>
                <a:spcPct val="100000"/>
              </a:lnSpc>
              <a:spcBef>
                <a:spcPts val="145"/>
              </a:spcBef>
            </a:pPr>
            <a:r>
              <a:rPr sz="500" dirty="0">
                <a:latin typeface="Arial MT"/>
                <a:cs typeface="Arial MT"/>
              </a:rPr>
              <a:t>New</a:t>
            </a:r>
            <a:r>
              <a:rPr sz="500" spc="-10" dirty="0">
                <a:latin typeface="Arial MT"/>
                <a:cs typeface="Arial MT"/>
              </a:rPr>
              <a:t> Delhi</a:t>
            </a:r>
            <a:endParaRPr sz="500">
              <a:latin typeface="Arial MT"/>
              <a:cs typeface="Arial MT"/>
            </a:endParaRPr>
          </a:p>
          <a:p>
            <a:pPr marL="2270125" algn="ctr">
              <a:lnSpc>
                <a:spcPct val="100000"/>
              </a:lnSpc>
              <a:spcBef>
                <a:spcPts val="475"/>
              </a:spcBef>
              <a:tabLst>
                <a:tab pos="2572385" algn="l"/>
                <a:tab pos="2874645" algn="l"/>
              </a:tabLst>
            </a:pPr>
            <a:r>
              <a:rPr sz="750" i="1" spc="-25" dirty="0">
                <a:latin typeface="Arial"/>
                <a:cs typeface="Arial"/>
              </a:rPr>
              <a:t>y</a:t>
            </a:r>
            <a:r>
              <a:rPr sz="750" spc="-37" baseline="-16666" dirty="0">
                <a:latin typeface="Arial MT"/>
                <a:cs typeface="Arial MT"/>
              </a:rPr>
              <a:t>1</a:t>
            </a:r>
            <a:r>
              <a:rPr sz="750" baseline="-16666" dirty="0">
                <a:latin typeface="Arial MT"/>
                <a:cs typeface="Arial MT"/>
              </a:rPr>
              <a:t>	</a:t>
            </a:r>
            <a:r>
              <a:rPr sz="750" i="1" spc="-25" dirty="0">
                <a:latin typeface="Arial"/>
                <a:cs typeface="Arial"/>
              </a:rPr>
              <a:t>y</a:t>
            </a:r>
            <a:r>
              <a:rPr sz="750" spc="-37" baseline="-16666" dirty="0">
                <a:latin typeface="Arial MT"/>
                <a:cs typeface="Arial MT"/>
              </a:rPr>
              <a:t>2</a:t>
            </a:r>
            <a:r>
              <a:rPr sz="750" baseline="-16666" dirty="0">
                <a:latin typeface="Arial MT"/>
                <a:cs typeface="Arial MT"/>
              </a:rPr>
              <a:t>	</a:t>
            </a:r>
            <a:r>
              <a:rPr sz="750" i="1" spc="-25" dirty="0">
                <a:latin typeface="Arial"/>
                <a:cs typeface="Arial"/>
              </a:rPr>
              <a:t>y</a:t>
            </a:r>
            <a:r>
              <a:rPr sz="750" spc="-37" baseline="-16666" dirty="0">
                <a:latin typeface="Arial MT"/>
                <a:cs typeface="Arial MT"/>
              </a:rPr>
              <a:t>3</a:t>
            </a:r>
            <a:endParaRPr sz="750" baseline="-16666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09194" y="2686943"/>
            <a:ext cx="3723004" cy="445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545465" algn="ctr">
              <a:lnSpc>
                <a:spcPct val="100000"/>
              </a:lnSpc>
              <a:spcBef>
                <a:spcPts val="135"/>
              </a:spcBef>
            </a:pPr>
            <a:r>
              <a:rPr sz="750" dirty="0">
                <a:latin typeface="Arial MT"/>
                <a:cs typeface="Arial MT"/>
              </a:rPr>
              <a:t>Input:</a:t>
            </a:r>
            <a:r>
              <a:rPr sz="750" spc="65" dirty="0">
                <a:latin typeface="Arial MT"/>
                <a:cs typeface="Arial MT"/>
              </a:rPr>
              <a:t> </a:t>
            </a:r>
            <a:r>
              <a:rPr sz="750" i="1" spc="-20" dirty="0">
                <a:latin typeface="Arial"/>
                <a:cs typeface="Arial"/>
              </a:rPr>
              <a:t>x</a:t>
            </a:r>
            <a:r>
              <a:rPr sz="750" spc="-30" baseline="-16666" dirty="0">
                <a:latin typeface="Arial MT"/>
                <a:cs typeface="Arial MT"/>
              </a:rPr>
              <a:t>1</a:t>
            </a:r>
            <a:r>
              <a:rPr sz="800" i="1" spc="-20" dirty="0">
                <a:latin typeface="Verdana"/>
                <a:cs typeface="Verdana"/>
              </a:rPr>
              <a:t>,</a:t>
            </a:r>
            <a:r>
              <a:rPr sz="800" i="1" spc="-140" dirty="0">
                <a:latin typeface="Verdana"/>
                <a:cs typeface="Verdana"/>
              </a:rPr>
              <a:t> </a:t>
            </a:r>
            <a:r>
              <a:rPr sz="800" i="1" spc="-70" dirty="0">
                <a:latin typeface="Verdana"/>
                <a:cs typeface="Verdana"/>
              </a:rPr>
              <a:t>.</a:t>
            </a:r>
            <a:r>
              <a:rPr sz="800" i="1" spc="-135" dirty="0">
                <a:latin typeface="Verdana"/>
                <a:cs typeface="Verdana"/>
              </a:rPr>
              <a:t> </a:t>
            </a:r>
            <a:r>
              <a:rPr sz="800" i="1" spc="-70" dirty="0">
                <a:latin typeface="Verdana"/>
                <a:cs typeface="Verdana"/>
              </a:rPr>
              <a:t>.</a:t>
            </a:r>
            <a:r>
              <a:rPr sz="800" i="1" spc="-135" dirty="0">
                <a:latin typeface="Verdana"/>
                <a:cs typeface="Verdana"/>
              </a:rPr>
              <a:t> </a:t>
            </a:r>
            <a:r>
              <a:rPr sz="800" i="1" spc="-70" dirty="0">
                <a:latin typeface="Verdana"/>
                <a:cs typeface="Verdana"/>
              </a:rPr>
              <a:t>.</a:t>
            </a:r>
            <a:r>
              <a:rPr sz="800" i="1" spc="-140" dirty="0">
                <a:latin typeface="Verdana"/>
                <a:cs typeface="Verdana"/>
              </a:rPr>
              <a:t> </a:t>
            </a:r>
            <a:r>
              <a:rPr sz="800" i="1" spc="-70" dirty="0">
                <a:latin typeface="Verdana"/>
                <a:cs typeface="Verdana"/>
              </a:rPr>
              <a:t>,</a:t>
            </a:r>
            <a:r>
              <a:rPr sz="800" i="1" spc="-135" dirty="0">
                <a:latin typeface="Verdana"/>
                <a:cs typeface="Verdana"/>
              </a:rPr>
              <a:t> </a:t>
            </a:r>
            <a:r>
              <a:rPr sz="750" i="1" spc="-25" dirty="0">
                <a:latin typeface="Arial"/>
                <a:cs typeface="Arial"/>
              </a:rPr>
              <a:t>x</a:t>
            </a:r>
            <a:r>
              <a:rPr sz="750" i="1" spc="-37" baseline="-16666" dirty="0">
                <a:latin typeface="Arial"/>
                <a:cs typeface="Arial"/>
              </a:rPr>
              <a:t>T</a:t>
            </a:r>
            <a:endParaRPr sz="750" baseline="-16666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7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Flexibility:</a:t>
            </a:r>
            <a:r>
              <a:rPr sz="1050" spc="10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T</a:t>
            </a:r>
            <a:r>
              <a:rPr sz="1050" i="1" spc="18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(input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length)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differ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T</a:t>
            </a:r>
            <a:r>
              <a:rPr sz="1050" i="1" spc="-135" dirty="0">
                <a:latin typeface="Arial"/>
                <a:cs typeface="Arial"/>
              </a:rPr>
              <a:t> </a:t>
            </a:r>
            <a:r>
              <a:rPr sz="1200" baseline="31250" dirty="0">
                <a:latin typeface="Cambria"/>
                <a:cs typeface="Cambria"/>
              </a:rPr>
              <a:t>r</a:t>
            </a:r>
            <a:r>
              <a:rPr sz="1200" spc="292" baseline="31250" dirty="0">
                <a:latin typeface="Cambria"/>
                <a:cs typeface="Cambria"/>
              </a:rPr>
              <a:t> </a:t>
            </a:r>
            <a:r>
              <a:rPr sz="1050" dirty="0">
                <a:latin typeface="Arial MT"/>
                <a:cs typeface="Arial MT"/>
              </a:rPr>
              <a:t>(output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length).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49" name="object 4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7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7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7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7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695417" y="3137672"/>
            <a:ext cx="2508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dirty="0">
                <a:latin typeface="Calibri"/>
                <a:cs typeface="Calibri"/>
              </a:rPr>
              <a:t>6</a:t>
            </a:r>
            <a:r>
              <a:rPr sz="600" spc="95" dirty="0">
                <a:latin typeface="Calibri"/>
                <a:cs typeface="Calibri"/>
              </a:rPr>
              <a:t> </a:t>
            </a:r>
            <a:r>
              <a:rPr sz="600" spc="90" dirty="0">
                <a:latin typeface="Calibri"/>
                <a:cs typeface="Calibri"/>
              </a:rPr>
              <a:t>/</a:t>
            </a:r>
            <a:r>
              <a:rPr sz="600" spc="105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70</a:t>
            </a:r>
            <a:endParaRPr sz="6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94530D6-FC1A-408D-4688-4ECB1343A38B}"/>
                  </a:ext>
                </a:extLst>
              </p14:cNvPr>
              <p14:cNvContentPartPr/>
              <p14:nvPr/>
            </p14:nvContentPartPr>
            <p14:xfrm>
              <a:off x="1236240" y="598680"/>
              <a:ext cx="3367800" cy="20070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94530D6-FC1A-408D-4688-4ECB1343A3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26880" y="589320"/>
                <a:ext cx="3386520" cy="2025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MT with RNN based encoder-decoder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62" y="613410"/>
            <a:ext cx="4528960" cy="241692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61B107F-3FC1-FAB9-5F24-8C7287947126}"/>
                  </a:ext>
                </a:extLst>
              </p14:cNvPr>
              <p14:cNvContentPartPr/>
              <p14:nvPr/>
            </p14:nvContentPartPr>
            <p14:xfrm>
              <a:off x="161640" y="114840"/>
              <a:ext cx="4657680" cy="2505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61B107F-3FC1-FAB9-5F24-8C72879471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280" y="105480"/>
                <a:ext cx="4676400" cy="252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5670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1b601b1990_0_75"/>
          <p:cNvSpPr txBox="1">
            <a:spLocks noGrp="1"/>
          </p:cNvSpPr>
          <p:nvPr>
            <p:ph idx="1"/>
          </p:nvPr>
        </p:nvSpPr>
        <p:spPr>
          <a:xfrm>
            <a:off x="101954" y="367073"/>
            <a:ext cx="5189220" cy="2140403"/>
          </a:xfrm>
          <a:prstGeom prst="rect">
            <a:avLst/>
          </a:prstGeom>
        </p:spPr>
        <p:txBody>
          <a:bodyPr spcFirstLastPara="1" wrap="square" lIns="43236" tIns="21612" rIns="43236" bIns="21612" anchor="t" anchorCtr="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473"/>
              </a:spcBef>
            </a:pPr>
            <a:r>
              <a:rPr lang="en-US" sz="1088" b="1" dirty="0">
                <a:highlight>
                  <a:srgbClr val="FFFF00"/>
                </a:highlight>
              </a:rPr>
              <a:t>Encoder - Decoder for Language Translation</a:t>
            </a:r>
            <a:endParaRPr sz="1088" b="1" dirty="0">
              <a:highlight>
                <a:srgbClr val="FFFF00"/>
              </a:highlight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158728" y="794"/>
            <a:ext cx="3988012" cy="54054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Encoder - Decoder using RNN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50" name="Google Shape;250;g21b601b1990_0_75"/>
          <p:cNvSpPr txBox="1">
            <a:spLocks noGrp="1"/>
          </p:cNvSpPr>
          <p:nvPr>
            <p:ph type="sldNum" idx="4294967295"/>
          </p:nvPr>
        </p:nvSpPr>
        <p:spPr>
          <a:xfrm>
            <a:off x="4468495" y="3006818"/>
            <a:ext cx="1297305" cy="172674"/>
          </a:xfrm>
          <a:prstGeom prst="rect">
            <a:avLst/>
          </a:prstGeom>
        </p:spPr>
        <p:txBody>
          <a:bodyPr spcFirstLastPara="1" wrap="square" lIns="43236" tIns="21612" rIns="43236" bIns="21612" anchor="ctr" anchorCtr="0">
            <a:noAutofit/>
          </a:bodyPr>
          <a:lstStyle/>
          <a:p>
            <a:pPr algn="r" rtl="0"/>
            <a:fld id="{00000000-1234-1234-1234-123412341234}" type="slidenum">
              <a:rPr lang="en-US"/>
              <a:pPr algn="r" rtl="0"/>
              <a:t>8</a:t>
            </a:fld>
            <a:endParaRPr/>
          </a:p>
        </p:txBody>
      </p:sp>
      <p:pic>
        <p:nvPicPr>
          <p:cNvPr id="252" name="Google Shape;252;g21b601b1990_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139" y="640487"/>
            <a:ext cx="4108848" cy="191216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4378496" y="734131"/>
            <a:ext cx="1314156" cy="1693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2157" indent="-162157">
              <a:buFont typeface="Arial" panose="020B0604020202020204" pitchFamily="34" charset="0"/>
              <a:buChar char="•"/>
            </a:pP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</a:rPr>
              <a:t>Encoder generates a contextualized representation of the input (last state)</a:t>
            </a:r>
          </a:p>
          <a:p>
            <a:pPr marL="162157" indent="-162157">
              <a:buFont typeface="Arial" panose="020B0604020202020204" pitchFamily="34" charset="0"/>
              <a:buChar char="•"/>
            </a:pP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</a:rPr>
              <a:t>Decoder takes that state and </a:t>
            </a:r>
            <a:r>
              <a:rPr lang="en-US" sz="946" u="sng" dirty="0">
                <a:latin typeface="Cambria" panose="02040503050406030204" pitchFamily="18" charset="0"/>
                <a:ea typeface="Cambria" panose="02040503050406030204" pitchFamily="18" charset="0"/>
              </a:rPr>
              <a:t>autoregressively</a:t>
            </a: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</a:rPr>
              <a:t> generates a sequence of outputs</a:t>
            </a:r>
            <a:endParaRPr lang="en-CA" sz="94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872056" y="1711171"/>
            <a:ext cx="2715984" cy="1340827"/>
            <a:chOff x="3342609" y="3678410"/>
            <a:chExt cx="5743049" cy="2835228"/>
          </a:xfrm>
        </p:grpSpPr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A2E78D14-BB14-497E-AE14-238A6A775EDE}"/>
                </a:ext>
              </a:extLst>
            </p:cNvPr>
            <p:cNvSpPr txBox="1">
              <a:spLocks/>
            </p:cNvSpPr>
            <p:nvPr/>
          </p:nvSpPr>
          <p:spPr>
            <a:xfrm>
              <a:off x="3342609" y="5571881"/>
              <a:ext cx="5743049" cy="94175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vert="horz" lIns="43244" tIns="21622" rIns="43244" bIns="21622" rtlCol="0"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324" dirty="0"/>
                <a:t>word generated at each time step is conditioned on word from previous </a:t>
              </a:r>
              <a:r>
                <a:rPr lang="en-CA" sz="1324" dirty="0"/>
                <a:t>step.</a:t>
              </a:r>
              <a:endParaRPr lang="en-CA" sz="1324" dirty="0">
                <a:solidFill>
                  <a:schemeClr val="accent2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4D35606-74F6-45C6-9AA2-384425F76931}"/>
                </a:ext>
              </a:extLst>
            </p:cNvPr>
            <p:cNvCxnSpPr/>
            <p:nvPr/>
          </p:nvCxnSpPr>
          <p:spPr>
            <a:xfrm flipH="1">
              <a:off x="5977720" y="3678410"/>
              <a:ext cx="1077265" cy="189347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B8128D-A721-0EDA-0617-85D86E1D94BF}"/>
                  </a:ext>
                </a:extLst>
              </p14:cNvPr>
              <p14:cNvContentPartPr/>
              <p14:nvPr/>
            </p14:nvContentPartPr>
            <p14:xfrm>
              <a:off x="377280" y="621360"/>
              <a:ext cx="5110200" cy="2425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B8128D-A721-0EDA-0617-85D86E1D94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7920" y="612000"/>
                <a:ext cx="5128920" cy="244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7394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1b601b1990_0_8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43236" tIns="21612" rIns="43236" bIns="21612" anchor="t" anchorCtr="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473"/>
              </a:spcBef>
            </a:pPr>
            <a:r>
              <a:rPr lang="en-US" sz="1088" b="1" dirty="0">
                <a:highlight>
                  <a:srgbClr val="FFFF00"/>
                </a:highlight>
              </a:rPr>
              <a:t>Encoder - Decoder for Language Translation</a:t>
            </a:r>
            <a:endParaRPr sz="1088" b="1" dirty="0">
              <a:highlight>
                <a:srgbClr val="FFFF00"/>
              </a:highlight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Encoder - Decoder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59" name="Google Shape;259;g21b601b1990_0_87"/>
          <p:cNvSpPr txBox="1">
            <a:spLocks noGrp="1"/>
          </p:cNvSpPr>
          <p:nvPr>
            <p:ph type="sldNum" idx="4294967295"/>
          </p:nvPr>
        </p:nvSpPr>
        <p:spPr>
          <a:xfrm>
            <a:off x="4468495" y="3006818"/>
            <a:ext cx="1297305" cy="172674"/>
          </a:xfrm>
          <a:prstGeom prst="rect">
            <a:avLst/>
          </a:prstGeom>
        </p:spPr>
        <p:txBody>
          <a:bodyPr spcFirstLastPara="1" wrap="square" lIns="43236" tIns="21612" rIns="43236" bIns="21612" anchor="ctr" anchorCtr="0">
            <a:noAutofit/>
          </a:bodyPr>
          <a:lstStyle/>
          <a:p>
            <a:pPr algn="r" rtl="0"/>
            <a:fld id="{00000000-1234-1234-1234-123412341234}" type="slidenum">
              <a:rPr lang="en-US"/>
              <a:pPr algn="r" rtl="0"/>
              <a:t>9</a:t>
            </a:fld>
            <a:endParaRPr/>
          </a:p>
        </p:txBody>
      </p:sp>
      <p:pic>
        <p:nvPicPr>
          <p:cNvPr id="261" name="Google Shape;261;g21b601b1990_0_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6" y="1142474"/>
            <a:ext cx="5371848" cy="2101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21b601b1990_0_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4192" y="210444"/>
            <a:ext cx="1334157" cy="99362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288D703-C537-2CE6-E4A5-67D8D4FA539B}"/>
                  </a:ext>
                </a:extLst>
              </p14:cNvPr>
              <p14:cNvContentPartPr/>
              <p14:nvPr/>
            </p14:nvContentPartPr>
            <p14:xfrm>
              <a:off x="2011320" y="83880"/>
              <a:ext cx="3699000" cy="2951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288D703-C537-2CE6-E4A5-67D8D4FA539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01960" y="74520"/>
                <a:ext cx="3717720" cy="297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3696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Encoder - Decoder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69" name="Google Shape;269;g21b601b1990_0_96"/>
          <p:cNvSpPr txBox="1">
            <a:spLocks noGrp="1"/>
          </p:cNvSpPr>
          <p:nvPr>
            <p:ph type="sldNum" idx="4294967295"/>
          </p:nvPr>
        </p:nvSpPr>
        <p:spPr>
          <a:xfrm>
            <a:off x="4468495" y="3006818"/>
            <a:ext cx="1297305" cy="172674"/>
          </a:xfrm>
          <a:prstGeom prst="rect">
            <a:avLst/>
          </a:prstGeom>
        </p:spPr>
        <p:txBody>
          <a:bodyPr spcFirstLastPara="1" wrap="square" lIns="43236" tIns="21612" rIns="43236" bIns="21612" anchor="ctr" anchorCtr="0">
            <a:noAutofit/>
          </a:bodyPr>
          <a:lstStyle/>
          <a:p>
            <a:pPr algn="r" rtl="0">
              <a:buClr>
                <a:srgbClr val="000000"/>
              </a:buClr>
              <a:buSzPts val="900"/>
            </a:pPr>
            <a:fld id="{00000000-1234-1234-1234-123412341234}" type="slidenum">
              <a:rPr lang="en-US"/>
              <a:pPr algn="r" rtl="0">
                <a:buClr>
                  <a:srgbClr val="000000"/>
                </a:buClr>
                <a:buSzPts val="900"/>
              </a:pPr>
              <a:t>10</a:t>
            </a:fld>
            <a:endParaRPr/>
          </a:p>
        </p:txBody>
      </p:sp>
      <p:pic>
        <p:nvPicPr>
          <p:cNvPr id="271" name="Google Shape;271;g21b601b1990_0_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089" y="641797"/>
            <a:ext cx="5028618" cy="253769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548384" y="735548"/>
            <a:ext cx="1095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473"/>
              </a:spcBef>
            </a:pPr>
            <a:r>
              <a:rPr lang="en-US" b="1" u="sng" dirty="0">
                <a:highlight>
                  <a:srgbClr val="FCE5CD"/>
                </a:highlight>
              </a:rPr>
              <a:t>Training</a:t>
            </a:r>
            <a:endParaRPr lang="en-US" u="sng" dirty="0">
              <a:highlight>
                <a:srgbClr val="FCE5CD"/>
              </a:highligh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DCAB676-7E91-28BF-BE46-69171F0E1623}"/>
                  </a:ext>
                </a:extLst>
              </p14:cNvPr>
              <p14:cNvContentPartPr/>
              <p14:nvPr/>
            </p14:nvContentPartPr>
            <p14:xfrm>
              <a:off x="1080" y="333000"/>
              <a:ext cx="5728320" cy="2783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DCAB676-7E91-28BF-BE46-69171F0E16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8280" y="323640"/>
                <a:ext cx="5747040" cy="280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2942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35" dirty="0">
                <a:solidFill>
                  <a:srgbClr val="FFFFFF"/>
                </a:solidFill>
              </a:rPr>
              <a:t>H</a:t>
            </a:r>
            <a:r>
              <a:rPr cap="small" spc="235" dirty="0">
                <a:solidFill>
                  <a:srgbClr val="FFFFFF"/>
                </a:solidFill>
              </a:rPr>
              <a:t>ow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65" dirty="0">
                <a:solidFill>
                  <a:srgbClr val="FFFFFF"/>
                </a:solidFill>
              </a:rPr>
              <a:t>E</a:t>
            </a:r>
            <a:r>
              <a:rPr cap="small" spc="265" dirty="0">
                <a:solidFill>
                  <a:srgbClr val="FFFFFF"/>
                </a:solidFill>
              </a:rPr>
              <a:t>ncoder</a:t>
            </a:r>
            <a:r>
              <a:rPr spc="265" dirty="0">
                <a:solidFill>
                  <a:srgbClr val="FFFFFF"/>
                </a:solidFill>
              </a:rPr>
              <a:t>-</a:t>
            </a:r>
            <a:r>
              <a:rPr spc="275" dirty="0">
                <a:solidFill>
                  <a:srgbClr val="FFFFFF"/>
                </a:solidFill>
              </a:rPr>
              <a:t>D</a:t>
            </a:r>
            <a:r>
              <a:rPr cap="small" spc="275" dirty="0">
                <a:solidFill>
                  <a:srgbClr val="FFFFFF"/>
                </a:solidFill>
              </a:rPr>
              <a:t>ecoder</a:t>
            </a:r>
            <a:r>
              <a:rPr spc="285" dirty="0">
                <a:solidFill>
                  <a:srgbClr val="FFFFFF"/>
                </a:solidFill>
              </a:rPr>
              <a:t> </a:t>
            </a:r>
            <a:r>
              <a:rPr spc="190" dirty="0">
                <a:solidFill>
                  <a:srgbClr val="FFFFFF"/>
                </a:solidFill>
              </a:rPr>
              <a:t>W</a:t>
            </a:r>
            <a:r>
              <a:rPr cap="small" spc="190" dirty="0">
                <a:solidFill>
                  <a:srgbClr val="FFFFFF"/>
                </a:solidFill>
              </a:rPr>
              <a:t>orks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702" y="542988"/>
            <a:ext cx="69291" cy="692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93826" y="443484"/>
            <a:ext cx="3728085" cy="111506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Phase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1:</a:t>
            </a:r>
            <a:r>
              <a:rPr sz="1050" spc="1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Encoding</a:t>
            </a:r>
            <a:endParaRPr sz="1050">
              <a:latin typeface="Arial MT"/>
              <a:cs typeface="Arial MT"/>
            </a:endParaRPr>
          </a:p>
          <a:p>
            <a:pPr marL="218440">
              <a:lnSpc>
                <a:spcPct val="100000"/>
              </a:lnSpc>
              <a:spcBef>
                <a:spcPts val="19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Process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input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sequence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with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RNN:</a:t>
            </a:r>
            <a:endParaRPr sz="950">
              <a:latin typeface="Arial MT"/>
              <a:cs typeface="Arial MT"/>
            </a:endParaRPr>
          </a:p>
          <a:p>
            <a:pPr marL="1438910" algn="ctr">
              <a:lnSpc>
                <a:spcPts val="1170"/>
              </a:lnSpc>
              <a:spcBef>
                <a:spcPts val="114"/>
              </a:spcBef>
            </a:pPr>
            <a:r>
              <a:rPr sz="1425" i="1" baseline="-26315" dirty="0">
                <a:latin typeface="Arial"/>
                <a:cs typeface="Arial"/>
              </a:rPr>
              <a:t>h</a:t>
            </a:r>
            <a:r>
              <a:rPr sz="700" dirty="0">
                <a:latin typeface="Arial MT"/>
                <a:cs typeface="Arial MT"/>
              </a:rPr>
              <a:t>enc</a:t>
            </a:r>
            <a:r>
              <a:rPr sz="700" spc="225" dirty="0">
                <a:latin typeface="Arial MT"/>
                <a:cs typeface="Arial MT"/>
              </a:rPr>
              <a:t> </a:t>
            </a:r>
            <a:r>
              <a:rPr sz="1650" baseline="-22727" dirty="0">
                <a:latin typeface="Tahoma"/>
                <a:cs typeface="Tahoma"/>
              </a:rPr>
              <a:t>=</a:t>
            </a:r>
            <a:r>
              <a:rPr sz="1650" spc="30" baseline="-22727" dirty="0">
                <a:latin typeface="Tahoma"/>
                <a:cs typeface="Tahoma"/>
              </a:rPr>
              <a:t> </a:t>
            </a:r>
            <a:r>
              <a:rPr sz="1650" i="1" spc="-120" baseline="-22727" dirty="0">
                <a:latin typeface="Verdana"/>
                <a:cs typeface="Verdana"/>
              </a:rPr>
              <a:t>φ</a:t>
            </a:r>
            <a:r>
              <a:rPr sz="1650" spc="-120" baseline="-22727" dirty="0">
                <a:latin typeface="Tahoma"/>
                <a:cs typeface="Tahoma"/>
              </a:rPr>
              <a:t>(</a:t>
            </a:r>
            <a:r>
              <a:rPr sz="1425" i="1" spc="-120" baseline="-26315" dirty="0">
                <a:latin typeface="Arial"/>
                <a:cs typeface="Arial"/>
              </a:rPr>
              <a:t>W</a:t>
            </a:r>
            <a:r>
              <a:rPr sz="1425" i="1" spc="-165" baseline="-26315" dirty="0">
                <a:latin typeface="Arial"/>
                <a:cs typeface="Arial"/>
              </a:rPr>
              <a:t> </a:t>
            </a:r>
            <a:r>
              <a:rPr sz="700" dirty="0">
                <a:latin typeface="Arial MT"/>
                <a:cs typeface="Arial MT"/>
              </a:rPr>
              <a:t>enc</a:t>
            </a:r>
            <a:r>
              <a:rPr sz="1425" i="1" baseline="-26315" dirty="0">
                <a:latin typeface="Arial"/>
                <a:cs typeface="Arial"/>
              </a:rPr>
              <a:t>h</a:t>
            </a:r>
            <a:r>
              <a:rPr sz="700" dirty="0">
                <a:latin typeface="Arial MT"/>
                <a:cs typeface="Arial MT"/>
              </a:rPr>
              <a:t>enc</a:t>
            </a:r>
            <a:r>
              <a:rPr sz="700" spc="335" dirty="0">
                <a:latin typeface="Arial MT"/>
                <a:cs typeface="Arial MT"/>
              </a:rPr>
              <a:t> </a:t>
            </a:r>
            <a:r>
              <a:rPr sz="1650" baseline="-22727" dirty="0">
                <a:latin typeface="Tahoma"/>
                <a:cs typeface="Tahoma"/>
              </a:rPr>
              <a:t>+</a:t>
            </a:r>
            <a:r>
              <a:rPr sz="1650" spc="-89" baseline="-22727" dirty="0">
                <a:latin typeface="Tahoma"/>
                <a:cs typeface="Tahoma"/>
              </a:rPr>
              <a:t> </a:t>
            </a:r>
            <a:r>
              <a:rPr sz="1425" i="1" baseline="-26315" dirty="0">
                <a:latin typeface="Arial"/>
                <a:cs typeface="Arial"/>
              </a:rPr>
              <a:t>W</a:t>
            </a:r>
            <a:r>
              <a:rPr sz="1425" i="1" spc="-157" baseline="-26315" dirty="0">
                <a:latin typeface="Arial"/>
                <a:cs typeface="Arial"/>
              </a:rPr>
              <a:t> </a:t>
            </a:r>
            <a:r>
              <a:rPr sz="700" dirty="0">
                <a:latin typeface="Arial MT"/>
                <a:cs typeface="Arial MT"/>
              </a:rPr>
              <a:t>enc</a:t>
            </a:r>
            <a:r>
              <a:rPr sz="1425" i="1" baseline="-26315" dirty="0">
                <a:latin typeface="Arial"/>
                <a:cs typeface="Arial"/>
              </a:rPr>
              <a:t>x</a:t>
            </a:r>
            <a:r>
              <a:rPr sz="1050" i="1" baseline="-47619" dirty="0">
                <a:latin typeface="Arial"/>
                <a:cs typeface="Arial"/>
              </a:rPr>
              <a:t>t</a:t>
            </a:r>
            <a:r>
              <a:rPr sz="1050" i="1" spc="352" baseline="-47619" dirty="0">
                <a:latin typeface="Arial"/>
                <a:cs typeface="Arial"/>
              </a:rPr>
              <a:t> </a:t>
            </a:r>
            <a:r>
              <a:rPr sz="1650" baseline="-22727" dirty="0">
                <a:latin typeface="Tahoma"/>
                <a:cs typeface="Tahoma"/>
              </a:rPr>
              <a:t>+</a:t>
            </a:r>
            <a:r>
              <a:rPr sz="1650" spc="-89" baseline="-22727" dirty="0">
                <a:latin typeface="Tahoma"/>
                <a:cs typeface="Tahoma"/>
              </a:rPr>
              <a:t> </a:t>
            </a:r>
            <a:r>
              <a:rPr sz="1425" i="1" spc="-30" baseline="-26315" dirty="0">
                <a:latin typeface="Arial"/>
                <a:cs typeface="Arial"/>
              </a:rPr>
              <a:t>b</a:t>
            </a:r>
            <a:r>
              <a:rPr sz="700" spc="-20" dirty="0">
                <a:latin typeface="Arial MT"/>
                <a:cs typeface="Arial MT"/>
              </a:rPr>
              <a:t>enc</a:t>
            </a:r>
            <a:r>
              <a:rPr sz="1650" spc="-30" baseline="-22727" dirty="0">
                <a:latin typeface="Tahoma"/>
                <a:cs typeface="Tahoma"/>
              </a:rPr>
              <a:t>)</a:t>
            </a:r>
            <a:endParaRPr sz="1650" baseline="-22727">
              <a:latin typeface="Tahoma"/>
              <a:cs typeface="Tahoma"/>
            </a:endParaRPr>
          </a:p>
          <a:p>
            <a:pPr marL="1609725">
              <a:lnSpc>
                <a:spcPts val="810"/>
              </a:lnSpc>
              <a:tabLst>
                <a:tab pos="2203450" algn="l"/>
                <a:tab pos="2443480" algn="l"/>
                <a:tab pos="2904490" algn="l"/>
                <a:tab pos="3415665" algn="l"/>
              </a:tabLst>
            </a:pPr>
            <a:r>
              <a:rPr sz="700" i="1" spc="-50" dirty="0">
                <a:latin typeface="Arial"/>
                <a:cs typeface="Arial"/>
              </a:rPr>
              <a:t>t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25" dirty="0">
                <a:latin typeface="Arial"/>
                <a:cs typeface="Arial"/>
              </a:rPr>
              <a:t>hh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10" dirty="0">
                <a:latin typeface="Arial"/>
                <a:cs typeface="Arial"/>
              </a:rPr>
              <a:t>t</a:t>
            </a:r>
            <a:r>
              <a:rPr sz="700" i="1" spc="-120" dirty="0">
                <a:latin typeface="Arial"/>
                <a:cs typeface="Arial"/>
              </a:rPr>
              <a:t> </a:t>
            </a:r>
            <a:r>
              <a:rPr sz="800" spc="-150" dirty="0">
                <a:latin typeface="Cambria"/>
                <a:cs typeface="Cambria"/>
              </a:rPr>
              <a:t>—</a:t>
            </a:r>
            <a:r>
              <a:rPr sz="700" spc="-50" dirty="0">
                <a:latin typeface="Arial MT"/>
                <a:cs typeface="Arial MT"/>
              </a:rPr>
              <a:t>1</a:t>
            </a:r>
            <a:r>
              <a:rPr sz="700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hx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h</a:t>
            </a:r>
            <a:endParaRPr sz="700">
              <a:latin typeface="Arial"/>
              <a:cs typeface="Arial"/>
            </a:endParaRPr>
          </a:p>
          <a:p>
            <a:pPr marL="218440">
              <a:lnSpc>
                <a:spcPct val="100000"/>
              </a:lnSpc>
              <a:spcBef>
                <a:spcPts val="47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9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Extract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context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from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final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hidden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state:</a:t>
            </a:r>
            <a:endParaRPr sz="950">
              <a:latin typeface="Arial MT"/>
              <a:cs typeface="Arial MT"/>
            </a:endParaRPr>
          </a:p>
          <a:p>
            <a:pPr marL="1432560" algn="ctr">
              <a:lnSpc>
                <a:spcPts val="1220"/>
              </a:lnSpc>
              <a:spcBef>
                <a:spcPts val="110"/>
              </a:spcBef>
            </a:pPr>
            <a:r>
              <a:rPr sz="1425" b="1" baseline="-26315" dirty="0">
                <a:latin typeface="Arial"/>
                <a:cs typeface="Arial"/>
              </a:rPr>
              <a:t>c</a:t>
            </a:r>
            <a:r>
              <a:rPr sz="1425" b="1" spc="89" baseline="-26315" dirty="0">
                <a:latin typeface="Arial"/>
                <a:cs typeface="Arial"/>
              </a:rPr>
              <a:t> </a:t>
            </a:r>
            <a:r>
              <a:rPr sz="1650" baseline="-22727" dirty="0">
                <a:latin typeface="Tahoma"/>
                <a:cs typeface="Tahoma"/>
              </a:rPr>
              <a:t>=</a:t>
            </a:r>
            <a:r>
              <a:rPr sz="1650" spc="-15" baseline="-22727" dirty="0">
                <a:latin typeface="Tahoma"/>
                <a:cs typeface="Tahoma"/>
              </a:rPr>
              <a:t> </a:t>
            </a:r>
            <a:r>
              <a:rPr sz="1425" i="1" spc="-30" baseline="-26315" dirty="0">
                <a:latin typeface="Arial"/>
                <a:cs typeface="Arial"/>
              </a:rPr>
              <a:t>h</a:t>
            </a:r>
            <a:r>
              <a:rPr sz="700" spc="-20" dirty="0">
                <a:latin typeface="Arial MT"/>
                <a:cs typeface="Arial MT"/>
              </a:rPr>
              <a:t>enc</a:t>
            </a:r>
            <a:endParaRPr sz="700">
              <a:latin typeface="Arial MT"/>
              <a:cs typeface="Arial MT"/>
            </a:endParaRPr>
          </a:p>
          <a:p>
            <a:pPr marR="996950" algn="r">
              <a:lnSpc>
                <a:spcPts val="740"/>
              </a:lnSpc>
            </a:pPr>
            <a:r>
              <a:rPr sz="700" i="1" spc="-50" dirty="0"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3702" y="1656410"/>
            <a:ext cx="69291" cy="6929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19226" y="1556918"/>
            <a:ext cx="2031364" cy="38163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Phase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2:</a:t>
            </a:r>
            <a:r>
              <a:rPr sz="1050" spc="1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Decoding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19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8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Initialize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decoder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with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context: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99930" y="1863939"/>
            <a:ext cx="554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425" i="1" baseline="-26315" dirty="0">
                <a:latin typeface="Arial"/>
                <a:cs typeface="Arial"/>
              </a:rPr>
              <a:t>h</a:t>
            </a:r>
            <a:r>
              <a:rPr sz="700" dirty="0">
                <a:latin typeface="Arial MT"/>
                <a:cs typeface="Arial MT"/>
              </a:rPr>
              <a:t>dec</a:t>
            </a:r>
            <a:r>
              <a:rPr sz="700" spc="210" dirty="0">
                <a:latin typeface="Arial MT"/>
                <a:cs typeface="Arial MT"/>
              </a:rPr>
              <a:t> </a:t>
            </a:r>
            <a:r>
              <a:rPr sz="1650" baseline="-22727" dirty="0">
                <a:latin typeface="Tahoma"/>
                <a:cs typeface="Tahoma"/>
              </a:rPr>
              <a:t>= </a:t>
            </a:r>
            <a:r>
              <a:rPr sz="1425" b="1" spc="-75" baseline="-26315" dirty="0">
                <a:latin typeface="Arial"/>
                <a:cs typeface="Arial"/>
              </a:rPr>
              <a:t>c</a:t>
            </a:r>
            <a:endParaRPr sz="1425" baseline="-26315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4445" y="1974203"/>
            <a:ext cx="2666365" cy="3524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R="374650" algn="r">
              <a:lnSpc>
                <a:spcPct val="100000"/>
              </a:lnSpc>
              <a:spcBef>
                <a:spcPts val="340"/>
              </a:spcBef>
            </a:pPr>
            <a:r>
              <a:rPr sz="700" spc="-50" dirty="0">
                <a:latin typeface="Arial MT"/>
                <a:cs typeface="Arial MT"/>
              </a:rPr>
              <a:t>0</a:t>
            </a:r>
            <a:endParaRPr sz="7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4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Generate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output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sequence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autoregressively: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9045" y="2315627"/>
            <a:ext cx="3589654" cy="481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17625">
              <a:lnSpc>
                <a:spcPts val="1170"/>
              </a:lnSpc>
              <a:spcBef>
                <a:spcPts val="90"/>
              </a:spcBef>
            </a:pPr>
            <a:r>
              <a:rPr sz="1425" i="1" baseline="-26315" dirty="0">
                <a:latin typeface="Arial"/>
                <a:cs typeface="Arial"/>
              </a:rPr>
              <a:t>h</a:t>
            </a:r>
            <a:r>
              <a:rPr sz="700" dirty="0">
                <a:latin typeface="Arial MT"/>
                <a:cs typeface="Arial MT"/>
              </a:rPr>
              <a:t>dec</a:t>
            </a:r>
            <a:r>
              <a:rPr sz="700" spc="225" dirty="0">
                <a:latin typeface="Arial MT"/>
                <a:cs typeface="Arial MT"/>
              </a:rPr>
              <a:t> </a:t>
            </a:r>
            <a:r>
              <a:rPr sz="1650" baseline="-22727" dirty="0">
                <a:latin typeface="Tahoma"/>
                <a:cs typeface="Tahoma"/>
              </a:rPr>
              <a:t>=</a:t>
            </a:r>
            <a:r>
              <a:rPr sz="1650" spc="30" baseline="-22727" dirty="0">
                <a:latin typeface="Tahoma"/>
                <a:cs typeface="Tahoma"/>
              </a:rPr>
              <a:t> </a:t>
            </a:r>
            <a:r>
              <a:rPr sz="1650" i="1" spc="-120" baseline="-22727" dirty="0">
                <a:latin typeface="Verdana"/>
                <a:cs typeface="Verdana"/>
              </a:rPr>
              <a:t>φ</a:t>
            </a:r>
            <a:r>
              <a:rPr sz="1650" spc="-120" baseline="-22727" dirty="0">
                <a:latin typeface="Tahoma"/>
                <a:cs typeface="Tahoma"/>
              </a:rPr>
              <a:t>(</a:t>
            </a:r>
            <a:r>
              <a:rPr sz="1425" i="1" spc="-120" baseline="-26315" dirty="0">
                <a:latin typeface="Arial"/>
                <a:cs typeface="Arial"/>
              </a:rPr>
              <a:t>W</a:t>
            </a:r>
            <a:r>
              <a:rPr sz="1425" i="1" spc="-157" baseline="-26315" dirty="0">
                <a:latin typeface="Arial"/>
                <a:cs typeface="Arial"/>
              </a:rPr>
              <a:t> </a:t>
            </a:r>
            <a:r>
              <a:rPr sz="700" dirty="0">
                <a:latin typeface="Arial MT"/>
                <a:cs typeface="Arial MT"/>
              </a:rPr>
              <a:t>dec</a:t>
            </a:r>
            <a:r>
              <a:rPr sz="1425" i="1" baseline="-26315" dirty="0">
                <a:latin typeface="Arial"/>
                <a:cs typeface="Arial"/>
              </a:rPr>
              <a:t>h</a:t>
            </a:r>
            <a:r>
              <a:rPr sz="700" dirty="0">
                <a:latin typeface="Arial MT"/>
                <a:cs typeface="Arial MT"/>
              </a:rPr>
              <a:t>dec</a:t>
            </a:r>
            <a:r>
              <a:rPr sz="700" spc="340" dirty="0">
                <a:latin typeface="Arial MT"/>
                <a:cs typeface="Arial MT"/>
              </a:rPr>
              <a:t> </a:t>
            </a:r>
            <a:r>
              <a:rPr sz="1650" baseline="-22727" dirty="0">
                <a:latin typeface="Tahoma"/>
                <a:cs typeface="Tahoma"/>
              </a:rPr>
              <a:t>+</a:t>
            </a:r>
            <a:r>
              <a:rPr sz="1650" spc="-89" baseline="-22727" dirty="0">
                <a:latin typeface="Tahoma"/>
                <a:cs typeface="Tahoma"/>
              </a:rPr>
              <a:t> </a:t>
            </a:r>
            <a:r>
              <a:rPr sz="1425" i="1" baseline="-26315" dirty="0">
                <a:latin typeface="Arial"/>
                <a:cs typeface="Arial"/>
              </a:rPr>
              <a:t>W</a:t>
            </a:r>
            <a:r>
              <a:rPr sz="1425" i="1" spc="-157" baseline="-26315" dirty="0">
                <a:latin typeface="Arial"/>
                <a:cs typeface="Arial"/>
              </a:rPr>
              <a:t> </a:t>
            </a:r>
            <a:r>
              <a:rPr sz="700" dirty="0">
                <a:latin typeface="Arial MT"/>
                <a:cs typeface="Arial MT"/>
              </a:rPr>
              <a:t>dec</a:t>
            </a:r>
            <a:r>
              <a:rPr sz="1425" i="1" baseline="-26315" dirty="0">
                <a:latin typeface="Arial"/>
                <a:cs typeface="Arial"/>
              </a:rPr>
              <a:t>y</a:t>
            </a:r>
            <a:r>
              <a:rPr sz="1050" i="1" baseline="-47619" dirty="0">
                <a:latin typeface="Arial"/>
                <a:cs typeface="Arial"/>
              </a:rPr>
              <a:t>t</a:t>
            </a:r>
            <a:r>
              <a:rPr sz="1050" i="1" spc="-172" baseline="-47619" dirty="0">
                <a:latin typeface="Arial"/>
                <a:cs typeface="Arial"/>
              </a:rPr>
              <a:t> </a:t>
            </a:r>
            <a:r>
              <a:rPr sz="1200" spc="-225" baseline="-41666" dirty="0">
                <a:latin typeface="Cambria"/>
                <a:cs typeface="Cambria"/>
              </a:rPr>
              <a:t>—</a:t>
            </a:r>
            <a:r>
              <a:rPr sz="1050" baseline="-47619" dirty="0">
                <a:latin typeface="Arial MT"/>
                <a:cs typeface="Arial MT"/>
              </a:rPr>
              <a:t>1</a:t>
            </a:r>
            <a:r>
              <a:rPr sz="1050" spc="232" baseline="-47619" dirty="0">
                <a:latin typeface="Arial MT"/>
                <a:cs typeface="Arial MT"/>
              </a:rPr>
              <a:t> </a:t>
            </a:r>
            <a:r>
              <a:rPr sz="1650" baseline="-22727" dirty="0">
                <a:latin typeface="Tahoma"/>
                <a:cs typeface="Tahoma"/>
              </a:rPr>
              <a:t>+</a:t>
            </a:r>
            <a:r>
              <a:rPr sz="1650" spc="-82" baseline="-22727" dirty="0">
                <a:latin typeface="Tahoma"/>
                <a:cs typeface="Tahoma"/>
              </a:rPr>
              <a:t> </a:t>
            </a:r>
            <a:r>
              <a:rPr sz="1425" i="1" spc="-30" baseline="-26315" dirty="0">
                <a:latin typeface="Arial"/>
                <a:cs typeface="Arial"/>
              </a:rPr>
              <a:t>b</a:t>
            </a:r>
            <a:r>
              <a:rPr sz="700" spc="-20" dirty="0">
                <a:latin typeface="Arial MT"/>
                <a:cs typeface="Arial MT"/>
              </a:rPr>
              <a:t>dec</a:t>
            </a:r>
            <a:r>
              <a:rPr sz="1650" spc="-30" baseline="-22727" dirty="0">
                <a:latin typeface="Tahoma"/>
                <a:cs typeface="Tahoma"/>
              </a:rPr>
              <a:t>)</a:t>
            </a:r>
            <a:endParaRPr sz="1650" baseline="-22727">
              <a:latin typeface="Tahoma"/>
              <a:cs typeface="Tahoma"/>
            </a:endParaRPr>
          </a:p>
          <a:p>
            <a:pPr marL="1387475">
              <a:lnSpc>
                <a:spcPts val="810"/>
              </a:lnSpc>
              <a:tabLst>
                <a:tab pos="1981200" algn="l"/>
                <a:tab pos="2220595" algn="l"/>
                <a:tab pos="2682240" algn="l"/>
                <a:tab pos="3327400" algn="l"/>
              </a:tabLst>
            </a:pPr>
            <a:r>
              <a:rPr sz="700" i="1" spc="-50" dirty="0">
                <a:latin typeface="Arial"/>
                <a:cs typeface="Arial"/>
              </a:rPr>
              <a:t>t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25" dirty="0">
                <a:latin typeface="Arial"/>
                <a:cs typeface="Arial"/>
              </a:rPr>
              <a:t>hh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10" dirty="0">
                <a:latin typeface="Arial"/>
                <a:cs typeface="Arial"/>
              </a:rPr>
              <a:t>t</a:t>
            </a:r>
            <a:r>
              <a:rPr sz="700" i="1" spc="-120" dirty="0">
                <a:latin typeface="Arial"/>
                <a:cs typeface="Arial"/>
              </a:rPr>
              <a:t> </a:t>
            </a:r>
            <a:r>
              <a:rPr sz="800" spc="-150" dirty="0">
                <a:latin typeface="Cambria"/>
                <a:cs typeface="Cambria"/>
              </a:rPr>
              <a:t>—</a:t>
            </a:r>
            <a:r>
              <a:rPr sz="700" spc="-50" dirty="0">
                <a:latin typeface="Arial MT"/>
                <a:cs typeface="Arial MT"/>
              </a:rPr>
              <a:t>1</a:t>
            </a:r>
            <a:r>
              <a:rPr sz="700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hy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h</a:t>
            </a:r>
            <a:endParaRPr sz="7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47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9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Output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probability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distribution: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29624" y="2901618"/>
            <a:ext cx="2755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t</a:t>
            </a:r>
            <a:r>
              <a:rPr sz="700" i="1" spc="265" dirty="0">
                <a:latin typeface="Arial"/>
                <a:cs typeface="Arial"/>
              </a:rPr>
              <a:t>  </a:t>
            </a:r>
            <a:r>
              <a:rPr sz="800" i="1" spc="-25" dirty="0">
                <a:latin typeface="Verdana"/>
                <a:cs typeface="Verdana"/>
              </a:rPr>
              <a:t>&lt;</a:t>
            </a:r>
            <a:r>
              <a:rPr sz="700" i="1" spc="-25" dirty="0"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21509" y="2843515"/>
            <a:ext cx="13042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i="1" dirty="0">
                <a:latin typeface="Arial"/>
                <a:cs typeface="Arial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950" i="1" dirty="0">
                <a:latin typeface="Arial"/>
                <a:cs typeface="Arial"/>
              </a:rPr>
              <a:t>y</a:t>
            </a:r>
            <a:r>
              <a:rPr sz="950" i="1" spc="55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|</a:t>
            </a:r>
            <a:r>
              <a:rPr sz="950" i="1" dirty="0">
                <a:latin typeface="Arial"/>
                <a:cs typeface="Arial"/>
              </a:rPr>
              <a:t>y</a:t>
            </a:r>
            <a:r>
              <a:rPr sz="950" i="1" spc="240" dirty="0">
                <a:latin typeface="Arial"/>
                <a:cs typeface="Arial"/>
              </a:rPr>
              <a:t>  </a:t>
            </a: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950" b="1" dirty="0">
                <a:latin typeface="Arial"/>
                <a:cs typeface="Arial"/>
              </a:rPr>
              <a:t>c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950" spc="-10" dirty="0">
                <a:latin typeface="Arial MT"/>
                <a:cs typeface="Arial MT"/>
              </a:rPr>
              <a:t>softmax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02430" y="2833749"/>
            <a:ext cx="17272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25" dirty="0">
                <a:latin typeface="Arial MT"/>
                <a:cs typeface="Arial MT"/>
              </a:rPr>
              <a:t>dec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00373" y="2925215"/>
            <a:ext cx="508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spc="-50" dirty="0"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71430" y="2911740"/>
            <a:ext cx="59944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35305" algn="l"/>
              </a:tabLst>
            </a:pPr>
            <a:r>
              <a:rPr sz="700" i="1" spc="-50" dirty="0">
                <a:latin typeface="Arial"/>
                <a:cs typeface="Arial"/>
              </a:rPr>
              <a:t>o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o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99840" y="2843515"/>
            <a:ext cx="8337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99109" algn="l"/>
              </a:tabLst>
            </a:pPr>
            <a:r>
              <a:rPr sz="1100" dirty="0">
                <a:latin typeface="Tahoma"/>
                <a:cs typeface="Tahoma"/>
              </a:rPr>
              <a:t>(</a:t>
            </a:r>
            <a:r>
              <a:rPr sz="950" i="1" dirty="0">
                <a:latin typeface="Arial"/>
                <a:cs typeface="Arial"/>
              </a:rPr>
              <a:t>W</a:t>
            </a:r>
            <a:r>
              <a:rPr sz="950" i="1" spc="210" dirty="0">
                <a:latin typeface="Arial"/>
                <a:cs typeface="Arial"/>
              </a:rPr>
              <a:t> </a:t>
            </a:r>
            <a:r>
              <a:rPr sz="950" i="1" spc="-50" dirty="0">
                <a:latin typeface="Arial"/>
                <a:cs typeface="Arial"/>
              </a:rPr>
              <a:t>h</a:t>
            </a:r>
            <a:r>
              <a:rPr sz="95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950" i="1" dirty="0">
                <a:latin typeface="Arial"/>
                <a:cs typeface="Arial"/>
              </a:rPr>
              <a:t>b</a:t>
            </a:r>
            <a:r>
              <a:rPr sz="950" i="1" spc="24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4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4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4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4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4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4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055">
              <a:lnSpc>
                <a:spcPts val="670"/>
              </a:lnSpc>
            </a:pPr>
            <a:fld id="{81D60167-4931-47E6-BA6A-407CBD079E47}" type="slidenum">
              <a:rPr dirty="0"/>
              <a:t>11</a:t>
            </a:fld>
            <a:r>
              <a:rPr spc="95" dirty="0"/>
              <a:t> </a:t>
            </a:r>
            <a:r>
              <a:rPr spc="90" dirty="0"/>
              <a:t>/</a:t>
            </a:r>
            <a:r>
              <a:rPr spc="105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229" dirty="0">
                <a:solidFill>
                  <a:srgbClr val="FFFFFF"/>
                </a:solidFill>
              </a:rPr>
              <a:t>E</a:t>
            </a:r>
            <a:r>
              <a:rPr sz="1400" cap="small" spc="229" dirty="0">
                <a:solidFill>
                  <a:srgbClr val="FFFFFF"/>
                </a:solidFill>
              </a:rPr>
              <a:t>xample</a:t>
            </a:r>
            <a:r>
              <a:rPr sz="1400" spc="229" dirty="0">
                <a:solidFill>
                  <a:srgbClr val="FFFFFF"/>
                </a:solidFill>
              </a:rPr>
              <a:t>:</a:t>
            </a:r>
            <a:r>
              <a:rPr sz="1400" spc="405" dirty="0">
                <a:solidFill>
                  <a:srgbClr val="FFFFFF"/>
                </a:solidFill>
              </a:rPr>
              <a:t> </a:t>
            </a:r>
            <a:r>
              <a:rPr sz="1400" spc="204" dirty="0">
                <a:solidFill>
                  <a:srgbClr val="FFFFFF"/>
                </a:solidFill>
              </a:rPr>
              <a:t>Q</a:t>
            </a:r>
            <a:r>
              <a:rPr sz="1400" cap="small" spc="204" dirty="0">
                <a:solidFill>
                  <a:srgbClr val="FFFFFF"/>
                </a:solidFill>
              </a:rPr>
              <a:t>uestion</a:t>
            </a:r>
            <a:r>
              <a:rPr sz="1400" spc="235" dirty="0">
                <a:solidFill>
                  <a:srgbClr val="FFFFFF"/>
                </a:solidFill>
              </a:rPr>
              <a:t> </a:t>
            </a:r>
            <a:r>
              <a:rPr sz="1400" spc="215" dirty="0">
                <a:solidFill>
                  <a:srgbClr val="FFFFFF"/>
                </a:solidFill>
              </a:rPr>
              <a:t>A</a:t>
            </a:r>
            <a:r>
              <a:rPr sz="1400" cap="small" spc="215" dirty="0">
                <a:solidFill>
                  <a:srgbClr val="FFFFFF"/>
                </a:solidFill>
              </a:rPr>
              <a:t>nswering</a:t>
            </a:r>
            <a:r>
              <a:rPr sz="1400" spc="235" dirty="0">
                <a:solidFill>
                  <a:srgbClr val="FFFFFF"/>
                </a:solidFill>
              </a:rPr>
              <a:t> </a:t>
            </a:r>
            <a:r>
              <a:rPr sz="1400" cap="small" spc="215" dirty="0">
                <a:solidFill>
                  <a:srgbClr val="FFFFFF"/>
                </a:solidFill>
              </a:rPr>
              <a:t>with</a:t>
            </a:r>
            <a:r>
              <a:rPr sz="1400" spc="229" dirty="0">
                <a:solidFill>
                  <a:srgbClr val="FFFFFF"/>
                </a:solidFill>
              </a:rPr>
              <a:t> E</a:t>
            </a:r>
            <a:r>
              <a:rPr sz="1400" cap="small" spc="229" dirty="0">
                <a:solidFill>
                  <a:srgbClr val="FFFFFF"/>
                </a:solidFill>
              </a:rPr>
              <a:t>ncoder</a:t>
            </a:r>
            <a:r>
              <a:rPr sz="1400" spc="229" dirty="0">
                <a:solidFill>
                  <a:srgbClr val="FFFFFF"/>
                </a:solidFill>
              </a:rPr>
              <a:t>-</a:t>
            </a:r>
            <a:r>
              <a:rPr sz="1400" spc="210" dirty="0">
                <a:solidFill>
                  <a:srgbClr val="FFFFFF"/>
                </a:solidFill>
              </a:rPr>
              <a:t>D</a:t>
            </a:r>
            <a:r>
              <a:rPr sz="1400" cap="small" spc="210" dirty="0">
                <a:solidFill>
                  <a:srgbClr val="FFFFFF"/>
                </a:solidFill>
              </a:rPr>
              <a:t>ecoder</a:t>
            </a:r>
            <a:endParaRPr sz="1400"/>
          </a:p>
        </p:txBody>
      </p:sp>
      <p:grpSp>
        <p:nvGrpSpPr>
          <p:cNvPr id="3" name="object 3"/>
          <p:cNvGrpSpPr/>
          <p:nvPr/>
        </p:nvGrpSpPr>
        <p:grpSpPr>
          <a:xfrm>
            <a:off x="513702" y="577227"/>
            <a:ext cx="1517015" cy="1573530"/>
            <a:chOff x="513702" y="577227"/>
            <a:chExt cx="1517015" cy="15735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77227"/>
              <a:ext cx="69291" cy="692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58031" y="1935806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106176" y="0"/>
                  </a:moveTo>
                  <a:lnTo>
                    <a:pt x="64847" y="8343"/>
                  </a:lnTo>
                  <a:lnTo>
                    <a:pt x="31098" y="31098"/>
                  </a:lnTo>
                  <a:lnTo>
                    <a:pt x="8343" y="64847"/>
                  </a:lnTo>
                  <a:lnTo>
                    <a:pt x="0" y="106176"/>
                  </a:lnTo>
                  <a:lnTo>
                    <a:pt x="8343" y="147504"/>
                  </a:lnTo>
                  <a:lnTo>
                    <a:pt x="31098" y="181254"/>
                  </a:lnTo>
                  <a:lnTo>
                    <a:pt x="64847" y="204008"/>
                  </a:lnTo>
                  <a:lnTo>
                    <a:pt x="106176" y="212352"/>
                  </a:lnTo>
                  <a:lnTo>
                    <a:pt x="147504" y="204008"/>
                  </a:lnTo>
                  <a:lnTo>
                    <a:pt x="181254" y="181254"/>
                  </a:lnTo>
                  <a:lnTo>
                    <a:pt x="204008" y="147504"/>
                  </a:lnTo>
                  <a:lnTo>
                    <a:pt x="212352" y="106176"/>
                  </a:lnTo>
                  <a:lnTo>
                    <a:pt x="204008" y="64847"/>
                  </a:lnTo>
                  <a:lnTo>
                    <a:pt x="181254" y="31098"/>
                  </a:lnTo>
                  <a:lnTo>
                    <a:pt x="147504" y="8343"/>
                  </a:lnTo>
                  <a:lnTo>
                    <a:pt x="106176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58031" y="1935806"/>
              <a:ext cx="212725" cy="212725"/>
            </a:xfrm>
            <a:custGeom>
              <a:avLst/>
              <a:gdLst/>
              <a:ahLst/>
              <a:cxnLst/>
              <a:rect l="l" t="t" r="r" b="b"/>
              <a:pathLst>
                <a:path w="212725" h="212725">
                  <a:moveTo>
                    <a:pt x="212352" y="106176"/>
                  </a:moveTo>
                  <a:lnTo>
                    <a:pt x="204008" y="64847"/>
                  </a:lnTo>
                  <a:lnTo>
                    <a:pt x="181254" y="31098"/>
                  </a:lnTo>
                  <a:lnTo>
                    <a:pt x="147504" y="8343"/>
                  </a:lnTo>
                  <a:lnTo>
                    <a:pt x="106176" y="0"/>
                  </a:lnTo>
                  <a:lnTo>
                    <a:pt x="64847" y="8343"/>
                  </a:lnTo>
                  <a:lnTo>
                    <a:pt x="31098" y="31098"/>
                  </a:lnTo>
                  <a:lnTo>
                    <a:pt x="8343" y="64847"/>
                  </a:lnTo>
                  <a:lnTo>
                    <a:pt x="0" y="106176"/>
                  </a:lnTo>
                  <a:lnTo>
                    <a:pt x="8343" y="147504"/>
                  </a:lnTo>
                  <a:lnTo>
                    <a:pt x="31098" y="181254"/>
                  </a:lnTo>
                  <a:lnTo>
                    <a:pt x="64847" y="204008"/>
                  </a:lnTo>
                  <a:lnTo>
                    <a:pt x="106176" y="212352"/>
                  </a:lnTo>
                  <a:lnTo>
                    <a:pt x="147504" y="204008"/>
                  </a:lnTo>
                  <a:lnTo>
                    <a:pt x="181254" y="181254"/>
                  </a:lnTo>
                  <a:lnTo>
                    <a:pt x="204008" y="147504"/>
                  </a:lnTo>
                  <a:lnTo>
                    <a:pt x="212352" y="10617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35932" y="1945866"/>
              <a:ext cx="192405" cy="192405"/>
            </a:xfrm>
            <a:custGeom>
              <a:avLst/>
              <a:gdLst/>
              <a:ahLst/>
              <a:cxnLst/>
              <a:rect l="l" t="t" r="r" b="b"/>
              <a:pathLst>
                <a:path w="192405" h="192405">
                  <a:moveTo>
                    <a:pt x="96115" y="0"/>
                  </a:moveTo>
                  <a:lnTo>
                    <a:pt x="58702" y="7553"/>
                  </a:lnTo>
                  <a:lnTo>
                    <a:pt x="28151" y="28151"/>
                  </a:lnTo>
                  <a:lnTo>
                    <a:pt x="7553" y="58702"/>
                  </a:lnTo>
                  <a:lnTo>
                    <a:pt x="0" y="96115"/>
                  </a:lnTo>
                  <a:lnTo>
                    <a:pt x="7553" y="133528"/>
                  </a:lnTo>
                  <a:lnTo>
                    <a:pt x="28151" y="164079"/>
                  </a:lnTo>
                  <a:lnTo>
                    <a:pt x="58702" y="184678"/>
                  </a:lnTo>
                  <a:lnTo>
                    <a:pt x="96115" y="192231"/>
                  </a:lnTo>
                  <a:lnTo>
                    <a:pt x="133528" y="184678"/>
                  </a:lnTo>
                  <a:lnTo>
                    <a:pt x="164080" y="164079"/>
                  </a:lnTo>
                  <a:lnTo>
                    <a:pt x="184678" y="133528"/>
                  </a:lnTo>
                  <a:lnTo>
                    <a:pt x="192231" y="96115"/>
                  </a:lnTo>
                  <a:lnTo>
                    <a:pt x="184678" y="58702"/>
                  </a:lnTo>
                  <a:lnTo>
                    <a:pt x="164080" y="28151"/>
                  </a:lnTo>
                  <a:lnTo>
                    <a:pt x="133528" y="7553"/>
                  </a:lnTo>
                  <a:lnTo>
                    <a:pt x="96115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35932" y="1945866"/>
              <a:ext cx="192405" cy="192405"/>
            </a:xfrm>
            <a:custGeom>
              <a:avLst/>
              <a:gdLst/>
              <a:ahLst/>
              <a:cxnLst/>
              <a:rect l="l" t="t" r="r" b="b"/>
              <a:pathLst>
                <a:path w="192405" h="192405">
                  <a:moveTo>
                    <a:pt x="192231" y="96115"/>
                  </a:moveTo>
                  <a:lnTo>
                    <a:pt x="184678" y="58702"/>
                  </a:lnTo>
                  <a:lnTo>
                    <a:pt x="164080" y="28151"/>
                  </a:lnTo>
                  <a:lnTo>
                    <a:pt x="133528" y="7553"/>
                  </a:lnTo>
                  <a:lnTo>
                    <a:pt x="96115" y="0"/>
                  </a:lnTo>
                  <a:lnTo>
                    <a:pt x="58702" y="7553"/>
                  </a:lnTo>
                  <a:lnTo>
                    <a:pt x="28151" y="28151"/>
                  </a:lnTo>
                  <a:lnTo>
                    <a:pt x="7553" y="58702"/>
                  </a:lnTo>
                  <a:lnTo>
                    <a:pt x="0" y="96115"/>
                  </a:lnTo>
                  <a:lnTo>
                    <a:pt x="7553" y="133528"/>
                  </a:lnTo>
                  <a:lnTo>
                    <a:pt x="28151" y="164079"/>
                  </a:lnTo>
                  <a:lnTo>
                    <a:pt x="58702" y="184678"/>
                  </a:lnTo>
                  <a:lnTo>
                    <a:pt x="96115" y="192231"/>
                  </a:lnTo>
                  <a:lnTo>
                    <a:pt x="133528" y="184678"/>
                  </a:lnTo>
                  <a:lnTo>
                    <a:pt x="164080" y="164079"/>
                  </a:lnTo>
                  <a:lnTo>
                    <a:pt x="184678" y="133528"/>
                  </a:lnTo>
                  <a:lnTo>
                    <a:pt x="192231" y="96115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44626" y="480211"/>
            <a:ext cx="4464050" cy="7594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Task:</a:t>
            </a:r>
            <a:r>
              <a:rPr sz="1050" spc="7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Answer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question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context</a:t>
            </a:r>
            <a:endParaRPr sz="1050">
              <a:latin typeface="Arial MT"/>
              <a:cs typeface="Arial MT"/>
            </a:endParaRPr>
          </a:p>
          <a:p>
            <a:pPr marL="12700" marR="5080">
              <a:lnSpc>
                <a:spcPct val="114700"/>
              </a:lnSpc>
            </a:pPr>
            <a:r>
              <a:rPr sz="1050" dirty="0">
                <a:latin typeface="Arial MT"/>
                <a:cs typeface="Arial MT"/>
              </a:rPr>
              <a:t>Context:</a:t>
            </a:r>
            <a:r>
              <a:rPr sz="1050" spc="1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”India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gained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independence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1947.</a:t>
            </a:r>
            <a:r>
              <a:rPr sz="1050" spc="1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Gandhi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led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movement.” </a:t>
            </a:r>
            <a:r>
              <a:rPr sz="1050" dirty="0">
                <a:latin typeface="Arial MT"/>
                <a:cs typeface="Arial MT"/>
              </a:rPr>
              <a:t>Question:</a:t>
            </a:r>
            <a:r>
              <a:rPr sz="1050" spc="1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”What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year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was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independence?”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dirty="0">
                <a:latin typeface="Arial MT"/>
                <a:cs typeface="Arial MT"/>
              </a:rPr>
              <a:t>Answer:</a:t>
            </a:r>
            <a:r>
              <a:rPr sz="1050" spc="1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”1947”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60194" y="1992740"/>
            <a:ext cx="464820" cy="93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16865" algn="l"/>
              </a:tabLst>
            </a:pPr>
            <a:r>
              <a:rPr sz="450" spc="-20" dirty="0">
                <a:latin typeface="Arial MT"/>
                <a:cs typeface="Arial MT"/>
              </a:rPr>
              <a:t>What</a:t>
            </a:r>
            <a:r>
              <a:rPr sz="450" dirty="0">
                <a:latin typeface="Arial MT"/>
                <a:cs typeface="Arial MT"/>
              </a:rPr>
              <a:t>	</a:t>
            </a:r>
            <a:r>
              <a:rPr sz="675" spc="-30" baseline="12345" dirty="0">
                <a:latin typeface="Arial MT"/>
                <a:cs typeface="Arial MT"/>
              </a:rPr>
              <a:t>year</a:t>
            </a:r>
            <a:endParaRPr sz="675" baseline="12345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07779" y="1921960"/>
            <a:ext cx="480059" cy="240665"/>
            <a:chOff x="2107779" y="1921960"/>
            <a:chExt cx="480059" cy="240665"/>
          </a:xfrm>
        </p:grpSpPr>
        <p:sp>
          <p:nvSpPr>
            <p:cNvPr id="12" name="object 12"/>
            <p:cNvSpPr/>
            <p:nvPr/>
          </p:nvSpPr>
          <p:spPr>
            <a:xfrm>
              <a:off x="2110319" y="1952412"/>
              <a:ext cx="179705" cy="179705"/>
            </a:xfrm>
            <a:custGeom>
              <a:avLst/>
              <a:gdLst/>
              <a:ahLst/>
              <a:cxnLst/>
              <a:rect l="l" t="t" r="r" b="b"/>
              <a:pathLst>
                <a:path w="179705" h="179705">
                  <a:moveTo>
                    <a:pt x="89569" y="0"/>
                  </a:moveTo>
                  <a:lnTo>
                    <a:pt x="54704" y="7038"/>
                  </a:lnTo>
                  <a:lnTo>
                    <a:pt x="26234" y="26234"/>
                  </a:lnTo>
                  <a:lnTo>
                    <a:pt x="7038" y="54704"/>
                  </a:lnTo>
                  <a:lnTo>
                    <a:pt x="0" y="89569"/>
                  </a:lnTo>
                  <a:lnTo>
                    <a:pt x="7038" y="124433"/>
                  </a:lnTo>
                  <a:lnTo>
                    <a:pt x="26234" y="152904"/>
                  </a:lnTo>
                  <a:lnTo>
                    <a:pt x="54704" y="172099"/>
                  </a:lnTo>
                  <a:lnTo>
                    <a:pt x="89569" y="179138"/>
                  </a:lnTo>
                  <a:lnTo>
                    <a:pt x="124434" y="172099"/>
                  </a:lnTo>
                  <a:lnTo>
                    <a:pt x="152904" y="152904"/>
                  </a:lnTo>
                  <a:lnTo>
                    <a:pt x="172100" y="124433"/>
                  </a:lnTo>
                  <a:lnTo>
                    <a:pt x="179138" y="89569"/>
                  </a:lnTo>
                  <a:lnTo>
                    <a:pt x="172100" y="54704"/>
                  </a:lnTo>
                  <a:lnTo>
                    <a:pt x="152904" y="26234"/>
                  </a:lnTo>
                  <a:lnTo>
                    <a:pt x="124434" y="7038"/>
                  </a:lnTo>
                  <a:lnTo>
                    <a:pt x="89569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10319" y="1952412"/>
              <a:ext cx="179705" cy="179705"/>
            </a:xfrm>
            <a:custGeom>
              <a:avLst/>
              <a:gdLst/>
              <a:ahLst/>
              <a:cxnLst/>
              <a:rect l="l" t="t" r="r" b="b"/>
              <a:pathLst>
                <a:path w="179705" h="179705">
                  <a:moveTo>
                    <a:pt x="179138" y="89569"/>
                  </a:moveTo>
                  <a:lnTo>
                    <a:pt x="172100" y="54704"/>
                  </a:lnTo>
                  <a:lnTo>
                    <a:pt x="152904" y="26234"/>
                  </a:lnTo>
                  <a:lnTo>
                    <a:pt x="124434" y="7038"/>
                  </a:lnTo>
                  <a:lnTo>
                    <a:pt x="89569" y="0"/>
                  </a:lnTo>
                  <a:lnTo>
                    <a:pt x="54704" y="7038"/>
                  </a:lnTo>
                  <a:lnTo>
                    <a:pt x="26234" y="26234"/>
                  </a:lnTo>
                  <a:lnTo>
                    <a:pt x="7038" y="54704"/>
                  </a:lnTo>
                  <a:lnTo>
                    <a:pt x="0" y="89569"/>
                  </a:lnTo>
                  <a:lnTo>
                    <a:pt x="7038" y="124433"/>
                  </a:lnTo>
                  <a:lnTo>
                    <a:pt x="26234" y="152904"/>
                  </a:lnTo>
                  <a:lnTo>
                    <a:pt x="54704" y="172099"/>
                  </a:lnTo>
                  <a:lnTo>
                    <a:pt x="89569" y="179138"/>
                  </a:lnTo>
                  <a:lnTo>
                    <a:pt x="124434" y="172099"/>
                  </a:lnTo>
                  <a:lnTo>
                    <a:pt x="152904" y="152904"/>
                  </a:lnTo>
                  <a:lnTo>
                    <a:pt x="172100" y="124433"/>
                  </a:lnTo>
                  <a:lnTo>
                    <a:pt x="179138" y="89569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50251" y="1924500"/>
              <a:ext cx="235585" cy="235585"/>
            </a:xfrm>
            <a:custGeom>
              <a:avLst/>
              <a:gdLst/>
              <a:ahLst/>
              <a:cxnLst/>
              <a:rect l="l" t="t" r="r" b="b"/>
              <a:pathLst>
                <a:path w="235585" h="235585">
                  <a:moveTo>
                    <a:pt x="117481" y="0"/>
                  </a:moveTo>
                  <a:lnTo>
                    <a:pt x="71751" y="9232"/>
                  </a:lnTo>
                  <a:lnTo>
                    <a:pt x="34409" y="34409"/>
                  </a:lnTo>
                  <a:lnTo>
                    <a:pt x="9232" y="71752"/>
                  </a:lnTo>
                  <a:lnTo>
                    <a:pt x="0" y="117481"/>
                  </a:lnTo>
                  <a:lnTo>
                    <a:pt x="9232" y="163210"/>
                  </a:lnTo>
                  <a:lnTo>
                    <a:pt x="34409" y="200553"/>
                  </a:lnTo>
                  <a:lnTo>
                    <a:pt x="71751" y="225730"/>
                  </a:lnTo>
                  <a:lnTo>
                    <a:pt x="117481" y="234962"/>
                  </a:lnTo>
                  <a:lnTo>
                    <a:pt x="163210" y="225730"/>
                  </a:lnTo>
                  <a:lnTo>
                    <a:pt x="200553" y="200553"/>
                  </a:lnTo>
                  <a:lnTo>
                    <a:pt x="225730" y="163210"/>
                  </a:lnTo>
                  <a:lnTo>
                    <a:pt x="234962" y="117481"/>
                  </a:lnTo>
                  <a:lnTo>
                    <a:pt x="225730" y="71752"/>
                  </a:lnTo>
                  <a:lnTo>
                    <a:pt x="200553" y="34409"/>
                  </a:lnTo>
                  <a:lnTo>
                    <a:pt x="163210" y="9232"/>
                  </a:lnTo>
                  <a:lnTo>
                    <a:pt x="117481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50251" y="1924500"/>
              <a:ext cx="235585" cy="235585"/>
            </a:xfrm>
            <a:custGeom>
              <a:avLst/>
              <a:gdLst/>
              <a:ahLst/>
              <a:cxnLst/>
              <a:rect l="l" t="t" r="r" b="b"/>
              <a:pathLst>
                <a:path w="235585" h="235585">
                  <a:moveTo>
                    <a:pt x="234962" y="117481"/>
                  </a:moveTo>
                  <a:lnTo>
                    <a:pt x="225730" y="71752"/>
                  </a:lnTo>
                  <a:lnTo>
                    <a:pt x="200553" y="34409"/>
                  </a:lnTo>
                  <a:lnTo>
                    <a:pt x="163210" y="9232"/>
                  </a:lnTo>
                  <a:lnTo>
                    <a:pt x="117481" y="0"/>
                  </a:lnTo>
                  <a:lnTo>
                    <a:pt x="71751" y="9232"/>
                  </a:lnTo>
                  <a:lnTo>
                    <a:pt x="34409" y="34409"/>
                  </a:lnTo>
                  <a:lnTo>
                    <a:pt x="9232" y="71752"/>
                  </a:lnTo>
                  <a:lnTo>
                    <a:pt x="0" y="117481"/>
                  </a:lnTo>
                  <a:lnTo>
                    <a:pt x="9232" y="163210"/>
                  </a:lnTo>
                  <a:lnTo>
                    <a:pt x="34409" y="200553"/>
                  </a:lnTo>
                  <a:lnTo>
                    <a:pt x="71751" y="225730"/>
                  </a:lnTo>
                  <a:lnTo>
                    <a:pt x="117481" y="234962"/>
                  </a:lnTo>
                  <a:lnTo>
                    <a:pt x="163210" y="225730"/>
                  </a:lnTo>
                  <a:lnTo>
                    <a:pt x="200553" y="200553"/>
                  </a:lnTo>
                  <a:lnTo>
                    <a:pt x="225730" y="163210"/>
                  </a:lnTo>
                  <a:lnTo>
                    <a:pt x="234962" y="11748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111997" y="1956063"/>
            <a:ext cx="708660" cy="138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79400" algn="l"/>
                <a:tab pos="560705" algn="l"/>
              </a:tabLst>
            </a:pPr>
            <a:r>
              <a:rPr sz="675" spc="-37" baseline="6172" dirty="0">
                <a:latin typeface="Arial MT"/>
                <a:cs typeface="Arial MT"/>
              </a:rPr>
              <a:t>was</a:t>
            </a:r>
            <a:r>
              <a:rPr sz="675" baseline="6172" dirty="0">
                <a:latin typeface="Arial MT"/>
                <a:cs typeface="Arial MT"/>
              </a:rPr>
              <a:t>	</a:t>
            </a:r>
            <a:r>
              <a:rPr sz="675" spc="-15" baseline="6172" dirty="0">
                <a:latin typeface="Arial MT"/>
                <a:cs typeface="Arial MT"/>
              </a:rPr>
              <a:t>indep.</a:t>
            </a:r>
            <a:r>
              <a:rPr sz="675" baseline="6172" dirty="0">
                <a:latin typeface="Arial MT"/>
                <a:cs typeface="Arial MT"/>
              </a:rPr>
              <a:t>	</a:t>
            </a:r>
            <a:r>
              <a:rPr sz="750" spc="-10" dirty="0">
                <a:latin typeface="Cambria"/>
                <a:cs typeface="Cambria"/>
              </a:rPr>
              <a:t>·</a:t>
            </a:r>
            <a:r>
              <a:rPr sz="750" spc="-45" dirty="0">
                <a:latin typeface="Cambria"/>
                <a:cs typeface="Cambria"/>
              </a:rPr>
              <a:t> </a:t>
            </a:r>
            <a:r>
              <a:rPr sz="750" spc="-10" dirty="0">
                <a:latin typeface="Cambria"/>
                <a:cs typeface="Cambria"/>
              </a:rPr>
              <a:t>·</a:t>
            </a:r>
            <a:r>
              <a:rPr sz="750" spc="-45" dirty="0">
                <a:latin typeface="Cambria"/>
                <a:cs typeface="Cambria"/>
              </a:rPr>
              <a:t> </a:t>
            </a:r>
            <a:r>
              <a:rPr sz="750" spc="-50" dirty="0">
                <a:latin typeface="Cambria"/>
                <a:cs typeface="Cambria"/>
              </a:rPr>
              <a:t>·</a:t>
            </a:r>
            <a:endParaRPr sz="75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895228" y="1933796"/>
            <a:ext cx="216535" cy="216535"/>
            <a:chOff x="2895228" y="1933796"/>
            <a:chExt cx="216535" cy="216535"/>
          </a:xfrm>
        </p:grpSpPr>
        <p:sp>
          <p:nvSpPr>
            <p:cNvPr id="18" name="object 18"/>
            <p:cNvSpPr/>
            <p:nvPr/>
          </p:nvSpPr>
          <p:spPr>
            <a:xfrm>
              <a:off x="2897768" y="1936336"/>
              <a:ext cx="211454" cy="211454"/>
            </a:xfrm>
            <a:custGeom>
              <a:avLst/>
              <a:gdLst/>
              <a:ahLst/>
              <a:cxnLst/>
              <a:rect l="l" t="t" r="r" b="b"/>
              <a:pathLst>
                <a:path w="211455" h="211455">
                  <a:moveTo>
                    <a:pt x="105645" y="0"/>
                  </a:moveTo>
                  <a:lnTo>
                    <a:pt x="64523" y="8302"/>
                  </a:lnTo>
                  <a:lnTo>
                    <a:pt x="30942" y="30942"/>
                  </a:lnTo>
                  <a:lnTo>
                    <a:pt x="8302" y="64523"/>
                  </a:lnTo>
                  <a:lnTo>
                    <a:pt x="0" y="105645"/>
                  </a:lnTo>
                  <a:lnTo>
                    <a:pt x="8302" y="146767"/>
                  </a:lnTo>
                  <a:lnTo>
                    <a:pt x="30942" y="180348"/>
                  </a:lnTo>
                  <a:lnTo>
                    <a:pt x="64523" y="202988"/>
                  </a:lnTo>
                  <a:lnTo>
                    <a:pt x="105645" y="211290"/>
                  </a:lnTo>
                  <a:lnTo>
                    <a:pt x="146767" y="202988"/>
                  </a:lnTo>
                  <a:lnTo>
                    <a:pt x="180348" y="180348"/>
                  </a:lnTo>
                  <a:lnTo>
                    <a:pt x="202989" y="146767"/>
                  </a:lnTo>
                  <a:lnTo>
                    <a:pt x="211291" y="105645"/>
                  </a:lnTo>
                  <a:lnTo>
                    <a:pt x="202989" y="64523"/>
                  </a:lnTo>
                  <a:lnTo>
                    <a:pt x="180348" y="30942"/>
                  </a:lnTo>
                  <a:lnTo>
                    <a:pt x="146767" y="8302"/>
                  </a:lnTo>
                  <a:lnTo>
                    <a:pt x="105645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7768" y="1936336"/>
              <a:ext cx="211454" cy="211454"/>
            </a:xfrm>
            <a:custGeom>
              <a:avLst/>
              <a:gdLst/>
              <a:ahLst/>
              <a:cxnLst/>
              <a:rect l="l" t="t" r="r" b="b"/>
              <a:pathLst>
                <a:path w="211455" h="211455">
                  <a:moveTo>
                    <a:pt x="211291" y="105645"/>
                  </a:moveTo>
                  <a:lnTo>
                    <a:pt x="202989" y="64523"/>
                  </a:lnTo>
                  <a:lnTo>
                    <a:pt x="180348" y="30942"/>
                  </a:lnTo>
                  <a:lnTo>
                    <a:pt x="146767" y="8302"/>
                  </a:lnTo>
                  <a:lnTo>
                    <a:pt x="105645" y="0"/>
                  </a:lnTo>
                  <a:lnTo>
                    <a:pt x="64523" y="8302"/>
                  </a:lnTo>
                  <a:lnTo>
                    <a:pt x="30942" y="30942"/>
                  </a:lnTo>
                  <a:lnTo>
                    <a:pt x="8302" y="64523"/>
                  </a:lnTo>
                  <a:lnTo>
                    <a:pt x="0" y="105645"/>
                  </a:lnTo>
                  <a:lnTo>
                    <a:pt x="8302" y="146767"/>
                  </a:lnTo>
                  <a:lnTo>
                    <a:pt x="30942" y="180348"/>
                  </a:lnTo>
                  <a:lnTo>
                    <a:pt x="64523" y="202988"/>
                  </a:lnTo>
                  <a:lnTo>
                    <a:pt x="105645" y="211290"/>
                  </a:lnTo>
                  <a:lnTo>
                    <a:pt x="146767" y="202988"/>
                  </a:lnTo>
                  <a:lnTo>
                    <a:pt x="180348" y="180348"/>
                  </a:lnTo>
                  <a:lnTo>
                    <a:pt x="202989" y="146767"/>
                  </a:lnTo>
                  <a:lnTo>
                    <a:pt x="211291" y="105645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922777" y="1987634"/>
            <a:ext cx="161290" cy="93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spc="-20" dirty="0">
                <a:latin typeface="Arial MT"/>
                <a:cs typeface="Arial MT"/>
              </a:rPr>
              <a:t>move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583548" y="1626520"/>
            <a:ext cx="965200" cy="161925"/>
            <a:chOff x="1583548" y="1626520"/>
            <a:chExt cx="965200" cy="161925"/>
          </a:xfrm>
        </p:grpSpPr>
        <p:sp>
          <p:nvSpPr>
            <p:cNvPr id="22" name="object 22"/>
            <p:cNvSpPr/>
            <p:nvPr/>
          </p:nvSpPr>
          <p:spPr>
            <a:xfrm>
              <a:off x="1586088" y="1629060"/>
              <a:ext cx="156845" cy="156845"/>
            </a:xfrm>
            <a:custGeom>
              <a:avLst/>
              <a:gdLst/>
              <a:ahLst/>
              <a:cxnLst/>
              <a:rect l="l" t="t" r="r" b="b"/>
              <a:pathLst>
                <a:path w="156844" h="156844">
                  <a:moveTo>
                    <a:pt x="156239" y="0"/>
                  </a:moveTo>
                  <a:lnTo>
                    <a:pt x="0" y="0"/>
                  </a:lnTo>
                  <a:lnTo>
                    <a:pt x="0" y="156239"/>
                  </a:lnTo>
                  <a:lnTo>
                    <a:pt x="156239" y="156239"/>
                  </a:lnTo>
                  <a:lnTo>
                    <a:pt x="156239" y="0"/>
                  </a:lnTo>
                  <a:close/>
                </a:path>
              </a:pathLst>
            </a:custGeom>
            <a:solidFill>
              <a:srgbClr val="DCD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86088" y="1629060"/>
              <a:ext cx="156845" cy="156845"/>
            </a:xfrm>
            <a:custGeom>
              <a:avLst/>
              <a:gdLst/>
              <a:ahLst/>
              <a:cxnLst/>
              <a:rect l="l" t="t" r="r" b="b"/>
              <a:pathLst>
                <a:path w="156844" h="156844">
                  <a:moveTo>
                    <a:pt x="156239" y="0"/>
                  </a:moveTo>
                  <a:lnTo>
                    <a:pt x="0" y="0"/>
                  </a:lnTo>
                  <a:lnTo>
                    <a:pt x="0" y="156239"/>
                  </a:lnTo>
                  <a:lnTo>
                    <a:pt x="156239" y="156239"/>
                  </a:lnTo>
                  <a:lnTo>
                    <a:pt x="156239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53928" y="1629060"/>
              <a:ext cx="156845" cy="156845"/>
            </a:xfrm>
            <a:custGeom>
              <a:avLst/>
              <a:gdLst/>
              <a:ahLst/>
              <a:cxnLst/>
              <a:rect l="l" t="t" r="r" b="b"/>
              <a:pathLst>
                <a:path w="156844" h="156844">
                  <a:moveTo>
                    <a:pt x="156239" y="0"/>
                  </a:moveTo>
                  <a:lnTo>
                    <a:pt x="0" y="0"/>
                  </a:lnTo>
                  <a:lnTo>
                    <a:pt x="0" y="156239"/>
                  </a:lnTo>
                  <a:lnTo>
                    <a:pt x="156239" y="156239"/>
                  </a:lnTo>
                  <a:lnTo>
                    <a:pt x="156239" y="0"/>
                  </a:lnTo>
                  <a:close/>
                </a:path>
              </a:pathLst>
            </a:custGeom>
            <a:solidFill>
              <a:srgbClr val="DCD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53928" y="1629060"/>
              <a:ext cx="156845" cy="156845"/>
            </a:xfrm>
            <a:custGeom>
              <a:avLst/>
              <a:gdLst/>
              <a:ahLst/>
              <a:cxnLst/>
              <a:rect l="l" t="t" r="r" b="b"/>
              <a:pathLst>
                <a:path w="156844" h="156844">
                  <a:moveTo>
                    <a:pt x="156239" y="0"/>
                  </a:moveTo>
                  <a:lnTo>
                    <a:pt x="0" y="0"/>
                  </a:lnTo>
                  <a:lnTo>
                    <a:pt x="0" y="156239"/>
                  </a:lnTo>
                  <a:lnTo>
                    <a:pt x="156239" y="156239"/>
                  </a:lnTo>
                  <a:lnTo>
                    <a:pt x="156239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21769" y="1629060"/>
              <a:ext cx="156845" cy="156845"/>
            </a:xfrm>
            <a:custGeom>
              <a:avLst/>
              <a:gdLst/>
              <a:ahLst/>
              <a:cxnLst/>
              <a:rect l="l" t="t" r="r" b="b"/>
              <a:pathLst>
                <a:path w="156844" h="156844">
                  <a:moveTo>
                    <a:pt x="156239" y="0"/>
                  </a:moveTo>
                  <a:lnTo>
                    <a:pt x="0" y="0"/>
                  </a:lnTo>
                  <a:lnTo>
                    <a:pt x="0" y="156239"/>
                  </a:lnTo>
                  <a:lnTo>
                    <a:pt x="156239" y="156239"/>
                  </a:lnTo>
                  <a:lnTo>
                    <a:pt x="156239" y="0"/>
                  </a:lnTo>
                  <a:close/>
                </a:path>
              </a:pathLst>
            </a:custGeom>
            <a:solidFill>
              <a:srgbClr val="DCD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21769" y="1629060"/>
              <a:ext cx="156845" cy="156845"/>
            </a:xfrm>
            <a:custGeom>
              <a:avLst/>
              <a:gdLst/>
              <a:ahLst/>
              <a:cxnLst/>
              <a:rect l="l" t="t" r="r" b="b"/>
              <a:pathLst>
                <a:path w="156844" h="156844">
                  <a:moveTo>
                    <a:pt x="156239" y="0"/>
                  </a:moveTo>
                  <a:lnTo>
                    <a:pt x="0" y="0"/>
                  </a:lnTo>
                  <a:lnTo>
                    <a:pt x="0" y="156239"/>
                  </a:lnTo>
                  <a:lnTo>
                    <a:pt x="156239" y="156239"/>
                  </a:lnTo>
                  <a:lnTo>
                    <a:pt x="156239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89609" y="1629060"/>
              <a:ext cx="156845" cy="156845"/>
            </a:xfrm>
            <a:custGeom>
              <a:avLst/>
              <a:gdLst/>
              <a:ahLst/>
              <a:cxnLst/>
              <a:rect l="l" t="t" r="r" b="b"/>
              <a:pathLst>
                <a:path w="156844" h="156844">
                  <a:moveTo>
                    <a:pt x="156239" y="0"/>
                  </a:moveTo>
                  <a:lnTo>
                    <a:pt x="0" y="0"/>
                  </a:lnTo>
                  <a:lnTo>
                    <a:pt x="0" y="156239"/>
                  </a:lnTo>
                  <a:lnTo>
                    <a:pt x="156239" y="156239"/>
                  </a:lnTo>
                  <a:lnTo>
                    <a:pt x="156239" y="0"/>
                  </a:lnTo>
                  <a:close/>
                </a:path>
              </a:pathLst>
            </a:custGeom>
            <a:solidFill>
              <a:srgbClr val="DCD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389609" y="1629060"/>
              <a:ext cx="156845" cy="156845"/>
            </a:xfrm>
            <a:custGeom>
              <a:avLst/>
              <a:gdLst/>
              <a:ahLst/>
              <a:cxnLst/>
              <a:rect l="l" t="t" r="r" b="b"/>
              <a:pathLst>
                <a:path w="156844" h="156844">
                  <a:moveTo>
                    <a:pt x="156239" y="0"/>
                  </a:moveTo>
                  <a:lnTo>
                    <a:pt x="0" y="0"/>
                  </a:lnTo>
                  <a:lnTo>
                    <a:pt x="0" y="156239"/>
                  </a:lnTo>
                  <a:lnTo>
                    <a:pt x="156239" y="156239"/>
                  </a:lnTo>
                  <a:lnTo>
                    <a:pt x="156239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392260" y="1621266"/>
            <a:ext cx="135255" cy="138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spc="-10" dirty="0">
                <a:latin typeface="Cambria"/>
                <a:cs typeface="Cambria"/>
              </a:rPr>
              <a:t>·</a:t>
            </a:r>
            <a:r>
              <a:rPr sz="750" spc="-45" dirty="0">
                <a:latin typeface="Cambria"/>
                <a:cs typeface="Cambria"/>
              </a:rPr>
              <a:t> </a:t>
            </a:r>
            <a:r>
              <a:rPr sz="750" spc="-10" dirty="0">
                <a:latin typeface="Cambria"/>
                <a:cs typeface="Cambria"/>
              </a:rPr>
              <a:t>·</a:t>
            </a:r>
            <a:r>
              <a:rPr sz="750" spc="-45" dirty="0">
                <a:latin typeface="Cambria"/>
                <a:cs typeface="Cambria"/>
              </a:rPr>
              <a:t> </a:t>
            </a:r>
            <a:r>
              <a:rPr sz="750" spc="-50" dirty="0">
                <a:latin typeface="Cambria"/>
                <a:cs typeface="Cambria"/>
              </a:rPr>
              <a:t>·</a:t>
            </a:r>
            <a:endParaRPr sz="750">
              <a:latin typeface="Cambria"/>
              <a:cs typeface="Cambr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619618" y="1615360"/>
            <a:ext cx="1743710" cy="347980"/>
            <a:chOff x="1619618" y="1615360"/>
            <a:chExt cx="1743710" cy="347980"/>
          </a:xfrm>
        </p:grpSpPr>
        <p:sp>
          <p:nvSpPr>
            <p:cNvPr id="32" name="object 32"/>
            <p:cNvSpPr/>
            <p:nvPr/>
          </p:nvSpPr>
          <p:spPr>
            <a:xfrm>
              <a:off x="2657453" y="1629060"/>
              <a:ext cx="156845" cy="156845"/>
            </a:xfrm>
            <a:custGeom>
              <a:avLst/>
              <a:gdLst/>
              <a:ahLst/>
              <a:cxnLst/>
              <a:rect l="l" t="t" r="r" b="b"/>
              <a:pathLst>
                <a:path w="156844" h="156844">
                  <a:moveTo>
                    <a:pt x="156239" y="0"/>
                  </a:moveTo>
                  <a:lnTo>
                    <a:pt x="0" y="0"/>
                  </a:lnTo>
                  <a:lnTo>
                    <a:pt x="0" y="156239"/>
                  </a:lnTo>
                  <a:lnTo>
                    <a:pt x="156239" y="156239"/>
                  </a:lnTo>
                  <a:lnTo>
                    <a:pt x="156239" y="0"/>
                  </a:lnTo>
                  <a:close/>
                </a:path>
              </a:pathLst>
            </a:custGeom>
            <a:solidFill>
              <a:srgbClr val="DCD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57453" y="1629060"/>
              <a:ext cx="156845" cy="156845"/>
            </a:xfrm>
            <a:custGeom>
              <a:avLst/>
              <a:gdLst/>
              <a:ahLst/>
              <a:cxnLst/>
              <a:rect l="l" t="t" r="r" b="b"/>
              <a:pathLst>
                <a:path w="156844" h="156844">
                  <a:moveTo>
                    <a:pt x="156239" y="0"/>
                  </a:moveTo>
                  <a:lnTo>
                    <a:pt x="0" y="0"/>
                  </a:lnTo>
                  <a:lnTo>
                    <a:pt x="0" y="156239"/>
                  </a:lnTo>
                  <a:lnTo>
                    <a:pt x="156239" y="156239"/>
                  </a:lnTo>
                  <a:lnTo>
                    <a:pt x="156239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664208" y="1796972"/>
              <a:ext cx="0" cy="137795"/>
            </a:xfrm>
            <a:custGeom>
              <a:avLst/>
              <a:gdLst/>
              <a:ahLst/>
              <a:cxnLst/>
              <a:rect l="l" t="t" r="r" b="b"/>
              <a:pathLst>
                <a:path h="137794">
                  <a:moveTo>
                    <a:pt x="1" y="137258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624698" y="1791911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32071" y="1796972"/>
              <a:ext cx="0" cy="147320"/>
            </a:xfrm>
            <a:custGeom>
              <a:avLst/>
              <a:gdLst/>
              <a:ahLst/>
              <a:cxnLst/>
              <a:rect l="l" t="t" r="r" b="b"/>
              <a:pathLst>
                <a:path h="147319">
                  <a:moveTo>
                    <a:pt x="5" y="147319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892564" y="1791911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>
                  <a:moveTo>
                    <a:pt x="0" y="32390"/>
                  </a:moveTo>
                  <a:lnTo>
                    <a:pt x="15525" y="26701"/>
                  </a:lnTo>
                  <a:lnTo>
                    <a:pt x="26914" y="18958"/>
                  </a:lnTo>
                  <a:lnTo>
                    <a:pt x="34723" y="9833"/>
                  </a:lnTo>
                  <a:lnTo>
                    <a:pt x="39507" y="0"/>
                  </a:lnTo>
                  <a:lnTo>
                    <a:pt x="44292" y="9833"/>
                  </a:lnTo>
                  <a:lnTo>
                    <a:pt x="52101" y="18957"/>
                  </a:lnTo>
                  <a:lnTo>
                    <a:pt x="63490" y="26700"/>
                  </a:lnTo>
                  <a:lnTo>
                    <a:pt x="79016" y="32389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199937" y="1796972"/>
              <a:ext cx="635" cy="154305"/>
            </a:xfrm>
            <a:custGeom>
              <a:avLst/>
              <a:gdLst/>
              <a:ahLst/>
              <a:cxnLst/>
              <a:rect l="l" t="t" r="r" b="b"/>
              <a:pathLst>
                <a:path w="635" h="154305">
                  <a:moveTo>
                    <a:pt x="9" y="153865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160431" y="1791911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0" y="32392"/>
                  </a:moveTo>
                  <a:lnTo>
                    <a:pt x="15525" y="26702"/>
                  </a:lnTo>
                  <a:lnTo>
                    <a:pt x="26914" y="18958"/>
                  </a:lnTo>
                  <a:lnTo>
                    <a:pt x="34722" y="9833"/>
                  </a:lnTo>
                  <a:lnTo>
                    <a:pt x="39506" y="0"/>
                  </a:lnTo>
                  <a:lnTo>
                    <a:pt x="44291" y="9833"/>
                  </a:lnTo>
                  <a:lnTo>
                    <a:pt x="52100" y="18957"/>
                  </a:lnTo>
                  <a:lnTo>
                    <a:pt x="63490" y="26699"/>
                  </a:lnTo>
                  <a:lnTo>
                    <a:pt x="79016" y="32388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467805" y="1796972"/>
              <a:ext cx="635" cy="126364"/>
            </a:xfrm>
            <a:custGeom>
              <a:avLst/>
              <a:gdLst/>
              <a:ahLst/>
              <a:cxnLst/>
              <a:rect l="l" t="t" r="r" b="b"/>
              <a:pathLst>
                <a:path w="635" h="126364">
                  <a:moveTo>
                    <a:pt x="21" y="12595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428302" y="1791911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0" y="32396"/>
                  </a:moveTo>
                  <a:lnTo>
                    <a:pt x="15524" y="26705"/>
                  </a:lnTo>
                  <a:lnTo>
                    <a:pt x="26912" y="18960"/>
                  </a:lnTo>
                  <a:lnTo>
                    <a:pt x="34720" y="9834"/>
                  </a:lnTo>
                  <a:lnTo>
                    <a:pt x="39502" y="0"/>
                  </a:lnTo>
                  <a:lnTo>
                    <a:pt x="44288" y="9832"/>
                  </a:lnTo>
                  <a:lnTo>
                    <a:pt x="52099" y="18956"/>
                  </a:lnTo>
                  <a:lnTo>
                    <a:pt x="63489" y="26696"/>
                  </a:lnTo>
                  <a:lnTo>
                    <a:pt x="79016" y="32383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805738" y="1794753"/>
              <a:ext cx="131445" cy="163830"/>
            </a:xfrm>
            <a:custGeom>
              <a:avLst/>
              <a:gdLst/>
              <a:ahLst/>
              <a:cxnLst/>
              <a:rect l="l" t="t" r="r" b="b"/>
              <a:pathLst>
                <a:path w="131444" h="163830">
                  <a:moveTo>
                    <a:pt x="130821" y="163489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791965" y="1790802"/>
              <a:ext cx="62230" cy="50165"/>
            </a:xfrm>
            <a:custGeom>
              <a:avLst/>
              <a:gdLst/>
              <a:ahLst/>
              <a:cxnLst/>
              <a:rect l="l" t="t" r="r" b="b"/>
              <a:pathLst>
                <a:path w="62230" h="50164">
                  <a:moveTo>
                    <a:pt x="0" y="49972"/>
                  </a:moveTo>
                  <a:lnTo>
                    <a:pt x="8567" y="35830"/>
                  </a:lnTo>
                  <a:lnTo>
                    <a:pt x="12622" y="22669"/>
                  </a:lnTo>
                  <a:lnTo>
                    <a:pt x="13019" y="10666"/>
                  </a:lnTo>
                  <a:lnTo>
                    <a:pt x="10610" y="0"/>
                  </a:lnTo>
                  <a:lnTo>
                    <a:pt x="20489" y="4688"/>
                  </a:lnTo>
                  <a:lnTo>
                    <a:pt x="32287" y="6934"/>
                  </a:lnTo>
                  <a:lnTo>
                    <a:pt x="46017" y="5864"/>
                  </a:lnTo>
                  <a:lnTo>
                    <a:pt x="61693" y="606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743902" y="1707142"/>
              <a:ext cx="98425" cy="0"/>
            </a:xfrm>
            <a:custGeom>
              <a:avLst/>
              <a:gdLst/>
              <a:ahLst/>
              <a:cxnLst/>
              <a:rect l="l" t="t" r="r" b="b"/>
              <a:pathLst>
                <a:path w="98425">
                  <a:moveTo>
                    <a:pt x="0" y="0"/>
                  </a:moveTo>
                  <a:lnTo>
                    <a:pt x="98349" y="5"/>
                  </a:lnTo>
                </a:path>
              </a:pathLst>
            </a:custGeom>
            <a:ln w="10122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814921" y="1667639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011762" y="1707142"/>
              <a:ext cx="98425" cy="0"/>
            </a:xfrm>
            <a:custGeom>
              <a:avLst/>
              <a:gdLst/>
              <a:ahLst/>
              <a:cxnLst/>
              <a:rect l="l" t="t" r="r" b="b"/>
              <a:pathLst>
                <a:path w="98425">
                  <a:moveTo>
                    <a:pt x="0" y="0"/>
                  </a:moveTo>
                  <a:lnTo>
                    <a:pt x="98349" y="5"/>
                  </a:lnTo>
                </a:path>
              </a:pathLst>
            </a:custGeom>
            <a:ln w="10122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082782" y="1667639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279623" y="1707142"/>
              <a:ext cx="98425" cy="0"/>
            </a:xfrm>
            <a:custGeom>
              <a:avLst/>
              <a:gdLst/>
              <a:ahLst/>
              <a:cxnLst/>
              <a:rect l="l" t="t" r="r" b="b"/>
              <a:pathLst>
                <a:path w="98425">
                  <a:moveTo>
                    <a:pt x="0" y="0"/>
                  </a:moveTo>
                  <a:lnTo>
                    <a:pt x="98348" y="5"/>
                  </a:lnTo>
                </a:path>
              </a:pathLst>
            </a:custGeom>
            <a:ln w="10122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350642" y="1667639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560363" y="1707140"/>
              <a:ext cx="85725" cy="635"/>
            </a:xfrm>
            <a:custGeom>
              <a:avLst/>
              <a:gdLst/>
              <a:ahLst/>
              <a:cxnLst/>
              <a:rect l="l" t="t" r="r" b="b"/>
              <a:pathLst>
                <a:path w="85725" h="635">
                  <a:moveTo>
                    <a:pt x="0" y="0"/>
                  </a:moveTo>
                  <a:lnTo>
                    <a:pt x="85473" y="8"/>
                  </a:lnTo>
                </a:path>
              </a:pathLst>
            </a:custGeom>
            <a:ln w="10122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618507" y="1667639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092694" y="1617900"/>
              <a:ext cx="267970" cy="179070"/>
            </a:xfrm>
            <a:custGeom>
              <a:avLst/>
              <a:gdLst/>
              <a:ahLst/>
              <a:cxnLst/>
              <a:rect l="l" t="t" r="r" b="b"/>
              <a:pathLst>
                <a:path w="267970" h="179069">
                  <a:moveTo>
                    <a:pt x="133920" y="0"/>
                  </a:moveTo>
                  <a:lnTo>
                    <a:pt x="81792" y="7016"/>
                  </a:lnTo>
                  <a:lnTo>
                    <a:pt x="39224" y="26149"/>
                  </a:lnTo>
                  <a:lnTo>
                    <a:pt x="10524" y="54528"/>
                  </a:lnTo>
                  <a:lnTo>
                    <a:pt x="0" y="89280"/>
                  </a:lnTo>
                  <a:lnTo>
                    <a:pt x="10524" y="124032"/>
                  </a:lnTo>
                  <a:lnTo>
                    <a:pt x="39224" y="152411"/>
                  </a:lnTo>
                  <a:lnTo>
                    <a:pt x="81792" y="171545"/>
                  </a:lnTo>
                  <a:lnTo>
                    <a:pt x="133920" y="178561"/>
                  </a:lnTo>
                  <a:lnTo>
                    <a:pt x="186048" y="171545"/>
                  </a:lnTo>
                  <a:lnTo>
                    <a:pt x="228616" y="152411"/>
                  </a:lnTo>
                  <a:lnTo>
                    <a:pt x="257316" y="124032"/>
                  </a:lnTo>
                  <a:lnTo>
                    <a:pt x="267840" y="89280"/>
                  </a:lnTo>
                  <a:lnTo>
                    <a:pt x="257316" y="54528"/>
                  </a:lnTo>
                  <a:lnTo>
                    <a:pt x="228616" y="26149"/>
                  </a:lnTo>
                  <a:lnTo>
                    <a:pt x="186048" y="7016"/>
                  </a:lnTo>
                  <a:lnTo>
                    <a:pt x="133920" y="0"/>
                  </a:lnTo>
                  <a:close/>
                </a:path>
              </a:pathLst>
            </a:custGeom>
            <a:solidFill>
              <a:srgbClr val="FFD8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092694" y="1617900"/>
              <a:ext cx="267970" cy="179070"/>
            </a:xfrm>
            <a:custGeom>
              <a:avLst/>
              <a:gdLst/>
              <a:ahLst/>
              <a:cxnLst/>
              <a:rect l="l" t="t" r="r" b="b"/>
              <a:pathLst>
                <a:path w="267970" h="179069">
                  <a:moveTo>
                    <a:pt x="267840" y="89280"/>
                  </a:moveTo>
                  <a:lnTo>
                    <a:pt x="257316" y="54528"/>
                  </a:lnTo>
                  <a:lnTo>
                    <a:pt x="228616" y="26149"/>
                  </a:lnTo>
                  <a:lnTo>
                    <a:pt x="186048" y="7016"/>
                  </a:lnTo>
                  <a:lnTo>
                    <a:pt x="133920" y="0"/>
                  </a:lnTo>
                  <a:lnTo>
                    <a:pt x="81792" y="7016"/>
                  </a:lnTo>
                  <a:lnTo>
                    <a:pt x="39224" y="26149"/>
                  </a:lnTo>
                  <a:lnTo>
                    <a:pt x="10524" y="54528"/>
                  </a:lnTo>
                  <a:lnTo>
                    <a:pt x="0" y="89280"/>
                  </a:lnTo>
                  <a:lnTo>
                    <a:pt x="10524" y="124032"/>
                  </a:lnTo>
                  <a:lnTo>
                    <a:pt x="39224" y="152411"/>
                  </a:lnTo>
                  <a:lnTo>
                    <a:pt x="81792" y="171545"/>
                  </a:lnTo>
                  <a:lnTo>
                    <a:pt x="133920" y="178561"/>
                  </a:lnTo>
                  <a:lnTo>
                    <a:pt x="186048" y="171545"/>
                  </a:lnTo>
                  <a:lnTo>
                    <a:pt x="228616" y="152411"/>
                  </a:lnTo>
                  <a:lnTo>
                    <a:pt x="257316" y="124032"/>
                  </a:lnTo>
                  <a:lnTo>
                    <a:pt x="267840" y="8928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687969" y="2149230"/>
            <a:ext cx="1292225" cy="118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dirty="0">
                <a:latin typeface="Arial MT"/>
                <a:cs typeface="Arial MT"/>
              </a:rPr>
              <a:t>Encoder: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Process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question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+</a:t>
            </a:r>
            <a:r>
              <a:rPr sz="600" spc="1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context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190341" y="1632471"/>
            <a:ext cx="73025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b="1" spc="-50" dirty="0">
                <a:latin typeface="Arial"/>
                <a:cs typeface="Arial"/>
              </a:rPr>
              <a:t>c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2810268" y="1615360"/>
            <a:ext cx="1624330" cy="184150"/>
            <a:chOff x="2810268" y="1615360"/>
            <a:chExt cx="1624330" cy="184150"/>
          </a:xfrm>
        </p:grpSpPr>
        <p:sp>
          <p:nvSpPr>
            <p:cNvPr id="57" name="object 57"/>
            <p:cNvSpPr/>
            <p:nvPr/>
          </p:nvSpPr>
          <p:spPr>
            <a:xfrm>
              <a:off x="2815348" y="1707149"/>
              <a:ext cx="266065" cy="0"/>
            </a:xfrm>
            <a:custGeom>
              <a:avLst/>
              <a:gdLst/>
              <a:ahLst/>
              <a:cxnLst/>
              <a:rect l="l" t="t" r="r" b="b"/>
              <a:pathLst>
                <a:path w="266064">
                  <a:moveTo>
                    <a:pt x="0" y="0"/>
                  </a:moveTo>
                  <a:lnTo>
                    <a:pt x="265765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053783" y="1667640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583736" y="1617900"/>
              <a:ext cx="179070" cy="179070"/>
            </a:xfrm>
            <a:custGeom>
              <a:avLst/>
              <a:gdLst/>
              <a:ahLst/>
              <a:cxnLst/>
              <a:rect l="l" t="t" r="r" b="b"/>
              <a:pathLst>
                <a:path w="179070" h="179069">
                  <a:moveTo>
                    <a:pt x="178561" y="0"/>
                  </a:moveTo>
                  <a:lnTo>
                    <a:pt x="0" y="0"/>
                  </a:lnTo>
                  <a:lnTo>
                    <a:pt x="0" y="178561"/>
                  </a:lnTo>
                  <a:lnTo>
                    <a:pt x="178561" y="178561"/>
                  </a:lnTo>
                  <a:lnTo>
                    <a:pt x="178561" y="0"/>
                  </a:lnTo>
                  <a:close/>
                </a:path>
              </a:pathLst>
            </a:custGeom>
            <a:solidFill>
              <a:srgbClr val="FBD2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583736" y="1617900"/>
              <a:ext cx="179070" cy="179070"/>
            </a:xfrm>
            <a:custGeom>
              <a:avLst/>
              <a:gdLst/>
              <a:ahLst/>
              <a:cxnLst/>
              <a:rect l="l" t="t" r="r" b="b"/>
              <a:pathLst>
                <a:path w="179070" h="179069">
                  <a:moveTo>
                    <a:pt x="178561" y="0"/>
                  </a:moveTo>
                  <a:lnTo>
                    <a:pt x="0" y="0"/>
                  </a:lnTo>
                  <a:lnTo>
                    <a:pt x="0" y="178561"/>
                  </a:lnTo>
                  <a:lnTo>
                    <a:pt x="178561" y="178561"/>
                  </a:lnTo>
                  <a:lnTo>
                    <a:pt x="178561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918537" y="1617900"/>
              <a:ext cx="179070" cy="179070"/>
            </a:xfrm>
            <a:custGeom>
              <a:avLst/>
              <a:gdLst/>
              <a:ahLst/>
              <a:cxnLst/>
              <a:rect l="l" t="t" r="r" b="b"/>
              <a:pathLst>
                <a:path w="179070" h="179069">
                  <a:moveTo>
                    <a:pt x="178561" y="0"/>
                  </a:moveTo>
                  <a:lnTo>
                    <a:pt x="0" y="0"/>
                  </a:lnTo>
                  <a:lnTo>
                    <a:pt x="0" y="178561"/>
                  </a:lnTo>
                  <a:lnTo>
                    <a:pt x="178561" y="178561"/>
                  </a:lnTo>
                  <a:lnTo>
                    <a:pt x="178561" y="0"/>
                  </a:lnTo>
                  <a:close/>
                </a:path>
              </a:pathLst>
            </a:custGeom>
            <a:solidFill>
              <a:srgbClr val="FBD2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918537" y="1617900"/>
              <a:ext cx="179070" cy="179070"/>
            </a:xfrm>
            <a:custGeom>
              <a:avLst/>
              <a:gdLst/>
              <a:ahLst/>
              <a:cxnLst/>
              <a:rect l="l" t="t" r="r" b="b"/>
              <a:pathLst>
                <a:path w="179070" h="179069">
                  <a:moveTo>
                    <a:pt x="178561" y="0"/>
                  </a:moveTo>
                  <a:lnTo>
                    <a:pt x="0" y="0"/>
                  </a:lnTo>
                  <a:lnTo>
                    <a:pt x="0" y="178561"/>
                  </a:lnTo>
                  <a:lnTo>
                    <a:pt x="178561" y="178561"/>
                  </a:lnTo>
                  <a:lnTo>
                    <a:pt x="178561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253339" y="1617900"/>
              <a:ext cx="179070" cy="179070"/>
            </a:xfrm>
            <a:custGeom>
              <a:avLst/>
              <a:gdLst/>
              <a:ahLst/>
              <a:cxnLst/>
              <a:rect l="l" t="t" r="r" b="b"/>
              <a:pathLst>
                <a:path w="179070" h="179069">
                  <a:moveTo>
                    <a:pt x="178561" y="0"/>
                  </a:moveTo>
                  <a:lnTo>
                    <a:pt x="0" y="0"/>
                  </a:lnTo>
                  <a:lnTo>
                    <a:pt x="0" y="178561"/>
                  </a:lnTo>
                  <a:lnTo>
                    <a:pt x="178561" y="178561"/>
                  </a:lnTo>
                  <a:lnTo>
                    <a:pt x="178561" y="0"/>
                  </a:lnTo>
                  <a:close/>
                </a:path>
              </a:pathLst>
            </a:custGeom>
            <a:solidFill>
              <a:srgbClr val="FBD2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253339" y="1617900"/>
              <a:ext cx="179070" cy="179070"/>
            </a:xfrm>
            <a:custGeom>
              <a:avLst/>
              <a:gdLst/>
              <a:ahLst/>
              <a:cxnLst/>
              <a:rect l="l" t="t" r="r" b="b"/>
              <a:pathLst>
                <a:path w="179070" h="179069">
                  <a:moveTo>
                    <a:pt x="178561" y="0"/>
                  </a:moveTo>
                  <a:lnTo>
                    <a:pt x="0" y="0"/>
                  </a:lnTo>
                  <a:lnTo>
                    <a:pt x="0" y="178561"/>
                  </a:lnTo>
                  <a:lnTo>
                    <a:pt x="178561" y="178561"/>
                  </a:lnTo>
                  <a:lnTo>
                    <a:pt x="178561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362229" y="1707146"/>
              <a:ext cx="210185" cy="0"/>
            </a:xfrm>
            <a:custGeom>
              <a:avLst/>
              <a:gdLst/>
              <a:ahLst/>
              <a:cxnLst/>
              <a:rect l="l" t="t" r="r" b="b"/>
              <a:pathLst>
                <a:path w="210185">
                  <a:moveTo>
                    <a:pt x="0" y="0"/>
                  </a:moveTo>
                  <a:lnTo>
                    <a:pt x="209959" y="5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544859" y="1667642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764023" y="1707144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10">
                  <a:moveTo>
                    <a:pt x="0" y="0"/>
                  </a:moveTo>
                  <a:lnTo>
                    <a:pt x="142992" y="5"/>
                  </a:lnTo>
                </a:path>
              </a:pathLst>
            </a:custGeom>
            <a:ln w="10122">
              <a:solidFill>
                <a:srgbClr val="EC20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879686" y="1667641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EC20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098850" y="1707144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10">
                  <a:moveTo>
                    <a:pt x="0" y="0"/>
                  </a:moveTo>
                  <a:lnTo>
                    <a:pt x="142991" y="5"/>
                  </a:lnTo>
                </a:path>
              </a:pathLst>
            </a:custGeom>
            <a:ln w="10122">
              <a:solidFill>
                <a:srgbClr val="EC20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214513" y="1667641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EC20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3909720" y="1243362"/>
            <a:ext cx="196850" cy="100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Cambria"/>
                <a:cs typeface="Cambria"/>
              </a:rPr>
              <a:t>⟨</a:t>
            </a:r>
            <a:r>
              <a:rPr sz="450" spc="-10" dirty="0">
                <a:latin typeface="Arial MT"/>
                <a:cs typeface="Arial MT"/>
              </a:rPr>
              <a:t>END</a:t>
            </a:r>
            <a:r>
              <a:rPr sz="500" spc="-10" dirty="0">
                <a:latin typeface="Cambria"/>
                <a:cs typeface="Cambria"/>
              </a:rPr>
              <a:t>⟩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597630" y="1265322"/>
            <a:ext cx="786130" cy="93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16280" algn="l"/>
              </a:tabLst>
            </a:pPr>
            <a:r>
              <a:rPr sz="450" spc="-20" dirty="0">
                <a:latin typeface="Arial MT"/>
                <a:cs typeface="Arial MT"/>
              </a:rPr>
              <a:t>1947</a:t>
            </a:r>
            <a:r>
              <a:rPr sz="450" dirty="0">
                <a:latin typeface="Arial MT"/>
                <a:cs typeface="Arial MT"/>
              </a:rPr>
              <a:t>	—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513702" y="1364227"/>
            <a:ext cx="3874135" cy="1118235"/>
            <a:chOff x="513702" y="1364227"/>
            <a:chExt cx="3874135" cy="1118235"/>
          </a:xfrm>
        </p:grpSpPr>
        <p:sp>
          <p:nvSpPr>
            <p:cNvPr id="74" name="object 74"/>
            <p:cNvSpPr/>
            <p:nvPr/>
          </p:nvSpPr>
          <p:spPr>
            <a:xfrm>
              <a:off x="3673246" y="1374368"/>
              <a:ext cx="635" cy="241935"/>
            </a:xfrm>
            <a:custGeom>
              <a:avLst/>
              <a:gdLst/>
              <a:ahLst/>
              <a:cxnLst/>
              <a:rect l="l" t="t" r="r" b="b"/>
              <a:pathLst>
                <a:path w="635" h="241934">
                  <a:moveTo>
                    <a:pt x="0" y="241931"/>
                  </a:moveTo>
                  <a:lnTo>
                    <a:pt x="69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633800" y="1369307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0" y="32379"/>
                  </a:moveTo>
                  <a:lnTo>
                    <a:pt x="15527" y="26694"/>
                  </a:lnTo>
                  <a:lnTo>
                    <a:pt x="26918" y="18954"/>
                  </a:lnTo>
                  <a:lnTo>
                    <a:pt x="34729" y="9832"/>
                  </a:lnTo>
                  <a:lnTo>
                    <a:pt x="39516" y="0"/>
                  </a:lnTo>
                  <a:lnTo>
                    <a:pt x="44298" y="9834"/>
                  </a:lnTo>
                  <a:lnTo>
                    <a:pt x="52104" y="18961"/>
                  </a:lnTo>
                  <a:lnTo>
                    <a:pt x="63492" y="26707"/>
                  </a:lnTo>
                  <a:lnTo>
                    <a:pt x="79016" y="3240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008087" y="1374368"/>
              <a:ext cx="635" cy="241935"/>
            </a:xfrm>
            <a:custGeom>
              <a:avLst/>
              <a:gdLst/>
              <a:ahLst/>
              <a:cxnLst/>
              <a:rect l="l" t="t" r="r" b="b"/>
              <a:pathLst>
                <a:path w="635" h="241934">
                  <a:moveTo>
                    <a:pt x="0" y="241931"/>
                  </a:moveTo>
                  <a:lnTo>
                    <a:pt x="8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968650" y="1369307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0" y="32376"/>
                  </a:moveTo>
                  <a:lnTo>
                    <a:pt x="15527" y="26692"/>
                  </a:lnTo>
                  <a:lnTo>
                    <a:pt x="26919" y="18953"/>
                  </a:lnTo>
                  <a:lnTo>
                    <a:pt x="34731" y="9832"/>
                  </a:lnTo>
                  <a:lnTo>
                    <a:pt x="39519" y="0"/>
                  </a:lnTo>
                  <a:lnTo>
                    <a:pt x="44300" y="9835"/>
                  </a:lnTo>
                  <a:lnTo>
                    <a:pt x="52105" y="18962"/>
                  </a:lnTo>
                  <a:lnTo>
                    <a:pt x="63492" y="26709"/>
                  </a:lnTo>
                  <a:lnTo>
                    <a:pt x="79016" y="32403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342926" y="1374368"/>
              <a:ext cx="635" cy="241935"/>
            </a:xfrm>
            <a:custGeom>
              <a:avLst/>
              <a:gdLst/>
              <a:ahLst/>
              <a:cxnLst/>
              <a:rect l="l" t="t" r="r" b="b"/>
              <a:pathLst>
                <a:path w="635" h="241934">
                  <a:moveTo>
                    <a:pt x="0" y="241931"/>
                  </a:moveTo>
                  <a:lnTo>
                    <a:pt x="92" y="0"/>
                  </a:lnTo>
                </a:path>
              </a:pathLst>
            </a:custGeom>
            <a:ln w="10122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303500" y="1369307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0" y="32375"/>
                  </a:moveTo>
                  <a:lnTo>
                    <a:pt x="15527" y="26692"/>
                  </a:lnTo>
                  <a:lnTo>
                    <a:pt x="26920" y="18953"/>
                  </a:lnTo>
                  <a:lnTo>
                    <a:pt x="34732" y="9831"/>
                  </a:lnTo>
                  <a:lnTo>
                    <a:pt x="39520" y="0"/>
                  </a:lnTo>
                  <a:lnTo>
                    <a:pt x="44300" y="9835"/>
                  </a:lnTo>
                  <a:lnTo>
                    <a:pt x="52106" y="18962"/>
                  </a:lnTo>
                  <a:lnTo>
                    <a:pt x="63492" y="26709"/>
                  </a:lnTo>
                  <a:lnTo>
                    <a:pt x="79016" y="32404"/>
                  </a:lnTo>
                </a:path>
              </a:pathLst>
            </a:custGeom>
            <a:ln w="1012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413025"/>
              <a:ext cx="69291" cy="69291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3529279" y="2150361"/>
            <a:ext cx="957580" cy="118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dirty="0">
                <a:latin typeface="Arial MT"/>
                <a:cs typeface="Arial MT"/>
              </a:rPr>
              <a:t>Decoder: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Generate</a:t>
            </a:r>
            <a:r>
              <a:rPr sz="600" spc="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answer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19226" y="2311347"/>
            <a:ext cx="4048760" cy="7486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</a:pP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Process: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190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7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Encoder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reads</a:t>
            </a:r>
            <a:r>
              <a:rPr sz="950" spc="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entire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input</a:t>
            </a:r>
            <a:r>
              <a:rPr sz="950" spc="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950" i="1" spc="23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≈</a:t>
            </a:r>
            <a:r>
              <a:rPr sz="1100" spc="100" dirty="0">
                <a:latin typeface="Cambria"/>
                <a:cs typeface="Cambria"/>
              </a:rPr>
              <a:t> </a:t>
            </a:r>
            <a:r>
              <a:rPr sz="950" dirty="0">
                <a:latin typeface="Arial MT"/>
                <a:cs typeface="Arial MT"/>
              </a:rPr>
              <a:t>15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tokens)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18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8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Context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b="1" dirty="0">
                <a:latin typeface="Arial"/>
                <a:cs typeface="Arial"/>
              </a:rPr>
              <a:t>c</a:t>
            </a:r>
            <a:r>
              <a:rPr sz="950" b="1" spc="50" dirty="0">
                <a:latin typeface="Arial"/>
                <a:cs typeface="Arial"/>
              </a:rPr>
              <a:t> </a:t>
            </a:r>
            <a:r>
              <a:rPr sz="950" dirty="0">
                <a:latin typeface="Arial MT"/>
                <a:cs typeface="Arial MT"/>
              </a:rPr>
              <a:t>encodes:</a:t>
            </a:r>
            <a:r>
              <a:rPr sz="950" spc="1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”answer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is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about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year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and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independence”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6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9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Decoder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generates:</a:t>
            </a:r>
            <a:r>
              <a:rPr sz="950" spc="1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”1947”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then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1100" dirty="0">
                <a:latin typeface="Cambria"/>
                <a:cs typeface="Cambria"/>
              </a:rPr>
              <a:t>⟨</a:t>
            </a:r>
            <a:r>
              <a:rPr sz="950" dirty="0">
                <a:latin typeface="Arial MT"/>
                <a:cs typeface="Arial MT"/>
              </a:rPr>
              <a:t>END</a:t>
            </a:r>
            <a:r>
              <a:rPr sz="1100" dirty="0">
                <a:latin typeface="Cambria"/>
                <a:cs typeface="Cambria"/>
              </a:rPr>
              <a:t>⟩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950" dirty="0">
                <a:latin typeface="Arial MT"/>
                <a:cs typeface="Arial MT"/>
              </a:rPr>
              <a:t>(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950" i="1" spc="-105" dirty="0">
                <a:latin typeface="Arial"/>
                <a:cs typeface="Arial"/>
              </a:rPr>
              <a:t> </a:t>
            </a:r>
            <a:r>
              <a:rPr sz="1200" baseline="27777" dirty="0">
                <a:latin typeface="Cambria"/>
                <a:cs typeface="Cambria"/>
              </a:rPr>
              <a:t>r</a:t>
            </a:r>
            <a:r>
              <a:rPr sz="1200" spc="359" baseline="27777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950" dirty="0">
                <a:latin typeface="Arial MT"/>
                <a:cs typeface="Arial MT"/>
              </a:rPr>
              <a:t>1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meaningful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token)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84" name="object 8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4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4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4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4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4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4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88" name="object 8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055">
              <a:lnSpc>
                <a:spcPts val="670"/>
              </a:lnSpc>
            </a:pPr>
            <a:fld id="{81D60167-4931-47E6-BA6A-407CBD079E47}" type="slidenum">
              <a:rPr dirty="0"/>
              <a:t>12</a:t>
            </a:fld>
            <a:r>
              <a:rPr spc="95" dirty="0"/>
              <a:t> </a:t>
            </a:r>
            <a:r>
              <a:rPr spc="90" dirty="0"/>
              <a:t>/</a:t>
            </a:r>
            <a:r>
              <a:rPr spc="105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54" dirty="0">
                <a:solidFill>
                  <a:srgbClr val="FFFFFF"/>
                </a:solidFill>
              </a:rPr>
              <a:t>T</a:t>
            </a:r>
            <a:r>
              <a:rPr cap="small" spc="254" dirty="0">
                <a:solidFill>
                  <a:srgbClr val="FFFFFF"/>
                </a:solidFill>
              </a:rPr>
              <a:t>raining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cap="small" spc="225" dirty="0">
                <a:solidFill>
                  <a:srgbClr val="FFFFFF"/>
                </a:solidFill>
              </a:rPr>
              <a:t>vs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15" dirty="0">
                <a:solidFill>
                  <a:srgbClr val="FFFFFF"/>
                </a:solidFill>
              </a:rPr>
              <a:t>I</a:t>
            </a:r>
            <a:r>
              <a:rPr cap="small" spc="215" dirty="0">
                <a:solidFill>
                  <a:srgbClr val="FFFFFF"/>
                </a:solidFill>
              </a:rPr>
              <a:t>nference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567181"/>
            <a:ext cx="3364865" cy="749935"/>
            <a:chOff x="513702" y="567181"/>
            <a:chExt cx="3364865" cy="7499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67181"/>
              <a:ext cx="69291" cy="692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25228" y="1033619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5" h="281305">
                  <a:moveTo>
                    <a:pt x="280799" y="0"/>
                  </a:moveTo>
                  <a:lnTo>
                    <a:pt x="0" y="0"/>
                  </a:lnTo>
                  <a:lnTo>
                    <a:pt x="0" y="280800"/>
                  </a:lnTo>
                  <a:lnTo>
                    <a:pt x="280799" y="280800"/>
                  </a:lnTo>
                  <a:lnTo>
                    <a:pt x="280799" y="0"/>
                  </a:lnTo>
                  <a:close/>
                </a:path>
              </a:pathLst>
            </a:custGeom>
            <a:solidFill>
              <a:srgbClr val="FBD2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25228" y="1033619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5" h="281305">
                  <a:moveTo>
                    <a:pt x="280799" y="0"/>
                  </a:moveTo>
                  <a:lnTo>
                    <a:pt x="0" y="0"/>
                  </a:lnTo>
                  <a:lnTo>
                    <a:pt x="0" y="280800"/>
                  </a:lnTo>
                  <a:lnTo>
                    <a:pt x="280799" y="280800"/>
                  </a:lnTo>
                  <a:lnTo>
                    <a:pt x="280799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65628" y="862050"/>
              <a:ext cx="0" cy="170180"/>
            </a:xfrm>
            <a:custGeom>
              <a:avLst/>
              <a:gdLst/>
              <a:ahLst/>
              <a:cxnLst/>
              <a:rect l="l" t="t" r="r" b="b"/>
              <a:pathLst>
                <a:path h="170180">
                  <a:moveTo>
                    <a:pt x="0" y="169905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26119" y="856989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10230" y="1033619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4" h="281305">
                  <a:moveTo>
                    <a:pt x="280800" y="0"/>
                  </a:moveTo>
                  <a:lnTo>
                    <a:pt x="0" y="0"/>
                  </a:lnTo>
                  <a:lnTo>
                    <a:pt x="0" y="280800"/>
                  </a:lnTo>
                  <a:lnTo>
                    <a:pt x="280800" y="280800"/>
                  </a:lnTo>
                  <a:lnTo>
                    <a:pt x="280800" y="0"/>
                  </a:lnTo>
                  <a:close/>
                </a:path>
              </a:pathLst>
            </a:custGeom>
            <a:solidFill>
              <a:srgbClr val="FBD2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10230" y="1033619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4" h="281305">
                  <a:moveTo>
                    <a:pt x="280800" y="0"/>
                  </a:moveTo>
                  <a:lnTo>
                    <a:pt x="0" y="0"/>
                  </a:lnTo>
                  <a:lnTo>
                    <a:pt x="0" y="280800"/>
                  </a:lnTo>
                  <a:lnTo>
                    <a:pt x="280800" y="280800"/>
                  </a:lnTo>
                  <a:lnTo>
                    <a:pt x="280800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50666" y="862050"/>
              <a:ext cx="0" cy="170180"/>
            </a:xfrm>
            <a:custGeom>
              <a:avLst/>
              <a:gdLst/>
              <a:ahLst/>
              <a:cxnLst/>
              <a:rect l="l" t="t" r="r" b="b"/>
              <a:pathLst>
                <a:path h="170180">
                  <a:moveTo>
                    <a:pt x="0" y="169905"/>
                  </a:moveTo>
                  <a:lnTo>
                    <a:pt x="2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11160" y="856989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>
                  <a:moveTo>
                    <a:pt x="0" y="32389"/>
                  </a:moveTo>
                  <a:lnTo>
                    <a:pt x="15525" y="26700"/>
                  </a:lnTo>
                  <a:lnTo>
                    <a:pt x="26915" y="18957"/>
                  </a:lnTo>
                  <a:lnTo>
                    <a:pt x="34724" y="9833"/>
                  </a:lnTo>
                  <a:lnTo>
                    <a:pt x="39508" y="0"/>
                  </a:lnTo>
                  <a:lnTo>
                    <a:pt x="44292" y="9833"/>
                  </a:lnTo>
                  <a:lnTo>
                    <a:pt x="52101" y="18958"/>
                  </a:lnTo>
                  <a:lnTo>
                    <a:pt x="63490" y="26701"/>
                  </a:lnTo>
                  <a:lnTo>
                    <a:pt x="79016" y="3239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95231" y="1033619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4" h="281305">
                  <a:moveTo>
                    <a:pt x="280800" y="0"/>
                  </a:moveTo>
                  <a:lnTo>
                    <a:pt x="0" y="0"/>
                  </a:lnTo>
                  <a:lnTo>
                    <a:pt x="0" y="280800"/>
                  </a:lnTo>
                  <a:lnTo>
                    <a:pt x="280800" y="280800"/>
                  </a:lnTo>
                  <a:lnTo>
                    <a:pt x="280800" y="0"/>
                  </a:lnTo>
                  <a:close/>
                </a:path>
              </a:pathLst>
            </a:custGeom>
            <a:solidFill>
              <a:srgbClr val="FBD2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95231" y="1033619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4" h="281305">
                  <a:moveTo>
                    <a:pt x="280800" y="0"/>
                  </a:moveTo>
                  <a:lnTo>
                    <a:pt x="0" y="0"/>
                  </a:lnTo>
                  <a:lnTo>
                    <a:pt x="0" y="280800"/>
                  </a:lnTo>
                  <a:lnTo>
                    <a:pt x="280800" y="280800"/>
                  </a:lnTo>
                  <a:lnTo>
                    <a:pt x="280800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31926" y="438866"/>
            <a:ext cx="3782060" cy="39560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25"/>
              </a:spcBef>
            </a:pP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Training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(Teacher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Forcing):</a:t>
            </a:r>
            <a:r>
              <a:rPr sz="1050" spc="10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ground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truth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as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decoder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input</a:t>
            </a:r>
            <a:endParaRPr sz="1050">
              <a:latin typeface="Arial MT"/>
              <a:cs typeface="Arial MT"/>
            </a:endParaRPr>
          </a:p>
          <a:p>
            <a:pPr marL="1892935">
              <a:lnSpc>
                <a:spcPct val="100000"/>
              </a:lnSpc>
              <a:spcBef>
                <a:spcPts val="320"/>
              </a:spcBef>
              <a:tabLst>
                <a:tab pos="2477770" algn="l"/>
                <a:tab pos="3062605" algn="l"/>
              </a:tabLst>
            </a:pPr>
            <a:r>
              <a:rPr sz="700" i="1" spc="-25" dirty="0">
                <a:latin typeface="Arial"/>
                <a:cs typeface="Arial"/>
              </a:rPr>
              <a:t>y</a:t>
            </a:r>
            <a:r>
              <a:rPr sz="750" spc="-25" dirty="0">
                <a:latin typeface="Tahoma"/>
                <a:cs typeface="Tahoma"/>
              </a:rPr>
              <a:t>ˆ</a:t>
            </a:r>
            <a:r>
              <a:rPr sz="675" spc="-37" baseline="-12345" dirty="0">
                <a:latin typeface="Arial MT"/>
                <a:cs typeface="Arial MT"/>
              </a:rPr>
              <a:t>1</a:t>
            </a:r>
            <a:r>
              <a:rPr sz="675" baseline="-12345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y</a:t>
            </a:r>
            <a:r>
              <a:rPr sz="750" spc="-25" dirty="0">
                <a:latin typeface="Tahoma"/>
                <a:cs typeface="Tahoma"/>
              </a:rPr>
              <a:t>ˆ</a:t>
            </a:r>
            <a:r>
              <a:rPr sz="675" spc="-37" baseline="-12345" dirty="0">
                <a:latin typeface="Arial MT"/>
                <a:cs typeface="Arial MT"/>
              </a:rPr>
              <a:t>2</a:t>
            </a:r>
            <a:r>
              <a:rPr sz="675" baseline="-12345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y</a:t>
            </a:r>
            <a:r>
              <a:rPr sz="750" spc="-25" dirty="0">
                <a:latin typeface="Tahoma"/>
                <a:cs typeface="Tahoma"/>
              </a:rPr>
              <a:t>ˆ</a:t>
            </a:r>
            <a:r>
              <a:rPr sz="675" spc="-37" baseline="-12345" dirty="0">
                <a:latin typeface="Arial MT"/>
                <a:cs typeface="Arial MT"/>
              </a:rPr>
              <a:t>3</a:t>
            </a:r>
            <a:endParaRPr sz="675" baseline="-12345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3702" y="851909"/>
            <a:ext cx="3387725" cy="1662430"/>
            <a:chOff x="513702" y="851909"/>
            <a:chExt cx="3387725" cy="1662430"/>
          </a:xfrm>
        </p:grpSpPr>
        <p:sp>
          <p:nvSpPr>
            <p:cNvPr id="17" name="object 17"/>
            <p:cNvSpPr/>
            <p:nvPr/>
          </p:nvSpPr>
          <p:spPr>
            <a:xfrm>
              <a:off x="3735705" y="862050"/>
              <a:ext cx="0" cy="170180"/>
            </a:xfrm>
            <a:custGeom>
              <a:avLst/>
              <a:gdLst/>
              <a:ahLst/>
              <a:cxnLst/>
              <a:rect l="l" t="t" r="r" b="b"/>
              <a:pathLst>
                <a:path h="170180">
                  <a:moveTo>
                    <a:pt x="0" y="169905"/>
                  </a:moveTo>
                  <a:lnTo>
                    <a:pt x="5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96202" y="856989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>
                  <a:moveTo>
                    <a:pt x="0" y="32389"/>
                  </a:moveTo>
                  <a:lnTo>
                    <a:pt x="15525" y="26700"/>
                  </a:lnTo>
                  <a:lnTo>
                    <a:pt x="26915" y="18957"/>
                  </a:lnTo>
                  <a:lnTo>
                    <a:pt x="34724" y="9833"/>
                  </a:lnTo>
                  <a:lnTo>
                    <a:pt x="39508" y="0"/>
                  </a:lnTo>
                  <a:lnTo>
                    <a:pt x="44292" y="9833"/>
                  </a:lnTo>
                  <a:lnTo>
                    <a:pt x="52101" y="18958"/>
                  </a:lnTo>
                  <a:lnTo>
                    <a:pt x="63490" y="26701"/>
                  </a:lnTo>
                  <a:lnTo>
                    <a:pt x="79016" y="3239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65628" y="1326177"/>
              <a:ext cx="0" cy="170180"/>
            </a:xfrm>
            <a:custGeom>
              <a:avLst/>
              <a:gdLst/>
              <a:ahLst/>
              <a:cxnLst/>
              <a:rect l="l" t="t" r="r" b="b"/>
              <a:pathLst>
                <a:path h="170180">
                  <a:moveTo>
                    <a:pt x="0" y="16987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218B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26119" y="1321116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ln w="10122">
              <a:solidFill>
                <a:srgbClr val="218B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50662" y="1326176"/>
              <a:ext cx="635" cy="170180"/>
            </a:xfrm>
            <a:custGeom>
              <a:avLst/>
              <a:gdLst/>
              <a:ahLst/>
              <a:cxnLst/>
              <a:rect l="l" t="t" r="r" b="b"/>
              <a:pathLst>
                <a:path w="635" h="170180">
                  <a:moveTo>
                    <a:pt x="10" y="169877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218B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11156" y="1321115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0" y="32392"/>
                  </a:moveTo>
                  <a:lnTo>
                    <a:pt x="15525" y="26702"/>
                  </a:lnTo>
                  <a:lnTo>
                    <a:pt x="26914" y="18958"/>
                  </a:lnTo>
                  <a:lnTo>
                    <a:pt x="34722" y="9833"/>
                  </a:lnTo>
                  <a:lnTo>
                    <a:pt x="39506" y="0"/>
                  </a:lnTo>
                  <a:lnTo>
                    <a:pt x="44291" y="9833"/>
                  </a:lnTo>
                  <a:lnTo>
                    <a:pt x="52100" y="18957"/>
                  </a:lnTo>
                  <a:lnTo>
                    <a:pt x="63490" y="26699"/>
                  </a:lnTo>
                  <a:lnTo>
                    <a:pt x="79016" y="32388"/>
                  </a:lnTo>
                </a:path>
              </a:pathLst>
            </a:custGeom>
            <a:ln w="10121">
              <a:solidFill>
                <a:srgbClr val="218B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735700" y="1326176"/>
              <a:ext cx="635" cy="170180"/>
            </a:xfrm>
            <a:custGeom>
              <a:avLst/>
              <a:gdLst/>
              <a:ahLst/>
              <a:cxnLst/>
              <a:rect l="l" t="t" r="r" b="b"/>
              <a:pathLst>
                <a:path w="635" h="170180">
                  <a:moveTo>
                    <a:pt x="19" y="169877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218B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96194" y="1321115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0" y="32393"/>
                  </a:moveTo>
                  <a:lnTo>
                    <a:pt x="15525" y="26703"/>
                  </a:lnTo>
                  <a:lnTo>
                    <a:pt x="26913" y="18959"/>
                  </a:lnTo>
                  <a:lnTo>
                    <a:pt x="34722" y="9834"/>
                  </a:lnTo>
                  <a:lnTo>
                    <a:pt x="39505" y="0"/>
                  </a:lnTo>
                  <a:lnTo>
                    <a:pt x="44290" y="9833"/>
                  </a:lnTo>
                  <a:lnTo>
                    <a:pt x="52100" y="18957"/>
                  </a:lnTo>
                  <a:lnTo>
                    <a:pt x="63490" y="26698"/>
                  </a:lnTo>
                  <a:lnTo>
                    <a:pt x="79016" y="32386"/>
                  </a:lnTo>
                </a:path>
              </a:pathLst>
            </a:custGeom>
            <a:ln w="10121">
              <a:solidFill>
                <a:srgbClr val="218B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07677" y="1174001"/>
              <a:ext cx="290830" cy="0"/>
            </a:xfrm>
            <a:custGeom>
              <a:avLst/>
              <a:gdLst/>
              <a:ahLst/>
              <a:cxnLst/>
              <a:rect l="l" t="t" r="r" b="b"/>
              <a:pathLst>
                <a:path w="290830">
                  <a:moveTo>
                    <a:pt x="0" y="0"/>
                  </a:moveTo>
                  <a:lnTo>
                    <a:pt x="290800" y="2"/>
                  </a:lnTo>
                </a:path>
              </a:pathLst>
            </a:custGeom>
            <a:ln w="10122">
              <a:solidFill>
                <a:srgbClr val="EC20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71148" y="1134494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EC20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92699" y="1174001"/>
              <a:ext cx="290830" cy="0"/>
            </a:xfrm>
            <a:custGeom>
              <a:avLst/>
              <a:gdLst/>
              <a:ahLst/>
              <a:cxnLst/>
              <a:rect l="l" t="t" r="r" b="b"/>
              <a:pathLst>
                <a:path w="290829">
                  <a:moveTo>
                    <a:pt x="0" y="0"/>
                  </a:moveTo>
                  <a:lnTo>
                    <a:pt x="290800" y="2"/>
                  </a:lnTo>
                </a:path>
              </a:pathLst>
            </a:custGeom>
            <a:ln w="10122">
              <a:solidFill>
                <a:srgbClr val="EC20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56170" y="1134494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EC20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43566" y="1173989"/>
              <a:ext cx="170180" cy="635"/>
            </a:xfrm>
            <a:custGeom>
              <a:avLst/>
              <a:gdLst/>
              <a:ahLst/>
              <a:cxnLst/>
              <a:rect l="l" t="t" r="r" b="b"/>
              <a:pathLst>
                <a:path w="170180" h="634">
                  <a:moveTo>
                    <a:pt x="0" y="0"/>
                  </a:moveTo>
                  <a:lnTo>
                    <a:pt x="169890" y="7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86127" y="1134487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764233"/>
              <a:ext cx="69291" cy="6929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447948" y="2230658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5" h="281305">
                  <a:moveTo>
                    <a:pt x="280799" y="0"/>
                  </a:moveTo>
                  <a:lnTo>
                    <a:pt x="0" y="0"/>
                  </a:lnTo>
                  <a:lnTo>
                    <a:pt x="0" y="280800"/>
                  </a:lnTo>
                  <a:lnTo>
                    <a:pt x="280799" y="280800"/>
                  </a:lnTo>
                  <a:lnTo>
                    <a:pt x="280799" y="0"/>
                  </a:lnTo>
                  <a:close/>
                </a:path>
              </a:pathLst>
            </a:custGeom>
            <a:solidFill>
              <a:srgbClr val="FBD2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447948" y="2230658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5" h="281305">
                  <a:moveTo>
                    <a:pt x="280799" y="0"/>
                  </a:moveTo>
                  <a:lnTo>
                    <a:pt x="0" y="0"/>
                  </a:lnTo>
                  <a:lnTo>
                    <a:pt x="0" y="280800"/>
                  </a:lnTo>
                  <a:lnTo>
                    <a:pt x="280799" y="280800"/>
                  </a:lnTo>
                  <a:lnTo>
                    <a:pt x="280799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88348" y="2059089"/>
              <a:ext cx="0" cy="170180"/>
            </a:xfrm>
            <a:custGeom>
              <a:avLst/>
              <a:gdLst/>
              <a:ahLst/>
              <a:cxnLst/>
              <a:rect l="l" t="t" r="r" b="b"/>
              <a:pathLst>
                <a:path h="170180">
                  <a:moveTo>
                    <a:pt x="0" y="169905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48839" y="2054028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32950" y="2230658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4" h="281305">
                  <a:moveTo>
                    <a:pt x="280800" y="0"/>
                  </a:moveTo>
                  <a:lnTo>
                    <a:pt x="0" y="0"/>
                  </a:lnTo>
                  <a:lnTo>
                    <a:pt x="0" y="280800"/>
                  </a:lnTo>
                  <a:lnTo>
                    <a:pt x="280800" y="280800"/>
                  </a:lnTo>
                  <a:lnTo>
                    <a:pt x="280800" y="0"/>
                  </a:lnTo>
                  <a:close/>
                </a:path>
              </a:pathLst>
            </a:custGeom>
            <a:solidFill>
              <a:srgbClr val="FBD2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32950" y="2230658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4" h="281305">
                  <a:moveTo>
                    <a:pt x="280800" y="0"/>
                  </a:moveTo>
                  <a:lnTo>
                    <a:pt x="0" y="0"/>
                  </a:lnTo>
                  <a:lnTo>
                    <a:pt x="0" y="280800"/>
                  </a:lnTo>
                  <a:lnTo>
                    <a:pt x="280800" y="280800"/>
                  </a:lnTo>
                  <a:lnTo>
                    <a:pt x="280800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73387" y="2059088"/>
              <a:ext cx="0" cy="170180"/>
            </a:xfrm>
            <a:custGeom>
              <a:avLst/>
              <a:gdLst/>
              <a:ahLst/>
              <a:cxnLst/>
              <a:rect l="l" t="t" r="r" b="b"/>
              <a:pathLst>
                <a:path h="170180">
                  <a:moveTo>
                    <a:pt x="0" y="169905"/>
                  </a:moveTo>
                  <a:lnTo>
                    <a:pt x="2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33880" y="2054027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>
                  <a:moveTo>
                    <a:pt x="0" y="32389"/>
                  </a:moveTo>
                  <a:lnTo>
                    <a:pt x="15525" y="26700"/>
                  </a:lnTo>
                  <a:lnTo>
                    <a:pt x="26915" y="18957"/>
                  </a:lnTo>
                  <a:lnTo>
                    <a:pt x="34724" y="9833"/>
                  </a:lnTo>
                  <a:lnTo>
                    <a:pt x="39508" y="0"/>
                  </a:lnTo>
                  <a:lnTo>
                    <a:pt x="44292" y="9833"/>
                  </a:lnTo>
                  <a:lnTo>
                    <a:pt x="52101" y="18958"/>
                  </a:lnTo>
                  <a:lnTo>
                    <a:pt x="63490" y="26701"/>
                  </a:lnTo>
                  <a:lnTo>
                    <a:pt x="79016" y="3239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617952" y="2230658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4" h="281305">
                  <a:moveTo>
                    <a:pt x="280800" y="0"/>
                  </a:moveTo>
                  <a:lnTo>
                    <a:pt x="0" y="0"/>
                  </a:lnTo>
                  <a:lnTo>
                    <a:pt x="0" y="280800"/>
                  </a:lnTo>
                  <a:lnTo>
                    <a:pt x="280800" y="280800"/>
                  </a:lnTo>
                  <a:lnTo>
                    <a:pt x="280800" y="0"/>
                  </a:lnTo>
                  <a:close/>
                </a:path>
              </a:pathLst>
            </a:custGeom>
            <a:solidFill>
              <a:srgbClr val="FBD2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617952" y="2230658"/>
              <a:ext cx="281305" cy="281305"/>
            </a:xfrm>
            <a:custGeom>
              <a:avLst/>
              <a:gdLst/>
              <a:ahLst/>
              <a:cxnLst/>
              <a:rect l="l" t="t" r="r" b="b"/>
              <a:pathLst>
                <a:path w="281304" h="281305">
                  <a:moveTo>
                    <a:pt x="280800" y="0"/>
                  </a:moveTo>
                  <a:lnTo>
                    <a:pt x="0" y="0"/>
                  </a:lnTo>
                  <a:lnTo>
                    <a:pt x="0" y="280800"/>
                  </a:lnTo>
                  <a:lnTo>
                    <a:pt x="280800" y="280800"/>
                  </a:lnTo>
                  <a:lnTo>
                    <a:pt x="280800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93826" y="1096292"/>
            <a:ext cx="3459479" cy="935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63525" algn="ctr">
              <a:lnSpc>
                <a:spcPct val="100000"/>
              </a:lnSpc>
              <a:spcBef>
                <a:spcPts val="100"/>
              </a:spcBef>
            </a:pPr>
            <a:r>
              <a:rPr sz="700" b="1" spc="-50" dirty="0">
                <a:latin typeface="Arial"/>
                <a:cs typeface="Arial"/>
              </a:rPr>
              <a:t>c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700">
              <a:latin typeface="Arial"/>
              <a:cs typeface="Arial"/>
            </a:endParaRPr>
          </a:p>
          <a:p>
            <a:pPr marL="1654175" algn="ctr">
              <a:lnSpc>
                <a:spcPct val="100000"/>
              </a:lnSpc>
              <a:tabLst>
                <a:tab pos="2239010" algn="l"/>
                <a:tab pos="2824480" algn="l"/>
              </a:tabLst>
            </a:pPr>
            <a:r>
              <a:rPr sz="600" i="1" dirty="0">
                <a:solidFill>
                  <a:srgbClr val="218B21"/>
                </a:solidFill>
                <a:latin typeface="Arial"/>
                <a:cs typeface="Arial"/>
              </a:rPr>
              <a:t>y</a:t>
            </a:r>
            <a:r>
              <a:rPr sz="675" baseline="-12345" dirty="0">
                <a:solidFill>
                  <a:srgbClr val="218B21"/>
                </a:solidFill>
                <a:latin typeface="Arial MT"/>
                <a:cs typeface="Arial MT"/>
              </a:rPr>
              <a:t>0</a:t>
            </a:r>
            <a:r>
              <a:rPr sz="675" spc="157" baseline="-12345" dirty="0">
                <a:solidFill>
                  <a:srgbClr val="218B21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218B21"/>
                </a:solidFill>
                <a:latin typeface="Arial MT"/>
                <a:cs typeface="Arial MT"/>
              </a:rPr>
              <a:t>(truth)</a:t>
            </a:r>
            <a:r>
              <a:rPr sz="600" dirty="0">
                <a:solidFill>
                  <a:srgbClr val="218B21"/>
                </a:solidFill>
                <a:latin typeface="Arial MT"/>
                <a:cs typeface="Arial MT"/>
              </a:rPr>
              <a:t>	</a:t>
            </a:r>
            <a:r>
              <a:rPr sz="600" i="1" dirty="0">
                <a:solidFill>
                  <a:srgbClr val="218B21"/>
                </a:solidFill>
                <a:latin typeface="Arial"/>
                <a:cs typeface="Arial"/>
              </a:rPr>
              <a:t>y</a:t>
            </a:r>
            <a:r>
              <a:rPr sz="675" baseline="-12345" dirty="0">
                <a:solidFill>
                  <a:srgbClr val="218B21"/>
                </a:solidFill>
                <a:latin typeface="Arial MT"/>
                <a:cs typeface="Arial MT"/>
              </a:rPr>
              <a:t>1</a:t>
            </a:r>
            <a:r>
              <a:rPr sz="675" spc="157" baseline="-12345" dirty="0">
                <a:solidFill>
                  <a:srgbClr val="218B21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218B21"/>
                </a:solidFill>
                <a:latin typeface="Arial MT"/>
                <a:cs typeface="Arial MT"/>
              </a:rPr>
              <a:t>(truth)</a:t>
            </a:r>
            <a:r>
              <a:rPr sz="600" dirty="0">
                <a:solidFill>
                  <a:srgbClr val="218B21"/>
                </a:solidFill>
                <a:latin typeface="Arial MT"/>
                <a:cs typeface="Arial MT"/>
              </a:rPr>
              <a:t>	</a:t>
            </a:r>
            <a:r>
              <a:rPr sz="600" i="1" dirty="0">
                <a:solidFill>
                  <a:srgbClr val="218B21"/>
                </a:solidFill>
                <a:latin typeface="Arial"/>
                <a:cs typeface="Arial"/>
              </a:rPr>
              <a:t>y</a:t>
            </a:r>
            <a:r>
              <a:rPr sz="675" baseline="-12345" dirty="0">
                <a:solidFill>
                  <a:srgbClr val="218B21"/>
                </a:solidFill>
                <a:latin typeface="Arial MT"/>
                <a:cs typeface="Arial MT"/>
              </a:rPr>
              <a:t>2</a:t>
            </a:r>
            <a:r>
              <a:rPr sz="675" spc="157" baseline="-12345" dirty="0">
                <a:solidFill>
                  <a:srgbClr val="218B21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218B21"/>
                </a:solidFill>
                <a:latin typeface="Arial MT"/>
                <a:cs typeface="Arial MT"/>
              </a:rPr>
              <a:t>(truth)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6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Inference</a:t>
            </a:r>
            <a:r>
              <a:rPr sz="1050" spc="1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(Free</a:t>
            </a:r>
            <a:r>
              <a:rPr sz="1050" spc="1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Running):</a:t>
            </a:r>
            <a:r>
              <a:rPr sz="1050" spc="9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model’s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own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predictions</a:t>
            </a:r>
            <a:endParaRPr sz="1050">
              <a:latin typeface="Arial MT"/>
              <a:cs typeface="Arial MT"/>
            </a:endParaRPr>
          </a:p>
          <a:p>
            <a:pPr marL="1695450" algn="ctr">
              <a:lnSpc>
                <a:spcPct val="100000"/>
              </a:lnSpc>
              <a:spcBef>
                <a:spcPts val="320"/>
              </a:spcBef>
              <a:tabLst>
                <a:tab pos="2280920" algn="l"/>
                <a:tab pos="2865755" algn="l"/>
              </a:tabLst>
            </a:pPr>
            <a:r>
              <a:rPr sz="700" i="1" spc="-25" dirty="0">
                <a:latin typeface="Arial"/>
                <a:cs typeface="Arial"/>
              </a:rPr>
              <a:t>y</a:t>
            </a:r>
            <a:r>
              <a:rPr sz="750" spc="-25" dirty="0">
                <a:latin typeface="Tahoma"/>
                <a:cs typeface="Tahoma"/>
              </a:rPr>
              <a:t>ˆ</a:t>
            </a:r>
            <a:r>
              <a:rPr sz="675" spc="-37" baseline="-12345" dirty="0">
                <a:latin typeface="Arial MT"/>
                <a:cs typeface="Arial MT"/>
              </a:rPr>
              <a:t>1</a:t>
            </a:r>
            <a:r>
              <a:rPr sz="675" baseline="-12345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y</a:t>
            </a:r>
            <a:r>
              <a:rPr sz="750" spc="-25" dirty="0">
                <a:latin typeface="Tahoma"/>
                <a:cs typeface="Tahoma"/>
              </a:rPr>
              <a:t>ˆ</a:t>
            </a:r>
            <a:r>
              <a:rPr sz="675" spc="-37" baseline="-12345" dirty="0">
                <a:latin typeface="Arial MT"/>
                <a:cs typeface="Arial MT"/>
              </a:rPr>
              <a:t>2</a:t>
            </a:r>
            <a:r>
              <a:rPr sz="675" baseline="-12345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y</a:t>
            </a:r>
            <a:r>
              <a:rPr sz="750" spc="-25" dirty="0">
                <a:latin typeface="Tahoma"/>
                <a:cs typeface="Tahoma"/>
              </a:rPr>
              <a:t>ˆ</a:t>
            </a:r>
            <a:r>
              <a:rPr sz="675" spc="-37" baseline="-12345" dirty="0">
                <a:latin typeface="Arial MT"/>
                <a:cs typeface="Arial MT"/>
              </a:rPr>
              <a:t>3</a:t>
            </a:r>
            <a:endParaRPr sz="675" baseline="-12345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13702" y="2048947"/>
            <a:ext cx="3289935" cy="982344"/>
            <a:chOff x="513702" y="2048947"/>
            <a:chExt cx="3289935" cy="982344"/>
          </a:xfrm>
        </p:grpSpPr>
        <p:sp>
          <p:nvSpPr>
            <p:cNvPr id="44" name="object 44"/>
            <p:cNvSpPr/>
            <p:nvPr/>
          </p:nvSpPr>
          <p:spPr>
            <a:xfrm>
              <a:off x="3758426" y="2059088"/>
              <a:ext cx="0" cy="170180"/>
            </a:xfrm>
            <a:custGeom>
              <a:avLst/>
              <a:gdLst/>
              <a:ahLst/>
              <a:cxnLst/>
              <a:rect l="l" t="t" r="r" b="b"/>
              <a:pathLst>
                <a:path h="170180">
                  <a:moveTo>
                    <a:pt x="0" y="169905"/>
                  </a:moveTo>
                  <a:lnTo>
                    <a:pt x="5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718922" y="2054027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>
                  <a:moveTo>
                    <a:pt x="0" y="32389"/>
                  </a:moveTo>
                  <a:lnTo>
                    <a:pt x="15525" y="26700"/>
                  </a:lnTo>
                  <a:lnTo>
                    <a:pt x="26915" y="18957"/>
                  </a:lnTo>
                  <a:lnTo>
                    <a:pt x="34724" y="9833"/>
                  </a:lnTo>
                  <a:lnTo>
                    <a:pt x="39508" y="0"/>
                  </a:lnTo>
                  <a:lnTo>
                    <a:pt x="44292" y="9833"/>
                  </a:lnTo>
                  <a:lnTo>
                    <a:pt x="52101" y="18958"/>
                  </a:lnTo>
                  <a:lnTo>
                    <a:pt x="63490" y="26701"/>
                  </a:lnTo>
                  <a:lnTo>
                    <a:pt x="79016" y="3239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588348" y="2523215"/>
              <a:ext cx="0" cy="170180"/>
            </a:xfrm>
            <a:custGeom>
              <a:avLst/>
              <a:gdLst/>
              <a:ahLst/>
              <a:cxnLst/>
              <a:rect l="l" t="t" r="r" b="b"/>
              <a:pathLst>
                <a:path h="170180">
                  <a:moveTo>
                    <a:pt x="0" y="16987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548839" y="2518154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ln w="10122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730398" y="2512993"/>
              <a:ext cx="294005" cy="62865"/>
            </a:xfrm>
            <a:custGeom>
              <a:avLst/>
              <a:gdLst/>
              <a:ahLst/>
              <a:cxnLst/>
              <a:rect l="l" t="t" r="r" b="b"/>
              <a:pathLst>
                <a:path w="294005" h="62864">
                  <a:moveTo>
                    <a:pt x="0" y="0"/>
                  </a:moveTo>
                  <a:lnTo>
                    <a:pt x="38423" y="30525"/>
                  </a:lnTo>
                  <a:lnTo>
                    <a:pt x="81274" y="51014"/>
                  </a:lnTo>
                  <a:lnTo>
                    <a:pt x="126606" y="61589"/>
                  </a:lnTo>
                  <a:lnTo>
                    <a:pt x="172476" y="62376"/>
                  </a:lnTo>
                  <a:lnTo>
                    <a:pt x="216939" y="53500"/>
                  </a:lnTo>
                  <a:lnTo>
                    <a:pt x="258050" y="35084"/>
                  </a:lnTo>
                  <a:lnTo>
                    <a:pt x="293864" y="7254"/>
                  </a:lnTo>
                </a:path>
              </a:pathLst>
            </a:custGeom>
            <a:ln w="10122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1943" y="2506559"/>
              <a:ext cx="65975" cy="6601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315419" y="2512993"/>
              <a:ext cx="294005" cy="62865"/>
            </a:xfrm>
            <a:custGeom>
              <a:avLst/>
              <a:gdLst/>
              <a:ahLst/>
              <a:cxnLst/>
              <a:rect l="l" t="t" r="r" b="b"/>
              <a:pathLst>
                <a:path w="294004" h="62864">
                  <a:moveTo>
                    <a:pt x="0" y="0"/>
                  </a:moveTo>
                  <a:lnTo>
                    <a:pt x="38424" y="30526"/>
                  </a:lnTo>
                  <a:lnTo>
                    <a:pt x="81276" y="51015"/>
                  </a:lnTo>
                  <a:lnTo>
                    <a:pt x="126610" y="61591"/>
                  </a:lnTo>
                  <a:lnTo>
                    <a:pt x="172481" y="62378"/>
                  </a:lnTo>
                  <a:lnTo>
                    <a:pt x="216945" y="53501"/>
                  </a:lnTo>
                  <a:lnTo>
                    <a:pt x="258058" y="35085"/>
                  </a:lnTo>
                  <a:lnTo>
                    <a:pt x="293873" y="7254"/>
                  </a:lnTo>
                </a:path>
              </a:pathLst>
            </a:custGeom>
            <a:ln w="10122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56975" y="2506559"/>
              <a:ext cx="65973" cy="6601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2730398" y="2371039"/>
              <a:ext cx="290830" cy="0"/>
            </a:xfrm>
            <a:custGeom>
              <a:avLst/>
              <a:gdLst/>
              <a:ahLst/>
              <a:cxnLst/>
              <a:rect l="l" t="t" r="r" b="b"/>
              <a:pathLst>
                <a:path w="290830">
                  <a:moveTo>
                    <a:pt x="0" y="0"/>
                  </a:moveTo>
                  <a:lnTo>
                    <a:pt x="290800" y="2"/>
                  </a:lnTo>
                </a:path>
              </a:pathLst>
            </a:custGeom>
            <a:ln w="10122">
              <a:solidFill>
                <a:srgbClr val="EC20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993868" y="2331532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EC20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315419" y="2371039"/>
              <a:ext cx="290830" cy="0"/>
            </a:xfrm>
            <a:custGeom>
              <a:avLst/>
              <a:gdLst/>
              <a:ahLst/>
              <a:cxnLst/>
              <a:rect l="l" t="t" r="r" b="b"/>
              <a:pathLst>
                <a:path w="290829">
                  <a:moveTo>
                    <a:pt x="0" y="0"/>
                  </a:moveTo>
                  <a:lnTo>
                    <a:pt x="290800" y="2"/>
                  </a:lnTo>
                </a:path>
              </a:pathLst>
            </a:custGeom>
            <a:ln w="10122">
              <a:solidFill>
                <a:srgbClr val="EC20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578890" y="2331532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EC20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266286" y="2371028"/>
              <a:ext cx="170180" cy="635"/>
            </a:xfrm>
            <a:custGeom>
              <a:avLst/>
              <a:gdLst/>
              <a:ahLst/>
              <a:cxnLst/>
              <a:rect l="l" t="t" r="r" b="b"/>
              <a:pathLst>
                <a:path w="170180" h="635">
                  <a:moveTo>
                    <a:pt x="0" y="0"/>
                  </a:moveTo>
                  <a:lnTo>
                    <a:pt x="169890" y="7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408847" y="2331526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961805"/>
              <a:ext cx="69291" cy="69291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606526" y="2293331"/>
            <a:ext cx="4844415" cy="780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8610">
              <a:lnSpc>
                <a:spcPct val="100000"/>
              </a:lnSpc>
              <a:spcBef>
                <a:spcPts val="100"/>
              </a:spcBef>
            </a:pPr>
            <a:r>
              <a:rPr sz="700" b="1" spc="-50" dirty="0">
                <a:latin typeface="Arial"/>
                <a:cs typeface="Arial"/>
              </a:rPr>
              <a:t>c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700">
              <a:latin typeface="Arial"/>
              <a:cs typeface="Arial"/>
            </a:endParaRPr>
          </a:p>
          <a:p>
            <a:pPr marR="287655" algn="ctr">
              <a:lnSpc>
                <a:spcPct val="100000"/>
              </a:lnSpc>
              <a:spcBef>
                <a:spcPts val="5"/>
              </a:spcBef>
            </a:pPr>
            <a:r>
              <a:rPr sz="450" spc="-10" dirty="0">
                <a:solidFill>
                  <a:srgbClr val="1B1472"/>
                </a:solidFill>
                <a:latin typeface="Arial MT"/>
                <a:cs typeface="Arial MT"/>
              </a:rPr>
              <a:t>feedback</a:t>
            </a:r>
            <a:endParaRPr sz="450">
              <a:latin typeface="Arial MT"/>
              <a:cs typeface="Arial MT"/>
            </a:endParaRPr>
          </a:p>
          <a:p>
            <a:pPr marR="872490" algn="ctr">
              <a:lnSpc>
                <a:spcPct val="100000"/>
              </a:lnSpc>
              <a:spcBef>
                <a:spcPts val="355"/>
              </a:spcBef>
            </a:pPr>
            <a:r>
              <a:rPr sz="600" i="1" dirty="0">
                <a:solidFill>
                  <a:srgbClr val="1B1472"/>
                </a:solidFill>
                <a:latin typeface="Arial"/>
                <a:cs typeface="Arial"/>
              </a:rPr>
              <a:t>y</a:t>
            </a:r>
            <a:r>
              <a:rPr sz="675" baseline="-12345" dirty="0">
                <a:solidFill>
                  <a:srgbClr val="1B1472"/>
                </a:solidFill>
                <a:latin typeface="Arial MT"/>
                <a:cs typeface="Arial MT"/>
              </a:rPr>
              <a:t>0</a:t>
            </a:r>
            <a:r>
              <a:rPr sz="675" spc="157" baseline="-123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B1472"/>
                </a:solidFill>
                <a:latin typeface="Arial MT"/>
                <a:cs typeface="Arial MT"/>
              </a:rPr>
              <a:t>(START)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6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Exposure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Bias:</a:t>
            </a:r>
            <a:r>
              <a:rPr sz="1050" spc="114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Decoder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trained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ground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truth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but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tested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own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predictions!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61" name="object 6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6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6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6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6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0"/>
              </a:lnSpc>
            </a:pPr>
            <a:fld id="{81D60167-4931-47E6-BA6A-407CBD079E47}" type="slidenum">
              <a:rPr dirty="0"/>
              <a:t>13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2646D2C7-827B-EF0A-88BC-BBA47578E5AF}"/>
                  </a:ext>
                </a:extLst>
              </p14:cNvPr>
              <p14:cNvContentPartPr/>
              <p14:nvPr/>
            </p14:nvContentPartPr>
            <p14:xfrm>
              <a:off x="1014120" y="438480"/>
              <a:ext cx="4751640" cy="24843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2646D2C7-827B-EF0A-88BC-BBA47578E5A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04760" y="429120"/>
                <a:ext cx="4770360" cy="2503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97" y="649341"/>
            <a:ext cx="5526275" cy="1139799"/>
          </a:xfrm>
        </p:spPr>
        <p:txBody>
          <a:bodyPr/>
          <a:lstStyle/>
          <a:p>
            <a:pPr marL="168163">
              <a:spcBef>
                <a:spcPts val="61"/>
              </a:spcBef>
              <a:buClr>
                <a:srgbClr val="8B1515"/>
              </a:buClr>
              <a:buFont typeface="Times New Roman"/>
              <a:buChar char="•"/>
              <a:tabLst>
                <a:tab pos="167863" algn="l"/>
                <a:tab pos="168163" algn="l"/>
              </a:tabLst>
            </a:pPr>
            <a:r>
              <a:rPr lang="en-US" sz="1040" b="1" spc="5" dirty="0">
                <a:cs typeface="Calibri"/>
              </a:rPr>
              <a:t>O(sequence</a:t>
            </a:r>
            <a:r>
              <a:rPr lang="en-US" sz="1040" b="1" spc="17" dirty="0">
                <a:cs typeface="Calibri"/>
              </a:rPr>
              <a:t> </a:t>
            </a:r>
            <a:r>
              <a:rPr lang="en-US" sz="1040" b="1" spc="5" dirty="0">
                <a:cs typeface="Calibri"/>
              </a:rPr>
              <a:t>length)</a:t>
            </a:r>
            <a:r>
              <a:rPr lang="en-US" sz="1040" b="1" spc="12" dirty="0">
                <a:cs typeface="Calibri"/>
              </a:rPr>
              <a:t> </a:t>
            </a:r>
            <a:r>
              <a:rPr lang="en-US" sz="1040" spc="5" dirty="0">
                <a:cs typeface="Calibri"/>
              </a:rPr>
              <a:t>steps</a:t>
            </a:r>
            <a:r>
              <a:rPr lang="en-US" sz="1040" spc="-2" dirty="0">
                <a:cs typeface="Calibri"/>
              </a:rPr>
              <a:t> </a:t>
            </a:r>
            <a:r>
              <a:rPr lang="en-US" sz="1040" spc="2" dirty="0">
                <a:cs typeface="Calibri"/>
              </a:rPr>
              <a:t>for</a:t>
            </a:r>
            <a:r>
              <a:rPr lang="en-US" sz="1040" spc="7" dirty="0">
                <a:cs typeface="Calibri"/>
              </a:rPr>
              <a:t> </a:t>
            </a:r>
            <a:r>
              <a:rPr lang="en-US" sz="1040" spc="2" dirty="0">
                <a:cs typeface="Calibri"/>
              </a:rPr>
              <a:t>distant</a:t>
            </a:r>
            <a:r>
              <a:rPr lang="en-US" sz="1040" spc="-2" dirty="0">
                <a:cs typeface="Calibri"/>
              </a:rPr>
              <a:t> </a:t>
            </a:r>
            <a:r>
              <a:rPr lang="en-US" sz="1040" spc="7" dirty="0">
                <a:cs typeface="Calibri"/>
              </a:rPr>
              <a:t>word</a:t>
            </a:r>
            <a:r>
              <a:rPr lang="en-US" sz="1040" spc="9" dirty="0">
                <a:cs typeface="Calibri"/>
              </a:rPr>
              <a:t> </a:t>
            </a:r>
            <a:r>
              <a:rPr lang="en-US" sz="1040" spc="2" dirty="0">
                <a:cs typeface="Calibri"/>
              </a:rPr>
              <a:t>pairs</a:t>
            </a:r>
            <a:r>
              <a:rPr lang="en-US" sz="1040" spc="-5" dirty="0">
                <a:cs typeface="Calibri"/>
              </a:rPr>
              <a:t> </a:t>
            </a:r>
            <a:r>
              <a:rPr lang="en-US" sz="1040" spc="5" dirty="0">
                <a:cs typeface="Calibri"/>
              </a:rPr>
              <a:t>to</a:t>
            </a:r>
            <a:r>
              <a:rPr lang="en-US" sz="1040" spc="9" dirty="0">
                <a:cs typeface="Calibri"/>
              </a:rPr>
              <a:t> </a:t>
            </a:r>
            <a:r>
              <a:rPr lang="en-US" sz="1040" spc="5" dirty="0">
                <a:cs typeface="Calibri"/>
              </a:rPr>
              <a:t>interact </a:t>
            </a:r>
            <a:r>
              <a:rPr lang="en-US" sz="1040" spc="7" dirty="0">
                <a:cs typeface="Calibri"/>
              </a:rPr>
              <a:t>means:</a:t>
            </a:r>
            <a:endParaRPr lang="en-US" sz="1040" dirty="0">
              <a:cs typeface="Calibri"/>
            </a:endParaRPr>
          </a:p>
          <a:p>
            <a:pPr marL="357347" lvl="1">
              <a:spcBef>
                <a:spcPts val="61"/>
              </a:spcBef>
              <a:buClr>
                <a:srgbClr val="8B1515"/>
              </a:buClr>
              <a:buFont typeface="Times New Roman"/>
              <a:buChar char="•"/>
              <a:tabLst>
                <a:tab pos="167863" algn="l"/>
                <a:tab pos="168163" algn="l"/>
              </a:tabLst>
            </a:pPr>
            <a:r>
              <a:rPr lang="en-US" sz="1040" spc="5" dirty="0">
                <a:cs typeface="Calibri"/>
              </a:rPr>
              <a:t>Forward</a:t>
            </a:r>
            <a:r>
              <a:rPr lang="en-US" sz="1040" dirty="0">
                <a:cs typeface="Calibri"/>
              </a:rPr>
              <a:t> </a:t>
            </a:r>
            <a:r>
              <a:rPr lang="en-US" sz="1040" spc="7" dirty="0">
                <a:cs typeface="Calibri"/>
              </a:rPr>
              <a:t>and</a:t>
            </a:r>
            <a:r>
              <a:rPr lang="en-US" sz="1040" spc="-9" dirty="0">
                <a:cs typeface="Calibri"/>
              </a:rPr>
              <a:t> </a:t>
            </a:r>
            <a:r>
              <a:rPr lang="en-US" sz="1040" spc="5" dirty="0">
                <a:cs typeface="Calibri"/>
              </a:rPr>
              <a:t>backward</a:t>
            </a:r>
            <a:r>
              <a:rPr lang="en-US" sz="1040" spc="2" dirty="0">
                <a:cs typeface="Calibri"/>
              </a:rPr>
              <a:t> </a:t>
            </a:r>
            <a:r>
              <a:rPr lang="en-US" sz="1040" spc="5" dirty="0">
                <a:cs typeface="Calibri"/>
              </a:rPr>
              <a:t>passes</a:t>
            </a:r>
            <a:r>
              <a:rPr lang="en-US" sz="1040" spc="-12" dirty="0">
                <a:cs typeface="Calibri"/>
              </a:rPr>
              <a:t> </a:t>
            </a:r>
            <a:r>
              <a:rPr lang="en-US" sz="1040" spc="5" dirty="0">
                <a:cs typeface="Calibri"/>
              </a:rPr>
              <a:t>have</a:t>
            </a:r>
            <a:r>
              <a:rPr lang="en-US" sz="1040" spc="26" dirty="0">
                <a:cs typeface="Calibri"/>
              </a:rPr>
              <a:t> </a:t>
            </a:r>
            <a:r>
              <a:rPr lang="en-US" sz="1040" b="1" spc="5" dirty="0">
                <a:cs typeface="Calibri"/>
              </a:rPr>
              <a:t>O(sequence</a:t>
            </a:r>
            <a:r>
              <a:rPr lang="en-US" sz="1040" b="1" spc="12" dirty="0">
                <a:cs typeface="Calibri"/>
              </a:rPr>
              <a:t> </a:t>
            </a:r>
            <a:r>
              <a:rPr lang="en-US" sz="1040" b="1" spc="5" dirty="0">
                <a:cs typeface="Calibri"/>
              </a:rPr>
              <a:t>length) </a:t>
            </a:r>
            <a:r>
              <a:rPr lang="en-US" sz="1040" spc="2" dirty="0" err="1">
                <a:cs typeface="Calibri"/>
              </a:rPr>
              <a:t>unparallelizable</a:t>
            </a:r>
            <a:r>
              <a:rPr lang="en-US" sz="1040" spc="-5" dirty="0">
                <a:cs typeface="Calibri"/>
              </a:rPr>
              <a:t> </a:t>
            </a:r>
            <a:r>
              <a:rPr lang="en-US" sz="1040" spc="2" dirty="0">
                <a:cs typeface="Calibri"/>
              </a:rPr>
              <a:t>operations</a:t>
            </a:r>
          </a:p>
          <a:p>
            <a:pPr marL="168163">
              <a:spcBef>
                <a:spcPts val="362"/>
              </a:spcBef>
              <a:buClr>
                <a:srgbClr val="8B1515"/>
              </a:buClr>
              <a:buFont typeface="Times New Roman"/>
              <a:buChar char="•"/>
              <a:tabLst>
                <a:tab pos="167863" algn="l"/>
                <a:tab pos="168163" algn="l"/>
              </a:tabLst>
            </a:pPr>
            <a:r>
              <a:rPr lang="en-US" sz="1040" spc="7" dirty="0">
                <a:cs typeface="Calibri"/>
              </a:rPr>
              <a:t>RNNs</a:t>
            </a:r>
            <a:r>
              <a:rPr lang="en-US" sz="1040" spc="-5" dirty="0">
                <a:cs typeface="Calibri"/>
              </a:rPr>
              <a:t> </a:t>
            </a:r>
            <a:r>
              <a:rPr lang="en-US" sz="1040" spc="7" dirty="0">
                <a:cs typeface="Calibri"/>
              </a:rPr>
              <a:t>are</a:t>
            </a:r>
            <a:r>
              <a:rPr lang="en-US" sz="1040" spc="-5" dirty="0">
                <a:cs typeface="Calibri"/>
              </a:rPr>
              <a:t> </a:t>
            </a:r>
            <a:r>
              <a:rPr lang="en-US" sz="1040" spc="5" dirty="0">
                <a:cs typeface="Calibri"/>
              </a:rPr>
              <a:t>unrolled</a:t>
            </a:r>
            <a:r>
              <a:rPr lang="en-US" sz="1040" spc="-12" dirty="0">
                <a:cs typeface="Calibri"/>
              </a:rPr>
              <a:t> </a:t>
            </a:r>
            <a:r>
              <a:rPr lang="en-US" sz="1040" spc="5" dirty="0">
                <a:cs typeface="Calibri"/>
              </a:rPr>
              <a:t>“left-to-right”.</a:t>
            </a:r>
            <a:endParaRPr lang="en-US" sz="1040" i="1" dirty="0">
              <a:cs typeface="Calibri"/>
            </a:endParaRPr>
          </a:p>
          <a:p>
            <a:pPr marL="168163">
              <a:spcBef>
                <a:spcPts val="277"/>
              </a:spcBef>
              <a:buClr>
                <a:srgbClr val="8B1515"/>
              </a:buClr>
              <a:buFont typeface="Times New Roman"/>
              <a:buChar char="•"/>
              <a:tabLst>
                <a:tab pos="167863" algn="l"/>
                <a:tab pos="168163" algn="l"/>
              </a:tabLst>
            </a:pPr>
            <a:r>
              <a:rPr lang="en-US" sz="1040" dirty="0">
                <a:cs typeface="Calibri"/>
              </a:rPr>
              <a:t>This</a:t>
            </a:r>
            <a:r>
              <a:rPr lang="en-US" sz="1040" spc="-2" dirty="0">
                <a:cs typeface="Calibri"/>
              </a:rPr>
              <a:t> </a:t>
            </a:r>
            <a:r>
              <a:rPr lang="en-US" sz="1040" dirty="0">
                <a:cs typeface="Calibri"/>
              </a:rPr>
              <a:t>encodes</a:t>
            </a:r>
            <a:r>
              <a:rPr lang="en-US" sz="1040" spc="2" dirty="0">
                <a:cs typeface="Calibri"/>
              </a:rPr>
              <a:t> </a:t>
            </a:r>
            <a:r>
              <a:rPr lang="en-US" sz="1040" dirty="0">
                <a:cs typeface="Calibri"/>
              </a:rPr>
              <a:t>linear </a:t>
            </a:r>
            <a:r>
              <a:rPr lang="en-US" sz="1040" spc="-2" dirty="0">
                <a:cs typeface="Calibri"/>
              </a:rPr>
              <a:t>locality:</a:t>
            </a:r>
            <a:r>
              <a:rPr lang="en-US" sz="1040" spc="-5" dirty="0">
                <a:cs typeface="Calibri"/>
              </a:rPr>
              <a:t> </a:t>
            </a:r>
            <a:r>
              <a:rPr lang="en-US" sz="1040" dirty="0">
                <a:cs typeface="Calibri"/>
              </a:rPr>
              <a:t>a</a:t>
            </a:r>
            <a:r>
              <a:rPr lang="en-US" sz="1040" spc="2" dirty="0">
                <a:cs typeface="Calibri"/>
              </a:rPr>
              <a:t> </a:t>
            </a:r>
            <a:r>
              <a:rPr lang="en-US" sz="1040" spc="-2" dirty="0">
                <a:cs typeface="Calibri"/>
              </a:rPr>
              <a:t>useful heuristic!</a:t>
            </a:r>
            <a:endParaRPr lang="en-US" sz="1040" dirty="0">
              <a:cs typeface="Calibri"/>
            </a:endParaRPr>
          </a:p>
          <a:p>
            <a:pPr marL="330321" lvl="1" indent="-108105">
              <a:spcBef>
                <a:spcPts val="260"/>
              </a:spcBef>
              <a:buClr>
                <a:srgbClr val="007B92"/>
              </a:buClr>
              <a:buFont typeface="Times New Roman"/>
              <a:buChar char="•"/>
              <a:tabLst>
                <a:tab pos="330321" algn="l"/>
              </a:tabLst>
            </a:pPr>
            <a:r>
              <a:rPr lang="en-US" sz="1040" dirty="0">
                <a:cs typeface="Calibri"/>
              </a:rPr>
              <a:t>Nearby</a:t>
            </a:r>
            <a:r>
              <a:rPr lang="en-US" sz="1040" spc="-9" dirty="0">
                <a:cs typeface="Calibri"/>
              </a:rPr>
              <a:t> </a:t>
            </a:r>
            <a:r>
              <a:rPr lang="en-US" sz="1040" dirty="0">
                <a:cs typeface="Calibri"/>
              </a:rPr>
              <a:t>words </a:t>
            </a:r>
            <a:r>
              <a:rPr lang="en-US" sz="1040" spc="-2" dirty="0">
                <a:cs typeface="Calibri"/>
              </a:rPr>
              <a:t>often</a:t>
            </a:r>
            <a:r>
              <a:rPr lang="en-US" sz="1040" dirty="0">
                <a:cs typeface="Calibri"/>
              </a:rPr>
              <a:t> affect each</a:t>
            </a:r>
            <a:r>
              <a:rPr lang="en-US" sz="1040" spc="-2" dirty="0">
                <a:cs typeface="Calibri"/>
              </a:rPr>
              <a:t> </a:t>
            </a:r>
            <a:r>
              <a:rPr lang="en-US" sz="1040" dirty="0">
                <a:cs typeface="Calibri"/>
              </a:rPr>
              <a:t>other’s</a:t>
            </a:r>
            <a:r>
              <a:rPr lang="en-US" sz="1040" spc="2" dirty="0">
                <a:cs typeface="Calibri"/>
              </a:rPr>
              <a:t> </a:t>
            </a:r>
            <a:r>
              <a:rPr lang="en-US" sz="1040" dirty="0">
                <a:cs typeface="Calibri"/>
              </a:rPr>
              <a:t>meanings</a:t>
            </a:r>
          </a:p>
          <a:p>
            <a:pPr marL="330321" lvl="1" indent="-108105">
              <a:spcBef>
                <a:spcPts val="277"/>
              </a:spcBef>
              <a:buClr>
                <a:srgbClr val="007B92"/>
              </a:buClr>
              <a:buFont typeface="Times New Roman"/>
              <a:buChar char="•"/>
              <a:tabLst>
                <a:tab pos="330321" algn="l"/>
              </a:tabLst>
            </a:pPr>
            <a:r>
              <a:rPr lang="en-US" sz="1040" spc="-2" dirty="0">
                <a:cs typeface="Calibri"/>
              </a:rPr>
              <a:t>Hard</a:t>
            </a:r>
            <a:r>
              <a:rPr lang="en-US" sz="1040" spc="5" dirty="0">
                <a:cs typeface="Calibri"/>
              </a:rPr>
              <a:t> </a:t>
            </a:r>
            <a:r>
              <a:rPr lang="en-US" sz="1040" spc="-2" dirty="0">
                <a:cs typeface="Calibri"/>
              </a:rPr>
              <a:t>to</a:t>
            </a:r>
            <a:r>
              <a:rPr lang="en-US" sz="1040" spc="2" dirty="0">
                <a:cs typeface="Calibri"/>
              </a:rPr>
              <a:t> </a:t>
            </a:r>
            <a:r>
              <a:rPr lang="en-US" sz="1040" dirty="0">
                <a:cs typeface="Calibri"/>
              </a:rPr>
              <a:t>learn</a:t>
            </a:r>
            <a:r>
              <a:rPr lang="en-US" sz="1040" spc="5" dirty="0">
                <a:cs typeface="Calibri"/>
              </a:rPr>
              <a:t> </a:t>
            </a:r>
            <a:r>
              <a:rPr lang="en-US" sz="1040" spc="-2" dirty="0">
                <a:cs typeface="Calibri"/>
              </a:rPr>
              <a:t>long-distance</a:t>
            </a:r>
            <a:r>
              <a:rPr lang="en-US" sz="1040" spc="5" dirty="0">
                <a:cs typeface="Calibri"/>
              </a:rPr>
              <a:t> </a:t>
            </a:r>
            <a:r>
              <a:rPr lang="en-US" sz="1040" spc="-2" dirty="0">
                <a:cs typeface="Calibri"/>
              </a:rPr>
              <a:t>dependencies</a:t>
            </a:r>
            <a:r>
              <a:rPr lang="en-US" sz="1040" spc="2" dirty="0">
                <a:cs typeface="Calibri"/>
              </a:rPr>
              <a:t> </a:t>
            </a:r>
            <a:r>
              <a:rPr lang="en-US" sz="1040" spc="-2" dirty="0">
                <a:cs typeface="Calibri"/>
              </a:rPr>
              <a:t>(because</a:t>
            </a:r>
            <a:r>
              <a:rPr lang="en-US" sz="1040" spc="9" dirty="0">
                <a:cs typeface="Calibri"/>
              </a:rPr>
              <a:t> </a:t>
            </a:r>
            <a:r>
              <a:rPr lang="en-US" sz="1040" dirty="0">
                <a:cs typeface="Calibri"/>
              </a:rPr>
              <a:t>gradient</a:t>
            </a:r>
            <a:r>
              <a:rPr lang="en-US" sz="1040" spc="5" dirty="0">
                <a:cs typeface="Calibri"/>
              </a:rPr>
              <a:t> </a:t>
            </a:r>
            <a:r>
              <a:rPr lang="en-US" sz="1040" dirty="0">
                <a:cs typeface="Calibri"/>
              </a:rPr>
              <a:t>problems!)</a:t>
            </a:r>
          </a:p>
        </p:txBody>
      </p:sp>
      <p:sp>
        <p:nvSpPr>
          <p:cNvPr id="63" name="Content Placeholder 6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spc="2" dirty="0">
                <a:solidFill>
                  <a:schemeClr val="bg1"/>
                </a:solidFill>
                <a:latin typeface="Calibri"/>
                <a:cs typeface="Calibri"/>
              </a:rPr>
              <a:t>Issues with</a:t>
            </a:r>
            <a:r>
              <a:rPr lang="en-IN" spc="5" dirty="0">
                <a:solidFill>
                  <a:schemeClr val="bg1"/>
                </a:solidFill>
                <a:latin typeface="Calibri"/>
                <a:cs typeface="Calibri"/>
              </a:rPr>
              <a:t> recurrent</a:t>
            </a:r>
            <a:r>
              <a:rPr lang="en-IN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IN" spc="5" dirty="0">
                <a:solidFill>
                  <a:schemeClr val="bg1"/>
                </a:solidFill>
                <a:latin typeface="Calibri"/>
                <a:cs typeface="Calibri"/>
              </a:rPr>
              <a:t>models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3095407"/>
            <a:ext cx="120872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17">
              <a:lnSpc>
                <a:spcPts val="679"/>
              </a:lnSpc>
            </a:pPr>
            <a:fld id="{81D60167-4931-47E6-BA6A-407CBD079E47}" type="slidenum">
              <a:rPr dirty="0"/>
              <a:pPr marL="18017">
                <a:lnSpc>
                  <a:spcPts val="679"/>
                </a:lnSpc>
              </a:pPr>
              <a:t>14</a:t>
            </a:fld>
            <a:endParaRPr dirty="0"/>
          </a:p>
        </p:txBody>
      </p:sp>
      <p:grpSp>
        <p:nvGrpSpPr>
          <p:cNvPr id="61" name="Group 60"/>
          <p:cNvGrpSpPr/>
          <p:nvPr/>
        </p:nvGrpSpPr>
        <p:grpSpPr>
          <a:xfrm>
            <a:off x="4647186" y="1108228"/>
            <a:ext cx="765800" cy="750858"/>
            <a:chOff x="8803067" y="747342"/>
            <a:chExt cx="1619313" cy="1587719"/>
          </a:xfrm>
        </p:grpSpPr>
        <p:grpSp>
          <p:nvGrpSpPr>
            <p:cNvPr id="5" name="object 5"/>
            <p:cNvGrpSpPr/>
            <p:nvPr/>
          </p:nvGrpSpPr>
          <p:grpSpPr>
            <a:xfrm>
              <a:off x="8803067" y="747342"/>
              <a:ext cx="1446530" cy="1153795"/>
              <a:chOff x="8983980" y="1124711"/>
              <a:chExt cx="1446530" cy="1153795"/>
            </a:xfrm>
          </p:grpSpPr>
          <p:sp>
            <p:nvSpPr>
              <p:cNvPr id="6" name="object 6"/>
              <p:cNvSpPr/>
              <p:nvPr/>
            </p:nvSpPr>
            <p:spPr>
              <a:xfrm>
                <a:off x="8983980" y="1124711"/>
                <a:ext cx="1446530" cy="481965"/>
              </a:xfrm>
              <a:custGeom>
                <a:avLst/>
                <a:gdLst/>
                <a:ahLst/>
                <a:cxnLst/>
                <a:rect l="l" t="t" r="r" b="b"/>
                <a:pathLst>
                  <a:path w="1446529" h="481965">
                    <a:moveTo>
                      <a:pt x="409956" y="0"/>
                    </a:moveTo>
                    <a:lnTo>
                      <a:pt x="0" y="0"/>
                    </a:lnTo>
                    <a:lnTo>
                      <a:pt x="0" y="481584"/>
                    </a:lnTo>
                    <a:lnTo>
                      <a:pt x="409956" y="481584"/>
                    </a:lnTo>
                    <a:lnTo>
                      <a:pt x="409956" y="0"/>
                    </a:lnTo>
                    <a:close/>
                  </a:path>
                  <a:path w="1446529" h="481965">
                    <a:moveTo>
                      <a:pt x="1446276" y="0"/>
                    </a:moveTo>
                    <a:lnTo>
                      <a:pt x="1036320" y="0"/>
                    </a:lnTo>
                    <a:lnTo>
                      <a:pt x="1036320" y="481584"/>
                    </a:lnTo>
                    <a:lnTo>
                      <a:pt x="1446276" y="481584"/>
                    </a:lnTo>
                    <a:lnTo>
                      <a:pt x="1446276" y="0"/>
                    </a:lnTo>
                    <a:close/>
                  </a:path>
                </a:pathLst>
              </a:custGeom>
              <a:solidFill>
                <a:srgbClr val="E3484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9393936" y="1335150"/>
                <a:ext cx="626110" cy="77470"/>
              </a:xfrm>
              <a:custGeom>
                <a:avLst/>
                <a:gdLst/>
                <a:ahLst/>
                <a:cxnLst/>
                <a:rect l="l" t="t" r="r" b="b"/>
                <a:pathLst>
                  <a:path w="626109" h="77469">
                    <a:moveTo>
                      <a:pt x="76073" y="1143"/>
                    </a:moveTo>
                    <a:lnTo>
                      <a:pt x="0" y="39370"/>
                    </a:lnTo>
                    <a:lnTo>
                      <a:pt x="76327" y="77343"/>
                    </a:lnTo>
                    <a:lnTo>
                      <a:pt x="76221" y="45593"/>
                    </a:lnTo>
                    <a:lnTo>
                      <a:pt x="63500" y="45593"/>
                    </a:lnTo>
                    <a:lnTo>
                      <a:pt x="63500" y="32893"/>
                    </a:lnTo>
                    <a:lnTo>
                      <a:pt x="76178" y="32863"/>
                    </a:lnTo>
                    <a:lnTo>
                      <a:pt x="76073" y="1143"/>
                    </a:lnTo>
                    <a:close/>
                  </a:path>
                  <a:path w="626109" h="77469">
                    <a:moveTo>
                      <a:pt x="613347" y="31750"/>
                    </a:moveTo>
                    <a:lnTo>
                      <a:pt x="562229" y="31750"/>
                    </a:lnTo>
                    <a:lnTo>
                      <a:pt x="562356" y="44450"/>
                    </a:lnTo>
                    <a:lnTo>
                      <a:pt x="549603" y="44479"/>
                    </a:lnTo>
                    <a:lnTo>
                      <a:pt x="549656" y="76200"/>
                    </a:lnTo>
                    <a:lnTo>
                      <a:pt x="625856" y="37973"/>
                    </a:lnTo>
                    <a:lnTo>
                      <a:pt x="613347" y="31750"/>
                    </a:lnTo>
                    <a:close/>
                  </a:path>
                  <a:path w="626109" h="77469">
                    <a:moveTo>
                      <a:pt x="76178" y="32863"/>
                    </a:moveTo>
                    <a:lnTo>
                      <a:pt x="63500" y="32893"/>
                    </a:lnTo>
                    <a:lnTo>
                      <a:pt x="63500" y="45593"/>
                    </a:lnTo>
                    <a:lnTo>
                      <a:pt x="76221" y="45563"/>
                    </a:lnTo>
                    <a:lnTo>
                      <a:pt x="76178" y="32863"/>
                    </a:lnTo>
                    <a:close/>
                  </a:path>
                  <a:path w="626109" h="77469">
                    <a:moveTo>
                      <a:pt x="76221" y="45563"/>
                    </a:moveTo>
                    <a:lnTo>
                      <a:pt x="63500" y="45593"/>
                    </a:lnTo>
                    <a:lnTo>
                      <a:pt x="76221" y="45593"/>
                    </a:lnTo>
                    <a:close/>
                  </a:path>
                  <a:path w="626109" h="77469">
                    <a:moveTo>
                      <a:pt x="549581" y="31778"/>
                    </a:moveTo>
                    <a:lnTo>
                      <a:pt x="76178" y="32863"/>
                    </a:lnTo>
                    <a:lnTo>
                      <a:pt x="76221" y="45563"/>
                    </a:lnTo>
                    <a:lnTo>
                      <a:pt x="549603" y="44479"/>
                    </a:lnTo>
                    <a:lnTo>
                      <a:pt x="549581" y="31778"/>
                    </a:lnTo>
                    <a:close/>
                  </a:path>
                  <a:path w="626109" h="77469">
                    <a:moveTo>
                      <a:pt x="562229" y="31750"/>
                    </a:moveTo>
                    <a:lnTo>
                      <a:pt x="549581" y="31778"/>
                    </a:lnTo>
                    <a:lnTo>
                      <a:pt x="549603" y="44479"/>
                    </a:lnTo>
                    <a:lnTo>
                      <a:pt x="562356" y="44450"/>
                    </a:lnTo>
                    <a:lnTo>
                      <a:pt x="562229" y="31750"/>
                    </a:lnTo>
                    <a:close/>
                  </a:path>
                  <a:path w="626109" h="77469">
                    <a:moveTo>
                      <a:pt x="549529" y="0"/>
                    </a:moveTo>
                    <a:lnTo>
                      <a:pt x="549581" y="31778"/>
                    </a:lnTo>
                    <a:lnTo>
                      <a:pt x="613347" y="31750"/>
                    </a:lnTo>
                    <a:lnTo>
                      <a:pt x="549529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8983980" y="1795271"/>
                <a:ext cx="1446530" cy="483234"/>
              </a:xfrm>
              <a:custGeom>
                <a:avLst/>
                <a:gdLst/>
                <a:ahLst/>
                <a:cxnLst/>
                <a:rect l="l" t="t" r="r" b="b"/>
                <a:pathLst>
                  <a:path w="1446529" h="483235">
                    <a:moveTo>
                      <a:pt x="409956" y="0"/>
                    </a:moveTo>
                    <a:lnTo>
                      <a:pt x="0" y="0"/>
                    </a:lnTo>
                    <a:lnTo>
                      <a:pt x="0" y="483108"/>
                    </a:lnTo>
                    <a:lnTo>
                      <a:pt x="409956" y="483108"/>
                    </a:lnTo>
                    <a:lnTo>
                      <a:pt x="409956" y="0"/>
                    </a:lnTo>
                    <a:close/>
                  </a:path>
                  <a:path w="1446529" h="483235">
                    <a:moveTo>
                      <a:pt x="1446276" y="0"/>
                    </a:moveTo>
                    <a:lnTo>
                      <a:pt x="1036320" y="0"/>
                    </a:lnTo>
                    <a:lnTo>
                      <a:pt x="1036320" y="483108"/>
                    </a:lnTo>
                    <a:lnTo>
                      <a:pt x="1446276" y="483108"/>
                    </a:lnTo>
                    <a:lnTo>
                      <a:pt x="1446276" y="0"/>
                    </a:lnTo>
                    <a:close/>
                  </a:path>
                </a:pathLst>
              </a:custGeom>
              <a:solidFill>
                <a:srgbClr val="E3484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9393936" y="2007234"/>
                <a:ext cx="626110" cy="77470"/>
              </a:xfrm>
              <a:custGeom>
                <a:avLst/>
                <a:gdLst/>
                <a:ahLst/>
                <a:cxnLst/>
                <a:rect l="l" t="t" r="r" b="b"/>
                <a:pathLst>
                  <a:path w="626109" h="77469">
                    <a:moveTo>
                      <a:pt x="76073" y="1142"/>
                    </a:moveTo>
                    <a:lnTo>
                      <a:pt x="0" y="39369"/>
                    </a:lnTo>
                    <a:lnTo>
                      <a:pt x="76327" y="77342"/>
                    </a:lnTo>
                    <a:lnTo>
                      <a:pt x="76221" y="45592"/>
                    </a:lnTo>
                    <a:lnTo>
                      <a:pt x="63500" y="45592"/>
                    </a:lnTo>
                    <a:lnTo>
                      <a:pt x="63500" y="32892"/>
                    </a:lnTo>
                    <a:lnTo>
                      <a:pt x="76178" y="32863"/>
                    </a:lnTo>
                    <a:lnTo>
                      <a:pt x="76073" y="1142"/>
                    </a:lnTo>
                    <a:close/>
                  </a:path>
                  <a:path w="626109" h="77469">
                    <a:moveTo>
                      <a:pt x="613347" y="31750"/>
                    </a:moveTo>
                    <a:lnTo>
                      <a:pt x="562229" y="31750"/>
                    </a:lnTo>
                    <a:lnTo>
                      <a:pt x="562356" y="44450"/>
                    </a:lnTo>
                    <a:lnTo>
                      <a:pt x="549603" y="44479"/>
                    </a:lnTo>
                    <a:lnTo>
                      <a:pt x="549656" y="76200"/>
                    </a:lnTo>
                    <a:lnTo>
                      <a:pt x="625856" y="37973"/>
                    </a:lnTo>
                    <a:lnTo>
                      <a:pt x="613347" y="31750"/>
                    </a:lnTo>
                    <a:close/>
                  </a:path>
                  <a:path w="626109" h="77469">
                    <a:moveTo>
                      <a:pt x="76178" y="32863"/>
                    </a:moveTo>
                    <a:lnTo>
                      <a:pt x="63500" y="32892"/>
                    </a:lnTo>
                    <a:lnTo>
                      <a:pt x="63500" y="45592"/>
                    </a:lnTo>
                    <a:lnTo>
                      <a:pt x="76221" y="45563"/>
                    </a:lnTo>
                    <a:lnTo>
                      <a:pt x="76178" y="32863"/>
                    </a:lnTo>
                    <a:close/>
                  </a:path>
                  <a:path w="626109" h="77469">
                    <a:moveTo>
                      <a:pt x="76221" y="45563"/>
                    </a:moveTo>
                    <a:lnTo>
                      <a:pt x="63500" y="45592"/>
                    </a:lnTo>
                    <a:lnTo>
                      <a:pt x="76221" y="45592"/>
                    </a:lnTo>
                    <a:close/>
                  </a:path>
                  <a:path w="626109" h="77469">
                    <a:moveTo>
                      <a:pt x="549581" y="31778"/>
                    </a:moveTo>
                    <a:lnTo>
                      <a:pt x="76178" y="32863"/>
                    </a:lnTo>
                    <a:lnTo>
                      <a:pt x="76221" y="45563"/>
                    </a:lnTo>
                    <a:lnTo>
                      <a:pt x="549603" y="44479"/>
                    </a:lnTo>
                    <a:lnTo>
                      <a:pt x="549581" y="31778"/>
                    </a:lnTo>
                    <a:close/>
                  </a:path>
                  <a:path w="626109" h="77469">
                    <a:moveTo>
                      <a:pt x="562229" y="31750"/>
                    </a:moveTo>
                    <a:lnTo>
                      <a:pt x="549581" y="31778"/>
                    </a:lnTo>
                    <a:lnTo>
                      <a:pt x="549603" y="44479"/>
                    </a:lnTo>
                    <a:lnTo>
                      <a:pt x="562356" y="44450"/>
                    </a:lnTo>
                    <a:lnTo>
                      <a:pt x="562229" y="31750"/>
                    </a:lnTo>
                    <a:close/>
                  </a:path>
                  <a:path w="626109" h="77469">
                    <a:moveTo>
                      <a:pt x="549529" y="0"/>
                    </a:moveTo>
                    <a:lnTo>
                      <a:pt x="549581" y="31778"/>
                    </a:lnTo>
                    <a:lnTo>
                      <a:pt x="613347" y="31750"/>
                    </a:lnTo>
                    <a:lnTo>
                      <a:pt x="549529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0" name="object 10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9150096" y="1606295"/>
                <a:ext cx="76200" cy="189229"/>
              </a:xfrm>
              <a:prstGeom prst="rect">
                <a:avLst/>
              </a:prstGeom>
            </p:spPr>
          </p:pic>
          <p:pic>
            <p:nvPicPr>
              <p:cNvPr id="11" name="object 11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0186416" y="1606295"/>
                <a:ext cx="76200" cy="189229"/>
              </a:xfrm>
              <a:prstGeom prst="rect">
                <a:avLst/>
              </a:prstGeom>
            </p:spPr>
          </p:pic>
        </p:grpSp>
        <p:sp>
          <p:nvSpPr>
            <p:cNvPr id="12" name="object 12"/>
            <p:cNvSpPr txBox="1"/>
            <p:nvPr/>
          </p:nvSpPr>
          <p:spPr>
            <a:xfrm>
              <a:off x="8813631" y="1898260"/>
              <a:ext cx="675639" cy="401327"/>
            </a:xfrm>
            <a:prstGeom prst="rect">
              <a:avLst/>
            </a:prstGeom>
          </p:spPr>
          <p:txBody>
            <a:bodyPr vert="horz" wrap="square" lIns="0" tIns="7808" rIns="0" bIns="0" rtlCol="0">
              <a:spAutoFit/>
            </a:bodyPr>
            <a:lstStyle/>
            <a:p>
              <a:pPr marL="6006">
                <a:spcBef>
                  <a:spcPts val="61"/>
                </a:spcBef>
              </a:pPr>
              <a:r>
                <a:rPr sz="1182" i="1" spc="5" dirty="0">
                  <a:latin typeface="Calibri"/>
                  <a:cs typeface="Calibri"/>
                </a:rPr>
                <a:t>tasty</a:t>
              </a:r>
              <a:endParaRPr sz="1182" dirty="0">
                <a:latin typeface="Calibri"/>
                <a:cs typeface="Calibri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9741025" y="1933734"/>
              <a:ext cx="681355" cy="401327"/>
            </a:xfrm>
            <a:prstGeom prst="rect">
              <a:avLst/>
            </a:prstGeom>
          </p:spPr>
          <p:txBody>
            <a:bodyPr vert="horz" wrap="square" lIns="0" tIns="7808" rIns="0" bIns="0" rtlCol="0">
              <a:spAutoFit/>
            </a:bodyPr>
            <a:lstStyle/>
            <a:p>
              <a:pPr marL="6006">
                <a:spcBef>
                  <a:spcPts val="61"/>
                </a:spcBef>
              </a:pPr>
              <a:r>
                <a:rPr sz="1182" i="1" spc="5" dirty="0">
                  <a:latin typeface="Calibri"/>
                  <a:cs typeface="Calibri"/>
                </a:rPr>
                <a:t>p</a:t>
              </a:r>
              <a:r>
                <a:rPr sz="1182" i="1" spc="-5" dirty="0">
                  <a:latin typeface="Calibri"/>
                  <a:cs typeface="Calibri"/>
                </a:rPr>
                <a:t>i</a:t>
              </a:r>
              <a:r>
                <a:rPr sz="1182" i="1" spc="5" dirty="0">
                  <a:latin typeface="Calibri"/>
                  <a:cs typeface="Calibri"/>
                </a:rPr>
                <a:t>z</a:t>
              </a:r>
              <a:r>
                <a:rPr sz="1182" i="1" dirty="0">
                  <a:latin typeface="Calibri"/>
                  <a:cs typeface="Calibri"/>
                </a:rPr>
                <a:t>z</a:t>
              </a:r>
              <a:r>
                <a:rPr sz="1182" i="1" spc="7" dirty="0">
                  <a:latin typeface="Calibri"/>
                  <a:cs typeface="Calibri"/>
                </a:rPr>
                <a:t>a</a:t>
              </a:r>
              <a:endParaRPr sz="1182" dirty="0">
                <a:latin typeface="Calibri"/>
                <a:cs typeface="Calibri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1679559" y="1963544"/>
            <a:ext cx="2825482" cy="998510"/>
            <a:chOff x="2941447" y="4370832"/>
            <a:chExt cx="5974588" cy="2111386"/>
          </a:xfrm>
        </p:grpSpPr>
        <p:grpSp>
          <p:nvGrpSpPr>
            <p:cNvPr id="14" name="object 14"/>
            <p:cNvGrpSpPr/>
            <p:nvPr/>
          </p:nvGrpSpPr>
          <p:grpSpPr>
            <a:xfrm>
              <a:off x="3087623" y="4907279"/>
              <a:ext cx="2152650" cy="1155700"/>
              <a:chOff x="3087623" y="4907279"/>
              <a:chExt cx="2152650" cy="1155700"/>
            </a:xfrm>
          </p:grpSpPr>
          <p:sp>
            <p:nvSpPr>
              <p:cNvPr id="15" name="object 15"/>
              <p:cNvSpPr/>
              <p:nvPr/>
            </p:nvSpPr>
            <p:spPr>
              <a:xfrm>
                <a:off x="3808475" y="4907279"/>
                <a:ext cx="285115" cy="481965"/>
              </a:xfrm>
              <a:custGeom>
                <a:avLst/>
                <a:gdLst/>
                <a:ahLst/>
                <a:cxnLst/>
                <a:rect l="l" t="t" r="r" b="b"/>
                <a:pathLst>
                  <a:path w="285114" h="481964">
                    <a:moveTo>
                      <a:pt x="284988" y="0"/>
                    </a:moveTo>
                    <a:lnTo>
                      <a:pt x="0" y="0"/>
                    </a:lnTo>
                    <a:lnTo>
                      <a:pt x="0" y="481584"/>
                    </a:lnTo>
                    <a:lnTo>
                      <a:pt x="284988" y="481584"/>
                    </a:lnTo>
                    <a:lnTo>
                      <a:pt x="284988" y="0"/>
                    </a:lnTo>
                    <a:close/>
                  </a:path>
                </a:pathLst>
              </a:custGeom>
              <a:solidFill>
                <a:srgbClr val="E3484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3374135" y="5110225"/>
                <a:ext cx="434975" cy="77470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77470">
                    <a:moveTo>
                      <a:pt x="76073" y="888"/>
                    </a:moveTo>
                    <a:lnTo>
                      <a:pt x="0" y="39243"/>
                    </a:lnTo>
                    <a:lnTo>
                      <a:pt x="76326" y="77088"/>
                    </a:lnTo>
                    <a:lnTo>
                      <a:pt x="76221" y="45338"/>
                    </a:lnTo>
                    <a:lnTo>
                      <a:pt x="63500" y="45338"/>
                    </a:lnTo>
                    <a:lnTo>
                      <a:pt x="63500" y="32638"/>
                    </a:lnTo>
                    <a:lnTo>
                      <a:pt x="76178" y="32602"/>
                    </a:lnTo>
                    <a:lnTo>
                      <a:pt x="76073" y="888"/>
                    </a:lnTo>
                    <a:close/>
                  </a:path>
                  <a:path w="434975" h="77470">
                    <a:moveTo>
                      <a:pt x="422680" y="31750"/>
                    </a:moveTo>
                    <a:lnTo>
                      <a:pt x="371475" y="31750"/>
                    </a:lnTo>
                    <a:lnTo>
                      <a:pt x="371475" y="44450"/>
                    </a:lnTo>
                    <a:lnTo>
                      <a:pt x="358796" y="44486"/>
                    </a:lnTo>
                    <a:lnTo>
                      <a:pt x="358901" y="76200"/>
                    </a:lnTo>
                    <a:lnTo>
                      <a:pt x="434975" y="37846"/>
                    </a:lnTo>
                    <a:lnTo>
                      <a:pt x="422680" y="31750"/>
                    </a:lnTo>
                    <a:close/>
                  </a:path>
                  <a:path w="434975" h="77470">
                    <a:moveTo>
                      <a:pt x="76178" y="32602"/>
                    </a:moveTo>
                    <a:lnTo>
                      <a:pt x="63500" y="32638"/>
                    </a:lnTo>
                    <a:lnTo>
                      <a:pt x="63500" y="45338"/>
                    </a:lnTo>
                    <a:lnTo>
                      <a:pt x="76221" y="45302"/>
                    </a:lnTo>
                    <a:lnTo>
                      <a:pt x="76178" y="32602"/>
                    </a:lnTo>
                    <a:close/>
                  </a:path>
                  <a:path w="434975" h="77470">
                    <a:moveTo>
                      <a:pt x="76221" y="45302"/>
                    </a:moveTo>
                    <a:lnTo>
                      <a:pt x="63500" y="45338"/>
                    </a:lnTo>
                    <a:lnTo>
                      <a:pt x="76221" y="45338"/>
                    </a:lnTo>
                    <a:close/>
                  </a:path>
                  <a:path w="434975" h="77470">
                    <a:moveTo>
                      <a:pt x="358753" y="31786"/>
                    </a:moveTo>
                    <a:lnTo>
                      <a:pt x="76178" y="32602"/>
                    </a:lnTo>
                    <a:lnTo>
                      <a:pt x="76221" y="45302"/>
                    </a:lnTo>
                    <a:lnTo>
                      <a:pt x="358796" y="44486"/>
                    </a:lnTo>
                    <a:lnTo>
                      <a:pt x="358753" y="31786"/>
                    </a:lnTo>
                    <a:close/>
                  </a:path>
                  <a:path w="434975" h="77470">
                    <a:moveTo>
                      <a:pt x="371475" y="31750"/>
                    </a:moveTo>
                    <a:lnTo>
                      <a:pt x="358753" y="31786"/>
                    </a:lnTo>
                    <a:lnTo>
                      <a:pt x="358796" y="44486"/>
                    </a:lnTo>
                    <a:lnTo>
                      <a:pt x="371475" y="44450"/>
                    </a:lnTo>
                    <a:lnTo>
                      <a:pt x="371475" y="31750"/>
                    </a:lnTo>
                    <a:close/>
                  </a:path>
                  <a:path w="434975" h="77470">
                    <a:moveTo>
                      <a:pt x="358648" y="0"/>
                    </a:moveTo>
                    <a:lnTo>
                      <a:pt x="358753" y="31786"/>
                    </a:lnTo>
                    <a:lnTo>
                      <a:pt x="422680" y="31750"/>
                    </a:lnTo>
                    <a:lnTo>
                      <a:pt x="3586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3808475" y="5579363"/>
                <a:ext cx="285115" cy="481965"/>
              </a:xfrm>
              <a:custGeom>
                <a:avLst/>
                <a:gdLst/>
                <a:ahLst/>
                <a:cxnLst/>
                <a:rect l="l" t="t" r="r" b="b"/>
                <a:pathLst>
                  <a:path w="285114" h="481964">
                    <a:moveTo>
                      <a:pt x="284988" y="0"/>
                    </a:moveTo>
                    <a:lnTo>
                      <a:pt x="0" y="0"/>
                    </a:lnTo>
                    <a:lnTo>
                      <a:pt x="0" y="481584"/>
                    </a:lnTo>
                    <a:lnTo>
                      <a:pt x="284988" y="481584"/>
                    </a:lnTo>
                    <a:lnTo>
                      <a:pt x="284988" y="0"/>
                    </a:lnTo>
                    <a:close/>
                  </a:path>
                </a:pathLst>
              </a:custGeom>
              <a:solidFill>
                <a:srgbClr val="E3484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3374135" y="5782309"/>
                <a:ext cx="434975" cy="77470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77470">
                    <a:moveTo>
                      <a:pt x="76073" y="914"/>
                    </a:moveTo>
                    <a:lnTo>
                      <a:pt x="0" y="39255"/>
                    </a:lnTo>
                    <a:lnTo>
                      <a:pt x="76326" y="77114"/>
                    </a:lnTo>
                    <a:lnTo>
                      <a:pt x="76221" y="45402"/>
                    </a:lnTo>
                    <a:lnTo>
                      <a:pt x="63500" y="45402"/>
                    </a:lnTo>
                    <a:lnTo>
                      <a:pt x="63500" y="32702"/>
                    </a:lnTo>
                    <a:lnTo>
                      <a:pt x="76178" y="32661"/>
                    </a:lnTo>
                    <a:lnTo>
                      <a:pt x="76073" y="914"/>
                    </a:lnTo>
                    <a:close/>
                  </a:path>
                  <a:path w="434975" h="77470">
                    <a:moveTo>
                      <a:pt x="422578" y="31699"/>
                    </a:moveTo>
                    <a:lnTo>
                      <a:pt x="371475" y="31699"/>
                    </a:lnTo>
                    <a:lnTo>
                      <a:pt x="371475" y="44399"/>
                    </a:lnTo>
                    <a:lnTo>
                      <a:pt x="358796" y="44440"/>
                    </a:lnTo>
                    <a:lnTo>
                      <a:pt x="358901" y="76187"/>
                    </a:lnTo>
                    <a:lnTo>
                      <a:pt x="434975" y="37845"/>
                    </a:lnTo>
                    <a:lnTo>
                      <a:pt x="422578" y="31699"/>
                    </a:lnTo>
                    <a:close/>
                  </a:path>
                  <a:path w="434975" h="77470">
                    <a:moveTo>
                      <a:pt x="76178" y="32661"/>
                    </a:moveTo>
                    <a:lnTo>
                      <a:pt x="63500" y="32702"/>
                    </a:lnTo>
                    <a:lnTo>
                      <a:pt x="63500" y="45402"/>
                    </a:lnTo>
                    <a:lnTo>
                      <a:pt x="76221" y="45361"/>
                    </a:lnTo>
                    <a:lnTo>
                      <a:pt x="76178" y="32661"/>
                    </a:lnTo>
                    <a:close/>
                  </a:path>
                  <a:path w="434975" h="77470">
                    <a:moveTo>
                      <a:pt x="76221" y="45361"/>
                    </a:moveTo>
                    <a:lnTo>
                      <a:pt x="63500" y="45402"/>
                    </a:lnTo>
                    <a:lnTo>
                      <a:pt x="76221" y="45402"/>
                    </a:lnTo>
                    <a:close/>
                  </a:path>
                  <a:path w="434975" h="77470">
                    <a:moveTo>
                      <a:pt x="358753" y="31740"/>
                    </a:moveTo>
                    <a:lnTo>
                      <a:pt x="76178" y="32661"/>
                    </a:lnTo>
                    <a:lnTo>
                      <a:pt x="76221" y="45361"/>
                    </a:lnTo>
                    <a:lnTo>
                      <a:pt x="358796" y="44440"/>
                    </a:lnTo>
                    <a:lnTo>
                      <a:pt x="358753" y="31740"/>
                    </a:lnTo>
                    <a:close/>
                  </a:path>
                  <a:path w="434975" h="77470">
                    <a:moveTo>
                      <a:pt x="371475" y="31699"/>
                    </a:moveTo>
                    <a:lnTo>
                      <a:pt x="358753" y="31740"/>
                    </a:lnTo>
                    <a:lnTo>
                      <a:pt x="358796" y="44440"/>
                    </a:lnTo>
                    <a:lnTo>
                      <a:pt x="371475" y="44399"/>
                    </a:lnTo>
                    <a:lnTo>
                      <a:pt x="371475" y="31699"/>
                    </a:lnTo>
                    <a:close/>
                  </a:path>
                  <a:path w="434975" h="77470">
                    <a:moveTo>
                      <a:pt x="358648" y="0"/>
                    </a:moveTo>
                    <a:lnTo>
                      <a:pt x="358753" y="31740"/>
                    </a:lnTo>
                    <a:lnTo>
                      <a:pt x="422578" y="31699"/>
                    </a:lnTo>
                    <a:lnTo>
                      <a:pt x="3586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19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913631" y="5388863"/>
                <a:ext cx="76200" cy="189230"/>
              </a:xfrm>
              <a:prstGeom prst="rect">
                <a:avLst/>
              </a:prstGeom>
            </p:spPr>
          </p:pic>
          <p:sp>
            <p:nvSpPr>
              <p:cNvPr id="20" name="object 20"/>
              <p:cNvSpPr/>
              <p:nvPr/>
            </p:nvSpPr>
            <p:spPr>
              <a:xfrm>
                <a:off x="3087624" y="4908803"/>
                <a:ext cx="287020" cy="1153795"/>
              </a:xfrm>
              <a:custGeom>
                <a:avLst/>
                <a:gdLst/>
                <a:ahLst/>
                <a:cxnLst/>
                <a:rect l="l" t="t" r="r" b="b"/>
                <a:pathLst>
                  <a:path w="287020" h="1153795">
                    <a:moveTo>
                      <a:pt x="286512" y="672084"/>
                    </a:moveTo>
                    <a:lnTo>
                      <a:pt x="0" y="672084"/>
                    </a:lnTo>
                    <a:lnTo>
                      <a:pt x="0" y="1153668"/>
                    </a:lnTo>
                    <a:lnTo>
                      <a:pt x="286512" y="1153668"/>
                    </a:lnTo>
                    <a:lnTo>
                      <a:pt x="286512" y="672084"/>
                    </a:lnTo>
                    <a:close/>
                  </a:path>
                  <a:path w="287020" h="1153795">
                    <a:moveTo>
                      <a:pt x="286512" y="0"/>
                    </a:moveTo>
                    <a:lnTo>
                      <a:pt x="0" y="0"/>
                    </a:lnTo>
                    <a:lnTo>
                      <a:pt x="0" y="481584"/>
                    </a:lnTo>
                    <a:lnTo>
                      <a:pt x="286512" y="481584"/>
                    </a:lnTo>
                    <a:lnTo>
                      <a:pt x="286512" y="0"/>
                    </a:lnTo>
                    <a:close/>
                  </a:path>
                </a:pathLst>
              </a:custGeom>
              <a:solidFill>
                <a:srgbClr val="E3484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1" name="object 21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192779" y="5390387"/>
                <a:ext cx="76199" cy="189230"/>
              </a:xfrm>
              <a:prstGeom prst="rect">
                <a:avLst/>
              </a:prstGeom>
            </p:spPr>
          </p:pic>
          <p:sp>
            <p:nvSpPr>
              <p:cNvPr id="22" name="object 22"/>
              <p:cNvSpPr/>
              <p:nvPr/>
            </p:nvSpPr>
            <p:spPr>
              <a:xfrm>
                <a:off x="4520183" y="4907279"/>
                <a:ext cx="285115" cy="481965"/>
              </a:xfrm>
              <a:custGeom>
                <a:avLst/>
                <a:gdLst/>
                <a:ahLst/>
                <a:cxnLst/>
                <a:rect l="l" t="t" r="r" b="b"/>
                <a:pathLst>
                  <a:path w="285114" h="481964">
                    <a:moveTo>
                      <a:pt x="284988" y="0"/>
                    </a:moveTo>
                    <a:lnTo>
                      <a:pt x="0" y="0"/>
                    </a:lnTo>
                    <a:lnTo>
                      <a:pt x="0" y="481584"/>
                    </a:lnTo>
                    <a:lnTo>
                      <a:pt x="284988" y="481584"/>
                    </a:lnTo>
                    <a:lnTo>
                      <a:pt x="284988" y="0"/>
                    </a:lnTo>
                    <a:close/>
                  </a:path>
                </a:pathLst>
              </a:custGeom>
              <a:solidFill>
                <a:srgbClr val="E3484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4093464" y="5101081"/>
                <a:ext cx="1146810" cy="86360"/>
              </a:xfrm>
              <a:custGeom>
                <a:avLst/>
                <a:gdLst/>
                <a:ahLst/>
                <a:cxnLst/>
                <a:rect l="l" t="t" r="r" b="b"/>
                <a:pathLst>
                  <a:path w="1146810" h="86360">
                    <a:moveTo>
                      <a:pt x="434975" y="37846"/>
                    </a:moveTo>
                    <a:lnTo>
                      <a:pt x="422668" y="31750"/>
                    </a:lnTo>
                    <a:lnTo>
                      <a:pt x="358648" y="0"/>
                    </a:lnTo>
                    <a:lnTo>
                      <a:pt x="358749" y="31788"/>
                    </a:lnTo>
                    <a:lnTo>
                      <a:pt x="76174" y="32613"/>
                    </a:lnTo>
                    <a:lnTo>
                      <a:pt x="76073" y="889"/>
                    </a:lnTo>
                    <a:lnTo>
                      <a:pt x="0" y="39243"/>
                    </a:lnTo>
                    <a:lnTo>
                      <a:pt x="76327" y="77089"/>
                    </a:lnTo>
                    <a:lnTo>
                      <a:pt x="76212" y="45339"/>
                    </a:lnTo>
                    <a:lnTo>
                      <a:pt x="358787" y="44488"/>
                    </a:lnTo>
                    <a:lnTo>
                      <a:pt x="358902" y="76200"/>
                    </a:lnTo>
                    <a:lnTo>
                      <a:pt x="434975" y="37846"/>
                    </a:lnTo>
                    <a:close/>
                  </a:path>
                  <a:path w="1146810" h="86360">
                    <a:moveTo>
                      <a:pt x="1146683" y="46990"/>
                    </a:moveTo>
                    <a:lnTo>
                      <a:pt x="1134376" y="40894"/>
                    </a:lnTo>
                    <a:lnTo>
                      <a:pt x="1070356" y="9144"/>
                    </a:lnTo>
                    <a:lnTo>
                      <a:pt x="1070457" y="40932"/>
                    </a:lnTo>
                    <a:lnTo>
                      <a:pt x="787882" y="41757"/>
                    </a:lnTo>
                    <a:lnTo>
                      <a:pt x="787781" y="10033"/>
                    </a:lnTo>
                    <a:lnTo>
                      <a:pt x="711708" y="48387"/>
                    </a:lnTo>
                    <a:lnTo>
                      <a:pt x="788035" y="86233"/>
                    </a:lnTo>
                    <a:lnTo>
                      <a:pt x="787920" y="54483"/>
                    </a:lnTo>
                    <a:lnTo>
                      <a:pt x="1070495" y="53632"/>
                    </a:lnTo>
                    <a:lnTo>
                      <a:pt x="1070610" y="85344"/>
                    </a:lnTo>
                    <a:lnTo>
                      <a:pt x="1146683" y="469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4520183" y="5579363"/>
                <a:ext cx="285115" cy="481965"/>
              </a:xfrm>
              <a:custGeom>
                <a:avLst/>
                <a:gdLst/>
                <a:ahLst/>
                <a:cxnLst/>
                <a:rect l="l" t="t" r="r" b="b"/>
                <a:pathLst>
                  <a:path w="285114" h="481964">
                    <a:moveTo>
                      <a:pt x="284988" y="0"/>
                    </a:moveTo>
                    <a:lnTo>
                      <a:pt x="0" y="0"/>
                    </a:lnTo>
                    <a:lnTo>
                      <a:pt x="0" y="481584"/>
                    </a:lnTo>
                    <a:lnTo>
                      <a:pt x="284988" y="481584"/>
                    </a:lnTo>
                    <a:lnTo>
                      <a:pt x="284988" y="0"/>
                    </a:lnTo>
                    <a:close/>
                  </a:path>
                </a:pathLst>
              </a:custGeom>
              <a:solidFill>
                <a:srgbClr val="E3484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4093464" y="5771629"/>
                <a:ext cx="1146810" cy="88265"/>
              </a:xfrm>
              <a:custGeom>
                <a:avLst/>
                <a:gdLst/>
                <a:ahLst/>
                <a:cxnLst/>
                <a:rect l="l" t="t" r="r" b="b"/>
                <a:pathLst>
                  <a:path w="1146810" h="88264">
                    <a:moveTo>
                      <a:pt x="434975" y="37858"/>
                    </a:moveTo>
                    <a:lnTo>
                      <a:pt x="422579" y="31711"/>
                    </a:lnTo>
                    <a:lnTo>
                      <a:pt x="358648" y="0"/>
                    </a:lnTo>
                    <a:lnTo>
                      <a:pt x="358749" y="31762"/>
                    </a:lnTo>
                    <a:lnTo>
                      <a:pt x="76174" y="32677"/>
                    </a:lnTo>
                    <a:lnTo>
                      <a:pt x="76073" y="927"/>
                    </a:lnTo>
                    <a:lnTo>
                      <a:pt x="0" y="39268"/>
                    </a:lnTo>
                    <a:lnTo>
                      <a:pt x="76327" y="77127"/>
                    </a:lnTo>
                    <a:lnTo>
                      <a:pt x="76212" y="45415"/>
                    </a:lnTo>
                    <a:lnTo>
                      <a:pt x="358787" y="44462"/>
                    </a:lnTo>
                    <a:lnTo>
                      <a:pt x="358902" y="76200"/>
                    </a:lnTo>
                    <a:lnTo>
                      <a:pt x="434975" y="37858"/>
                    </a:lnTo>
                    <a:close/>
                  </a:path>
                  <a:path w="1146810" h="88264">
                    <a:moveTo>
                      <a:pt x="1146683" y="48526"/>
                    </a:moveTo>
                    <a:lnTo>
                      <a:pt x="1134275" y="42379"/>
                    </a:lnTo>
                    <a:lnTo>
                      <a:pt x="1070356" y="10680"/>
                    </a:lnTo>
                    <a:lnTo>
                      <a:pt x="1070457" y="42430"/>
                    </a:lnTo>
                    <a:lnTo>
                      <a:pt x="787882" y="43345"/>
                    </a:lnTo>
                    <a:lnTo>
                      <a:pt x="787781" y="11595"/>
                    </a:lnTo>
                    <a:lnTo>
                      <a:pt x="711708" y="49936"/>
                    </a:lnTo>
                    <a:lnTo>
                      <a:pt x="788035" y="87795"/>
                    </a:lnTo>
                    <a:lnTo>
                      <a:pt x="787920" y="56083"/>
                    </a:lnTo>
                    <a:lnTo>
                      <a:pt x="1070495" y="55130"/>
                    </a:lnTo>
                    <a:lnTo>
                      <a:pt x="1070610" y="86868"/>
                    </a:lnTo>
                    <a:lnTo>
                      <a:pt x="1146683" y="4852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6" name="object 26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625339" y="5388863"/>
                <a:ext cx="76200" cy="189230"/>
              </a:xfrm>
              <a:prstGeom prst="rect">
                <a:avLst/>
              </a:prstGeom>
            </p:spPr>
          </p:pic>
        </p:grpSp>
        <p:sp>
          <p:nvSpPr>
            <p:cNvPr id="27" name="object 27"/>
            <p:cNvSpPr txBox="1"/>
            <p:nvPr/>
          </p:nvSpPr>
          <p:spPr>
            <a:xfrm>
              <a:off x="2941447" y="6080253"/>
              <a:ext cx="2411730" cy="401965"/>
            </a:xfrm>
            <a:prstGeom prst="rect">
              <a:avLst/>
            </a:prstGeom>
          </p:spPr>
          <p:txBody>
            <a:bodyPr vert="horz" wrap="square" lIns="0" tIns="8108" rIns="0" bIns="0" rtlCol="0">
              <a:spAutoFit/>
            </a:bodyPr>
            <a:lstStyle/>
            <a:p>
              <a:pPr marL="6006">
                <a:spcBef>
                  <a:spcPts val="64"/>
                </a:spcBef>
                <a:tabLst>
                  <a:tab pos="350440" algn="l"/>
                  <a:tab pos="694875" algn="l"/>
                  <a:tab pos="1029099" algn="l"/>
                </a:tabLst>
              </a:pPr>
              <a:r>
                <a:rPr sz="1182" i="1" spc="5" dirty="0">
                  <a:latin typeface="Calibri"/>
                  <a:cs typeface="Calibri"/>
                </a:rPr>
                <a:t>Th</a:t>
              </a:r>
              <a:r>
                <a:rPr sz="1182" i="1" spc="7" dirty="0">
                  <a:latin typeface="Calibri"/>
                  <a:cs typeface="Calibri"/>
                </a:rPr>
                <a:t>e</a:t>
              </a:r>
              <a:r>
                <a:rPr sz="1182" i="1" dirty="0">
                  <a:latin typeface="Calibri"/>
                  <a:cs typeface="Calibri"/>
                </a:rPr>
                <a:t>	</a:t>
              </a:r>
              <a:r>
                <a:rPr sz="1182" b="1" i="1" spc="7" dirty="0">
                  <a:solidFill>
                    <a:srgbClr val="007B92"/>
                  </a:solidFill>
                  <a:latin typeface="Calibri"/>
                  <a:cs typeface="Calibri"/>
                </a:rPr>
                <a:t>chef</a:t>
              </a:r>
              <a:r>
                <a:rPr sz="1182" b="1" i="1" dirty="0">
                  <a:solidFill>
                    <a:srgbClr val="007B92"/>
                  </a:solidFill>
                  <a:latin typeface="Calibri"/>
                  <a:cs typeface="Calibri"/>
                </a:rPr>
                <a:t>	</a:t>
              </a:r>
              <a:r>
                <a:rPr sz="1773" i="1" spc="10" baseline="1111" dirty="0">
                  <a:latin typeface="Calibri"/>
                  <a:cs typeface="Calibri"/>
                </a:rPr>
                <a:t>who</a:t>
              </a:r>
              <a:r>
                <a:rPr sz="1773" i="1" baseline="1111" dirty="0">
                  <a:latin typeface="Calibri"/>
                  <a:cs typeface="Calibri"/>
                </a:rPr>
                <a:t>	</a:t>
              </a:r>
              <a:r>
                <a:rPr sz="1773" i="1" spc="14" baseline="1111" dirty="0">
                  <a:latin typeface="Calibri"/>
                  <a:cs typeface="Calibri"/>
                </a:rPr>
                <a:t>…</a:t>
              </a:r>
              <a:endParaRPr sz="1773" baseline="1111">
                <a:latin typeface="Calibri"/>
                <a:cs typeface="Calibri"/>
              </a:endParaRPr>
            </a:p>
          </p:txBody>
        </p:sp>
        <p:grpSp>
          <p:nvGrpSpPr>
            <p:cNvPr id="28" name="object 28"/>
            <p:cNvGrpSpPr/>
            <p:nvPr/>
          </p:nvGrpSpPr>
          <p:grpSpPr>
            <a:xfrm>
              <a:off x="8042147" y="4907279"/>
              <a:ext cx="748665" cy="1153795"/>
              <a:chOff x="8042147" y="4907279"/>
              <a:chExt cx="748665" cy="1153795"/>
            </a:xfrm>
          </p:grpSpPr>
          <p:sp>
            <p:nvSpPr>
              <p:cNvPr id="29" name="object 29"/>
              <p:cNvSpPr/>
              <p:nvPr/>
            </p:nvSpPr>
            <p:spPr>
              <a:xfrm>
                <a:off x="8042147" y="5099557"/>
                <a:ext cx="434975" cy="77470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77470">
                    <a:moveTo>
                      <a:pt x="76073" y="889"/>
                    </a:moveTo>
                    <a:lnTo>
                      <a:pt x="0" y="39243"/>
                    </a:lnTo>
                    <a:lnTo>
                      <a:pt x="76326" y="77089"/>
                    </a:lnTo>
                    <a:lnTo>
                      <a:pt x="76221" y="45339"/>
                    </a:lnTo>
                    <a:lnTo>
                      <a:pt x="63500" y="45339"/>
                    </a:lnTo>
                    <a:lnTo>
                      <a:pt x="63500" y="32639"/>
                    </a:lnTo>
                    <a:lnTo>
                      <a:pt x="76178" y="32602"/>
                    </a:lnTo>
                    <a:lnTo>
                      <a:pt x="76073" y="889"/>
                    </a:lnTo>
                    <a:close/>
                  </a:path>
                  <a:path w="434975" h="77470">
                    <a:moveTo>
                      <a:pt x="422680" y="31750"/>
                    </a:moveTo>
                    <a:lnTo>
                      <a:pt x="371475" y="31750"/>
                    </a:lnTo>
                    <a:lnTo>
                      <a:pt x="371475" y="44450"/>
                    </a:lnTo>
                    <a:lnTo>
                      <a:pt x="358796" y="44486"/>
                    </a:lnTo>
                    <a:lnTo>
                      <a:pt x="358901" y="76200"/>
                    </a:lnTo>
                    <a:lnTo>
                      <a:pt x="434975" y="37846"/>
                    </a:lnTo>
                    <a:lnTo>
                      <a:pt x="422680" y="31750"/>
                    </a:lnTo>
                    <a:close/>
                  </a:path>
                  <a:path w="434975" h="77470">
                    <a:moveTo>
                      <a:pt x="76178" y="32602"/>
                    </a:moveTo>
                    <a:lnTo>
                      <a:pt x="63500" y="32639"/>
                    </a:lnTo>
                    <a:lnTo>
                      <a:pt x="63500" y="45339"/>
                    </a:lnTo>
                    <a:lnTo>
                      <a:pt x="76221" y="45302"/>
                    </a:lnTo>
                    <a:lnTo>
                      <a:pt x="76178" y="32602"/>
                    </a:lnTo>
                    <a:close/>
                  </a:path>
                  <a:path w="434975" h="77470">
                    <a:moveTo>
                      <a:pt x="76221" y="45302"/>
                    </a:moveTo>
                    <a:lnTo>
                      <a:pt x="63500" y="45339"/>
                    </a:lnTo>
                    <a:lnTo>
                      <a:pt x="76221" y="45339"/>
                    </a:lnTo>
                    <a:close/>
                  </a:path>
                  <a:path w="434975" h="77470">
                    <a:moveTo>
                      <a:pt x="358753" y="31786"/>
                    </a:moveTo>
                    <a:lnTo>
                      <a:pt x="76178" y="32602"/>
                    </a:lnTo>
                    <a:lnTo>
                      <a:pt x="76221" y="45302"/>
                    </a:lnTo>
                    <a:lnTo>
                      <a:pt x="358796" y="44486"/>
                    </a:lnTo>
                    <a:lnTo>
                      <a:pt x="358753" y="31786"/>
                    </a:lnTo>
                    <a:close/>
                  </a:path>
                  <a:path w="434975" h="77470">
                    <a:moveTo>
                      <a:pt x="371475" y="31750"/>
                    </a:moveTo>
                    <a:lnTo>
                      <a:pt x="358753" y="31786"/>
                    </a:lnTo>
                    <a:lnTo>
                      <a:pt x="358796" y="44486"/>
                    </a:lnTo>
                    <a:lnTo>
                      <a:pt x="371475" y="44450"/>
                    </a:lnTo>
                    <a:lnTo>
                      <a:pt x="371475" y="31750"/>
                    </a:lnTo>
                    <a:close/>
                  </a:path>
                  <a:path w="434975" h="77470">
                    <a:moveTo>
                      <a:pt x="358648" y="0"/>
                    </a:moveTo>
                    <a:lnTo>
                      <a:pt x="358753" y="31786"/>
                    </a:lnTo>
                    <a:lnTo>
                      <a:pt x="422680" y="31750"/>
                    </a:lnTo>
                    <a:lnTo>
                      <a:pt x="3586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8505443" y="4907279"/>
                <a:ext cx="285115" cy="481965"/>
              </a:xfrm>
              <a:custGeom>
                <a:avLst/>
                <a:gdLst/>
                <a:ahLst/>
                <a:cxnLst/>
                <a:rect l="l" t="t" r="r" b="b"/>
                <a:pathLst>
                  <a:path w="285115" h="481964">
                    <a:moveTo>
                      <a:pt x="284988" y="0"/>
                    </a:moveTo>
                    <a:lnTo>
                      <a:pt x="0" y="0"/>
                    </a:lnTo>
                    <a:lnTo>
                      <a:pt x="0" y="481584"/>
                    </a:lnTo>
                    <a:lnTo>
                      <a:pt x="284988" y="481584"/>
                    </a:lnTo>
                    <a:lnTo>
                      <a:pt x="284988" y="0"/>
                    </a:lnTo>
                    <a:close/>
                  </a:path>
                </a:pathLst>
              </a:custGeom>
              <a:solidFill>
                <a:srgbClr val="E3484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31"/>
              <p:cNvSpPr/>
              <p:nvPr/>
            </p:nvSpPr>
            <p:spPr>
              <a:xfrm>
                <a:off x="8042147" y="5771629"/>
                <a:ext cx="434975" cy="77470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77470">
                    <a:moveTo>
                      <a:pt x="76073" y="927"/>
                    </a:moveTo>
                    <a:lnTo>
                      <a:pt x="0" y="39268"/>
                    </a:lnTo>
                    <a:lnTo>
                      <a:pt x="76326" y="77127"/>
                    </a:lnTo>
                    <a:lnTo>
                      <a:pt x="76221" y="45415"/>
                    </a:lnTo>
                    <a:lnTo>
                      <a:pt x="63500" y="45415"/>
                    </a:lnTo>
                    <a:lnTo>
                      <a:pt x="63500" y="32715"/>
                    </a:lnTo>
                    <a:lnTo>
                      <a:pt x="76178" y="32673"/>
                    </a:lnTo>
                    <a:lnTo>
                      <a:pt x="76073" y="927"/>
                    </a:lnTo>
                    <a:close/>
                  </a:path>
                  <a:path w="434975" h="77470">
                    <a:moveTo>
                      <a:pt x="422582" y="31711"/>
                    </a:moveTo>
                    <a:lnTo>
                      <a:pt x="371475" y="31711"/>
                    </a:lnTo>
                    <a:lnTo>
                      <a:pt x="371475" y="44411"/>
                    </a:lnTo>
                    <a:lnTo>
                      <a:pt x="358796" y="44453"/>
                    </a:lnTo>
                    <a:lnTo>
                      <a:pt x="358901" y="76200"/>
                    </a:lnTo>
                    <a:lnTo>
                      <a:pt x="434975" y="37858"/>
                    </a:lnTo>
                    <a:lnTo>
                      <a:pt x="422582" y="31711"/>
                    </a:lnTo>
                    <a:close/>
                  </a:path>
                  <a:path w="434975" h="77470">
                    <a:moveTo>
                      <a:pt x="76178" y="32673"/>
                    </a:moveTo>
                    <a:lnTo>
                      <a:pt x="63500" y="32715"/>
                    </a:lnTo>
                    <a:lnTo>
                      <a:pt x="63500" y="45415"/>
                    </a:lnTo>
                    <a:lnTo>
                      <a:pt x="76221" y="45373"/>
                    </a:lnTo>
                    <a:lnTo>
                      <a:pt x="76178" y="32673"/>
                    </a:lnTo>
                    <a:close/>
                  </a:path>
                  <a:path w="434975" h="77470">
                    <a:moveTo>
                      <a:pt x="76221" y="45373"/>
                    </a:moveTo>
                    <a:lnTo>
                      <a:pt x="63500" y="45415"/>
                    </a:lnTo>
                    <a:lnTo>
                      <a:pt x="76221" y="45415"/>
                    </a:lnTo>
                    <a:close/>
                  </a:path>
                  <a:path w="434975" h="77470">
                    <a:moveTo>
                      <a:pt x="358753" y="31753"/>
                    </a:moveTo>
                    <a:lnTo>
                      <a:pt x="76178" y="32673"/>
                    </a:lnTo>
                    <a:lnTo>
                      <a:pt x="76221" y="45373"/>
                    </a:lnTo>
                    <a:lnTo>
                      <a:pt x="358796" y="44453"/>
                    </a:lnTo>
                    <a:lnTo>
                      <a:pt x="358753" y="31753"/>
                    </a:lnTo>
                    <a:close/>
                  </a:path>
                  <a:path w="434975" h="77470">
                    <a:moveTo>
                      <a:pt x="371475" y="31711"/>
                    </a:moveTo>
                    <a:lnTo>
                      <a:pt x="358753" y="31753"/>
                    </a:lnTo>
                    <a:lnTo>
                      <a:pt x="358796" y="44453"/>
                    </a:lnTo>
                    <a:lnTo>
                      <a:pt x="371475" y="44411"/>
                    </a:lnTo>
                    <a:lnTo>
                      <a:pt x="371475" y="31711"/>
                    </a:lnTo>
                    <a:close/>
                  </a:path>
                  <a:path w="434975" h="77470">
                    <a:moveTo>
                      <a:pt x="358648" y="0"/>
                    </a:moveTo>
                    <a:lnTo>
                      <a:pt x="358753" y="31753"/>
                    </a:lnTo>
                    <a:lnTo>
                      <a:pt x="422582" y="31711"/>
                    </a:lnTo>
                    <a:lnTo>
                      <a:pt x="3586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32"/>
              <p:cNvSpPr/>
              <p:nvPr/>
            </p:nvSpPr>
            <p:spPr>
              <a:xfrm>
                <a:off x="8505443" y="5579363"/>
                <a:ext cx="285115" cy="481965"/>
              </a:xfrm>
              <a:custGeom>
                <a:avLst/>
                <a:gdLst/>
                <a:ahLst/>
                <a:cxnLst/>
                <a:rect l="l" t="t" r="r" b="b"/>
                <a:pathLst>
                  <a:path w="285115" h="481964">
                    <a:moveTo>
                      <a:pt x="284988" y="0"/>
                    </a:moveTo>
                    <a:lnTo>
                      <a:pt x="0" y="0"/>
                    </a:lnTo>
                    <a:lnTo>
                      <a:pt x="0" y="481584"/>
                    </a:lnTo>
                    <a:lnTo>
                      <a:pt x="284988" y="481584"/>
                    </a:lnTo>
                    <a:lnTo>
                      <a:pt x="284988" y="0"/>
                    </a:lnTo>
                    <a:close/>
                  </a:path>
                </a:pathLst>
              </a:custGeom>
              <a:solidFill>
                <a:srgbClr val="E3484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3" name="object 33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610599" y="5388863"/>
                <a:ext cx="76200" cy="189230"/>
              </a:xfrm>
              <a:prstGeom prst="rect">
                <a:avLst/>
              </a:prstGeom>
            </p:spPr>
          </p:pic>
        </p:grpSp>
        <p:sp>
          <p:nvSpPr>
            <p:cNvPr id="34" name="object 34"/>
            <p:cNvSpPr txBox="1"/>
            <p:nvPr/>
          </p:nvSpPr>
          <p:spPr>
            <a:xfrm>
              <a:off x="8355329" y="6062878"/>
              <a:ext cx="560706" cy="401965"/>
            </a:xfrm>
            <a:prstGeom prst="rect">
              <a:avLst/>
            </a:prstGeom>
          </p:spPr>
          <p:txBody>
            <a:bodyPr vert="horz" wrap="square" lIns="0" tIns="8108" rIns="0" bIns="0" rtlCol="0">
              <a:spAutoFit/>
            </a:bodyPr>
            <a:lstStyle/>
            <a:p>
              <a:pPr marL="6006">
                <a:spcBef>
                  <a:spcPts val="64"/>
                </a:spcBef>
              </a:pPr>
              <a:r>
                <a:rPr sz="1182" b="1" i="1" spc="9" dirty="0">
                  <a:solidFill>
                    <a:srgbClr val="007B92"/>
                  </a:solidFill>
                  <a:latin typeface="Calibri"/>
                  <a:cs typeface="Calibri"/>
                </a:rPr>
                <a:t>w</a:t>
              </a:r>
              <a:r>
                <a:rPr sz="1182" b="1" i="1" dirty="0">
                  <a:solidFill>
                    <a:srgbClr val="007B92"/>
                  </a:solidFill>
                  <a:latin typeface="Calibri"/>
                  <a:cs typeface="Calibri"/>
                </a:rPr>
                <a:t>a</a:t>
              </a:r>
              <a:r>
                <a:rPr sz="1182" b="1" i="1" spc="5" dirty="0">
                  <a:solidFill>
                    <a:srgbClr val="007B92"/>
                  </a:solidFill>
                  <a:latin typeface="Calibri"/>
                  <a:cs typeface="Calibri"/>
                </a:rPr>
                <a:t>s</a:t>
              </a:r>
              <a:endParaRPr sz="1182">
                <a:latin typeface="Calibri"/>
                <a:cs typeface="Calibri"/>
              </a:endParaRPr>
            </a:p>
          </p:txBody>
        </p:sp>
        <p:grpSp>
          <p:nvGrpSpPr>
            <p:cNvPr id="35" name="object 35"/>
            <p:cNvGrpSpPr/>
            <p:nvPr/>
          </p:nvGrpSpPr>
          <p:grpSpPr>
            <a:xfrm>
              <a:off x="5797296" y="4899659"/>
              <a:ext cx="1862455" cy="1155700"/>
              <a:chOff x="5797296" y="4899659"/>
              <a:chExt cx="1862455" cy="1155700"/>
            </a:xfrm>
          </p:grpSpPr>
          <p:sp>
            <p:nvSpPr>
              <p:cNvPr id="36" name="object 36"/>
              <p:cNvSpPr/>
              <p:nvPr/>
            </p:nvSpPr>
            <p:spPr>
              <a:xfrm>
                <a:off x="5797296" y="4899659"/>
                <a:ext cx="1004569" cy="483234"/>
              </a:xfrm>
              <a:custGeom>
                <a:avLst/>
                <a:gdLst/>
                <a:ahLst/>
                <a:cxnLst/>
                <a:rect l="l" t="t" r="r" b="b"/>
                <a:pathLst>
                  <a:path w="1004570" h="483235">
                    <a:moveTo>
                      <a:pt x="284988" y="1536"/>
                    </a:moveTo>
                    <a:lnTo>
                      <a:pt x="0" y="1536"/>
                    </a:lnTo>
                    <a:lnTo>
                      <a:pt x="0" y="483108"/>
                    </a:lnTo>
                    <a:lnTo>
                      <a:pt x="284988" y="483108"/>
                    </a:lnTo>
                    <a:lnTo>
                      <a:pt x="284988" y="1536"/>
                    </a:lnTo>
                    <a:close/>
                  </a:path>
                  <a:path w="1004570" h="483235">
                    <a:moveTo>
                      <a:pt x="1004316" y="0"/>
                    </a:moveTo>
                    <a:lnTo>
                      <a:pt x="719328" y="0"/>
                    </a:lnTo>
                    <a:lnTo>
                      <a:pt x="719328" y="481584"/>
                    </a:lnTo>
                    <a:lnTo>
                      <a:pt x="1004316" y="481584"/>
                    </a:lnTo>
                    <a:lnTo>
                      <a:pt x="1004316" y="0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37"/>
              <p:cNvSpPr/>
              <p:nvPr/>
            </p:nvSpPr>
            <p:spPr>
              <a:xfrm>
                <a:off x="6082284" y="5110225"/>
                <a:ext cx="434975" cy="77470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77470">
                    <a:moveTo>
                      <a:pt x="76073" y="888"/>
                    </a:moveTo>
                    <a:lnTo>
                      <a:pt x="0" y="39243"/>
                    </a:lnTo>
                    <a:lnTo>
                      <a:pt x="76326" y="77088"/>
                    </a:lnTo>
                    <a:lnTo>
                      <a:pt x="76221" y="45338"/>
                    </a:lnTo>
                    <a:lnTo>
                      <a:pt x="63500" y="45338"/>
                    </a:lnTo>
                    <a:lnTo>
                      <a:pt x="63500" y="32638"/>
                    </a:lnTo>
                    <a:lnTo>
                      <a:pt x="76178" y="32602"/>
                    </a:lnTo>
                    <a:lnTo>
                      <a:pt x="76073" y="888"/>
                    </a:lnTo>
                    <a:close/>
                  </a:path>
                  <a:path w="434975" h="77470">
                    <a:moveTo>
                      <a:pt x="422680" y="31750"/>
                    </a:moveTo>
                    <a:lnTo>
                      <a:pt x="371475" y="31750"/>
                    </a:lnTo>
                    <a:lnTo>
                      <a:pt x="371475" y="44450"/>
                    </a:lnTo>
                    <a:lnTo>
                      <a:pt x="358796" y="44486"/>
                    </a:lnTo>
                    <a:lnTo>
                      <a:pt x="358901" y="76200"/>
                    </a:lnTo>
                    <a:lnTo>
                      <a:pt x="434974" y="37846"/>
                    </a:lnTo>
                    <a:lnTo>
                      <a:pt x="422680" y="31750"/>
                    </a:lnTo>
                    <a:close/>
                  </a:path>
                  <a:path w="434975" h="77470">
                    <a:moveTo>
                      <a:pt x="76178" y="32602"/>
                    </a:moveTo>
                    <a:lnTo>
                      <a:pt x="63500" y="32638"/>
                    </a:lnTo>
                    <a:lnTo>
                      <a:pt x="63500" y="45338"/>
                    </a:lnTo>
                    <a:lnTo>
                      <a:pt x="76221" y="45302"/>
                    </a:lnTo>
                    <a:lnTo>
                      <a:pt x="76178" y="32602"/>
                    </a:lnTo>
                    <a:close/>
                  </a:path>
                  <a:path w="434975" h="77470">
                    <a:moveTo>
                      <a:pt x="76221" y="45302"/>
                    </a:moveTo>
                    <a:lnTo>
                      <a:pt x="63500" y="45338"/>
                    </a:lnTo>
                    <a:lnTo>
                      <a:pt x="76221" y="45338"/>
                    </a:lnTo>
                    <a:close/>
                  </a:path>
                  <a:path w="434975" h="77470">
                    <a:moveTo>
                      <a:pt x="358753" y="31786"/>
                    </a:moveTo>
                    <a:lnTo>
                      <a:pt x="76178" y="32602"/>
                    </a:lnTo>
                    <a:lnTo>
                      <a:pt x="76221" y="45302"/>
                    </a:lnTo>
                    <a:lnTo>
                      <a:pt x="358796" y="44486"/>
                    </a:lnTo>
                    <a:lnTo>
                      <a:pt x="358753" y="31786"/>
                    </a:lnTo>
                    <a:close/>
                  </a:path>
                  <a:path w="434975" h="77470">
                    <a:moveTo>
                      <a:pt x="371475" y="31750"/>
                    </a:moveTo>
                    <a:lnTo>
                      <a:pt x="358753" y="31786"/>
                    </a:lnTo>
                    <a:lnTo>
                      <a:pt x="358796" y="44486"/>
                    </a:lnTo>
                    <a:lnTo>
                      <a:pt x="371475" y="44450"/>
                    </a:lnTo>
                    <a:lnTo>
                      <a:pt x="371475" y="31750"/>
                    </a:lnTo>
                    <a:close/>
                  </a:path>
                  <a:path w="434975" h="77470">
                    <a:moveTo>
                      <a:pt x="358648" y="0"/>
                    </a:moveTo>
                    <a:lnTo>
                      <a:pt x="358753" y="31786"/>
                    </a:lnTo>
                    <a:lnTo>
                      <a:pt x="422680" y="31750"/>
                    </a:lnTo>
                    <a:lnTo>
                      <a:pt x="3586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38"/>
              <p:cNvSpPr/>
              <p:nvPr/>
            </p:nvSpPr>
            <p:spPr>
              <a:xfrm>
                <a:off x="7237476" y="4899659"/>
                <a:ext cx="285115" cy="481965"/>
              </a:xfrm>
              <a:custGeom>
                <a:avLst/>
                <a:gdLst/>
                <a:ahLst/>
                <a:cxnLst/>
                <a:rect l="l" t="t" r="r" b="b"/>
                <a:pathLst>
                  <a:path w="285115" h="481964">
                    <a:moveTo>
                      <a:pt x="284988" y="0"/>
                    </a:moveTo>
                    <a:lnTo>
                      <a:pt x="0" y="0"/>
                    </a:lnTo>
                    <a:lnTo>
                      <a:pt x="0" y="481583"/>
                    </a:lnTo>
                    <a:lnTo>
                      <a:pt x="284988" y="481583"/>
                    </a:lnTo>
                    <a:lnTo>
                      <a:pt x="284988" y="0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39"/>
              <p:cNvSpPr/>
              <p:nvPr/>
            </p:nvSpPr>
            <p:spPr>
              <a:xfrm>
                <a:off x="6801612" y="5110225"/>
                <a:ext cx="434975" cy="77470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77470">
                    <a:moveTo>
                      <a:pt x="76073" y="888"/>
                    </a:moveTo>
                    <a:lnTo>
                      <a:pt x="0" y="39243"/>
                    </a:lnTo>
                    <a:lnTo>
                      <a:pt x="76327" y="77088"/>
                    </a:lnTo>
                    <a:lnTo>
                      <a:pt x="76221" y="45338"/>
                    </a:lnTo>
                    <a:lnTo>
                      <a:pt x="63500" y="45338"/>
                    </a:lnTo>
                    <a:lnTo>
                      <a:pt x="63500" y="32638"/>
                    </a:lnTo>
                    <a:lnTo>
                      <a:pt x="76178" y="32602"/>
                    </a:lnTo>
                    <a:lnTo>
                      <a:pt x="76073" y="888"/>
                    </a:lnTo>
                    <a:close/>
                  </a:path>
                  <a:path w="434975" h="77470">
                    <a:moveTo>
                      <a:pt x="422680" y="31750"/>
                    </a:moveTo>
                    <a:lnTo>
                      <a:pt x="371475" y="31750"/>
                    </a:lnTo>
                    <a:lnTo>
                      <a:pt x="371475" y="44450"/>
                    </a:lnTo>
                    <a:lnTo>
                      <a:pt x="358796" y="44486"/>
                    </a:lnTo>
                    <a:lnTo>
                      <a:pt x="358902" y="76200"/>
                    </a:lnTo>
                    <a:lnTo>
                      <a:pt x="434975" y="37846"/>
                    </a:lnTo>
                    <a:lnTo>
                      <a:pt x="422680" y="31750"/>
                    </a:lnTo>
                    <a:close/>
                  </a:path>
                  <a:path w="434975" h="77470">
                    <a:moveTo>
                      <a:pt x="76178" y="32602"/>
                    </a:moveTo>
                    <a:lnTo>
                      <a:pt x="63500" y="32638"/>
                    </a:lnTo>
                    <a:lnTo>
                      <a:pt x="63500" y="45338"/>
                    </a:lnTo>
                    <a:lnTo>
                      <a:pt x="76221" y="45302"/>
                    </a:lnTo>
                    <a:lnTo>
                      <a:pt x="76178" y="32602"/>
                    </a:lnTo>
                    <a:close/>
                  </a:path>
                  <a:path w="434975" h="77470">
                    <a:moveTo>
                      <a:pt x="76221" y="45302"/>
                    </a:moveTo>
                    <a:lnTo>
                      <a:pt x="63500" y="45338"/>
                    </a:lnTo>
                    <a:lnTo>
                      <a:pt x="76221" y="45338"/>
                    </a:lnTo>
                    <a:close/>
                  </a:path>
                  <a:path w="434975" h="77470">
                    <a:moveTo>
                      <a:pt x="358753" y="31786"/>
                    </a:moveTo>
                    <a:lnTo>
                      <a:pt x="76178" y="32602"/>
                    </a:lnTo>
                    <a:lnTo>
                      <a:pt x="76221" y="45302"/>
                    </a:lnTo>
                    <a:lnTo>
                      <a:pt x="358796" y="44486"/>
                    </a:lnTo>
                    <a:lnTo>
                      <a:pt x="358753" y="31786"/>
                    </a:lnTo>
                    <a:close/>
                  </a:path>
                  <a:path w="434975" h="77470">
                    <a:moveTo>
                      <a:pt x="371475" y="31750"/>
                    </a:moveTo>
                    <a:lnTo>
                      <a:pt x="358753" y="31786"/>
                    </a:lnTo>
                    <a:lnTo>
                      <a:pt x="358796" y="44486"/>
                    </a:lnTo>
                    <a:lnTo>
                      <a:pt x="371475" y="44450"/>
                    </a:lnTo>
                    <a:lnTo>
                      <a:pt x="371475" y="31750"/>
                    </a:lnTo>
                    <a:close/>
                  </a:path>
                  <a:path w="434975" h="77470">
                    <a:moveTo>
                      <a:pt x="358648" y="0"/>
                    </a:moveTo>
                    <a:lnTo>
                      <a:pt x="358753" y="31786"/>
                    </a:lnTo>
                    <a:lnTo>
                      <a:pt x="422680" y="31750"/>
                    </a:lnTo>
                    <a:lnTo>
                      <a:pt x="3586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40"/>
              <p:cNvSpPr/>
              <p:nvPr/>
            </p:nvSpPr>
            <p:spPr>
              <a:xfrm>
                <a:off x="5797296" y="5570219"/>
                <a:ext cx="1004569" cy="485140"/>
              </a:xfrm>
              <a:custGeom>
                <a:avLst/>
                <a:gdLst/>
                <a:ahLst/>
                <a:cxnLst/>
                <a:rect l="l" t="t" r="r" b="b"/>
                <a:pathLst>
                  <a:path w="1004570" h="485139">
                    <a:moveTo>
                      <a:pt x="284988" y="1524"/>
                    </a:moveTo>
                    <a:lnTo>
                      <a:pt x="0" y="1524"/>
                    </a:lnTo>
                    <a:lnTo>
                      <a:pt x="0" y="484632"/>
                    </a:lnTo>
                    <a:lnTo>
                      <a:pt x="284988" y="484632"/>
                    </a:lnTo>
                    <a:lnTo>
                      <a:pt x="284988" y="1524"/>
                    </a:lnTo>
                    <a:close/>
                  </a:path>
                  <a:path w="1004570" h="485139">
                    <a:moveTo>
                      <a:pt x="1004316" y="0"/>
                    </a:moveTo>
                    <a:lnTo>
                      <a:pt x="719328" y="0"/>
                    </a:lnTo>
                    <a:lnTo>
                      <a:pt x="719328" y="483108"/>
                    </a:lnTo>
                    <a:lnTo>
                      <a:pt x="1004316" y="483108"/>
                    </a:lnTo>
                    <a:lnTo>
                      <a:pt x="1004316" y="0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41"/>
              <p:cNvSpPr/>
              <p:nvPr/>
            </p:nvSpPr>
            <p:spPr>
              <a:xfrm>
                <a:off x="6082284" y="5782309"/>
                <a:ext cx="434975" cy="77470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77470">
                    <a:moveTo>
                      <a:pt x="76073" y="914"/>
                    </a:moveTo>
                    <a:lnTo>
                      <a:pt x="0" y="39255"/>
                    </a:lnTo>
                    <a:lnTo>
                      <a:pt x="76326" y="77114"/>
                    </a:lnTo>
                    <a:lnTo>
                      <a:pt x="76221" y="45402"/>
                    </a:lnTo>
                    <a:lnTo>
                      <a:pt x="63500" y="45402"/>
                    </a:lnTo>
                    <a:lnTo>
                      <a:pt x="63500" y="32702"/>
                    </a:lnTo>
                    <a:lnTo>
                      <a:pt x="76178" y="32661"/>
                    </a:lnTo>
                    <a:lnTo>
                      <a:pt x="76073" y="914"/>
                    </a:lnTo>
                    <a:close/>
                  </a:path>
                  <a:path w="434975" h="77470">
                    <a:moveTo>
                      <a:pt x="422578" y="31699"/>
                    </a:moveTo>
                    <a:lnTo>
                      <a:pt x="371475" y="31699"/>
                    </a:lnTo>
                    <a:lnTo>
                      <a:pt x="371475" y="44399"/>
                    </a:lnTo>
                    <a:lnTo>
                      <a:pt x="358796" y="44440"/>
                    </a:lnTo>
                    <a:lnTo>
                      <a:pt x="358901" y="76187"/>
                    </a:lnTo>
                    <a:lnTo>
                      <a:pt x="434974" y="37845"/>
                    </a:lnTo>
                    <a:lnTo>
                      <a:pt x="422578" y="31699"/>
                    </a:lnTo>
                    <a:close/>
                  </a:path>
                  <a:path w="434975" h="77470">
                    <a:moveTo>
                      <a:pt x="76178" y="32661"/>
                    </a:moveTo>
                    <a:lnTo>
                      <a:pt x="63500" y="32702"/>
                    </a:lnTo>
                    <a:lnTo>
                      <a:pt x="63500" y="45402"/>
                    </a:lnTo>
                    <a:lnTo>
                      <a:pt x="76221" y="45361"/>
                    </a:lnTo>
                    <a:lnTo>
                      <a:pt x="76178" y="32661"/>
                    </a:lnTo>
                    <a:close/>
                  </a:path>
                  <a:path w="434975" h="77470">
                    <a:moveTo>
                      <a:pt x="76221" y="45361"/>
                    </a:moveTo>
                    <a:lnTo>
                      <a:pt x="63500" y="45402"/>
                    </a:lnTo>
                    <a:lnTo>
                      <a:pt x="76221" y="45402"/>
                    </a:lnTo>
                    <a:close/>
                  </a:path>
                  <a:path w="434975" h="77470">
                    <a:moveTo>
                      <a:pt x="358753" y="31740"/>
                    </a:moveTo>
                    <a:lnTo>
                      <a:pt x="76178" y="32661"/>
                    </a:lnTo>
                    <a:lnTo>
                      <a:pt x="76221" y="45361"/>
                    </a:lnTo>
                    <a:lnTo>
                      <a:pt x="358796" y="44440"/>
                    </a:lnTo>
                    <a:lnTo>
                      <a:pt x="358753" y="31740"/>
                    </a:lnTo>
                    <a:close/>
                  </a:path>
                  <a:path w="434975" h="77470">
                    <a:moveTo>
                      <a:pt x="371475" y="31699"/>
                    </a:moveTo>
                    <a:lnTo>
                      <a:pt x="358753" y="31740"/>
                    </a:lnTo>
                    <a:lnTo>
                      <a:pt x="358796" y="44440"/>
                    </a:lnTo>
                    <a:lnTo>
                      <a:pt x="371475" y="44399"/>
                    </a:lnTo>
                    <a:lnTo>
                      <a:pt x="371475" y="31699"/>
                    </a:lnTo>
                    <a:close/>
                  </a:path>
                  <a:path w="434975" h="77470">
                    <a:moveTo>
                      <a:pt x="358648" y="0"/>
                    </a:moveTo>
                    <a:lnTo>
                      <a:pt x="358753" y="31740"/>
                    </a:lnTo>
                    <a:lnTo>
                      <a:pt x="422578" y="31699"/>
                    </a:lnTo>
                    <a:lnTo>
                      <a:pt x="3586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42"/>
              <p:cNvSpPr/>
              <p:nvPr/>
            </p:nvSpPr>
            <p:spPr>
              <a:xfrm>
                <a:off x="7237476" y="5570219"/>
                <a:ext cx="285115" cy="483234"/>
              </a:xfrm>
              <a:custGeom>
                <a:avLst/>
                <a:gdLst/>
                <a:ahLst/>
                <a:cxnLst/>
                <a:rect l="l" t="t" r="r" b="b"/>
                <a:pathLst>
                  <a:path w="285115" h="483235">
                    <a:moveTo>
                      <a:pt x="284988" y="0"/>
                    </a:moveTo>
                    <a:lnTo>
                      <a:pt x="0" y="0"/>
                    </a:lnTo>
                    <a:lnTo>
                      <a:pt x="0" y="483107"/>
                    </a:lnTo>
                    <a:lnTo>
                      <a:pt x="284988" y="483107"/>
                    </a:lnTo>
                    <a:lnTo>
                      <a:pt x="284988" y="0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43"/>
              <p:cNvSpPr/>
              <p:nvPr/>
            </p:nvSpPr>
            <p:spPr>
              <a:xfrm>
                <a:off x="6801612" y="5782309"/>
                <a:ext cx="434975" cy="77470"/>
              </a:xfrm>
              <a:custGeom>
                <a:avLst/>
                <a:gdLst/>
                <a:ahLst/>
                <a:cxnLst/>
                <a:rect l="l" t="t" r="r" b="b"/>
                <a:pathLst>
                  <a:path w="434975" h="77470">
                    <a:moveTo>
                      <a:pt x="76073" y="914"/>
                    </a:moveTo>
                    <a:lnTo>
                      <a:pt x="0" y="39255"/>
                    </a:lnTo>
                    <a:lnTo>
                      <a:pt x="76327" y="77114"/>
                    </a:lnTo>
                    <a:lnTo>
                      <a:pt x="76221" y="45402"/>
                    </a:lnTo>
                    <a:lnTo>
                      <a:pt x="63500" y="45402"/>
                    </a:lnTo>
                    <a:lnTo>
                      <a:pt x="63500" y="32702"/>
                    </a:lnTo>
                    <a:lnTo>
                      <a:pt x="76178" y="32661"/>
                    </a:lnTo>
                    <a:lnTo>
                      <a:pt x="76073" y="914"/>
                    </a:lnTo>
                    <a:close/>
                  </a:path>
                  <a:path w="434975" h="77470">
                    <a:moveTo>
                      <a:pt x="422578" y="31699"/>
                    </a:moveTo>
                    <a:lnTo>
                      <a:pt x="371475" y="31699"/>
                    </a:lnTo>
                    <a:lnTo>
                      <a:pt x="371475" y="44399"/>
                    </a:lnTo>
                    <a:lnTo>
                      <a:pt x="358796" y="44440"/>
                    </a:lnTo>
                    <a:lnTo>
                      <a:pt x="358902" y="76187"/>
                    </a:lnTo>
                    <a:lnTo>
                      <a:pt x="434975" y="37845"/>
                    </a:lnTo>
                    <a:lnTo>
                      <a:pt x="422578" y="31699"/>
                    </a:lnTo>
                    <a:close/>
                  </a:path>
                  <a:path w="434975" h="77470">
                    <a:moveTo>
                      <a:pt x="76178" y="32661"/>
                    </a:moveTo>
                    <a:lnTo>
                      <a:pt x="63500" y="32702"/>
                    </a:lnTo>
                    <a:lnTo>
                      <a:pt x="63500" y="45402"/>
                    </a:lnTo>
                    <a:lnTo>
                      <a:pt x="76221" y="45361"/>
                    </a:lnTo>
                    <a:lnTo>
                      <a:pt x="76178" y="32661"/>
                    </a:lnTo>
                    <a:close/>
                  </a:path>
                  <a:path w="434975" h="77470">
                    <a:moveTo>
                      <a:pt x="76221" y="45361"/>
                    </a:moveTo>
                    <a:lnTo>
                      <a:pt x="63500" y="45402"/>
                    </a:lnTo>
                    <a:lnTo>
                      <a:pt x="76221" y="45402"/>
                    </a:lnTo>
                    <a:close/>
                  </a:path>
                  <a:path w="434975" h="77470">
                    <a:moveTo>
                      <a:pt x="358753" y="31740"/>
                    </a:moveTo>
                    <a:lnTo>
                      <a:pt x="76178" y="32661"/>
                    </a:lnTo>
                    <a:lnTo>
                      <a:pt x="76221" y="45361"/>
                    </a:lnTo>
                    <a:lnTo>
                      <a:pt x="358796" y="44440"/>
                    </a:lnTo>
                    <a:lnTo>
                      <a:pt x="358753" y="31740"/>
                    </a:lnTo>
                    <a:close/>
                  </a:path>
                  <a:path w="434975" h="77470">
                    <a:moveTo>
                      <a:pt x="371475" y="31699"/>
                    </a:moveTo>
                    <a:lnTo>
                      <a:pt x="358753" y="31740"/>
                    </a:lnTo>
                    <a:lnTo>
                      <a:pt x="358796" y="44440"/>
                    </a:lnTo>
                    <a:lnTo>
                      <a:pt x="371475" y="44399"/>
                    </a:lnTo>
                    <a:lnTo>
                      <a:pt x="371475" y="31699"/>
                    </a:lnTo>
                    <a:close/>
                  </a:path>
                  <a:path w="434975" h="77470">
                    <a:moveTo>
                      <a:pt x="358648" y="0"/>
                    </a:moveTo>
                    <a:lnTo>
                      <a:pt x="358753" y="31740"/>
                    </a:lnTo>
                    <a:lnTo>
                      <a:pt x="422578" y="31699"/>
                    </a:lnTo>
                    <a:lnTo>
                      <a:pt x="3586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4" name="object 44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900928" y="5381243"/>
                <a:ext cx="76200" cy="189230"/>
              </a:xfrm>
              <a:prstGeom prst="rect">
                <a:avLst/>
              </a:prstGeom>
            </p:spPr>
          </p:pic>
          <p:pic>
            <p:nvPicPr>
              <p:cNvPr id="45" name="object 45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621780" y="5381243"/>
                <a:ext cx="76200" cy="189230"/>
              </a:xfrm>
              <a:prstGeom prst="rect">
                <a:avLst/>
              </a:prstGeom>
            </p:spPr>
          </p:pic>
          <p:pic>
            <p:nvPicPr>
              <p:cNvPr id="46" name="object 46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341108" y="5381243"/>
                <a:ext cx="76200" cy="189230"/>
              </a:xfrm>
              <a:prstGeom prst="rect">
                <a:avLst/>
              </a:prstGeom>
            </p:spPr>
          </p:pic>
          <p:pic>
            <p:nvPicPr>
              <p:cNvPr id="47" name="object 47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7542276" y="5090159"/>
                <a:ext cx="117348" cy="117347"/>
              </a:xfrm>
              <a:prstGeom prst="rect">
                <a:avLst/>
              </a:prstGeom>
            </p:spPr>
          </p:pic>
          <p:pic>
            <p:nvPicPr>
              <p:cNvPr id="48" name="object 48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7542276" y="5751575"/>
                <a:ext cx="117348" cy="117348"/>
              </a:xfrm>
              <a:prstGeom prst="rect">
                <a:avLst/>
              </a:prstGeom>
            </p:spPr>
          </p:pic>
        </p:grpSp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86755" y="5090159"/>
              <a:ext cx="117348" cy="117347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54396" y="5090159"/>
              <a:ext cx="115824" cy="11734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20511" y="5090159"/>
              <a:ext cx="117348" cy="11734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86755" y="5751576"/>
              <a:ext cx="117348" cy="11734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54396" y="5751576"/>
              <a:ext cx="115824" cy="11734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20511" y="5751576"/>
              <a:ext cx="117348" cy="11734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09916" y="5090159"/>
              <a:ext cx="117348" cy="117347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77556" y="5090159"/>
              <a:ext cx="115824" cy="117347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09916" y="5751576"/>
              <a:ext cx="117348" cy="1173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77556" y="5751576"/>
              <a:ext cx="115824" cy="117348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5356859" y="4370832"/>
              <a:ext cx="2667000" cy="391795"/>
            </a:xfrm>
            <a:custGeom>
              <a:avLst/>
              <a:gdLst/>
              <a:ahLst/>
              <a:cxnLst/>
              <a:rect l="l" t="t" r="r" b="b"/>
              <a:pathLst>
                <a:path w="2667000" h="391795">
                  <a:moveTo>
                    <a:pt x="0" y="391668"/>
                  </a:moveTo>
                  <a:lnTo>
                    <a:pt x="2563" y="315420"/>
                  </a:lnTo>
                  <a:lnTo>
                    <a:pt x="9556" y="253174"/>
                  </a:lnTo>
                  <a:lnTo>
                    <a:pt x="19931" y="211216"/>
                  </a:lnTo>
                  <a:lnTo>
                    <a:pt x="32638" y="195834"/>
                  </a:lnTo>
                  <a:lnTo>
                    <a:pt x="1300861" y="195834"/>
                  </a:lnTo>
                  <a:lnTo>
                    <a:pt x="1313568" y="180451"/>
                  </a:lnTo>
                  <a:lnTo>
                    <a:pt x="1323943" y="138493"/>
                  </a:lnTo>
                  <a:lnTo>
                    <a:pt x="1330936" y="76247"/>
                  </a:lnTo>
                  <a:lnTo>
                    <a:pt x="1333499" y="0"/>
                  </a:lnTo>
                  <a:lnTo>
                    <a:pt x="1336063" y="76247"/>
                  </a:lnTo>
                  <a:lnTo>
                    <a:pt x="1343056" y="138493"/>
                  </a:lnTo>
                  <a:lnTo>
                    <a:pt x="1353431" y="180451"/>
                  </a:lnTo>
                  <a:lnTo>
                    <a:pt x="1366139" y="195834"/>
                  </a:lnTo>
                  <a:lnTo>
                    <a:pt x="2634361" y="195834"/>
                  </a:lnTo>
                  <a:lnTo>
                    <a:pt x="2647068" y="211216"/>
                  </a:lnTo>
                  <a:lnTo>
                    <a:pt x="2657443" y="253174"/>
                  </a:lnTo>
                  <a:lnTo>
                    <a:pt x="2664436" y="315420"/>
                  </a:lnTo>
                  <a:lnTo>
                    <a:pt x="2666999" y="39166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B47E14-6C9C-C3D9-1039-BD4DC1D924E9}"/>
                  </a:ext>
                </a:extLst>
              </p14:cNvPr>
              <p14:cNvContentPartPr/>
              <p14:nvPr/>
            </p14:nvContentPartPr>
            <p14:xfrm>
              <a:off x="415440" y="1156320"/>
              <a:ext cx="5117040" cy="1955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B47E14-6C9C-C3D9-1039-BD4DC1D924E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06080" y="1146960"/>
                <a:ext cx="5135760" cy="197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1653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Encoder-decoder bottleneck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86" name="Google Shape;286;g21b601b1990_0_132"/>
          <p:cNvSpPr txBox="1">
            <a:spLocks noGrp="1"/>
          </p:cNvSpPr>
          <p:nvPr>
            <p:ph type="sldNum" idx="4294967295"/>
          </p:nvPr>
        </p:nvSpPr>
        <p:spPr>
          <a:xfrm>
            <a:off x="4468495" y="3006818"/>
            <a:ext cx="1297305" cy="172674"/>
          </a:xfrm>
          <a:prstGeom prst="rect">
            <a:avLst/>
          </a:prstGeom>
        </p:spPr>
        <p:txBody>
          <a:bodyPr spcFirstLastPara="1" wrap="square" lIns="43236" tIns="21612" rIns="43236" bIns="21612" anchor="ctr" anchorCtr="0">
            <a:noAutofit/>
          </a:bodyPr>
          <a:lstStyle/>
          <a:p>
            <a:pPr algn="r" rtl="0"/>
            <a:fld id="{00000000-1234-1234-1234-123412341234}" type="slidenum">
              <a:rPr lang="en-US"/>
              <a:pPr algn="r" rtl="0"/>
              <a:t>15</a:t>
            </a:fld>
            <a:endParaRPr/>
          </a:p>
        </p:txBody>
      </p:sp>
      <p:pic>
        <p:nvPicPr>
          <p:cNvPr id="287" name="Google Shape;287;g21b601b1990_0_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208" y="839262"/>
            <a:ext cx="4270760" cy="83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21b601b1990_0_132"/>
          <p:cNvSpPr txBox="1"/>
          <p:nvPr/>
        </p:nvSpPr>
        <p:spPr>
          <a:xfrm>
            <a:off x="117349" y="2132521"/>
            <a:ext cx="5280588" cy="78596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marL="162157" indent="-162157">
              <a:buFont typeface="Arial" panose="020B0604020202020204" pitchFamily="34" charset="0"/>
              <a:buChar char="•"/>
            </a:pPr>
            <a:r>
              <a:rPr lang="en-US" sz="1135" dirty="0">
                <a:latin typeface="Cambria" panose="02040503050406030204" pitchFamily="18" charset="0"/>
                <a:ea typeface="Cambria" panose="02040503050406030204" pitchFamily="18" charset="0"/>
              </a:rPr>
              <a:t>Final state of the </a:t>
            </a:r>
            <a:r>
              <a:rPr lang="en-US" sz="1135" b="1" dirty="0"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en-US" sz="1135" dirty="0">
                <a:latin typeface="Cambria" panose="02040503050406030204" pitchFamily="18" charset="0"/>
                <a:ea typeface="Cambria" panose="02040503050406030204" pitchFamily="18" charset="0"/>
              </a:rPr>
              <a:t> is the only context available to </a:t>
            </a:r>
            <a:r>
              <a:rPr lang="en-US" sz="1135" b="1" dirty="0">
                <a:latin typeface="Cambria" panose="02040503050406030204" pitchFamily="18" charset="0"/>
                <a:ea typeface="Cambria" panose="02040503050406030204" pitchFamily="18" charset="0"/>
              </a:rPr>
              <a:t>D</a:t>
            </a:r>
          </a:p>
          <a:p>
            <a:pPr marL="162157" indent="-162157">
              <a:buFont typeface="Arial" panose="020B0604020202020204" pitchFamily="34" charset="0"/>
              <a:buChar char="•"/>
            </a:pPr>
            <a:r>
              <a:rPr lang="en-US" sz="1135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 must represent absolutely everything about the meaning of the source text</a:t>
            </a:r>
            <a:endParaRPr sz="1135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62157" indent="-162157">
              <a:buSzPts val="2000"/>
              <a:buFont typeface="Arial" panose="020B0604020202020204" pitchFamily="34" charset="0"/>
              <a:buChar char="•"/>
            </a:pPr>
            <a:r>
              <a:rPr lang="en-US" sz="1135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only thing the decoder knows about the source text is what’s in this context vector</a:t>
            </a:r>
            <a:endParaRPr sz="1135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24F244A-21A5-2C3D-52C6-1851EC973227}"/>
                  </a:ext>
                </a:extLst>
              </p14:cNvPr>
              <p14:cNvContentPartPr/>
              <p14:nvPr/>
            </p14:nvContentPartPr>
            <p14:xfrm>
              <a:off x="208800" y="611640"/>
              <a:ext cx="5270040" cy="1953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24F244A-21A5-2C3D-52C6-1851EC9732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9440" y="602280"/>
                <a:ext cx="5288760" cy="197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6574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45" dirty="0">
                <a:solidFill>
                  <a:srgbClr val="FFFFFF"/>
                </a:solidFill>
              </a:rPr>
              <a:t>T</a:t>
            </a:r>
            <a:r>
              <a:rPr cap="small" spc="345" dirty="0">
                <a:solidFill>
                  <a:srgbClr val="FFFFFF"/>
                </a:solidFill>
              </a:rPr>
              <a:t>he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90" dirty="0">
                <a:solidFill>
                  <a:srgbClr val="FFFFFF"/>
                </a:solidFill>
              </a:rPr>
              <a:t>C</a:t>
            </a:r>
            <a:r>
              <a:rPr cap="small" spc="290" dirty="0">
                <a:solidFill>
                  <a:srgbClr val="FFFFFF"/>
                </a:solidFill>
              </a:rPr>
              <a:t>ritical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40" dirty="0">
                <a:solidFill>
                  <a:srgbClr val="FFFFFF"/>
                </a:solidFill>
              </a:rPr>
              <a:t>P</a:t>
            </a:r>
            <a:r>
              <a:rPr cap="small" spc="240" dirty="0">
                <a:solidFill>
                  <a:srgbClr val="FFFFFF"/>
                </a:solidFill>
              </a:rPr>
              <a:t>roblem</a:t>
            </a:r>
            <a:r>
              <a:rPr spc="240" dirty="0">
                <a:solidFill>
                  <a:srgbClr val="FFFFFF"/>
                </a:solidFill>
              </a:rPr>
              <a:t>:</a:t>
            </a:r>
            <a:r>
              <a:rPr spc="484" dirty="0">
                <a:solidFill>
                  <a:srgbClr val="FFFFFF"/>
                </a:solidFill>
              </a:rPr>
              <a:t> </a:t>
            </a:r>
            <a:r>
              <a:rPr spc="310" dirty="0">
                <a:solidFill>
                  <a:srgbClr val="FFFFFF"/>
                </a:solidFill>
              </a:rPr>
              <a:t>C</a:t>
            </a:r>
            <a:r>
              <a:rPr cap="small" spc="310" dirty="0">
                <a:solidFill>
                  <a:srgbClr val="FFFFFF"/>
                </a:solidFill>
              </a:rPr>
              <a:t>ontext</a:t>
            </a:r>
            <a:r>
              <a:rPr spc="285" dirty="0">
                <a:solidFill>
                  <a:srgbClr val="FFFFFF"/>
                </a:solidFill>
              </a:rPr>
              <a:t> </a:t>
            </a:r>
            <a:r>
              <a:rPr spc="260" dirty="0">
                <a:solidFill>
                  <a:srgbClr val="FFFFFF"/>
                </a:solidFill>
              </a:rPr>
              <a:t>B</a:t>
            </a:r>
            <a:r>
              <a:rPr cap="small" spc="260" dirty="0">
                <a:solidFill>
                  <a:srgbClr val="FFFFFF"/>
                </a:solidFill>
              </a:rPr>
              <a:t>ottleneck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702" y="554380"/>
            <a:ext cx="69291" cy="692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4626" y="476851"/>
            <a:ext cx="355282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All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input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information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must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pass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through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fixed-size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vector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b="1" spc="-25" dirty="0">
                <a:solidFill>
                  <a:srgbClr val="1B1472"/>
                </a:solidFill>
                <a:latin typeface="Arial"/>
                <a:cs typeface="Arial"/>
              </a:rPr>
              <a:t>c</a:t>
            </a:r>
            <a:r>
              <a:rPr sz="1050" spc="-25" dirty="0">
                <a:solidFill>
                  <a:srgbClr val="1B1472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7355" y="706207"/>
            <a:ext cx="33782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latin typeface="Arial MT"/>
                <a:cs typeface="Arial MT"/>
              </a:rPr>
              <a:t>Input: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13740" y="690833"/>
            <a:ext cx="1393825" cy="241935"/>
            <a:chOff x="2013740" y="690833"/>
            <a:chExt cx="1393825" cy="241935"/>
          </a:xfrm>
        </p:grpSpPr>
        <p:sp>
          <p:nvSpPr>
            <p:cNvPr id="7" name="object 7"/>
            <p:cNvSpPr/>
            <p:nvPr/>
          </p:nvSpPr>
          <p:spPr>
            <a:xfrm>
              <a:off x="2016280" y="693373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5">
                  <a:moveTo>
                    <a:pt x="118171" y="0"/>
                  </a:moveTo>
                  <a:lnTo>
                    <a:pt x="72173" y="9286"/>
                  </a:lnTo>
                  <a:lnTo>
                    <a:pt x="34611" y="34611"/>
                  </a:lnTo>
                  <a:lnTo>
                    <a:pt x="9286" y="72173"/>
                  </a:lnTo>
                  <a:lnTo>
                    <a:pt x="0" y="118171"/>
                  </a:lnTo>
                  <a:lnTo>
                    <a:pt x="9286" y="164169"/>
                  </a:lnTo>
                  <a:lnTo>
                    <a:pt x="34611" y="201731"/>
                  </a:lnTo>
                  <a:lnTo>
                    <a:pt x="72173" y="227056"/>
                  </a:lnTo>
                  <a:lnTo>
                    <a:pt x="118171" y="236342"/>
                  </a:lnTo>
                  <a:lnTo>
                    <a:pt x="164169" y="227056"/>
                  </a:lnTo>
                  <a:lnTo>
                    <a:pt x="201731" y="201731"/>
                  </a:lnTo>
                  <a:lnTo>
                    <a:pt x="227056" y="164169"/>
                  </a:lnTo>
                  <a:lnTo>
                    <a:pt x="236342" y="118171"/>
                  </a:lnTo>
                  <a:lnTo>
                    <a:pt x="227056" y="72173"/>
                  </a:lnTo>
                  <a:lnTo>
                    <a:pt x="201731" y="34611"/>
                  </a:lnTo>
                  <a:lnTo>
                    <a:pt x="164169" y="9286"/>
                  </a:lnTo>
                  <a:lnTo>
                    <a:pt x="118171" y="0"/>
                  </a:lnTo>
                  <a:close/>
                </a:path>
              </a:pathLst>
            </a:custGeom>
            <a:solidFill>
              <a:srgbClr val="DCD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16280" y="693373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5">
                  <a:moveTo>
                    <a:pt x="236342" y="118171"/>
                  </a:moveTo>
                  <a:lnTo>
                    <a:pt x="227056" y="72173"/>
                  </a:lnTo>
                  <a:lnTo>
                    <a:pt x="201731" y="34611"/>
                  </a:lnTo>
                  <a:lnTo>
                    <a:pt x="164169" y="9286"/>
                  </a:lnTo>
                  <a:lnTo>
                    <a:pt x="118171" y="0"/>
                  </a:lnTo>
                  <a:lnTo>
                    <a:pt x="72173" y="9286"/>
                  </a:lnTo>
                  <a:lnTo>
                    <a:pt x="34611" y="34611"/>
                  </a:lnTo>
                  <a:lnTo>
                    <a:pt x="9286" y="72173"/>
                  </a:lnTo>
                  <a:lnTo>
                    <a:pt x="0" y="118171"/>
                  </a:lnTo>
                  <a:lnTo>
                    <a:pt x="9286" y="164169"/>
                  </a:lnTo>
                  <a:lnTo>
                    <a:pt x="34611" y="201731"/>
                  </a:lnTo>
                  <a:lnTo>
                    <a:pt x="72173" y="227056"/>
                  </a:lnTo>
                  <a:lnTo>
                    <a:pt x="118171" y="236342"/>
                  </a:lnTo>
                  <a:lnTo>
                    <a:pt x="164169" y="227056"/>
                  </a:lnTo>
                  <a:lnTo>
                    <a:pt x="201731" y="201731"/>
                  </a:lnTo>
                  <a:lnTo>
                    <a:pt x="227056" y="164169"/>
                  </a:lnTo>
                  <a:lnTo>
                    <a:pt x="236342" y="11817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6685" y="693373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5">
                  <a:moveTo>
                    <a:pt x="118171" y="0"/>
                  </a:moveTo>
                  <a:lnTo>
                    <a:pt x="72173" y="9286"/>
                  </a:lnTo>
                  <a:lnTo>
                    <a:pt x="34611" y="34611"/>
                  </a:lnTo>
                  <a:lnTo>
                    <a:pt x="9286" y="72173"/>
                  </a:lnTo>
                  <a:lnTo>
                    <a:pt x="0" y="118171"/>
                  </a:lnTo>
                  <a:lnTo>
                    <a:pt x="9286" y="164169"/>
                  </a:lnTo>
                  <a:lnTo>
                    <a:pt x="34611" y="201731"/>
                  </a:lnTo>
                  <a:lnTo>
                    <a:pt x="72173" y="227056"/>
                  </a:lnTo>
                  <a:lnTo>
                    <a:pt x="118171" y="236342"/>
                  </a:lnTo>
                  <a:lnTo>
                    <a:pt x="164169" y="227056"/>
                  </a:lnTo>
                  <a:lnTo>
                    <a:pt x="201731" y="201731"/>
                  </a:lnTo>
                  <a:lnTo>
                    <a:pt x="227056" y="164169"/>
                  </a:lnTo>
                  <a:lnTo>
                    <a:pt x="236342" y="118171"/>
                  </a:lnTo>
                  <a:lnTo>
                    <a:pt x="227056" y="72173"/>
                  </a:lnTo>
                  <a:lnTo>
                    <a:pt x="201731" y="34611"/>
                  </a:lnTo>
                  <a:lnTo>
                    <a:pt x="164169" y="9286"/>
                  </a:lnTo>
                  <a:lnTo>
                    <a:pt x="118171" y="0"/>
                  </a:lnTo>
                  <a:close/>
                </a:path>
              </a:pathLst>
            </a:custGeom>
            <a:solidFill>
              <a:srgbClr val="DCD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46685" y="693373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5">
                  <a:moveTo>
                    <a:pt x="236342" y="118171"/>
                  </a:moveTo>
                  <a:lnTo>
                    <a:pt x="227056" y="72173"/>
                  </a:lnTo>
                  <a:lnTo>
                    <a:pt x="201731" y="34611"/>
                  </a:lnTo>
                  <a:lnTo>
                    <a:pt x="164169" y="9286"/>
                  </a:lnTo>
                  <a:lnTo>
                    <a:pt x="118171" y="0"/>
                  </a:lnTo>
                  <a:lnTo>
                    <a:pt x="72173" y="9286"/>
                  </a:lnTo>
                  <a:lnTo>
                    <a:pt x="34611" y="34611"/>
                  </a:lnTo>
                  <a:lnTo>
                    <a:pt x="9286" y="72173"/>
                  </a:lnTo>
                  <a:lnTo>
                    <a:pt x="0" y="118171"/>
                  </a:lnTo>
                  <a:lnTo>
                    <a:pt x="9286" y="164169"/>
                  </a:lnTo>
                  <a:lnTo>
                    <a:pt x="34611" y="201731"/>
                  </a:lnTo>
                  <a:lnTo>
                    <a:pt x="72173" y="227056"/>
                  </a:lnTo>
                  <a:lnTo>
                    <a:pt x="118171" y="236342"/>
                  </a:lnTo>
                  <a:lnTo>
                    <a:pt x="164169" y="227056"/>
                  </a:lnTo>
                  <a:lnTo>
                    <a:pt x="201731" y="201731"/>
                  </a:lnTo>
                  <a:lnTo>
                    <a:pt x="227056" y="164169"/>
                  </a:lnTo>
                  <a:lnTo>
                    <a:pt x="236342" y="11817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77089" y="693373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5">
                  <a:moveTo>
                    <a:pt x="118171" y="0"/>
                  </a:moveTo>
                  <a:lnTo>
                    <a:pt x="72173" y="9286"/>
                  </a:lnTo>
                  <a:lnTo>
                    <a:pt x="34611" y="34611"/>
                  </a:lnTo>
                  <a:lnTo>
                    <a:pt x="9286" y="72173"/>
                  </a:lnTo>
                  <a:lnTo>
                    <a:pt x="0" y="118171"/>
                  </a:lnTo>
                  <a:lnTo>
                    <a:pt x="9286" y="164169"/>
                  </a:lnTo>
                  <a:lnTo>
                    <a:pt x="34611" y="201731"/>
                  </a:lnTo>
                  <a:lnTo>
                    <a:pt x="72173" y="227056"/>
                  </a:lnTo>
                  <a:lnTo>
                    <a:pt x="118171" y="236342"/>
                  </a:lnTo>
                  <a:lnTo>
                    <a:pt x="164169" y="227056"/>
                  </a:lnTo>
                  <a:lnTo>
                    <a:pt x="201731" y="201731"/>
                  </a:lnTo>
                  <a:lnTo>
                    <a:pt x="227056" y="164169"/>
                  </a:lnTo>
                  <a:lnTo>
                    <a:pt x="236342" y="118171"/>
                  </a:lnTo>
                  <a:lnTo>
                    <a:pt x="227056" y="72173"/>
                  </a:lnTo>
                  <a:lnTo>
                    <a:pt x="201731" y="34611"/>
                  </a:lnTo>
                  <a:lnTo>
                    <a:pt x="164169" y="9286"/>
                  </a:lnTo>
                  <a:lnTo>
                    <a:pt x="118171" y="0"/>
                  </a:lnTo>
                  <a:close/>
                </a:path>
              </a:pathLst>
            </a:custGeom>
            <a:solidFill>
              <a:srgbClr val="DCD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77089" y="693373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5">
                  <a:moveTo>
                    <a:pt x="236342" y="118171"/>
                  </a:moveTo>
                  <a:lnTo>
                    <a:pt x="227056" y="72173"/>
                  </a:lnTo>
                  <a:lnTo>
                    <a:pt x="201731" y="34611"/>
                  </a:lnTo>
                  <a:lnTo>
                    <a:pt x="164169" y="9286"/>
                  </a:lnTo>
                  <a:lnTo>
                    <a:pt x="118171" y="0"/>
                  </a:lnTo>
                  <a:lnTo>
                    <a:pt x="72173" y="9286"/>
                  </a:lnTo>
                  <a:lnTo>
                    <a:pt x="34611" y="34611"/>
                  </a:lnTo>
                  <a:lnTo>
                    <a:pt x="9286" y="72173"/>
                  </a:lnTo>
                  <a:lnTo>
                    <a:pt x="0" y="118171"/>
                  </a:lnTo>
                  <a:lnTo>
                    <a:pt x="9286" y="164169"/>
                  </a:lnTo>
                  <a:lnTo>
                    <a:pt x="34611" y="201731"/>
                  </a:lnTo>
                  <a:lnTo>
                    <a:pt x="72173" y="227056"/>
                  </a:lnTo>
                  <a:lnTo>
                    <a:pt x="118171" y="236342"/>
                  </a:lnTo>
                  <a:lnTo>
                    <a:pt x="164169" y="227056"/>
                  </a:lnTo>
                  <a:lnTo>
                    <a:pt x="201731" y="201731"/>
                  </a:lnTo>
                  <a:lnTo>
                    <a:pt x="227056" y="164169"/>
                  </a:lnTo>
                  <a:lnTo>
                    <a:pt x="236342" y="11817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07494" y="693373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5">
                  <a:moveTo>
                    <a:pt x="118171" y="0"/>
                  </a:moveTo>
                  <a:lnTo>
                    <a:pt x="72173" y="9286"/>
                  </a:lnTo>
                  <a:lnTo>
                    <a:pt x="34611" y="34611"/>
                  </a:lnTo>
                  <a:lnTo>
                    <a:pt x="9286" y="72173"/>
                  </a:lnTo>
                  <a:lnTo>
                    <a:pt x="0" y="118171"/>
                  </a:lnTo>
                  <a:lnTo>
                    <a:pt x="9286" y="164169"/>
                  </a:lnTo>
                  <a:lnTo>
                    <a:pt x="34611" y="201731"/>
                  </a:lnTo>
                  <a:lnTo>
                    <a:pt x="72173" y="227056"/>
                  </a:lnTo>
                  <a:lnTo>
                    <a:pt x="118171" y="236342"/>
                  </a:lnTo>
                  <a:lnTo>
                    <a:pt x="164169" y="227056"/>
                  </a:lnTo>
                  <a:lnTo>
                    <a:pt x="201731" y="201731"/>
                  </a:lnTo>
                  <a:lnTo>
                    <a:pt x="227056" y="164169"/>
                  </a:lnTo>
                  <a:lnTo>
                    <a:pt x="236342" y="118171"/>
                  </a:lnTo>
                  <a:lnTo>
                    <a:pt x="227056" y="72173"/>
                  </a:lnTo>
                  <a:lnTo>
                    <a:pt x="201731" y="34611"/>
                  </a:lnTo>
                  <a:lnTo>
                    <a:pt x="164169" y="9286"/>
                  </a:lnTo>
                  <a:lnTo>
                    <a:pt x="118171" y="0"/>
                  </a:lnTo>
                  <a:close/>
                </a:path>
              </a:pathLst>
            </a:custGeom>
            <a:solidFill>
              <a:srgbClr val="DCD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07494" y="693373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5">
                  <a:moveTo>
                    <a:pt x="236342" y="118171"/>
                  </a:moveTo>
                  <a:lnTo>
                    <a:pt x="227056" y="72173"/>
                  </a:lnTo>
                  <a:lnTo>
                    <a:pt x="201731" y="34611"/>
                  </a:lnTo>
                  <a:lnTo>
                    <a:pt x="164169" y="9286"/>
                  </a:lnTo>
                  <a:lnTo>
                    <a:pt x="118171" y="0"/>
                  </a:lnTo>
                  <a:lnTo>
                    <a:pt x="72173" y="9286"/>
                  </a:lnTo>
                  <a:lnTo>
                    <a:pt x="34611" y="34611"/>
                  </a:lnTo>
                  <a:lnTo>
                    <a:pt x="9286" y="72173"/>
                  </a:lnTo>
                  <a:lnTo>
                    <a:pt x="0" y="118171"/>
                  </a:lnTo>
                  <a:lnTo>
                    <a:pt x="9286" y="164169"/>
                  </a:lnTo>
                  <a:lnTo>
                    <a:pt x="34611" y="201731"/>
                  </a:lnTo>
                  <a:lnTo>
                    <a:pt x="72173" y="227056"/>
                  </a:lnTo>
                  <a:lnTo>
                    <a:pt x="118171" y="236342"/>
                  </a:lnTo>
                  <a:lnTo>
                    <a:pt x="164169" y="227056"/>
                  </a:lnTo>
                  <a:lnTo>
                    <a:pt x="201731" y="201731"/>
                  </a:lnTo>
                  <a:lnTo>
                    <a:pt x="227056" y="164169"/>
                  </a:lnTo>
                  <a:lnTo>
                    <a:pt x="236342" y="11817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37898" y="693373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5">
                  <a:moveTo>
                    <a:pt x="118171" y="0"/>
                  </a:moveTo>
                  <a:lnTo>
                    <a:pt x="72173" y="9286"/>
                  </a:lnTo>
                  <a:lnTo>
                    <a:pt x="34611" y="34611"/>
                  </a:lnTo>
                  <a:lnTo>
                    <a:pt x="9286" y="72173"/>
                  </a:lnTo>
                  <a:lnTo>
                    <a:pt x="0" y="118171"/>
                  </a:lnTo>
                  <a:lnTo>
                    <a:pt x="9286" y="164169"/>
                  </a:lnTo>
                  <a:lnTo>
                    <a:pt x="34611" y="201731"/>
                  </a:lnTo>
                  <a:lnTo>
                    <a:pt x="72173" y="227056"/>
                  </a:lnTo>
                  <a:lnTo>
                    <a:pt x="118171" y="236342"/>
                  </a:lnTo>
                  <a:lnTo>
                    <a:pt x="164169" y="227056"/>
                  </a:lnTo>
                  <a:lnTo>
                    <a:pt x="201731" y="201731"/>
                  </a:lnTo>
                  <a:lnTo>
                    <a:pt x="227056" y="164169"/>
                  </a:lnTo>
                  <a:lnTo>
                    <a:pt x="236342" y="118171"/>
                  </a:lnTo>
                  <a:lnTo>
                    <a:pt x="227056" y="72173"/>
                  </a:lnTo>
                  <a:lnTo>
                    <a:pt x="201731" y="34611"/>
                  </a:lnTo>
                  <a:lnTo>
                    <a:pt x="164169" y="9286"/>
                  </a:lnTo>
                  <a:lnTo>
                    <a:pt x="118171" y="0"/>
                  </a:lnTo>
                  <a:close/>
                </a:path>
              </a:pathLst>
            </a:custGeom>
            <a:solidFill>
              <a:srgbClr val="DCD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37898" y="693373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5">
                  <a:moveTo>
                    <a:pt x="236342" y="118171"/>
                  </a:moveTo>
                  <a:lnTo>
                    <a:pt x="227056" y="72173"/>
                  </a:lnTo>
                  <a:lnTo>
                    <a:pt x="201731" y="34611"/>
                  </a:lnTo>
                  <a:lnTo>
                    <a:pt x="164169" y="9286"/>
                  </a:lnTo>
                  <a:lnTo>
                    <a:pt x="118171" y="0"/>
                  </a:lnTo>
                  <a:lnTo>
                    <a:pt x="72173" y="9286"/>
                  </a:lnTo>
                  <a:lnTo>
                    <a:pt x="34611" y="34611"/>
                  </a:lnTo>
                  <a:lnTo>
                    <a:pt x="9286" y="72173"/>
                  </a:lnTo>
                  <a:lnTo>
                    <a:pt x="0" y="118171"/>
                  </a:lnTo>
                  <a:lnTo>
                    <a:pt x="9286" y="164169"/>
                  </a:lnTo>
                  <a:lnTo>
                    <a:pt x="34611" y="201731"/>
                  </a:lnTo>
                  <a:lnTo>
                    <a:pt x="72173" y="227056"/>
                  </a:lnTo>
                  <a:lnTo>
                    <a:pt x="118171" y="236342"/>
                  </a:lnTo>
                  <a:lnTo>
                    <a:pt x="164169" y="227056"/>
                  </a:lnTo>
                  <a:lnTo>
                    <a:pt x="201731" y="201731"/>
                  </a:lnTo>
                  <a:lnTo>
                    <a:pt x="227056" y="164169"/>
                  </a:lnTo>
                  <a:lnTo>
                    <a:pt x="236342" y="11817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8303" y="693373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4" h="236855">
                  <a:moveTo>
                    <a:pt x="118171" y="0"/>
                  </a:moveTo>
                  <a:lnTo>
                    <a:pt x="72173" y="9286"/>
                  </a:lnTo>
                  <a:lnTo>
                    <a:pt x="34611" y="34611"/>
                  </a:lnTo>
                  <a:lnTo>
                    <a:pt x="9286" y="72173"/>
                  </a:lnTo>
                  <a:lnTo>
                    <a:pt x="0" y="118171"/>
                  </a:lnTo>
                  <a:lnTo>
                    <a:pt x="9286" y="164169"/>
                  </a:lnTo>
                  <a:lnTo>
                    <a:pt x="34611" y="201731"/>
                  </a:lnTo>
                  <a:lnTo>
                    <a:pt x="72173" y="227056"/>
                  </a:lnTo>
                  <a:lnTo>
                    <a:pt x="118171" y="236342"/>
                  </a:lnTo>
                  <a:lnTo>
                    <a:pt x="164169" y="227056"/>
                  </a:lnTo>
                  <a:lnTo>
                    <a:pt x="201731" y="201731"/>
                  </a:lnTo>
                  <a:lnTo>
                    <a:pt x="227056" y="164169"/>
                  </a:lnTo>
                  <a:lnTo>
                    <a:pt x="236342" y="118171"/>
                  </a:lnTo>
                  <a:lnTo>
                    <a:pt x="227056" y="72173"/>
                  </a:lnTo>
                  <a:lnTo>
                    <a:pt x="201731" y="34611"/>
                  </a:lnTo>
                  <a:lnTo>
                    <a:pt x="164169" y="9286"/>
                  </a:lnTo>
                  <a:lnTo>
                    <a:pt x="118171" y="0"/>
                  </a:lnTo>
                  <a:close/>
                </a:path>
              </a:pathLst>
            </a:custGeom>
            <a:solidFill>
              <a:srgbClr val="DCD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68303" y="693373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4" h="236855">
                  <a:moveTo>
                    <a:pt x="236342" y="118171"/>
                  </a:moveTo>
                  <a:lnTo>
                    <a:pt x="227056" y="72173"/>
                  </a:lnTo>
                  <a:lnTo>
                    <a:pt x="201731" y="34611"/>
                  </a:lnTo>
                  <a:lnTo>
                    <a:pt x="164169" y="9286"/>
                  </a:lnTo>
                  <a:lnTo>
                    <a:pt x="118171" y="0"/>
                  </a:lnTo>
                  <a:lnTo>
                    <a:pt x="72173" y="9286"/>
                  </a:lnTo>
                  <a:lnTo>
                    <a:pt x="34611" y="34611"/>
                  </a:lnTo>
                  <a:lnTo>
                    <a:pt x="9286" y="72173"/>
                  </a:lnTo>
                  <a:lnTo>
                    <a:pt x="0" y="118171"/>
                  </a:lnTo>
                  <a:lnTo>
                    <a:pt x="9286" y="164169"/>
                  </a:lnTo>
                  <a:lnTo>
                    <a:pt x="34611" y="201731"/>
                  </a:lnTo>
                  <a:lnTo>
                    <a:pt x="72173" y="227056"/>
                  </a:lnTo>
                  <a:lnTo>
                    <a:pt x="118171" y="236342"/>
                  </a:lnTo>
                  <a:lnTo>
                    <a:pt x="164169" y="227056"/>
                  </a:lnTo>
                  <a:lnTo>
                    <a:pt x="201731" y="201731"/>
                  </a:lnTo>
                  <a:lnTo>
                    <a:pt x="227056" y="164169"/>
                  </a:lnTo>
                  <a:lnTo>
                    <a:pt x="236342" y="11817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87918" y="724825"/>
            <a:ext cx="138811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14"/>
              </a:spcBef>
              <a:tabLst>
                <a:tab pos="331470" algn="l"/>
                <a:tab pos="561975" algn="l"/>
                <a:tab pos="792480" algn="l"/>
                <a:tab pos="1022985" algn="l"/>
                <a:tab pos="1253490" algn="l"/>
              </a:tabLst>
            </a:pPr>
            <a:r>
              <a:rPr sz="700" i="1" spc="-25" dirty="0">
                <a:latin typeface="Arial"/>
                <a:cs typeface="Arial"/>
              </a:rPr>
              <a:t>x</a:t>
            </a:r>
            <a:r>
              <a:rPr sz="750" spc="-37" baseline="-11111" dirty="0">
                <a:latin typeface="Arial MT"/>
                <a:cs typeface="Arial MT"/>
              </a:rPr>
              <a:t>1</a:t>
            </a:r>
            <a:r>
              <a:rPr sz="750" baseline="-11111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x</a:t>
            </a:r>
            <a:r>
              <a:rPr sz="750" spc="-37" baseline="-11111" dirty="0">
                <a:latin typeface="Arial MT"/>
                <a:cs typeface="Arial MT"/>
              </a:rPr>
              <a:t>2</a:t>
            </a:r>
            <a:r>
              <a:rPr sz="750" baseline="-11111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x</a:t>
            </a:r>
            <a:r>
              <a:rPr sz="750" spc="-37" baseline="-11111" dirty="0">
                <a:latin typeface="Arial MT"/>
                <a:cs typeface="Arial MT"/>
              </a:rPr>
              <a:t>3</a:t>
            </a:r>
            <a:r>
              <a:rPr sz="750" baseline="-11111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x</a:t>
            </a:r>
            <a:r>
              <a:rPr sz="750" spc="-37" baseline="-11111" dirty="0">
                <a:latin typeface="Arial MT"/>
                <a:cs typeface="Arial MT"/>
              </a:rPr>
              <a:t>4</a:t>
            </a:r>
            <a:r>
              <a:rPr sz="750" baseline="-11111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x</a:t>
            </a:r>
            <a:r>
              <a:rPr sz="750" spc="-37" baseline="-11111" dirty="0">
                <a:latin typeface="Arial MT"/>
                <a:cs typeface="Arial MT"/>
              </a:rPr>
              <a:t>5</a:t>
            </a:r>
            <a:r>
              <a:rPr sz="750" baseline="-11111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x</a:t>
            </a:r>
            <a:r>
              <a:rPr sz="750" spc="-37" baseline="-11111" dirty="0">
                <a:latin typeface="Arial MT"/>
                <a:cs typeface="Arial MT"/>
              </a:rPr>
              <a:t>6</a:t>
            </a:r>
            <a:endParaRPr sz="750" baseline="-11111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396767" y="690833"/>
            <a:ext cx="701675" cy="241935"/>
            <a:chOff x="3396767" y="690833"/>
            <a:chExt cx="701675" cy="241935"/>
          </a:xfrm>
        </p:grpSpPr>
        <p:sp>
          <p:nvSpPr>
            <p:cNvPr id="21" name="object 21"/>
            <p:cNvSpPr/>
            <p:nvPr/>
          </p:nvSpPr>
          <p:spPr>
            <a:xfrm>
              <a:off x="3399307" y="693973"/>
              <a:ext cx="235585" cy="235585"/>
            </a:xfrm>
            <a:custGeom>
              <a:avLst/>
              <a:gdLst/>
              <a:ahLst/>
              <a:cxnLst/>
              <a:rect l="l" t="t" r="r" b="b"/>
              <a:pathLst>
                <a:path w="235585" h="235584">
                  <a:moveTo>
                    <a:pt x="117572" y="0"/>
                  </a:moveTo>
                  <a:lnTo>
                    <a:pt x="71807" y="9239"/>
                  </a:lnTo>
                  <a:lnTo>
                    <a:pt x="34435" y="34435"/>
                  </a:lnTo>
                  <a:lnTo>
                    <a:pt x="9239" y="71807"/>
                  </a:lnTo>
                  <a:lnTo>
                    <a:pt x="0" y="117571"/>
                  </a:lnTo>
                  <a:lnTo>
                    <a:pt x="9239" y="163336"/>
                  </a:lnTo>
                  <a:lnTo>
                    <a:pt x="34435" y="200708"/>
                  </a:lnTo>
                  <a:lnTo>
                    <a:pt x="71807" y="225904"/>
                  </a:lnTo>
                  <a:lnTo>
                    <a:pt x="117572" y="235144"/>
                  </a:lnTo>
                  <a:lnTo>
                    <a:pt x="163336" y="225904"/>
                  </a:lnTo>
                  <a:lnTo>
                    <a:pt x="200708" y="200708"/>
                  </a:lnTo>
                  <a:lnTo>
                    <a:pt x="225904" y="163336"/>
                  </a:lnTo>
                  <a:lnTo>
                    <a:pt x="235144" y="117571"/>
                  </a:lnTo>
                  <a:lnTo>
                    <a:pt x="225904" y="71807"/>
                  </a:lnTo>
                  <a:lnTo>
                    <a:pt x="200708" y="34435"/>
                  </a:lnTo>
                  <a:lnTo>
                    <a:pt x="163336" y="9239"/>
                  </a:lnTo>
                  <a:lnTo>
                    <a:pt x="117572" y="0"/>
                  </a:lnTo>
                  <a:close/>
                </a:path>
              </a:pathLst>
            </a:custGeom>
            <a:solidFill>
              <a:srgbClr val="DCD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99307" y="693973"/>
              <a:ext cx="235585" cy="235585"/>
            </a:xfrm>
            <a:custGeom>
              <a:avLst/>
              <a:gdLst/>
              <a:ahLst/>
              <a:cxnLst/>
              <a:rect l="l" t="t" r="r" b="b"/>
              <a:pathLst>
                <a:path w="235585" h="235584">
                  <a:moveTo>
                    <a:pt x="235144" y="117571"/>
                  </a:moveTo>
                  <a:lnTo>
                    <a:pt x="225904" y="71807"/>
                  </a:lnTo>
                  <a:lnTo>
                    <a:pt x="200708" y="34435"/>
                  </a:lnTo>
                  <a:lnTo>
                    <a:pt x="163336" y="9239"/>
                  </a:lnTo>
                  <a:lnTo>
                    <a:pt x="117572" y="0"/>
                  </a:lnTo>
                  <a:lnTo>
                    <a:pt x="71807" y="9239"/>
                  </a:lnTo>
                  <a:lnTo>
                    <a:pt x="34435" y="34435"/>
                  </a:lnTo>
                  <a:lnTo>
                    <a:pt x="9239" y="71807"/>
                  </a:lnTo>
                  <a:lnTo>
                    <a:pt x="0" y="117571"/>
                  </a:lnTo>
                  <a:lnTo>
                    <a:pt x="9239" y="163336"/>
                  </a:lnTo>
                  <a:lnTo>
                    <a:pt x="34435" y="200708"/>
                  </a:lnTo>
                  <a:lnTo>
                    <a:pt x="71807" y="225904"/>
                  </a:lnTo>
                  <a:lnTo>
                    <a:pt x="117572" y="235144"/>
                  </a:lnTo>
                  <a:lnTo>
                    <a:pt x="163336" y="225904"/>
                  </a:lnTo>
                  <a:lnTo>
                    <a:pt x="200708" y="200708"/>
                  </a:lnTo>
                  <a:lnTo>
                    <a:pt x="225904" y="163336"/>
                  </a:lnTo>
                  <a:lnTo>
                    <a:pt x="235144" y="11757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29113" y="693373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4" h="236855">
                  <a:moveTo>
                    <a:pt x="118171" y="0"/>
                  </a:moveTo>
                  <a:lnTo>
                    <a:pt x="72173" y="9286"/>
                  </a:lnTo>
                  <a:lnTo>
                    <a:pt x="34611" y="34611"/>
                  </a:lnTo>
                  <a:lnTo>
                    <a:pt x="9286" y="72173"/>
                  </a:lnTo>
                  <a:lnTo>
                    <a:pt x="0" y="118171"/>
                  </a:lnTo>
                  <a:lnTo>
                    <a:pt x="9286" y="164169"/>
                  </a:lnTo>
                  <a:lnTo>
                    <a:pt x="34611" y="201731"/>
                  </a:lnTo>
                  <a:lnTo>
                    <a:pt x="72173" y="227056"/>
                  </a:lnTo>
                  <a:lnTo>
                    <a:pt x="118171" y="236342"/>
                  </a:lnTo>
                  <a:lnTo>
                    <a:pt x="164169" y="227056"/>
                  </a:lnTo>
                  <a:lnTo>
                    <a:pt x="201731" y="201731"/>
                  </a:lnTo>
                  <a:lnTo>
                    <a:pt x="227056" y="164169"/>
                  </a:lnTo>
                  <a:lnTo>
                    <a:pt x="236342" y="118171"/>
                  </a:lnTo>
                  <a:lnTo>
                    <a:pt x="227056" y="72173"/>
                  </a:lnTo>
                  <a:lnTo>
                    <a:pt x="201731" y="34611"/>
                  </a:lnTo>
                  <a:lnTo>
                    <a:pt x="164169" y="9286"/>
                  </a:lnTo>
                  <a:lnTo>
                    <a:pt x="118171" y="0"/>
                  </a:lnTo>
                  <a:close/>
                </a:path>
              </a:pathLst>
            </a:custGeom>
            <a:solidFill>
              <a:srgbClr val="DCD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29113" y="693373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4" h="236855">
                  <a:moveTo>
                    <a:pt x="236342" y="118171"/>
                  </a:moveTo>
                  <a:lnTo>
                    <a:pt x="227056" y="72173"/>
                  </a:lnTo>
                  <a:lnTo>
                    <a:pt x="201731" y="34611"/>
                  </a:lnTo>
                  <a:lnTo>
                    <a:pt x="164169" y="9286"/>
                  </a:lnTo>
                  <a:lnTo>
                    <a:pt x="118171" y="0"/>
                  </a:lnTo>
                  <a:lnTo>
                    <a:pt x="72173" y="9286"/>
                  </a:lnTo>
                  <a:lnTo>
                    <a:pt x="34611" y="34611"/>
                  </a:lnTo>
                  <a:lnTo>
                    <a:pt x="9286" y="72173"/>
                  </a:lnTo>
                  <a:lnTo>
                    <a:pt x="0" y="118171"/>
                  </a:lnTo>
                  <a:lnTo>
                    <a:pt x="9286" y="164169"/>
                  </a:lnTo>
                  <a:lnTo>
                    <a:pt x="34611" y="201731"/>
                  </a:lnTo>
                  <a:lnTo>
                    <a:pt x="72173" y="227056"/>
                  </a:lnTo>
                  <a:lnTo>
                    <a:pt x="118171" y="236342"/>
                  </a:lnTo>
                  <a:lnTo>
                    <a:pt x="164169" y="227056"/>
                  </a:lnTo>
                  <a:lnTo>
                    <a:pt x="201731" y="201731"/>
                  </a:lnTo>
                  <a:lnTo>
                    <a:pt x="227056" y="164169"/>
                  </a:lnTo>
                  <a:lnTo>
                    <a:pt x="236342" y="11817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59517" y="693373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4" h="236855">
                  <a:moveTo>
                    <a:pt x="118171" y="0"/>
                  </a:moveTo>
                  <a:lnTo>
                    <a:pt x="72173" y="9286"/>
                  </a:lnTo>
                  <a:lnTo>
                    <a:pt x="34611" y="34611"/>
                  </a:lnTo>
                  <a:lnTo>
                    <a:pt x="9286" y="72173"/>
                  </a:lnTo>
                  <a:lnTo>
                    <a:pt x="0" y="118171"/>
                  </a:lnTo>
                  <a:lnTo>
                    <a:pt x="9286" y="164169"/>
                  </a:lnTo>
                  <a:lnTo>
                    <a:pt x="34611" y="201731"/>
                  </a:lnTo>
                  <a:lnTo>
                    <a:pt x="72173" y="227056"/>
                  </a:lnTo>
                  <a:lnTo>
                    <a:pt x="118171" y="236342"/>
                  </a:lnTo>
                  <a:lnTo>
                    <a:pt x="164169" y="227056"/>
                  </a:lnTo>
                  <a:lnTo>
                    <a:pt x="201731" y="201731"/>
                  </a:lnTo>
                  <a:lnTo>
                    <a:pt x="227056" y="164169"/>
                  </a:lnTo>
                  <a:lnTo>
                    <a:pt x="236342" y="118171"/>
                  </a:lnTo>
                  <a:lnTo>
                    <a:pt x="227056" y="72173"/>
                  </a:lnTo>
                  <a:lnTo>
                    <a:pt x="201731" y="34611"/>
                  </a:lnTo>
                  <a:lnTo>
                    <a:pt x="164169" y="9286"/>
                  </a:lnTo>
                  <a:lnTo>
                    <a:pt x="118171" y="0"/>
                  </a:lnTo>
                  <a:close/>
                </a:path>
              </a:pathLst>
            </a:custGeom>
            <a:solidFill>
              <a:srgbClr val="DCD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59517" y="693373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4" h="236855">
                  <a:moveTo>
                    <a:pt x="236342" y="118171"/>
                  </a:moveTo>
                  <a:lnTo>
                    <a:pt x="227056" y="72173"/>
                  </a:lnTo>
                  <a:lnTo>
                    <a:pt x="201731" y="34611"/>
                  </a:lnTo>
                  <a:lnTo>
                    <a:pt x="164169" y="9286"/>
                  </a:lnTo>
                  <a:lnTo>
                    <a:pt x="118171" y="0"/>
                  </a:lnTo>
                  <a:lnTo>
                    <a:pt x="72173" y="9286"/>
                  </a:lnTo>
                  <a:lnTo>
                    <a:pt x="34611" y="34611"/>
                  </a:lnTo>
                  <a:lnTo>
                    <a:pt x="9286" y="72173"/>
                  </a:lnTo>
                  <a:lnTo>
                    <a:pt x="0" y="118171"/>
                  </a:lnTo>
                  <a:lnTo>
                    <a:pt x="9286" y="164169"/>
                  </a:lnTo>
                  <a:lnTo>
                    <a:pt x="34611" y="201731"/>
                  </a:lnTo>
                  <a:lnTo>
                    <a:pt x="72173" y="227056"/>
                  </a:lnTo>
                  <a:lnTo>
                    <a:pt x="118171" y="236342"/>
                  </a:lnTo>
                  <a:lnTo>
                    <a:pt x="164169" y="227056"/>
                  </a:lnTo>
                  <a:lnTo>
                    <a:pt x="201731" y="201731"/>
                  </a:lnTo>
                  <a:lnTo>
                    <a:pt x="227056" y="164169"/>
                  </a:lnTo>
                  <a:lnTo>
                    <a:pt x="236342" y="11817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651529" y="724266"/>
            <a:ext cx="41592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280670" algn="l"/>
              </a:tabLst>
            </a:pPr>
            <a:r>
              <a:rPr sz="700" i="1" spc="-25" dirty="0">
                <a:latin typeface="Arial"/>
                <a:cs typeface="Arial"/>
              </a:rPr>
              <a:t>x</a:t>
            </a:r>
            <a:r>
              <a:rPr sz="750" spc="-37" baseline="-11111" dirty="0">
                <a:latin typeface="Arial MT"/>
                <a:cs typeface="Arial MT"/>
              </a:rPr>
              <a:t>8</a:t>
            </a:r>
            <a:r>
              <a:rPr sz="750" baseline="-11111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x</a:t>
            </a:r>
            <a:r>
              <a:rPr sz="750" spc="-37" baseline="-11111" dirty="0">
                <a:latin typeface="Arial MT"/>
                <a:cs typeface="Arial MT"/>
              </a:rPr>
              <a:t>9</a:t>
            </a:r>
            <a:endParaRPr sz="750" baseline="-11111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072106" y="675558"/>
            <a:ext cx="272415" cy="272415"/>
            <a:chOff x="4072106" y="675558"/>
            <a:chExt cx="272415" cy="272415"/>
          </a:xfrm>
        </p:grpSpPr>
        <p:sp>
          <p:nvSpPr>
            <p:cNvPr id="29" name="object 29"/>
            <p:cNvSpPr/>
            <p:nvPr/>
          </p:nvSpPr>
          <p:spPr>
            <a:xfrm>
              <a:off x="4074646" y="678098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4">
                  <a:moveTo>
                    <a:pt x="133446" y="0"/>
                  </a:moveTo>
                  <a:lnTo>
                    <a:pt x="91266" y="6803"/>
                  </a:lnTo>
                  <a:lnTo>
                    <a:pt x="54634" y="25747"/>
                  </a:lnTo>
                  <a:lnTo>
                    <a:pt x="25747" y="54634"/>
                  </a:lnTo>
                  <a:lnTo>
                    <a:pt x="6803" y="91266"/>
                  </a:lnTo>
                  <a:lnTo>
                    <a:pt x="0" y="133446"/>
                  </a:lnTo>
                  <a:lnTo>
                    <a:pt x="6803" y="175626"/>
                  </a:lnTo>
                  <a:lnTo>
                    <a:pt x="25747" y="212258"/>
                  </a:lnTo>
                  <a:lnTo>
                    <a:pt x="54634" y="241146"/>
                  </a:lnTo>
                  <a:lnTo>
                    <a:pt x="91266" y="260090"/>
                  </a:lnTo>
                  <a:lnTo>
                    <a:pt x="133446" y="266893"/>
                  </a:lnTo>
                  <a:lnTo>
                    <a:pt x="175626" y="260090"/>
                  </a:lnTo>
                  <a:lnTo>
                    <a:pt x="212258" y="241146"/>
                  </a:lnTo>
                  <a:lnTo>
                    <a:pt x="241145" y="212258"/>
                  </a:lnTo>
                  <a:lnTo>
                    <a:pt x="260090" y="175626"/>
                  </a:lnTo>
                  <a:lnTo>
                    <a:pt x="266893" y="133446"/>
                  </a:lnTo>
                  <a:lnTo>
                    <a:pt x="260090" y="91266"/>
                  </a:lnTo>
                  <a:lnTo>
                    <a:pt x="241145" y="54634"/>
                  </a:lnTo>
                  <a:lnTo>
                    <a:pt x="212258" y="25747"/>
                  </a:lnTo>
                  <a:lnTo>
                    <a:pt x="175626" y="6803"/>
                  </a:lnTo>
                  <a:lnTo>
                    <a:pt x="133446" y="0"/>
                  </a:lnTo>
                  <a:close/>
                </a:path>
              </a:pathLst>
            </a:custGeom>
            <a:solidFill>
              <a:srgbClr val="DCD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074646" y="678098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4">
                  <a:moveTo>
                    <a:pt x="266893" y="133446"/>
                  </a:moveTo>
                  <a:lnTo>
                    <a:pt x="260090" y="91266"/>
                  </a:lnTo>
                  <a:lnTo>
                    <a:pt x="241145" y="54634"/>
                  </a:lnTo>
                  <a:lnTo>
                    <a:pt x="212258" y="25747"/>
                  </a:lnTo>
                  <a:lnTo>
                    <a:pt x="175626" y="6803"/>
                  </a:lnTo>
                  <a:lnTo>
                    <a:pt x="133446" y="0"/>
                  </a:lnTo>
                  <a:lnTo>
                    <a:pt x="91266" y="6803"/>
                  </a:lnTo>
                  <a:lnTo>
                    <a:pt x="54634" y="25747"/>
                  </a:lnTo>
                  <a:lnTo>
                    <a:pt x="25747" y="54634"/>
                  </a:lnTo>
                  <a:lnTo>
                    <a:pt x="6803" y="91266"/>
                  </a:lnTo>
                  <a:lnTo>
                    <a:pt x="0" y="133446"/>
                  </a:lnTo>
                  <a:lnTo>
                    <a:pt x="6803" y="175626"/>
                  </a:lnTo>
                  <a:lnTo>
                    <a:pt x="25747" y="212258"/>
                  </a:lnTo>
                  <a:lnTo>
                    <a:pt x="54634" y="241146"/>
                  </a:lnTo>
                  <a:lnTo>
                    <a:pt x="91266" y="260090"/>
                  </a:lnTo>
                  <a:lnTo>
                    <a:pt x="133446" y="266893"/>
                  </a:lnTo>
                  <a:lnTo>
                    <a:pt x="175626" y="260090"/>
                  </a:lnTo>
                  <a:lnTo>
                    <a:pt x="212258" y="241146"/>
                  </a:lnTo>
                  <a:lnTo>
                    <a:pt x="241145" y="212258"/>
                  </a:lnTo>
                  <a:lnTo>
                    <a:pt x="260090" y="175626"/>
                  </a:lnTo>
                  <a:lnTo>
                    <a:pt x="266893" y="13344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408426" y="680768"/>
            <a:ext cx="120205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735330" algn="l"/>
                <a:tab pos="986155" algn="l"/>
              </a:tabLst>
            </a:pPr>
            <a:r>
              <a:rPr sz="1050" i="1" spc="-37" baseline="11904" dirty="0">
                <a:latin typeface="Arial"/>
                <a:cs typeface="Arial"/>
              </a:rPr>
              <a:t>x</a:t>
            </a:r>
            <a:r>
              <a:rPr sz="750" spc="-37" baseline="5555" dirty="0">
                <a:latin typeface="Arial MT"/>
                <a:cs typeface="Arial MT"/>
              </a:rPr>
              <a:t>7</a:t>
            </a:r>
            <a:r>
              <a:rPr sz="750" baseline="5555" dirty="0">
                <a:latin typeface="Arial MT"/>
                <a:cs typeface="Arial MT"/>
              </a:rPr>
              <a:t>	</a:t>
            </a:r>
            <a:r>
              <a:rPr sz="1050" i="1" spc="-37" baseline="11904" dirty="0">
                <a:latin typeface="Arial"/>
                <a:cs typeface="Arial"/>
              </a:rPr>
              <a:t>x</a:t>
            </a:r>
            <a:r>
              <a:rPr sz="750" spc="-37" baseline="5555" dirty="0">
                <a:latin typeface="Arial MT"/>
                <a:cs typeface="Arial MT"/>
              </a:rPr>
              <a:t>10</a:t>
            </a:r>
            <a:r>
              <a:rPr sz="750" baseline="5555" dirty="0">
                <a:latin typeface="Arial MT"/>
                <a:cs typeface="Arial MT"/>
              </a:rPr>
              <a:t>	</a:t>
            </a:r>
            <a:r>
              <a:rPr sz="1200" spc="-10" dirty="0">
                <a:latin typeface="Cambria"/>
                <a:cs typeface="Cambria"/>
              </a:rPr>
              <a:t>·</a:t>
            </a:r>
            <a:r>
              <a:rPr sz="1200" spc="-6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·</a:t>
            </a:r>
            <a:r>
              <a:rPr sz="1200" spc="-60" dirty="0">
                <a:latin typeface="Cambria"/>
                <a:cs typeface="Cambria"/>
              </a:rPr>
              <a:t> </a:t>
            </a:r>
            <a:r>
              <a:rPr sz="1200" spc="-50" dirty="0">
                <a:latin typeface="Cambria"/>
                <a:cs typeface="Cambria"/>
              </a:rPr>
              <a:t>·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071527" y="945387"/>
            <a:ext cx="545465" cy="570865"/>
            <a:chOff x="3071527" y="945387"/>
            <a:chExt cx="545465" cy="570865"/>
          </a:xfrm>
        </p:grpSpPr>
        <p:sp>
          <p:nvSpPr>
            <p:cNvPr id="33" name="object 33"/>
            <p:cNvSpPr/>
            <p:nvPr/>
          </p:nvSpPr>
          <p:spPr>
            <a:xfrm>
              <a:off x="3344070" y="955547"/>
              <a:ext cx="0" cy="267970"/>
            </a:xfrm>
            <a:custGeom>
              <a:avLst/>
              <a:gdLst/>
              <a:ahLst/>
              <a:cxnLst/>
              <a:rect l="l" t="t" r="r" b="b"/>
              <a:pathLst>
                <a:path h="267969">
                  <a:moveTo>
                    <a:pt x="0" y="0"/>
                  </a:moveTo>
                  <a:lnTo>
                    <a:pt x="0" y="267760"/>
                  </a:lnTo>
                </a:path>
              </a:pathLst>
            </a:custGeom>
            <a:ln w="202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154" y="1178770"/>
              <a:ext cx="135832" cy="6478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074067" y="1261553"/>
              <a:ext cx="540385" cy="252095"/>
            </a:xfrm>
            <a:custGeom>
              <a:avLst/>
              <a:gdLst/>
              <a:ahLst/>
              <a:cxnLst/>
              <a:rect l="l" t="t" r="r" b="b"/>
              <a:pathLst>
                <a:path w="540385" h="252094">
                  <a:moveTo>
                    <a:pt x="270003" y="0"/>
                  </a:moveTo>
                  <a:lnTo>
                    <a:pt x="208093" y="3327"/>
                  </a:lnTo>
                  <a:lnTo>
                    <a:pt x="151261" y="12806"/>
                  </a:lnTo>
                  <a:lnTo>
                    <a:pt x="101129" y="27680"/>
                  </a:lnTo>
                  <a:lnTo>
                    <a:pt x="59316" y="47193"/>
                  </a:lnTo>
                  <a:lnTo>
                    <a:pt x="27443" y="70588"/>
                  </a:lnTo>
                  <a:lnTo>
                    <a:pt x="0" y="126001"/>
                  </a:lnTo>
                  <a:lnTo>
                    <a:pt x="7130" y="154892"/>
                  </a:lnTo>
                  <a:lnTo>
                    <a:pt x="59316" y="204808"/>
                  </a:lnTo>
                  <a:lnTo>
                    <a:pt x="101129" y="224321"/>
                  </a:lnTo>
                  <a:lnTo>
                    <a:pt x="151261" y="239195"/>
                  </a:lnTo>
                  <a:lnTo>
                    <a:pt x="208093" y="248674"/>
                  </a:lnTo>
                  <a:lnTo>
                    <a:pt x="270003" y="252002"/>
                  </a:lnTo>
                  <a:lnTo>
                    <a:pt x="331913" y="248674"/>
                  </a:lnTo>
                  <a:lnTo>
                    <a:pt x="388744" y="239195"/>
                  </a:lnTo>
                  <a:lnTo>
                    <a:pt x="438877" y="224321"/>
                  </a:lnTo>
                  <a:lnTo>
                    <a:pt x="480690" y="204808"/>
                  </a:lnTo>
                  <a:lnTo>
                    <a:pt x="512563" y="181413"/>
                  </a:lnTo>
                  <a:lnTo>
                    <a:pt x="540006" y="126001"/>
                  </a:lnTo>
                  <a:lnTo>
                    <a:pt x="532875" y="97109"/>
                  </a:lnTo>
                  <a:lnTo>
                    <a:pt x="480690" y="47193"/>
                  </a:lnTo>
                  <a:lnTo>
                    <a:pt x="438877" y="27680"/>
                  </a:lnTo>
                  <a:lnTo>
                    <a:pt x="388744" y="12806"/>
                  </a:lnTo>
                  <a:lnTo>
                    <a:pt x="331913" y="3327"/>
                  </a:lnTo>
                  <a:lnTo>
                    <a:pt x="270003" y="0"/>
                  </a:lnTo>
                  <a:close/>
                </a:path>
              </a:pathLst>
            </a:custGeom>
            <a:solidFill>
              <a:srgbClr val="F7A6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74067" y="1261553"/>
              <a:ext cx="540385" cy="252095"/>
            </a:xfrm>
            <a:custGeom>
              <a:avLst/>
              <a:gdLst/>
              <a:ahLst/>
              <a:cxnLst/>
              <a:rect l="l" t="t" r="r" b="b"/>
              <a:pathLst>
                <a:path w="540385" h="252094">
                  <a:moveTo>
                    <a:pt x="540006" y="126001"/>
                  </a:moveTo>
                  <a:lnTo>
                    <a:pt x="512563" y="70588"/>
                  </a:lnTo>
                  <a:lnTo>
                    <a:pt x="480690" y="47193"/>
                  </a:lnTo>
                  <a:lnTo>
                    <a:pt x="438877" y="27680"/>
                  </a:lnTo>
                  <a:lnTo>
                    <a:pt x="388744" y="12806"/>
                  </a:lnTo>
                  <a:lnTo>
                    <a:pt x="331913" y="3327"/>
                  </a:lnTo>
                  <a:lnTo>
                    <a:pt x="270003" y="0"/>
                  </a:lnTo>
                  <a:lnTo>
                    <a:pt x="208093" y="3327"/>
                  </a:lnTo>
                  <a:lnTo>
                    <a:pt x="151261" y="12806"/>
                  </a:lnTo>
                  <a:lnTo>
                    <a:pt x="101129" y="27680"/>
                  </a:lnTo>
                  <a:lnTo>
                    <a:pt x="59316" y="47193"/>
                  </a:lnTo>
                  <a:lnTo>
                    <a:pt x="27443" y="70588"/>
                  </a:lnTo>
                  <a:lnTo>
                    <a:pt x="0" y="126001"/>
                  </a:lnTo>
                  <a:lnTo>
                    <a:pt x="7130" y="154892"/>
                  </a:lnTo>
                  <a:lnTo>
                    <a:pt x="59316" y="204808"/>
                  </a:lnTo>
                  <a:lnTo>
                    <a:pt x="101129" y="224321"/>
                  </a:lnTo>
                  <a:lnTo>
                    <a:pt x="151261" y="239195"/>
                  </a:lnTo>
                  <a:lnTo>
                    <a:pt x="208093" y="248674"/>
                  </a:lnTo>
                  <a:lnTo>
                    <a:pt x="270003" y="252002"/>
                  </a:lnTo>
                  <a:lnTo>
                    <a:pt x="331913" y="248674"/>
                  </a:lnTo>
                  <a:lnTo>
                    <a:pt x="388744" y="239195"/>
                  </a:lnTo>
                  <a:lnTo>
                    <a:pt x="438877" y="224321"/>
                  </a:lnTo>
                  <a:lnTo>
                    <a:pt x="480690" y="204808"/>
                  </a:lnTo>
                  <a:lnTo>
                    <a:pt x="512563" y="181413"/>
                  </a:lnTo>
                  <a:lnTo>
                    <a:pt x="540006" y="12600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293364" y="1274831"/>
            <a:ext cx="10160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b="1" spc="-50" dirty="0">
                <a:latin typeface="Arial"/>
                <a:cs typeface="Arial"/>
              </a:rPr>
              <a:t>c</a:t>
            </a:r>
            <a:endParaRPr sz="10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029457" y="1542972"/>
            <a:ext cx="62928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10" dirty="0">
                <a:solidFill>
                  <a:srgbClr val="1B1472"/>
                </a:solidFill>
                <a:latin typeface="Arial MT"/>
                <a:cs typeface="Arial MT"/>
              </a:rPr>
              <a:t>BOTTLENECK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550858" y="1859113"/>
            <a:ext cx="43497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latin typeface="Arial MT"/>
                <a:cs typeface="Arial MT"/>
              </a:rPr>
              <a:t>Output: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019918" y="1841013"/>
            <a:ext cx="936625" cy="245110"/>
            <a:chOff x="3019918" y="1841013"/>
            <a:chExt cx="936625" cy="245110"/>
          </a:xfrm>
        </p:grpSpPr>
        <p:sp>
          <p:nvSpPr>
            <p:cNvPr id="41" name="object 41"/>
            <p:cNvSpPr/>
            <p:nvPr/>
          </p:nvSpPr>
          <p:spPr>
            <a:xfrm>
              <a:off x="3022458" y="1843553"/>
              <a:ext cx="240029" cy="240029"/>
            </a:xfrm>
            <a:custGeom>
              <a:avLst/>
              <a:gdLst/>
              <a:ahLst/>
              <a:cxnLst/>
              <a:rect l="l" t="t" r="r" b="b"/>
              <a:pathLst>
                <a:path w="240029" h="240030">
                  <a:moveTo>
                    <a:pt x="120009" y="0"/>
                  </a:moveTo>
                  <a:lnTo>
                    <a:pt x="73295" y="9430"/>
                  </a:lnTo>
                  <a:lnTo>
                    <a:pt x="35149" y="35149"/>
                  </a:lnTo>
                  <a:lnTo>
                    <a:pt x="9430" y="73295"/>
                  </a:lnTo>
                  <a:lnTo>
                    <a:pt x="0" y="120009"/>
                  </a:lnTo>
                  <a:lnTo>
                    <a:pt x="9430" y="166722"/>
                  </a:lnTo>
                  <a:lnTo>
                    <a:pt x="35149" y="204868"/>
                  </a:lnTo>
                  <a:lnTo>
                    <a:pt x="73295" y="230587"/>
                  </a:lnTo>
                  <a:lnTo>
                    <a:pt x="120009" y="240018"/>
                  </a:lnTo>
                  <a:lnTo>
                    <a:pt x="166722" y="230587"/>
                  </a:lnTo>
                  <a:lnTo>
                    <a:pt x="204868" y="204868"/>
                  </a:lnTo>
                  <a:lnTo>
                    <a:pt x="230587" y="166722"/>
                  </a:lnTo>
                  <a:lnTo>
                    <a:pt x="240018" y="120009"/>
                  </a:lnTo>
                  <a:lnTo>
                    <a:pt x="230587" y="73295"/>
                  </a:lnTo>
                  <a:lnTo>
                    <a:pt x="204868" y="35149"/>
                  </a:lnTo>
                  <a:lnTo>
                    <a:pt x="166722" y="9430"/>
                  </a:lnTo>
                  <a:lnTo>
                    <a:pt x="120009" y="0"/>
                  </a:lnTo>
                  <a:close/>
                </a:path>
              </a:pathLst>
            </a:custGeom>
            <a:solidFill>
              <a:srgbClr val="DDE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22458" y="1843553"/>
              <a:ext cx="240029" cy="240029"/>
            </a:xfrm>
            <a:custGeom>
              <a:avLst/>
              <a:gdLst/>
              <a:ahLst/>
              <a:cxnLst/>
              <a:rect l="l" t="t" r="r" b="b"/>
              <a:pathLst>
                <a:path w="240029" h="240030">
                  <a:moveTo>
                    <a:pt x="240018" y="120009"/>
                  </a:moveTo>
                  <a:lnTo>
                    <a:pt x="230587" y="73295"/>
                  </a:lnTo>
                  <a:lnTo>
                    <a:pt x="204868" y="35149"/>
                  </a:lnTo>
                  <a:lnTo>
                    <a:pt x="166722" y="9430"/>
                  </a:lnTo>
                  <a:lnTo>
                    <a:pt x="120009" y="0"/>
                  </a:lnTo>
                  <a:lnTo>
                    <a:pt x="73295" y="9430"/>
                  </a:lnTo>
                  <a:lnTo>
                    <a:pt x="35149" y="35149"/>
                  </a:lnTo>
                  <a:lnTo>
                    <a:pt x="9430" y="73295"/>
                  </a:lnTo>
                  <a:lnTo>
                    <a:pt x="0" y="120009"/>
                  </a:lnTo>
                  <a:lnTo>
                    <a:pt x="9430" y="166722"/>
                  </a:lnTo>
                  <a:lnTo>
                    <a:pt x="35149" y="204868"/>
                  </a:lnTo>
                  <a:lnTo>
                    <a:pt x="73295" y="230587"/>
                  </a:lnTo>
                  <a:lnTo>
                    <a:pt x="120009" y="240018"/>
                  </a:lnTo>
                  <a:lnTo>
                    <a:pt x="166722" y="230587"/>
                  </a:lnTo>
                  <a:lnTo>
                    <a:pt x="204868" y="204868"/>
                  </a:lnTo>
                  <a:lnTo>
                    <a:pt x="230587" y="166722"/>
                  </a:lnTo>
                  <a:lnTo>
                    <a:pt x="240018" y="120009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52863" y="1843553"/>
              <a:ext cx="240029" cy="240029"/>
            </a:xfrm>
            <a:custGeom>
              <a:avLst/>
              <a:gdLst/>
              <a:ahLst/>
              <a:cxnLst/>
              <a:rect l="l" t="t" r="r" b="b"/>
              <a:pathLst>
                <a:path w="240029" h="240030">
                  <a:moveTo>
                    <a:pt x="120009" y="0"/>
                  </a:moveTo>
                  <a:lnTo>
                    <a:pt x="73295" y="9430"/>
                  </a:lnTo>
                  <a:lnTo>
                    <a:pt x="35149" y="35149"/>
                  </a:lnTo>
                  <a:lnTo>
                    <a:pt x="9430" y="73295"/>
                  </a:lnTo>
                  <a:lnTo>
                    <a:pt x="0" y="120009"/>
                  </a:lnTo>
                  <a:lnTo>
                    <a:pt x="9430" y="166722"/>
                  </a:lnTo>
                  <a:lnTo>
                    <a:pt x="35149" y="204868"/>
                  </a:lnTo>
                  <a:lnTo>
                    <a:pt x="73295" y="230587"/>
                  </a:lnTo>
                  <a:lnTo>
                    <a:pt x="120009" y="240018"/>
                  </a:lnTo>
                  <a:lnTo>
                    <a:pt x="166722" y="230587"/>
                  </a:lnTo>
                  <a:lnTo>
                    <a:pt x="204868" y="204868"/>
                  </a:lnTo>
                  <a:lnTo>
                    <a:pt x="230587" y="166722"/>
                  </a:lnTo>
                  <a:lnTo>
                    <a:pt x="240018" y="120009"/>
                  </a:lnTo>
                  <a:lnTo>
                    <a:pt x="230587" y="73295"/>
                  </a:lnTo>
                  <a:lnTo>
                    <a:pt x="204868" y="35149"/>
                  </a:lnTo>
                  <a:lnTo>
                    <a:pt x="166722" y="9430"/>
                  </a:lnTo>
                  <a:lnTo>
                    <a:pt x="120009" y="0"/>
                  </a:lnTo>
                  <a:close/>
                </a:path>
              </a:pathLst>
            </a:custGeom>
            <a:solidFill>
              <a:srgbClr val="DDE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52863" y="1843553"/>
              <a:ext cx="240029" cy="240029"/>
            </a:xfrm>
            <a:custGeom>
              <a:avLst/>
              <a:gdLst/>
              <a:ahLst/>
              <a:cxnLst/>
              <a:rect l="l" t="t" r="r" b="b"/>
              <a:pathLst>
                <a:path w="240029" h="240030">
                  <a:moveTo>
                    <a:pt x="240018" y="120009"/>
                  </a:moveTo>
                  <a:lnTo>
                    <a:pt x="230587" y="73295"/>
                  </a:lnTo>
                  <a:lnTo>
                    <a:pt x="204868" y="35149"/>
                  </a:lnTo>
                  <a:lnTo>
                    <a:pt x="166722" y="9430"/>
                  </a:lnTo>
                  <a:lnTo>
                    <a:pt x="120009" y="0"/>
                  </a:lnTo>
                  <a:lnTo>
                    <a:pt x="73295" y="9430"/>
                  </a:lnTo>
                  <a:lnTo>
                    <a:pt x="35149" y="35149"/>
                  </a:lnTo>
                  <a:lnTo>
                    <a:pt x="9430" y="73295"/>
                  </a:lnTo>
                  <a:lnTo>
                    <a:pt x="0" y="120009"/>
                  </a:lnTo>
                  <a:lnTo>
                    <a:pt x="9430" y="166722"/>
                  </a:lnTo>
                  <a:lnTo>
                    <a:pt x="35149" y="204868"/>
                  </a:lnTo>
                  <a:lnTo>
                    <a:pt x="73295" y="230587"/>
                  </a:lnTo>
                  <a:lnTo>
                    <a:pt x="120009" y="240018"/>
                  </a:lnTo>
                  <a:lnTo>
                    <a:pt x="166722" y="230587"/>
                  </a:lnTo>
                  <a:lnTo>
                    <a:pt x="204868" y="204868"/>
                  </a:lnTo>
                  <a:lnTo>
                    <a:pt x="230587" y="166722"/>
                  </a:lnTo>
                  <a:lnTo>
                    <a:pt x="240018" y="120009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83268" y="1843553"/>
              <a:ext cx="240029" cy="240029"/>
            </a:xfrm>
            <a:custGeom>
              <a:avLst/>
              <a:gdLst/>
              <a:ahLst/>
              <a:cxnLst/>
              <a:rect l="l" t="t" r="r" b="b"/>
              <a:pathLst>
                <a:path w="240029" h="240030">
                  <a:moveTo>
                    <a:pt x="120009" y="0"/>
                  </a:moveTo>
                  <a:lnTo>
                    <a:pt x="73296" y="9430"/>
                  </a:lnTo>
                  <a:lnTo>
                    <a:pt x="35149" y="35149"/>
                  </a:lnTo>
                  <a:lnTo>
                    <a:pt x="9430" y="73295"/>
                  </a:lnTo>
                  <a:lnTo>
                    <a:pt x="0" y="120009"/>
                  </a:lnTo>
                  <a:lnTo>
                    <a:pt x="9430" y="166722"/>
                  </a:lnTo>
                  <a:lnTo>
                    <a:pt x="35149" y="204868"/>
                  </a:lnTo>
                  <a:lnTo>
                    <a:pt x="73296" y="230587"/>
                  </a:lnTo>
                  <a:lnTo>
                    <a:pt x="120009" y="240018"/>
                  </a:lnTo>
                  <a:lnTo>
                    <a:pt x="166722" y="230587"/>
                  </a:lnTo>
                  <a:lnTo>
                    <a:pt x="204869" y="204868"/>
                  </a:lnTo>
                  <a:lnTo>
                    <a:pt x="230587" y="166722"/>
                  </a:lnTo>
                  <a:lnTo>
                    <a:pt x="240018" y="120009"/>
                  </a:lnTo>
                  <a:lnTo>
                    <a:pt x="230587" y="73295"/>
                  </a:lnTo>
                  <a:lnTo>
                    <a:pt x="204869" y="35149"/>
                  </a:lnTo>
                  <a:lnTo>
                    <a:pt x="166722" y="9430"/>
                  </a:lnTo>
                  <a:lnTo>
                    <a:pt x="120009" y="0"/>
                  </a:lnTo>
                  <a:close/>
                </a:path>
              </a:pathLst>
            </a:custGeom>
            <a:solidFill>
              <a:srgbClr val="DDE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3268" y="1843553"/>
              <a:ext cx="240029" cy="240029"/>
            </a:xfrm>
            <a:custGeom>
              <a:avLst/>
              <a:gdLst/>
              <a:ahLst/>
              <a:cxnLst/>
              <a:rect l="l" t="t" r="r" b="b"/>
              <a:pathLst>
                <a:path w="240029" h="240030">
                  <a:moveTo>
                    <a:pt x="240018" y="120009"/>
                  </a:moveTo>
                  <a:lnTo>
                    <a:pt x="230587" y="73295"/>
                  </a:lnTo>
                  <a:lnTo>
                    <a:pt x="204869" y="35149"/>
                  </a:lnTo>
                  <a:lnTo>
                    <a:pt x="166722" y="9430"/>
                  </a:lnTo>
                  <a:lnTo>
                    <a:pt x="120009" y="0"/>
                  </a:lnTo>
                  <a:lnTo>
                    <a:pt x="73296" y="9430"/>
                  </a:lnTo>
                  <a:lnTo>
                    <a:pt x="35149" y="35149"/>
                  </a:lnTo>
                  <a:lnTo>
                    <a:pt x="9430" y="73295"/>
                  </a:lnTo>
                  <a:lnTo>
                    <a:pt x="0" y="120009"/>
                  </a:lnTo>
                  <a:lnTo>
                    <a:pt x="9430" y="166722"/>
                  </a:lnTo>
                  <a:lnTo>
                    <a:pt x="35149" y="204868"/>
                  </a:lnTo>
                  <a:lnTo>
                    <a:pt x="73296" y="230587"/>
                  </a:lnTo>
                  <a:lnTo>
                    <a:pt x="120009" y="240018"/>
                  </a:lnTo>
                  <a:lnTo>
                    <a:pt x="166722" y="230587"/>
                  </a:lnTo>
                  <a:lnTo>
                    <a:pt x="204869" y="204868"/>
                  </a:lnTo>
                  <a:lnTo>
                    <a:pt x="230587" y="166722"/>
                  </a:lnTo>
                  <a:lnTo>
                    <a:pt x="240018" y="120009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13672" y="1843553"/>
              <a:ext cx="240029" cy="240029"/>
            </a:xfrm>
            <a:custGeom>
              <a:avLst/>
              <a:gdLst/>
              <a:ahLst/>
              <a:cxnLst/>
              <a:rect l="l" t="t" r="r" b="b"/>
              <a:pathLst>
                <a:path w="240029" h="240030">
                  <a:moveTo>
                    <a:pt x="120009" y="0"/>
                  </a:moveTo>
                  <a:lnTo>
                    <a:pt x="73295" y="9430"/>
                  </a:lnTo>
                  <a:lnTo>
                    <a:pt x="35149" y="35149"/>
                  </a:lnTo>
                  <a:lnTo>
                    <a:pt x="9430" y="73295"/>
                  </a:lnTo>
                  <a:lnTo>
                    <a:pt x="0" y="120009"/>
                  </a:lnTo>
                  <a:lnTo>
                    <a:pt x="9430" y="166722"/>
                  </a:lnTo>
                  <a:lnTo>
                    <a:pt x="35149" y="204868"/>
                  </a:lnTo>
                  <a:lnTo>
                    <a:pt x="73295" y="230587"/>
                  </a:lnTo>
                  <a:lnTo>
                    <a:pt x="120009" y="240018"/>
                  </a:lnTo>
                  <a:lnTo>
                    <a:pt x="166722" y="230587"/>
                  </a:lnTo>
                  <a:lnTo>
                    <a:pt x="204868" y="204868"/>
                  </a:lnTo>
                  <a:lnTo>
                    <a:pt x="230587" y="166722"/>
                  </a:lnTo>
                  <a:lnTo>
                    <a:pt x="240018" y="120009"/>
                  </a:lnTo>
                  <a:lnTo>
                    <a:pt x="230587" y="73295"/>
                  </a:lnTo>
                  <a:lnTo>
                    <a:pt x="204868" y="35149"/>
                  </a:lnTo>
                  <a:lnTo>
                    <a:pt x="166722" y="9430"/>
                  </a:lnTo>
                  <a:lnTo>
                    <a:pt x="120009" y="0"/>
                  </a:lnTo>
                  <a:close/>
                </a:path>
              </a:pathLst>
            </a:custGeom>
            <a:solidFill>
              <a:srgbClr val="DDE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713672" y="1843553"/>
              <a:ext cx="240029" cy="240029"/>
            </a:xfrm>
            <a:custGeom>
              <a:avLst/>
              <a:gdLst/>
              <a:ahLst/>
              <a:cxnLst/>
              <a:rect l="l" t="t" r="r" b="b"/>
              <a:pathLst>
                <a:path w="240029" h="240030">
                  <a:moveTo>
                    <a:pt x="240018" y="120009"/>
                  </a:moveTo>
                  <a:lnTo>
                    <a:pt x="230587" y="73295"/>
                  </a:lnTo>
                  <a:lnTo>
                    <a:pt x="204868" y="35149"/>
                  </a:lnTo>
                  <a:lnTo>
                    <a:pt x="166722" y="9430"/>
                  </a:lnTo>
                  <a:lnTo>
                    <a:pt x="120009" y="0"/>
                  </a:lnTo>
                  <a:lnTo>
                    <a:pt x="73295" y="9430"/>
                  </a:lnTo>
                  <a:lnTo>
                    <a:pt x="35149" y="35149"/>
                  </a:lnTo>
                  <a:lnTo>
                    <a:pt x="9430" y="73295"/>
                  </a:lnTo>
                  <a:lnTo>
                    <a:pt x="0" y="120009"/>
                  </a:lnTo>
                  <a:lnTo>
                    <a:pt x="9430" y="166722"/>
                  </a:lnTo>
                  <a:lnTo>
                    <a:pt x="35149" y="204868"/>
                  </a:lnTo>
                  <a:lnTo>
                    <a:pt x="73295" y="230587"/>
                  </a:lnTo>
                  <a:lnTo>
                    <a:pt x="120009" y="240018"/>
                  </a:lnTo>
                  <a:lnTo>
                    <a:pt x="166722" y="230587"/>
                  </a:lnTo>
                  <a:lnTo>
                    <a:pt x="204868" y="204868"/>
                  </a:lnTo>
                  <a:lnTo>
                    <a:pt x="230587" y="166722"/>
                  </a:lnTo>
                  <a:lnTo>
                    <a:pt x="240018" y="120009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059417" y="1873718"/>
            <a:ext cx="85153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267970" algn="l"/>
                <a:tab pos="498475" algn="l"/>
                <a:tab pos="728980" algn="l"/>
              </a:tabLst>
            </a:pPr>
            <a:r>
              <a:rPr sz="700" i="1" spc="-25" dirty="0">
                <a:latin typeface="Arial"/>
                <a:cs typeface="Arial"/>
              </a:rPr>
              <a:t>y</a:t>
            </a:r>
            <a:r>
              <a:rPr sz="750" spc="-37" baseline="-11111" dirty="0">
                <a:latin typeface="Arial MT"/>
                <a:cs typeface="Arial MT"/>
              </a:rPr>
              <a:t>1</a:t>
            </a:r>
            <a:r>
              <a:rPr sz="750" baseline="-11111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y</a:t>
            </a:r>
            <a:r>
              <a:rPr sz="750" spc="-37" baseline="-11111" dirty="0">
                <a:latin typeface="Arial MT"/>
                <a:cs typeface="Arial MT"/>
              </a:rPr>
              <a:t>2</a:t>
            </a:r>
            <a:r>
              <a:rPr sz="750" baseline="-11111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y</a:t>
            </a:r>
            <a:r>
              <a:rPr sz="750" spc="-37" baseline="-11111" dirty="0">
                <a:latin typeface="Arial MT"/>
                <a:cs typeface="Arial MT"/>
              </a:rPr>
              <a:t>3</a:t>
            </a:r>
            <a:r>
              <a:rPr sz="750" baseline="-11111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y</a:t>
            </a:r>
            <a:r>
              <a:rPr sz="750" spc="-37" baseline="-11111" dirty="0">
                <a:latin typeface="Arial MT"/>
                <a:cs typeface="Arial MT"/>
              </a:rPr>
              <a:t>4</a:t>
            </a:r>
            <a:endParaRPr sz="750" baseline="-11111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941537" y="1841013"/>
            <a:ext cx="245110" cy="245110"/>
            <a:chOff x="3941537" y="1841013"/>
            <a:chExt cx="245110" cy="245110"/>
          </a:xfrm>
        </p:grpSpPr>
        <p:sp>
          <p:nvSpPr>
            <p:cNvPr id="51" name="object 51"/>
            <p:cNvSpPr/>
            <p:nvPr/>
          </p:nvSpPr>
          <p:spPr>
            <a:xfrm>
              <a:off x="3944077" y="1843553"/>
              <a:ext cx="240029" cy="240029"/>
            </a:xfrm>
            <a:custGeom>
              <a:avLst/>
              <a:gdLst/>
              <a:ahLst/>
              <a:cxnLst/>
              <a:rect l="l" t="t" r="r" b="b"/>
              <a:pathLst>
                <a:path w="240029" h="240030">
                  <a:moveTo>
                    <a:pt x="120009" y="0"/>
                  </a:moveTo>
                  <a:lnTo>
                    <a:pt x="73295" y="9430"/>
                  </a:lnTo>
                  <a:lnTo>
                    <a:pt x="35149" y="35149"/>
                  </a:lnTo>
                  <a:lnTo>
                    <a:pt x="9430" y="73295"/>
                  </a:lnTo>
                  <a:lnTo>
                    <a:pt x="0" y="120009"/>
                  </a:lnTo>
                  <a:lnTo>
                    <a:pt x="9430" y="166722"/>
                  </a:lnTo>
                  <a:lnTo>
                    <a:pt x="35149" y="204868"/>
                  </a:lnTo>
                  <a:lnTo>
                    <a:pt x="73295" y="230587"/>
                  </a:lnTo>
                  <a:lnTo>
                    <a:pt x="120009" y="240018"/>
                  </a:lnTo>
                  <a:lnTo>
                    <a:pt x="166722" y="230587"/>
                  </a:lnTo>
                  <a:lnTo>
                    <a:pt x="204868" y="204868"/>
                  </a:lnTo>
                  <a:lnTo>
                    <a:pt x="230587" y="166722"/>
                  </a:lnTo>
                  <a:lnTo>
                    <a:pt x="240018" y="120009"/>
                  </a:lnTo>
                  <a:lnTo>
                    <a:pt x="230587" y="73295"/>
                  </a:lnTo>
                  <a:lnTo>
                    <a:pt x="204868" y="35149"/>
                  </a:lnTo>
                  <a:lnTo>
                    <a:pt x="166722" y="9430"/>
                  </a:lnTo>
                  <a:lnTo>
                    <a:pt x="120009" y="0"/>
                  </a:lnTo>
                  <a:close/>
                </a:path>
              </a:pathLst>
            </a:custGeom>
            <a:solidFill>
              <a:srgbClr val="DDE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944077" y="1843553"/>
              <a:ext cx="240029" cy="240029"/>
            </a:xfrm>
            <a:custGeom>
              <a:avLst/>
              <a:gdLst/>
              <a:ahLst/>
              <a:cxnLst/>
              <a:rect l="l" t="t" r="r" b="b"/>
              <a:pathLst>
                <a:path w="240029" h="240030">
                  <a:moveTo>
                    <a:pt x="240018" y="120009"/>
                  </a:moveTo>
                  <a:lnTo>
                    <a:pt x="230587" y="73295"/>
                  </a:lnTo>
                  <a:lnTo>
                    <a:pt x="204868" y="35149"/>
                  </a:lnTo>
                  <a:lnTo>
                    <a:pt x="166722" y="9430"/>
                  </a:lnTo>
                  <a:lnTo>
                    <a:pt x="120009" y="0"/>
                  </a:lnTo>
                  <a:lnTo>
                    <a:pt x="73295" y="9430"/>
                  </a:lnTo>
                  <a:lnTo>
                    <a:pt x="35149" y="35149"/>
                  </a:lnTo>
                  <a:lnTo>
                    <a:pt x="9430" y="73295"/>
                  </a:lnTo>
                  <a:lnTo>
                    <a:pt x="0" y="120009"/>
                  </a:lnTo>
                  <a:lnTo>
                    <a:pt x="9430" y="166722"/>
                  </a:lnTo>
                  <a:lnTo>
                    <a:pt x="35149" y="204868"/>
                  </a:lnTo>
                  <a:lnTo>
                    <a:pt x="73295" y="230587"/>
                  </a:lnTo>
                  <a:lnTo>
                    <a:pt x="120009" y="240018"/>
                  </a:lnTo>
                  <a:lnTo>
                    <a:pt x="166722" y="230587"/>
                  </a:lnTo>
                  <a:lnTo>
                    <a:pt x="204868" y="204868"/>
                  </a:lnTo>
                  <a:lnTo>
                    <a:pt x="230587" y="166722"/>
                  </a:lnTo>
                  <a:lnTo>
                    <a:pt x="240018" y="120009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3981031" y="1886367"/>
            <a:ext cx="16002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050" i="1" spc="-37" baseline="7936" dirty="0">
                <a:latin typeface="Arial"/>
                <a:cs typeface="Arial"/>
              </a:rPr>
              <a:t>y</a:t>
            </a:r>
            <a:r>
              <a:rPr sz="500" spc="-25" dirty="0">
                <a:latin typeface="Arial MT"/>
                <a:cs typeface="Arial MT"/>
              </a:rPr>
              <a:t>5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13702" y="1463796"/>
            <a:ext cx="2898775" cy="798195"/>
            <a:chOff x="513702" y="1463796"/>
            <a:chExt cx="2898775" cy="798195"/>
          </a:xfrm>
        </p:grpSpPr>
        <p:sp>
          <p:nvSpPr>
            <p:cNvPr id="55" name="object 55"/>
            <p:cNvSpPr/>
            <p:nvPr/>
          </p:nvSpPr>
          <p:spPr>
            <a:xfrm>
              <a:off x="3344070" y="1473956"/>
              <a:ext cx="0" cy="325755"/>
            </a:xfrm>
            <a:custGeom>
              <a:avLst/>
              <a:gdLst/>
              <a:ahLst/>
              <a:cxnLst/>
              <a:rect l="l" t="t" r="r" b="b"/>
              <a:pathLst>
                <a:path h="325755">
                  <a:moveTo>
                    <a:pt x="0" y="0"/>
                  </a:moveTo>
                  <a:lnTo>
                    <a:pt x="0" y="325360"/>
                  </a:lnTo>
                </a:path>
              </a:pathLst>
            </a:custGeom>
            <a:ln w="2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76154" y="1754779"/>
              <a:ext cx="135832" cy="64781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192680"/>
              <a:ext cx="69291" cy="69291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644639" y="2115151"/>
            <a:ext cx="63817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Problems: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60044" y="2337168"/>
            <a:ext cx="121285" cy="293370"/>
            <a:chOff x="760044" y="2337168"/>
            <a:chExt cx="121285" cy="293370"/>
          </a:xfrm>
        </p:grpSpPr>
        <p:pic>
          <p:nvPicPr>
            <p:cNvPr id="60" name="object 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0044" y="2337168"/>
              <a:ext cx="121259" cy="121259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0044" y="2509240"/>
              <a:ext cx="121259" cy="121259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786993" y="2327318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41971" y="2285325"/>
            <a:ext cx="33000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dirty="0">
                <a:solidFill>
                  <a:srgbClr val="EC2027"/>
                </a:solidFill>
                <a:latin typeface="Arial MT"/>
                <a:cs typeface="Arial MT"/>
              </a:rPr>
              <a:t>Information</a:t>
            </a:r>
            <a:r>
              <a:rPr sz="950" spc="80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EC2027"/>
                </a:solidFill>
                <a:latin typeface="Arial MT"/>
                <a:cs typeface="Arial MT"/>
              </a:rPr>
              <a:t>loss:</a:t>
            </a:r>
            <a:r>
              <a:rPr sz="950" spc="165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Long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sequences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1100" spc="155" dirty="0">
                <a:latin typeface="Cambria"/>
                <a:cs typeface="Cambria"/>
              </a:rPr>
              <a:t>→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950" dirty="0">
                <a:latin typeface="Arial MT"/>
                <a:cs typeface="Arial MT"/>
              </a:rPr>
              <a:t>early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tokens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forgotten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86993" y="2499390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65" name="object 6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0044" y="2681325"/>
            <a:ext cx="121259" cy="121259"/>
          </a:xfrm>
          <a:prstGeom prst="rect">
            <a:avLst/>
          </a:prstGeom>
        </p:spPr>
      </p:pic>
      <p:sp>
        <p:nvSpPr>
          <p:cNvPr id="66" name="object 66"/>
          <p:cNvSpPr txBox="1"/>
          <p:nvPr/>
        </p:nvSpPr>
        <p:spPr>
          <a:xfrm>
            <a:off x="786993" y="267146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41958" y="2448809"/>
            <a:ext cx="3763645" cy="369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solidFill>
                  <a:srgbClr val="EC2027"/>
                </a:solidFill>
                <a:latin typeface="Arial MT"/>
                <a:cs typeface="Arial MT"/>
              </a:rPr>
              <a:t>Fixed</a:t>
            </a:r>
            <a:r>
              <a:rPr sz="950" spc="70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EC2027"/>
                </a:solidFill>
                <a:latin typeface="Arial MT"/>
                <a:cs typeface="Arial MT"/>
              </a:rPr>
              <a:t>capacity:</a:t>
            </a:r>
            <a:r>
              <a:rPr sz="950" spc="155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Vector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size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(e.g.,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512-dim)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limits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information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storage </a:t>
            </a:r>
            <a:r>
              <a:rPr sz="950" dirty="0">
                <a:solidFill>
                  <a:srgbClr val="EC2027"/>
                </a:solidFill>
                <a:latin typeface="Arial MT"/>
                <a:cs typeface="Arial MT"/>
              </a:rPr>
              <a:t>Uniform</a:t>
            </a:r>
            <a:r>
              <a:rPr sz="950" spc="70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EC2027"/>
                </a:solidFill>
                <a:latin typeface="Arial MT"/>
                <a:cs typeface="Arial MT"/>
              </a:rPr>
              <a:t>encoding:</a:t>
            </a:r>
            <a:r>
              <a:rPr sz="950" spc="150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All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input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parts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weighted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equally,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no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selectivity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68" name="object 6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3702" y="2892361"/>
            <a:ext cx="69291" cy="69291"/>
          </a:xfrm>
          <a:prstGeom prst="rect">
            <a:avLst/>
          </a:prstGeom>
        </p:spPr>
      </p:pic>
      <p:sp>
        <p:nvSpPr>
          <p:cNvPr id="69" name="object 69"/>
          <p:cNvSpPr txBox="1"/>
          <p:nvPr/>
        </p:nvSpPr>
        <p:spPr>
          <a:xfrm>
            <a:off x="644639" y="2795345"/>
            <a:ext cx="4244340" cy="392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Example:</a:t>
            </a:r>
            <a:r>
              <a:rPr sz="1050" spc="1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50-word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review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compressed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512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numbers,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then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generate sentiment!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71" name="object 7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9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9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9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9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9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9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75" name="object 7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0"/>
              </a:lnSpc>
            </a:pPr>
            <a:fld id="{81D60167-4931-47E6-BA6A-407CBD079E47}" type="slidenum">
              <a:rPr dirty="0"/>
              <a:t>16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05" dirty="0">
                <a:solidFill>
                  <a:srgbClr val="FFFFFF"/>
                </a:solidFill>
              </a:rPr>
              <a:t>B</a:t>
            </a:r>
            <a:r>
              <a:rPr cap="small" spc="305" dirty="0">
                <a:solidFill>
                  <a:srgbClr val="FFFFFF"/>
                </a:solidFill>
              </a:rPr>
              <a:t>ottleneck</a:t>
            </a:r>
            <a:r>
              <a:rPr spc="285" dirty="0">
                <a:solidFill>
                  <a:srgbClr val="FFFFFF"/>
                </a:solidFill>
              </a:rPr>
              <a:t> </a:t>
            </a:r>
            <a:r>
              <a:rPr spc="215" dirty="0">
                <a:solidFill>
                  <a:srgbClr val="FFFFFF"/>
                </a:solidFill>
              </a:rPr>
              <a:t>I</a:t>
            </a:r>
            <a:r>
              <a:rPr cap="small" spc="215" dirty="0">
                <a:solidFill>
                  <a:srgbClr val="FFFFFF"/>
                </a:solidFill>
              </a:rPr>
              <a:t>mpact</a:t>
            </a:r>
            <a:r>
              <a:rPr spc="215" dirty="0">
                <a:solidFill>
                  <a:srgbClr val="FFFFFF"/>
                </a:solidFill>
              </a:rPr>
              <a:t>:</a:t>
            </a:r>
            <a:r>
              <a:rPr spc="490" dirty="0">
                <a:solidFill>
                  <a:srgbClr val="FFFFFF"/>
                </a:solidFill>
              </a:rPr>
              <a:t> </a:t>
            </a:r>
            <a:r>
              <a:rPr spc="295" dirty="0">
                <a:solidFill>
                  <a:srgbClr val="FFFFFF"/>
                </a:solidFill>
              </a:rPr>
              <a:t>C</a:t>
            </a:r>
            <a:r>
              <a:rPr cap="small" spc="295" dirty="0">
                <a:solidFill>
                  <a:srgbClr val="FFFFFF"/>
                </a:solidFill>
              </a:rPr>
              <a:t>oncrete</a:t>
            </a:r>
            <a:r>
              <a:rPr spc="290" dirty="0">
                <a:solidFill>
                  <a:srgbClr val="FFFFFF"/>
                </a:solidFill>
              </a:rPr>
              <a:t> </a:t>
            </a:r>
            <a:r>
              <a:rPr spc="229" dirty="0">
                <a:solidFill>
                  <a:srgbClr val="FFFFFF"/>
                </a:solidFill>
              </a:rPr>
              <a:t>E</a:t>
            </a:r>
            <a:r>
              <a:rPr cap="small" spc="229" dirty="0">
                <a:solidFill>
                  <a:srgbClr val="FFFFFF"/>
                </a:solidFill>
              </a:rPr>
              <a:t>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559638"/>
            <a:ext cx="4197985" cy="1202055"/>
            <a:chOff x="513702" y="559638"/>
            <a:chExt cx="4197985" cy="12020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59638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749414"/>
              <a:ext cx="69291" cy="6929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92877" y="1582227"/>
              <a:ext cx="815975" cy="176530"/>
            </a:xfrm>
            <a:custGeom>
              <a:avLst/>
              <a:gdLst/>
              <a:ahLst/>
              <a:cxnLst/>
              <a:rect l="l" t="t" r="r" b="b"/>
              <a:pathLst>
                <a:path w="815975" h="176530">
                  <a:moveTo>
                    <a:pt x="0" y="176400"/>
                  </a:moveTo>
                  <a:lnTo>
                    <a:pt x="815680" y="176400"/>
                  </a:lnTo>
                  <a:lnTo>
                    <a:pt x="815680" y="0"/>
                  </a:lnTo>
                  <a:lnTo>
                    <a:pt x="0" y="0"/>
                  </a:lnTo>
                  <a:lnTo>
                    <a:pt x="0" y="17640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4626" y="456309"/>
            <a:ext cx="4749165" cy="953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145665">
              <a:lnSpc>
                <a:spcPct val="118600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Task:</a:t>
            </a:r>
            <a:r>
              <a:rPr sz="1050" spc="10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Sentiment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analysis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product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review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Input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(30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words):</a:t>
            </a:r>
            <a:endParaRPr sz="1050">
              <a:latin typeface="Arial MT"/>
              <a:cs typeface="Arial MT"/>
            </a:endParaRPr>
          </a:p>
          <a:p>
            <a:pPr marL="12700" marR="5080">
              <a:lnSpc>
                <a:spcPts val="1440"/>
              </a:lnSpc>
              <a:spcBef>
                <a:spcPts val="80"/>
              </a:spcBef>
            </a:pPr>
            <a:r>
              <a:rPr sz="950" dirty="0">
                <a:latin typeface="Arial MT"/>
                <a:cs typeface="Arial MT"/>
              </a:rPr>
              <a:t>”Ordered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this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laptop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for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work.</a:t>
            </a:r>
            <a:r>
              <a:rPr sz="950" spc="1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Initial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impressions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were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good.</a:t>
            </a:r>
            <a:r>
              <a:rPr sz="950" spc="1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Fast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delivery.</a:t>
            </a:r>
            <a:r>
              <a:rPr sz="950" spc="14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However, </a:t>
            </a:r>
            <a:r>
              <a:rPr sz="950" dirty="0">
                <a:latin typeface="Arial MT"/>
                <a:cs typeface="Arial MT"/>
              </a:rPr>
              <a:t>after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2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weeks,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battery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drains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2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hours.</a:t>
            </a:r>
            <a:r>
              <a:rPr sz="950" spc="1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Screen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flickers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constantly.</a:t>
            </a:r>
            <a:r>
              <a:rPr sz="950" spc="1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Very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disappointed. </a:t>
            </a:r>
            <a:r>
              <a:rPr sz="950" dirty="0">
                <a:latin typeface="Arial MT"/>
                <a:cs typeface="Arial MT"/>
              </a:rPr>
              <a:t>Would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not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recommend.”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9857" y="1581840"/>
            <a:ext cx="532130" cy="177800"/>
          </a:xfrm>
          <a:prstGeom prst="rect">
            <a:avLst/>
          </a:prstGeom>
          <a:solidFill>
            <a:srgbClr val="BCDCBC"/>
          </a:solidFill>
          <a:ln w="506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75"/>
              </a:spcBef>
            </a:pPr>
            <a:r>
              <a:rPr sz="700" dirty="0">
                <a:latin typeface="Arial MT"/>
                <a:cs typeface="Arial MT"/>
              </a:rPr>
              <a:t>Initial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good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9018" y="1582227"/>
            <a:ext cx="603885" cy="176530"/>
          </a:xfrm>
          <a:prstGeom prst="rect">
            <a:avLst/>
          </a:prstGeom>
          <a:solidFill>
            <a:srgbClr val="BCDCBC"/>
          </a:solidFill>
          <a:ln w="506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75"/>
              </a:spcBef>
            </a:pPr>
            <a:r>
              <a:rPr sz="700" dirty="0">
                <a:latin typeface="Arial MT"/>
                <a:cs typeface="Arial MT"/>
              </a:rPr>
              <a:t>Fast</a:t>
            </a:r>
            <a:r>
              <a:rPr sz="700" spc="-10" dirty="0">
                <a:latin typeface="Arial MT"/>
                <a:cs typeface="Arial MT"/>
              </a:rPr>
              <a:t> delivery</a:t>
            </a:r>
            <a:endParaRPr sz="700">
              <a:latin typeface="Arial MT"/>
              <a:cs typeface="Arial M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051569" y="1584195"/>
          <a:ext cx="1772284" cy="167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700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However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8B2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battery</a:t>
                      </a:r>
                      <a:r>
                        <a:rPr sz="70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drains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77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BCBE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screen</a:t>
                      </a:r>
                      <a:r>
                        <a:rPr sz="70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flickers</a:t>
                      </a:r>
                      <a:endParaRPr sz="700" dirty="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9B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3892877" y="1582227"/>
            <a:ext cx="815975" cy="176530"/>
          </a:xfrm>
          <a:prstGeom prst="rect">
            <a:avLst/>
          </a:prstGeom>
          <a:solidFill>
            <a:srgbClr val="F59093"/>
          </a:solidFill>
        </p:spPr>
        <p:txBody>
          <a:bodyPr vert="horz" wrap="square" lIns="0" tIns="2222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75"/>
              </a:spcBef>
            </a:pPr>
            <a:r>
              <a:rPr sz="700" dirty="0">
                <a:latin typeface="Arial MT"/>
                <a:cs typeface="Arial MT"/>
              </a:rPr>
              <a:t>Very</a:t>
            </a:r>
            <a:r>
              <a:rPr sz="700" spc="-10" dirty="0">
                <a:latin typeface="Arial MT"/>
                <a:cs typeface="Arial MT"/>
              </a:rPr>
              <a:t> disappointed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41193" y="1591223"/>
            <a:ext cx="739140" cy="158750"/>
          </a:xfrm>
          <a:custGeom>
            <a:avLst/>
            <a:gdLst/>
            <a:ahLst/>
            <a:cxnLst/>
            <a:rect l="l" t="t" r="r" b="b"/>
            <a:pathLst>
              <a:path w="739139" h="158750">
                <a:moveTo>
                  <a:pt x="0" y="158409"/>
                </a:moveTo>
                <a:lnTo>
                  <a:pt x="739068" y="158409"/>
                </a:lnTo>
                <a:lnTo>
                  <a:pt x="739068" y="0"/>
                </a:lnTo>
                <a:lnTo>
                  <a:pt x="0" y="0"/>
                </a:lnTo>
                <a:lnTo>
                  <a:pt x="0" y="158409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741193" y="1591223"/>
            <a:ext cx="739140" cy="158750"/>
          </a:xfrm>
          <a:prstGeom prst="rect">
            <a:avLst/>
          </a:prstGeom>
          <a:solidFill>
            <a:srgbClr val="F59093"/>
          </a:solidFill>
        </p:spPr>
        <p:txBody>
          <a:bodyPr vert="horz" wrap="square" lIns="0" tIns="2222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75"/>
              </a:spcBef>
            </a:pPr>
            <a:r>
              <a:rPr sz="700" dirty="0">
                <a:latin typeface="Arial MT"/>
                <a:cs typeface="Arial MT"/>
              </a:rPr>
              <a:t>Not</a:t>
            </a:r>
            <a:r>
              <a:rPr sz="700" spc="2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recommend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3702" y="1795270"/>
            <a:ext cx="2593340" cy="1061085"/>
            <a:chOff x="513702" y="1795270"/>
            <a:chExt cx="2593340" cy="1061085"/>
          </a:xfrm>
        </p:grpSpPr>
        <p:sp>
          <p:nvSpPr>
            <p:cNvPr id="15" name="object 15"/>
            <p:cNvSpPr/>
            <p:nvPr/>
          </p:nvSpPr>
          <p:spPr>
            <a:xfrm>
              <a:off x="2545695" y="1805430"/>
              <a:ext cx="0" cy="196215"/>
            </a:xfrm>
            <a:custGeom>
              <a:avLst/>
              <a:gdLst/>
              <a:ahLst/>
              <a:cxnLst/>
              <a:rect l="l" t="t" r="r" b="b"/>
              <a:pathLst>
                <a:path h="196214">
                  <a:moveTo>
                    <a:pt x="0" y="0"/>
                  </a:moveTo>
                  <a:lnTo>
                    <a:pt x="0" y="195759"/>
                  </a:lnTo>
                </a:path>
              </a:pathLst>
            </a:custGeom>
            <a:ln w="2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87901" y="1966773"/>
              <a:ext cx="116205" cy="45085"/>
            </a:xfrm>
            <a:custGeom>
              <a:avLst/>
              <a:gdLst/>
              <a:ahLst/>
              <a:cxnLst/>
              <a:rect l="l" t="t" r="r" b="b"/>
              <a:pathLst>
                <a:path w="116205" h="45085">
                  <a:moveTo>
                    <a:pt x="115588" y="0"/>
                  </a:moveTo>
                  <a:lnTo>
                    <a:pt x="92876" y="7822"/>
                  </a:lnTo>
                  <a:lnTo>
                    <a:pt x="76215" y="18469"/>
                  </a:lnTo>
                  <a:lnTo>
                    <a:pt x="64792" y="31015"/>
                  </a:lnTo>
                  <a:lnTo>
                    <a:pt x="57794" y="44537"/>
                  </a:lnTo>
                  <a:lnTo>
                    <a:pt x="50795" y="31015"/>
                  </a:lnTo>
                  <a:lnTo>
                    <a:pt x="39372" y="18469"/>
                  </a:lnTo>
                  <a:lnTo>
                    <a:pt x="22711" y="7822"/>
                  </a:lnTo>
                  <a:lnTo>
                    <a:pt x="0" y="0"/>
                  </a:lnTo>
                </a:path>
              </a:pathLst>
            </a:custGeom>
            <a:ln w="2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87344" y="2001296"/>
              <a:ext cx="1116965" cy="310515"/>
            </a:xfrm>
            <a:custGeom>
              <a:avLst/>
              <a:gdLst/>
              <a:ahLst/>
              <a:cxnLst/>
              <a:rect l="l" t="t" r="r" b="b"/>
              <a:pathLst>
                <a:path w="1116964" h="310514">
                  <a:moveTo>
                    <a:pt x="558350" y="0"/>
                  </a:moveTo>
                  <a:lnTo>
                    <a:pt x="488311" y="1208"/>
                  </a:lnTo>
                  <a:lnTo>
                    <a:pt x="420869" y="4738"/>
                  </a:lnTo>
                  <a:lnTo>
                    <a:pt x="356545" y="10442"/>
                  </a:lnTo>
                  <a:lnTo>
                    <a:pt x="295865" y="18176"/>
                  </a:lnTo>
                  <a:lnTo>
                    <a:pt x="239351" y="27795"/>
                  </a:lnTo>
                  <a:lnTo>
                    <a:pt x="187526" y="39153"/>
                  </a:lnTo>
                  <a:lnTo>
                    <a:pt x="140913" y="52104"/>
                  </a:lnTo>
                  <a:lnTo>
                    <a:pt x="100036" y="66504"/>
                  </a:lnTo>
                  <a:lnTo>
                    <a:pt x="37582" y="99067"/>
                  </a:lnTo>
                  <a:lnTo>
                    <a:pt x="4350" y="135678"/>
                  </a:lnTo>
                  <a:lnTo>
                    <a:pt x="0" y="155139"/>
                  </a:lnTo>
                  <a:lnTo>
                    <a:pt x="4350" y="174599"/>
                  </a:lnTo>
                  <a:lnTo>
                    <a:pt x="37582" y="211211"/>
                  </a:lnTo>
                  <a:lnTo>
                    <a:pt x="100036" y="243773"/>
                  </a:lnTo>
                  <a:lnTo>
                    <a:pt x="140913" y="258173"/>
                  </a:lnTo>
                  <a:lnTo>
                    <a:pt x="187526" y="271124"/>
                  </a:lnTo>
                  <a:lnTo>
                    <a:pt x="239351" y="282482"/>
                  </a:lnTo>
                  <a:lnTo>
                    <a:pt x="295865" y="292101"/>
                  </a:lnTo>
                  <a:lnTo>
                    <a:pt x="356545" y="299835"/>
                  </a:lnTo>
                  <a:lnTo>
                    <a:pt x="420869" y="305540"/>
                  </a:lnTo>
                  <a:lnTo>
                    <a:pt x="488311" y="309069"/>
                  </a:lnTo>
                  <a:lnTo>
                    <a:pt x="558350" y="310278"/>
                  </a:lnTo>
                  <a:lnTo>
                    <a:pt x="628390" y="309069"/>
                  </a:lnTo>
                  <a:lnTo>
                    <a:pt x="695832" y="305540"/>
                  </a:lnTo>
                  <a:lnTo>
                    <a:pt x="760155" y="299835"/>
                  </a:lnTo>
                  <a:lnTo>
                    <a:pt x="820836" y="292101"/>
                  </a:lnTo>
                  <a:lnTo>
                    <a:pt x="877350" y="282482"/>
                  </a:lnTo>
                  <a:lnTo>
                    <a:pt x="929175" y="271124"/>
                  </a:lnTo>
                  <a:lnTo>
                    <a:pt x="975788" y="258173"/>
                  </a:lnTo>
                  <a:lnTo>
                    <a:pt x="1016664" y="243773"/>
                  </a:lnTo>
                  <a:lnTo>
                    <a:pt x="1079118" y="211211"/>
                  </a:lnTo>
                  <a:lnTo>
                    <a:pt x="1112351" y="174599"/>
                  </a:lnTo>
                  <a:lnTo>
                    <a:pt x="1116701" y="155139"/>
                  </a:lnTo>
                  <a:lnTo>
                    <a:pt x="1112351" y="135678"/>
                  </a:lnTo>
                  <a:lnTo>
                    <a:pt x="1079118" y="99067"/>
                  </a:lnTo>
                  <a:lnTo>
                    <a:pt x="1016664" y="66504"/>
                  </a:lnTo>
                  <a:lnTo>
                    <a:pt x="975788" y="52104"/>
                  </a:lnTo>
                  <a:lnTo>
                    <a:pt x="929175" y="39153"/>
                  </a:lnTo>
                  <a:lnTo>
                    <a:pt x="877350" y="27795"/>
                  </a:lnTo>
                  <a:lnTo>
                    <a:pt x="820836" y="18176"/>
                  </a:lnTo>
                  <a:lnTo>
                    <a:pt x="760155" y="10442"/>
                  </a:lnTo>
                  <a:lnTo>
                    <a:pt x="695832" y="4738"/>
                  </a:lnTo>
                  <a:lnTo>
                    <a:pt x="628390" y="1208"/>
                  </a:lnTo>
                  <a:lnTo>
                    <a:pt x="55835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87344" y="2001296"/>
              <a:ext cx="1116965" cy="310515"/>
            </a:xfrm>
            <a:custGeom>
              <a:avLst/>
              <a:gdLst/>
              <a:ahLst/>
              <a:cxnLst/>
              <a:rect l="l" t="t" r="r" b="b"/>
              <a:pathLst>
                <a:path w="1116964" h="310514">
                  <a:moveTo>
                    <a:pt x="1116701" y="155139"/>
                  </a:moveTo>
                  <a:lnTo>
                    <a:pt x="1099649" y="116939"/>
                  </a:lnTo>
                  <a:lnTo>
                    <a:pt x="1051282" y="82206"/>
                  </a:lnTo>
                  <a:lnTo>
                    <a:pt x="975788" y="52104"/>
                  </a:lnTo>
                  <a:lnTo>
                    <a:pt x="929175" y="39153"/>
                  </a:lnTo>
                  <a:lnTo>
                    <a:pt x="877350" y="27795"/>
                  </a:lnTo>
                  <a:lnTo>
                    <a:pt x="820836" y="18176"/>
                  </a:lnTo>
                  <a:lnTo>
                    <a:pt x="760155" y="10442"/>
                  </a:lnTo>
                  <a:lnTo>
                    <a:pt x="695832" y="4738"/>
                  </a:lnTo>
                  <a:lnTo>
                    <a:pt x="628390" y="1208"/>
                  </a:lnTo>
                  <a:lnTo>
                    <a:pt x="558350" y="0"/>
                  </a:lnTo>
                  <a:lnTo>
                    <a:pt x="488311" y="1208"/>
                  </a:lnTo>
                  <a:lnTo>
                    <a:pt x="420869" y="4738"/>
                  </a:lnTo>
                  <a:lnTo>
                    <a:pt x="356545" y="10442"/>
                  </a:lnTo>
                  <a:lnTo>
                    <a:pt x="295865" y="18176"/>
                  </a:lnTo>
                  <a:lnTo>
                    <a:pt x="239351" y="27795"/>
                  </a:lnTo>
                  <a:lnTo>
                    <a:pt x="187526" y="39153"/>
                  </a:lnTo>
                  <a:lnTo>
                    <a:pt x="140913" y="52104"/>
                  </a:lnTo>
                  <a:lnTo>
                    <a:pt x="100036" y="66504"/>
                  </a:lnTo>
                  <a:lnTo>
                    <a:pt x="37582" y="99067"/>
                  </a:lnTo>
                  <a:lnTo>
                    <a:pt x="4350" y="135678"/>
                  </a:lnTo>
                  <a:lnTo>
                    <a:pt x="0" y="155139"/>
                  </a:lnTo>
                  <a:lnTo>
                    <a:pt x="4350" y="174599"/>
                  </a:lnTo>
                  <a:lnTo>
                    <a:pt x="37582" y="211211"/>
                  </a:lnTo>
                  <a:lnTo>
                    <a:pt x="100036" y="243773"/>
                  </a:lnTo>
                  <a:lnTo>
                    <a:pt x="140913" y="258173"/>
                  </a:lnTo>
                  <a:lnTo>
                    <a:pt x="187526" y="271124"/>
                  </a:lnTo>
                  <a:lnTo>
                    <a:pt x="239351" y="282482"/>
                  </a:lnTo>
                  <a:lnTo>
                    <a:pt x="295865" y="292101"/>
                  </a:lnTo>
                  <a:lnTo>
                    <a:pt x="356545" y="299835"/>
                  </a:lnTo>
                  <a:lnTo>
                    <a:pt x="420869" y="305540"/>
                  </a:lnTo>
                  <a:lnTo>
                    <a:pt x="488311" y="309069"/>
                  </a:lnTo>
                  <a:lnTo>
                    <a:pt x="558350" y="310278"/>
                  </a:lnTo>
                  <a:lnTo>
                    <a:pt x="628390" y="309069"/>
                  </a:lnTo>
                  <a:lnTo>
                    <a:pt x="695832" y="305540"/>
                  </a:lnTo>
                  <a:lnTo>
                    <a:pt x="760155" y="299835"/>
                  </a:lnTo>
                  <a:lnTo>
                    <a:pt x="820836" y="292101"/>
                  </a:lnTo>
                  <a:lnTo>
                    <a:pt x="877350" y="282482"/>
                  </a:lnTo>
                  <a:lnTo>
                    <a:pt x="929175" y="271124"/>
                  </a:lnTo>
                  <a:lnTo>
                    <a:pt x="975788" y="258173"/>
                  </a:lnTo>
                  <a:lnTo>
                    <a:pt x="1016664" y="243773"/>
                  </a:lnTo>
                  <a:lnTo>
                    <a:pt x="1079118" y="211211"/>
                  </a:lnTo>
                  <a:lnTo>
                    <a:pt x="1112351" y="174599"/>
                  </a:lnTo>
                  <a:lnTo>
                    <a:pt x="1116701" y="155139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787053"/>
              <a:ext cx="69291" cy="6929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44626" y="2042749"/>
            <a:ext cx="4656455" cy="1040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846455" algn="ctr">
              <a:lnSpc>
                <a:spcPct val="100000"/>
              </a:lnSpc>
              <a:spcBef>
                <a:spcPts val="125"/>
              </a:spcBef>
            </a:pPr>
            <a:r>
              <a:rPr sz="1050" b="1" dirty="0">
                <a:latin typeface="Arial"/>
                <a:cs typeface="Arial"/>
              </a:rPr>
              <a:t>c</a:t>
            </a:r>
            <a:r>
              <a:rPr sz="1050" b="1" spc="60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(512-</a:t>
            </a:r>
            <a:r>
              <a:rPr sz="1050" spc="-20" dirty="0">
                <a:latin typeface="Arial MT"/>
                <a:cs typeface="Arial MT"/>
              </a:rPr>
              <a:t>dim)</a:t>
            </a:r>
            <a:endParaRPr sz="1050">
              <a:latin typeface="Arial MT"/>
              <a:cs typeface="Arial MT"/>
            </a:endParaRPr>
          </a:p>
          <a:p>
            <a:pPr marR="846455" algn="ctr">
              <a:lnSpc>
                <a:spcPts val="994"/>
              </a:lnSpc>
              <a:spcBef>
                <a:spcPts val="1135"/>
              </a:spcBef>
            </a:pPr>
            <a:r>
              <a:rPr sz="950" dirty="0">
                <a:solidFill>
                  <a:srgbClr val="FF0000"/>
                </a:solidFill>
                <a:latin typeface="Arial MT"/>
                <a:cs typeface="Arial MT"/>
              </a:rPr>
              <a:t>Early</a:t>
            </a:r>
            <a:r>
              <a:rPr sz="950" spc="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FF0000"/>
                </a:solidFill>
                <a:latin typeface="Arial MT"/>
                <a:cs typeface="Arial MT"/>
              </a:rPr>
              <a:t>positive</a:t>
            </a:r>
            <a:r>
              <a:rPr sz="950" spc="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FF0000"/>
                </a:solidFill>
                <a:latin typeface="Arial MT"/>
                <a:cs typeface="Arial MT"/>
              </a:rPr>
              <a:t>sentiment</a:t>
            </a:r>
            <a:r>
              <a:rPr sz="950" spc="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Arial MT"/>
                <a:cs typeface="Arial MT"/>
              </a:rPr>
              <a:t>lost?</a:t>
            </a:r>
            <a:endParaRPr sz="950">
              <a:latin typeface="Arial MT"/>
              <a:cs typeface="Arial MT"/>
            </a:endParaRPr>
          </a:p>
          <a:p>
            <a:pPr marR="846455" algn="ctr">
              <a:lnSpc>
                <a:spcPts val="994"/>
              </a:lnSpc>
            </a:pPr>
            <a:r>
              <a:rPr sz="950" dirty="0">
                <a:solidFill>
                  <a:srgbClr val="FF0000"/>
                </a:solidFill>
                <a:latin typeface="Arial MT"/>
                <a:cs typeface="Arial MT"/>
              </a:rPr>
              <a:t>Key</a:t>
            </a:r>
            <a:r>
              <a:rPr sz="950" spc="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FF0000"/>
                </a:solidFill>
                <a:latin typeface="Arial MT"/>
                <a:cs typeface="Arial MT"/>
              </a:rPr>
              <a:t>phrases</a:t>
            </a:r>
            <a:r>
              <a:rPr sz="950" spc="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FF0000"/>
                </a:solidFill>
                <a:latin typeface="Arial MT"/>
                <a:cs typeface="Arial MT"/>
              </a:rPr>
              <a:t>”very</a:t>
            </a:r>
            <a:r>
              <a:rPr sz="950" spc="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FF0000"/>
                </a:solidFill>
                <a:latin typeface="Arial MT"/>
                <a:cs typeface="Arial MT"/>
              </a:rPr>
              <a:t>disappointed”</a:t>
            </a:r>
            <a:r>
              <a:rPr sz="950" spc="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Arial MT"/>
                <a:cs typeface="Arial MT"/>
              </a:rPr>
              <a:t>weakened?</a:t>
            </a:r>
            <a:endParaRPr sz="950">
              <a:latin typeface="Arial MT"/>
              <a:cs typeface="Arial MT"/>
            </a:endParaRPr>
          </a:p>
          <a:p>
            <a:pPr marL="12700" marR="5080">
              <a:lnSpc>
                <a:spcPct val="114700"/>
              </a:lnSpc>
              <a:spcBef>
                <a:spcPts val="68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Issue:</a:t>
            </a:r>
            <a:r>
              <a:rPr sz="1050" spc="1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When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generating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”Negative”,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decoder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needs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emphasize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later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parts, </a:t>
            </a:r>
            <a:r>
              <a:rPr sz="1050" dirty="0">
                <a:latin typeface="Arial MT"/>
                <a:cs typeface="Arial MT"/>
              </a:rPr>
              <a:t>but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b="1" dirty="0">
                <a:latin typeface="Arial"/>
                <a:cs typeface="Arial"/>
              </a:rPr>
              <a:t>c</a:t>
            </a:r>
            <a:r>
              <a:rPr sz="1050" b="1" spc="3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treats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all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parts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equally!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2" name="object 2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5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5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5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5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0"/>
              </a:lnSpc>
            </a:pPr>
            <a:fld id="{81D60167-4931-47E6-BA6A-407CBD079E47}" type="slidenum">
              <a:rPr dirty="0"/>
              <a:t>17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25" dirty="0">
                <a:solidFill>
                  <a:srgbClr val="FFFFFF"/>
                </a:solidFill>
              </a:rPr>
              <a:t>W</a:t>
            </a:r>
            <a:r>
              <a:rPr cap="small" spc="325" dirty="0">
                <a:solidFill>
                  <a:srgbClr val="FFFFFF"/>
                </a:solidFill>
              </a:rPr>
              <a:t>hy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spc="300" dirty="0">
                <a:solidFill>
                  <a:srgbClr val="FFFFFF"/>
                </a:solidFill>
              </a:rPr>
              <a:t>F</a:t>
            </a:r>
            <a:r>
              <a:rPr cap="small" spc="300" dirty="0">
                <a:solidFill>
                  <a:srgbClr val="FFFFFF"/>
                </a:solidFill>
              </a:rPr>
              <a:t>ixed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310" dirty="0">
                <a:solidFill>
                  <a:srgbClr val="FFFFFF"/>
                </a:solidFill>
              </a:rPr>
              <a:t>C</a:t>
            </a:r>
            <a:r>
              <a:rPr cap="small" spc="310" dirty="0">
                <a:solidFill>
                  <a:srgbClr val="FFFFFF"/>
                </a:solidFill>
              </a:rPr>
              <a:t>ontext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spc="235" dirty="0">
                <a:solidFill>
                  <a:srgbClr val="FFFFFF"/>
                </a:solidFill>
              </a:rPr>
              <a:t>F</a:t>
            </a:r>
            <a:r>
              <a:rPr cap="small" spc="235" dirty="0">
                <a:solidFill>
                  <a:srgbClr val="FFFFFF"/>
                </a:solidFill>
              </a:rPr>
              <a:t>ails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cap="small" spc="250" dirty="0">
                <a:solidFill>
                  <a:srgbClr val="FFFFFF"/>
                </a:solidFill>
              </a:rPr>
              <a:t>for</a:t>
            </a:r>
            <a:r>
              <a:rPr spc="270" dirty="0">
                <a:solidFill>
                  <a:srgbClr val="FFFFFF"/>
                </a:solidFill>
              </a:rPr>
              <a:t> L</a:t>
            </a:r>
            <a:r>
              <a:rPr cap="small" spc="270" dirty="0">
                <a:solidFill>
                  <a:srgbClr val="FFFFFF"/>
                </a:solidFill>
              </a:rPr>
              <a:t>ong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190" dirty="0">
                <a:solidFill>
                  <a:srgbClr val="FFFFFF"/>
                </a:solidFill>
              </a:rPr>
              <a:t>S</a:t>
            </a:r>
            <a:r>
              <a:rPr cap="small" spc="190" dirty="0">
                <a:solidFill>
                  <a:srgbClr val="FFFFFF"/>
                </a:solidFill>
              </a:rPr>
              <a:t>equences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70527"/>
            <a:ext cx="197675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Visualization</a:t>
            </a:r>
            <a:r>
              <a:rPr sz="1050" spc="6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of</a:t>
            </a:r>
            <a:r>
              <a:rPr sz="1050" spc="6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information</a:t>
            </a:r>
            <a:r>
              <a:rPr sz="1050" spc="6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loss: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71243" y="795453"/>
            <a:ext cx="2913380" cy="1185545"/>
            <a:chOff x="1471243" y="795453"/>
            <a:chExt cx="2913380" cy="1185545"/>
          </a:xfrm>
        </p:grpSpPr>
        <p:sp>
          <p:nvSpPr>
            <p:cNvPr id="5" name="object 5"/>
            <p:cNvSpPr/>
            <p:nvPr/>
          </p:nvSpPr>
          <p:spPr>
            <a:xfrm>
              <a:off x="1504149" y="1947481"/>
              <a:ext cx="2875280" cy="0"/>
            </a:xfrm>
            <a:custGeom>
              <a:avLst/>
              <a:gdLst/>
              <a:ahLst/>
              <a:cxnLst/>
              <a:rect l="l" t="t" r="r" b="b"/>
              <a:pathLst>
                <a:path w="2875279">
                  <a:moveTo>
                    <a:pt x="0" y="0"/>
                  </a:moveTo>
                  <a:lnTo>
                    <a:pt x="2874985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55348" y="191711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6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04149" y="800524"/>
              <a:ext cx="0" cy="1147445"/>
            </a:xfrm>
            <a:custGeom>
              <a:avLst/>
              <a:gdLst/>
              <a:ahLst/>
              <a:cxnLst/>
              <a:rect l="l" t="t" r="r" b="b"/>
              <a:pathLst>
                <a:path h="1147445">
                  <a:moveTo>
                    <a:pt x="0" y="114695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73783" y="797993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59" h="26669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02310" y="694923"/>
            <a:ext cx="966469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latin typeface="Arial MT"/>
                <a:cs typeface="Arial MT"/>
              </a:rPr>
              <a:t>Information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b="1" spc="-50" dirty="0">
                <a:latin typeface="Arial"/>
                <a:cs typeface="Arial"/>
              </a:rPr>
              <a:t>c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92154" y="939465"/>
            <a:ext cx="2304415" cy="892810"/>
          </a:xfrm>
          <a:custGeom>
            <a:avLst/>
            <a:gdLst/>
            <a:ahLst/>
            <a:cxnLst/>
            <a:rect l="l" t="t" r="r" b="b"/>
            <a:pathLst>
              <a:path w="2304415" h="892810">
                <a:moveTo>
                  <a:pt x="0" y="0"/>
                </a:moveTo>
                <a:lnTo>
                  <a:pt x="114032" y="32711"/>
                </a:lnTo>
                <a:lnTo>
                  <a:pt x="209287" y="61101"/>
                </a:lnTo>
                <a:lnTo>
                  <a:pt x="288004" y="86402"/>
                </a:lnTo>
                <a:lnTo>
                  <a:pt x="331538" y="102150"/>
                </a:lnTo>
                <a:lnTo>
                  <a:pt x="380432" y="120708"/>
                </a:lnTo>
                <a:lnTo>
                  <a:pt x="432007" y="141005"/>
                </a:lnTo>
                <a:lnTo>
                  <a:pt x="483581" y="161967"/>
                </a:lnTo>
                <a:lnTo>
                  <a:pt x="532475" y="182524"/>
                </a:lnTo>
                <a:lnTo>
                  <a:pt x="576009" y="201602"/>
                </a:lnTo>
                <a:lnTo>
                  <a:pt x="619543" y="221981"/>
                </a:lnTo>
                <a:lnTo>
                  <a:pt x="668437" y="246040"/>
                </a:lnTo>
                <a:lnTo>
                  <a:pt x="720011" y="272105"/>
                </a:lnTo>
                <a:lnTo>
                  <a:pt x="771586" y="298502"/>
                </a:lnTo>
                <a:lnTo>
                  <a:pt x="820480" y="323560"/>
                </a:lnTo>
                <a:lnTo>
                  <a:pt x="864014" y="345604"/>
                </a:lnTo>
                <a:lnTo>
                  <a:pt x="907547" y="367371"/>
                </a:lnTo>
                <a:lnTo>
                  <a:pt x="956441" y="391818"/>
                </a:lnTo>
                <a:lnTo>
                  <a:pt x="1008016" y="417605"/>
                </a:lnTo>
                <a:lnTo>
                  <a:pt x="1059590" y="443393"/>
                </a:lnTo>
                <a:lnTo>
                  <a:pt x="1108485" y="467840"/>
                </a:lnTo>
                <a:lnTo>
                  <a:pt x="1152018" y="489607"/>
                </a:lnTo>
                <a:lnTo>
                  <a:pt x="1195552" y="511651"/>
                </a:lnTo>
                <a:lnTo>
                  <a:pt x="1244446" y="536708"/>
                </a:lnTo>
                <a:lnTo>
                  <a:pt x="1296021" y="563106"/>
                </a:lnTo>
                <a:lnTo>
                  <a:pt x="1347595" y="589171"/>
                </a:lnTo>
                <a:lnTo>
                  <a:pt x="1396489" y="613229"/>
                </a:lnTo>
                <a:lnTo>
                  <a:pt x="1440023" y="633609"/>
                </a:lnTo>
                <a:lnTo>
                  <a:pt x="1483557" y="652688"/>
                </a:lnTo>
                <a:lnTo>
                  <a:pt x="1532451" y="673245"/>
                </a:lnTo>
                <a:lnTo>
                  <a:pt x="1584025" y="694208"/>
                </a:lnTo>
                <a:lnTo>
                  <a:pt x="1635600" y="714506"/>
                </a:lnTo>
                <a:lnTo>
                  <a:pt x="1684494" y="733065"/>
                </a:lnTo>
                <a:lnTo>
                  <a:pt x="1728028" y="748813"/>
                </a:lnTo>
                <a:lnTo>
                  <a:pt x="1771561" y="763538"/>
                </a:lnTo>
                <a:lnTo>
                  <a:pt x="1820456" y="779205"/>
                </a:lnTo>
                <a:lnTo>
                  <a:pt x="1872030" y="795009"/>
                </a:lnTo>
                <a:lnTo>
                  <a:pt x="1923604" y="810148"/>
                </a:lnTo>
                <a:lnTo>
                  <a:pt x="1972499" y="823817"/>
                </a:lnTo>
                <a:lnTo>
                  <a:pt x="2016032" y="835211"/>
                </a:lnTo>
                <a:lnTo>
                  <a:pt x="2094749" y="852641"/>
                </a:lnTo>
                <a:lnTo>
                  <a:pt x="2190005" y="871506"/>
                </a:lnTo>
                <a:lnTo>
                  <a:pt x="2270275" y="886625"/>
                </a:lnTo>
                <a:lnTo>
                  <a:pt x="2304037" y="892816"/>
                </a:lnTo>
              </a:path>
            </a:pathLst>
          </a:custGeom>
          <a:ln w="10122">
            <a:solidFill>
              <a:srgbClr val="1B147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24748" y="776197"/>
            <a:ext cx="71120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Early</a:t>
            </a:r>
            <a:r>
              <a:rPr sz="950" spc="7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B1472"/>
                </a:solidFill>
                <a:latin typeface="Arial MT"/>
                <a:cs typeface="Arial MT"/>
              </a:rPr>
              <a:t>tokens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13702" y="1656937"/>
            <a:ext cx="3873500" cy="1221105"/>
            <a:chOff x="513702" y="1656937"/>
            <a:chExt cx="3873500" cy="1221105"/>
          </a:xfrm>
        </p:grpSpPr>
        <p:sp>
          <p:nvSpPr>
            <p:cNvPr id="13" name="object 13"/>
            <p:cNvSpPr/>
            <p:nvPr/>
          </p:nvSpPr>
          <p:spPr>
            <a:xfrm>
              <a:off x="1504149" y="1659477"/>
              <a:ext cx="2880360" cy="0"/>
            </a:xfrm>
            <a:custGeom>
              <a:avLst/>
              <a:gdLst/>
              <a:ahLst/>
              <a:cxnLst/>
              <a:rect l="l" t="t" r="r" b="b"/>
              <a:pathLst>
                <a:path w="2880360">
                  <a:moveTo>
                    <a:pt x="0" y="0"/>
                  </a:moveTo>
                  <a:lnTo>
                    <a:pt x="2880046" y="0"/>
                  </a:lnTo>
                </a:path>
              </a:pathLst>
            </a:custGeom>
            <a:ln w="5060">
              <a:solidFill>
                <a:srgbClr val="FF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427820"/>
              <a:ext cx="69291" cy="692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618041"/>
              <a:ext cx="69291" cy="692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808262"/>
              <a:ext cx="69291" cy="6929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47294" y="1422106"/>
            <a:ext cx="4910455" cy="1693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57145">
              <a:lnSpc>
                <a:spcPts val="1085"/>
              </a:lnSpc>
              <a:spcBef>
                <a:spcPts val="130"/>
              </a:spcBef>
            </a:pP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Later</a:t>
            </a:r>
            <a:r>
              <a:rPr sz="950" spc="7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tokens</a:t>
            </a:r>
            <a:r>
              <a:rPr sz="950" spc="8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B1472"/>
                </a:solidFill>
                <a:latin typeface="Arial MT"/>
                <a:cs typeface="Arial MT"/>
              </a:rPr>
              <a:t>dominate</a:t>
            </a:r>
            <a:endParaRPr sz="950">
              <a:latin typeface="Arial MT"/>
              <a:cs typeface="Arial MT"/>
            </a:endParaRPr>
          </a:p>
          <a:p>
            <a:pPr marL="4084320">
              <a:lnSpc>
                <a:spcPts val="1085"/>
              </a:lnSpc>
            </a:pPr>
            <a:r>
              <a:rPr sz="950" spc="-10" dirty="0">
                <a:solidFill>
                  <a:srgbClr val="FF0000"/>
                </a:solidFill>
                <a:latin typeface="Arial MT"/>
                <a:cs typeface="Arial MT"/>
              </a:rPr>
              <a:t>Forgotten</a:t>
            </a:r>
            <a:endParaRPr sz="950">
              <a:latin typeface="Arial MT"/>
              <a:cs typeface="Arial MT"/>
            </a:endParaRPr>
          </a:p>
          <a:p>
            <a:pPr marL="4084320">
              <a:lnSpc>
                <a:spcPct val="100000"/>
              </a:lnSpc>
              <a:spcBef>
                <a:spcPts val="1060"/>
              </a:spcBef>
            </a:pP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position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5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Observations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from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research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(Sutskever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et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al.,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2014):</a:t>
            </a:r>
            <a:endParaRPr sz="1050">
              <a:latin typeface="Arial MT"/>
              <a:cs typeface="Arial MT"/>
            </a:endParaRPr>
          </a:p>
          <a:p>
            <a:pPr marL="309880" marR="791845" algn="just">
              <a:lnSpc>
                <a:spcPts val="1500"/>
              </a:lnSpc>
              <a:spcBef>
                <a:spcPts val="130"/>
              </a:spcBef>
            </a:pPr>
            <a:r>
              <a:rPr sz="1050" spc="5" dirty="0">
                <a:latin typeface="Arial MT"/>
                <a:cs typeface="Arial MT"/>
              </a:rPr>
              <a:t>Performance </a:t>
            </a:r>
            <a:r>
              <a:rPr sz="1050" dirty="0">
                <a:latin typeface="Arial MT"/>
                <a:cs typeface="Arial MT"/>
              </a:rPr>
              <a:t>degrades</a:t>
            </a:r>
            <a:r>
              <a:rPr sz="1050" spc="5" dirty="0">
                <a:latin typeface="Arial MT"/>
                <a:cs typeface="Arial MT"/>
              </a:rPr>
              <a:t> significantly </a:t>
            </a:r>
            <a:r>
              <a:rPr sz="1050" spc="-5" dirty="0">
                <a:latin typeface="Arial MT"/>
                <a:cs typeface="Arial MT"/>
              </a:rPr>
              <a:t>for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spc="10" dirty="0">
                <a:latin typeface="Arial MT"/>
                <a:cs typeface="Arial MT"/>
              </a:rPr>
              <a:t>sequences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200" i="1" spc="-80" dirty="0">
                <a:latin typeface="Verdana"/>
                <a:cs typeface="Verdana"/>
              </a:rPr>
              <a:t>&gt;</a:t>
            </a:r>
            <a:r>
              <a:rPr sz="1200" i="1" spc="-125" dirty="0">
                <a:latin typeface="Verdana"/>
                <a:cs typeface="Verdana"/>
              </a:rPr>
              <a:t> </a:t>
            </a:r>
            <a:r>
              <a:rPr sz="1050" spc="5" dirty="0">
                <a:latin typeface="Arial MT"/>
                <a:cs typeface="Arial MT"/>
              </a:rPr>
              <a:t>30 tokens First </a:t>
            </a:r>
            <a:r>
              <a:rPr sz="1050" spc="-15" dirty="0">
                <a:latin typeface="Arial MT"/>
                <a:cs typeface="Arial MT"/>
              </a:rPr>
              <a:t>few</a:t>
            </a:r>
            <a:r>
              <a:rPr sz="1050" spc="5" dirty="0">
                <a:latin typeface="Arial MT"/>
                <a:cs typeface="Arial MT"/>
              </a:rPr>
              <a:t> words often lost </a:t>
            </a:r>
            <a:r>
              <a:rPr sz="1050" spc="-5" dirty="0">
                <a:latin typeface="Arial MT"/>
                <a:cs typeface="Arial MT"/>
              </a:rPr>
              <a:t>by</a:t>
            </a:r>
            <a:r>
              <a:rPr sz="1050" spc="5" dirty="0">
                <a:latin typeface="Arial MT"/>
                <a:cs typeface="Arial MT"/>
              </a:rPr>
              <a:t> the time decoder generates output Model struggles with </a:t>
            </a:r>
            <a:r>
              <a:rPr sz="1050" dirty="0">
                <a:latin typeface="Arial MT"/>
                <a:cs typeface="Arial MT"/>
              </a:rPr>
              <a:t>long-range</a:t>
            </a:r>
            <a:r>
              <a:rPr sz="1050" spc="5" dirty="0">
                <a:latin typeface="Arial MT"/>
                <a:cs typeface="Arial MT"/>
              </a:rPr>
              <a:t> dependencies</a:t>
            </a:r>
            <a:endParaRPr sz="105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180"/>
              </a:spcBef>
            </a:pP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Question:</a:t>
            </a:r>
            <a:r>
              <a:rPr sz="1050" spc="100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How</a:t>
            </a:r>
            <a:r>
              <a:rPr sz="1050" spc="25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can</a:t>
            </a:r>
            <a:r>
              <a:rPr sz="1050" spc="25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we</a:t>
            </a:r>
            <a:r>
              <a:rPr sz="1050" spc="25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avoid</a:t>
            </a:r>
            <a:r>
              <a:rPr sz="1050" spc="30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this</a:t>
            </a:r>
            <a:r>
              <a:rPr sz="1050" spc="25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C2027"/>
                </a:solidFill>
                <a:latin typeface="Arial MT"/>
                <a:cs typeface="Arial MT"/>
              </a:rPr>
              <a:t>bottleneck?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19" name="object 1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5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5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5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5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0"/>
              </a:lnSpc>
            </a:pPr>
            <a:fld id="{81D60167-4931-47E6-BA6A-407CBD079E47}" type="slidenum">
              <a:rPr dirty="0"/>
              <a:t>18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613410"/>
            <a:ext cx="2968957" cy="2140403"/>
          </a:xfrm>
        </p:spPr>
        <p:txBody>
          <a:bodyPr>
            <a:normAutofit/>
          </a:bodyPr>
          <a:lstStyle/>
          <a:p>
            <a:pPr marL="7607" marR="3203" indent="0">
              <a:lnSpc>
                <a:spcPct val="149300"/>
              </a:lnSpc>
              <a:spcBef>
                <a:spcPts val="63"/>
              </a:spcBef>
              <a:tabLst>
                <a:tab pos="239026" algn="l"/>
                <a:tab pos="239426" algn="l"/>
              </a:tabLst>
            </a:pPr>
            <a:r>
              <a:rPr lang="en-US" sz="1135" spc="13" dirty="0">
                <a:cs typeface="Microsoft Sans Serif"/>
              </a:rPr>
              <a:t>“</a:t>
            </a:r>
            <a:r>
              <a:rPr lang="en-US" sz="1135" spc="13" dirty="0">
                <a:cs typeface="Courier New"/>
              </a:rPr>
              <a:t>The </a:t>
            </a:r>
            <a:r>
              <a:rPr lang="en-US" sz="1135" spc="-3" dirty="0">
                <a:cs typeface="Courier New"/>
              </a:rPr>
              <a:t>animal didn't cross the street because it was </a:t>
            </a:r>
            <a:r>
              <a:rPr lang="en-US" sz="1135" spc="-675" dirty="0">
                <a:cs typeface="Courier New"/>
              </a:rPr>
              <a:t> </a:t>
            </a:r>
            <a:r>
              <a:rPr lang="en-US" sz="1135" spc="-3" dirty="0">
                <a:cs typeface="Courier New"/>
              </a:rPr>
              <a:t>too</a:t>
            </a:r>
            <a:r>
              <a:rPr lang="en-US" sz="1135" spc="-6" dirty="0">
                <a:cs typeface="Courier New"/>
              </a:rPr>
              <a:t> </a:t>
            </a:r>
            <a:r>
              <a:rPr lang="en-US" sz="1135" spc="6" dirty="0">
                <a:cs typeface="Courier New"/>
              </a:rPr>
              <a:t>tired</a:t>
            </a:r>
            <a:r>
              <a:rPr lang="en-US" sz="1135" spc="6" dirty="0">
                <a:cs typeface="Microsoft Sans Serif"/>
              </a:rPr>
              <a:t>”</a:t>
            </a:r>
            <a:endParaRPr lang="en-US" sz="1135" dirty="0">
              <a:cs typeface="Microsoft Sans Serif"/>
            </a:endParaRPr>
          </a:p>
          <a:p>
            <a:pPr marL="7607" indent="0">
              <a:spcBef>
                <a:spcPts val="672"/>
              </a:spcBef>
              <a:tabLst>
                <a:tab pos="239026" algn="l"/>
                <a:tab pos="239426" algn="l"/>
              </a:tabLst>
            </a:pPr>
            <a:r>
              <a:rPr lang="en-US" sz="1135" spc="-9" dirty="0">
                <a:cs typeface="Microsoft Sans Serif"/>
              </a:rPr>
              <a:t>What </a:t>
            </a:r>
            <a:r>
              <a:rPr lang="en-US" sz="1135" spc="9" dirty="0">
                <a:cs typeface="Microsoft Sans Serif"/>
              </a:rPr>
              <a:t>is</a:t>
            </a:r>
            <a:r>
              <a:rPr lang="en-US" sz="1135" spc="-9" dirty="0">
                <a:cs typeface="Microsoft Sans Serif"/>
              </a:rPr>
              <a:t> </a:t>
            </a:r>
            <a:r>
              <a:rPr lang="en-US" sz="1135" spc="22" dirty="0">
                <a:cs typeface="Microsoft Sans Serif"/>
              </a:rPr>
              <a:t>“it”?</a:t>
            </a:r>
            <a:endParaRPr lang="en-IN" sz="1135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43244" tIns="21622" rIns="43244" bIns="21622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ts val="1702"/>
              </a:lnSpc>
            </a:pPr>
            <a:r>
              <a:rPr lang="en-IN" sz="1702" spc="-2" dirty="0">
                <a:solidFill>
                  <a:schemeClr val="bg1"/>
                </a:solidFill>
              </a:rPr>
              <a:t>Context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254" y="794"/>
            <a:ext cx="2565902" cy="2052722"/>
          </a:xfrm>
          <a:prstGeom prst="rect">
            <a:avLst/>
          </a:prstGeom>
        </p:spPr>
      </p:pic>
      <p:pic>
        <p:nvPicPr>
          <p:cNvPr id="9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193" y="2158990"/>
            <a:ext cx="2631030" cy="54813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E25142A-933B-7AE6-F7C7-FE5084E01415}"/>
                  </a:ext>
                </a:extLst>
              </p14:cNvPr>
              <p14:cNvContentPartPr/>
              <p14:nvPr/>
            </p14:nvContentPartPr>
            <p14:xfrm>
              <a:off x="734400" y="174960"/>
              <a:ext cx="4969080" cy="2784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E25142A-933B-7AE6-F7C7-FE5084E014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5040" y="165600"/>
                <a:ext cx="4987800" cy="28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E4E9A8F-7B95-D280-5819-DD4DFE5DCBF7}"/>
                  </a:ext>
                </a:extLst>
              </p14:cNvPr>
              <p14:cNvContentPartPr/>
              <p14:nvPr/>
            </p14:nvContentPartPr>
            <p14:xfrm>
              <a:off x="1182960" y="2004840"/>
              <a:ext cx="1614960" cy="966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E4E9A8F-7B95-D280-5819-DD4DFE5DCBF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73600" y="1995480"/>
                <a:ext cx="1633680" cy="98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5147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00" dirty="0">
                <a:solidFill>
                  <a:srgbClr val="FFFFFF"/>
                </a:solidFill>
              </a:rPr>
              <a:t>T</a:t>
            </a:r>
            <a:r>
              <a:rPr cap="small" spc="300" dirty="0">
                <a:solidFill>
                  <a:srgbClr val="FFFFFF"/>
                </a:solidFill>
              </a:rPr>
              <a:t>able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cap="small" spc="250" dirty="0">
                <a:solidFill>
                  <a:srgbClr val="FFFFFF"/>
                </a:solidFill>
              </a:rPr>
              <a:t>of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10" dirty="0">
                <a:solidFill>
                  <a:srgbClr val="FFFFFF"/>
                </a:solidFill>
              </a:rPr>
              <a:t>C</a:t>
            </a:r>
            <a:r>
              <a:rPr cap="small" spc="210" dirty="0">
                <a:solidFill>
                  <a:srgbClr val="FFFFFF"/>
                </a:solidFill>
              </a:rPr>
              <a:t>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591032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2" y="859612"/>
            <a:ext cx="169964" cy="1699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128179"/>
            <a:ext cx="169964" cy="1699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2" y="1396758"/>
            <a:ext cx="169964" cy="169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62" y="1665338"/>
            <a:ext cx="169964" cy="1699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1933905"/>
            <a:ext cx="169964" cy="169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02484"/>
            <a:ext cx="169964" cy="16996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471064"/>
            <a:ext cx="169964" cy="1699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3649" y="2739631"/>
            <a:ext cx="169964" cy="16996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9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3029" y="476951"/>
            <a:ext cx="3728720" cy="2442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899"/>
              </a:lnSpc>
              <a:spcBef>
                <a:spcPts val="90"/>
              </a:spcBef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ncoder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-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D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ecoder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18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F</a:t>
            </a:r>
            <a:r>
              <a:rPr sz="1400" cap="small" spc="18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oundation</a:t>
            </a:r>
            <a:r>
              <a:rPr sz="1400" spc="18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I</a:t>
            </a:r>
            <a:r>
              <a:rPr sz="1400" cap="small" spc="210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ntroduction</a:t>
            </a:r>
            <a:r>
              <a:rPr sz="1400" spc="240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cap="small" spc="235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to</a:t>
            </a:r>
            <a:r>
              <a:rPr sz="1400" spc="245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25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A</a:t>
            </a:r>
            <a:r>
              <a:rPr sz="1400" cap="small" spc="225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ttention</a:t>
            </a:r>
            <a:r>
              <a:rPr sz="1400" spc="245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150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M</a:t>
            </a:r>
            <a:r>
              <a:rPr sz="1400" cap="small" spc="150" dirty="0">
                <a:solidFill>
                  <a:srgbClr val="3333B2"/>
                </a:solidFill>
                <a:latin typeface="Calibri"/>
                <a:cs typeface="Calibri"/>
                <a:hlinkClick r:id="rId12" action="ppaction://hlinksldjump"/>
              </a:rPr>
              <a:t>echanisms</a:t>
            </a:r>
            <a:r>
              <a:rPr sz="1400" spc="15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C</a:t>
            </a:r>
            <a:r>
              <a:rPr sz="1400" cap="small" spc="26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ore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ttention</a:t>
            </a:r>
            <a:r>
              <a:rPr sz="1400" spc="23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C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oncepts</a:t>
            </a:r>
            <a:endParaRPr sz="1400">
              <a:latin typeface="Calibri"/>
              <a:cs typeface="Calibri"/>
            </a:endParaRPr>
          </a:p>
          <a:p>
            <a:pPr marL="12700" marR="556260">
              <a:lnSpc>
                <a:spcPct val="125899"/>
              </a:lnSpc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Q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uery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-</a:t>
            </a:r>
            <a:r>
              <a:rPr sz="1400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K</a:t>
            </a:r>
            <a:r>
              <a:rPr sz="1400" cap="small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ey</a:t>
            </a:r>
            <a:r>
              <a:rPr sz="1400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-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V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alue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F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ramework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ttention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S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coring</a:t>
            </a:r>
            <a:r>
              <a:rPr sz="1400" spc="25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F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unctions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B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ahdanau</a:t>
            </a:r>
            <a:r>
              <a:rPr sz="1400" spc="23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ttention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for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S</a:t>
            </a:r>
            <a:r>
              <a:rPr sz="1400" cap="small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eq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2S</a:t>
            </a:r>
            <a:r>
              <a:rPr sz="1400" cap="small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eq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8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T</a:t>
            </a:r>
            <a:r>
              <a:rPr sz="1400" cap="small" spc="28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ypes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of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 A</a:t>
            </a:r>
            <a:r>
              <a:rPr sz="1400" cap="small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ttention</a:t>
            </a:r>
            <a:endParaRPr sz="1400">
              <a:latin typeface="Calibri"/>
              <a:cs typeface="Calibri"/>
            </a:endParaRPr>
          </a:p>
          <a:p>
            <a:pPr marL="12700" marR="70485">
              <a:lnSpc>
                <a:spcPct val="125899"/>
              </a:lnSpc>
            </a:pP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S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elf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-A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ttention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254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&amp;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P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ositional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16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E</a:t>
            </a:r>
            <a:r>
              <a:rPr sz="1400" cap="small" spc="16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ncoding</a:t>
            </a:r>
            <a:r>
              <a:rPr sz="1400" spc="16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19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S</a:t>
            </a:r>
            <a:r>
              <a:rPr sz="1400" cap="small" spc="19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ummary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25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&amp;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35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K</a:t>
            </a:r>
            <a:r>
              <a:rPr sz="1400" cap="small" spc="35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ey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T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akeaways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3" name="object 2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20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20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20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20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20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20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0"/>
              </a:lnSpc>
            </a:pPr>
            <a:fld id="{81D60167-4931-47E6-BA6A-407CBD079E47}" type="slidenum">
              <a:rPr dirty="0"/>
              <a:t>20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Attention ! (in RNN based encoder-decoder)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96" name="Google Shape;296;g21b601b1990_0_162"/>
          <p:cNvSpPr txBox="1">
            <a:spLocks noGrp="1"/>
          </p:cNvSpPr>
          <p:nvPr>
            <p:ph type="sldNum" idx="4294967295"/>
          </p:nvPr>
        </p:nvSpPr>
        <p:spPr>
          <a:xfrm>
            <a:off x="4468495" y="3006818"/>
            <a:ext cx="1297305" cy="172674"/>
          </a:xfrm>
          <a:prstGeom prst="rect">
            <a:avLst/>
          </a:prstGeom>
        </p:spPr>
        <p:txBody>
          <a:bodyPr spcFirstLastPara="1" wrap="square" lIns="43236" tIns="21612" rIns="43236" bIns="21612" anchor="ctr" anchorCtr="0">
            <a:noAutofit/>
          </a:bodyPr>
          <a:lstStyle/>
          <a:p>
            <a:pPr algn="r" rtl="0"/>
            <a:fld id="{00000000-1234-1234-1234-123412341234}" type="slidenum">
              <a:rPr lang="en-US"/>
              <a:pPr algn="r" rtl="0"/>
              <a:t>21</a:t>
            </a:fld>
            <a:endParaRPr/>
          </a:p>
        </p:txBody>
      </p:sp>
      <p:pic>
        <p:nvPicPr>
          <p:cNvPr id="297" name="Google Shape;297;g21b601b1990_0_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88" y="659531"/>
            <a:ext cx="2509473" cy="110459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21b601b1990_0_162"/>
          <p:cNvSpPr txBox="1"/>
          <p:nvPr/>
        </p:nvSpPr>
        <p:spPr>
          <a:xfrm>
            <a:off x="12615" y="1787449"/>
            <a:ext cx="2676898" cy="32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757">
                <a:solidFill>
                  <a:schemeClr val="dk1"/>
                </a:solidFill>
                <a:highlight>
                  <a:srgbClr val="FFF2CC"/>
                </a:highlight>
              </a:rPr>
              <a:t>Without  attention, a </a:t>
            </a:r>
            <a:r>
              <a:rPr lang="en-US" sz="757">
                <a:highlight>
                  <a:srgbClr val="FFF2CC"/>
                </a:highlight>
              </a:rPr>
              <a:t>decoder sees the same context vector , which is a static  function of all the encoder hidden states</a:t>
            </a:r>
            <a:endParaRPr sz="757">
              <a:highlight>
                <a:srgbClr val="FFF2CC"/>
              </a:highlight>
            </a:endParaRPr>
          </a:p>
        </p:txBody>
      </p:sp>
      <p:pic>
        <p:nvPicPr>
          <p:cNvPr id="299" name="Google Shape;299;g21b601b1990_0_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88" y="2130988"/>
            <a:ext cx="2075158" cy="37503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BE67B1C-C00A-B984-8A03-205AC1214C3F}"/>
                  </a:ext>
                </a:extLst>
              </p14:cNvPr>
              <p14:cNvContentPartPr/>
              <p14:nvPr/>
            </p14:nvContentPartPr>
            <p14:xfrm>
              <a:off x="82800" y="407520"/>
              <a:ext cx="1895040" cy="2082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BE67B1C-C00A-B984-8A03-205AC1214C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440" y="398160"/>
                <a:ext cx="1913760" cy="210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2584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174663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Attention ! (in RNN based encoder-decoder)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06" name="Google Shape;306;g21b601b1990_0_144"/>
          <p:cNvSpPr txBox="1">
            <a:spLocks noGrp="1"/>
          </p:cNvSpPr>
          <p:nvPr>
            <p:ph type="sldNum" idx="4294967295"/>
          </p:nvPr>
        </p:nvSpPr>
        <p:spPr>
          <a:xfrm>
            <a:off x="4468495" y="3006818"/>
            <a:ext cx="1297305" cy="172674"/>
          </a:xfrm>
          <a:prstGeom prst="rect">
            <a:avLst/>
          </a:prstGeom>
        </p:spPr>
        <p:txBody>
          <a:bodyPr spcFirstLastPara="1" wrap="square" lIns="43236" tIns="21612" rIns="43236" bIns="21612" anchor="ctr" anchorCtr="0">
            <a:noAutofit/>
          </a:bodyPr>
          <a:lstStyle/>
          <a:p>
            <a:pPr algn="r" rtl="0"/>
            <a:fld id="{00000000-1234-1234-1234-123412341234}" type="slidenum">
              <a:rPr lang="en-US"/>
              <a:pPr algn="r" rtl="0"/>
              <a:t>22</a:t>
            </a:fld>
            <a:endParaRPr/>
          </a:p>
        </p:txBody>
      </p:sp>
      <p:pic>
        <p:nvPicPr>
          <p:cNvPr id="307" name="Google Shape;307;g21b601b1990_0_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88" y="659531"/>
            <a:ext cx="2509473" cy="1104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21b601b1990_0_1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0478" y="670462"/>
            <a:ext cx="2394011" cy="108273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21b601b1990_0_144"/>
          <p:cNvSpPr/>
          <p:nvPr/>
        </p:nvSpPr>
        <p:spPr>
          <a:xfrm>
            <a:off x="2491538" y="1153032"/>
            <a:ext cx="862458" cy="23792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3236" tIns="43236" rIns="43236" bIns="43236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310" name="Google Shape;310;g21b601b1990_0_144"/>
          <p:cNvSpPr txBox="1"/>
          <p:nvPr/>
        </p:nvSpPr>
        <p:spPr>
          <a:xfrm>
            <a:off x="3116142" y="1787449"/>
            <a:ext cx="2598441" cy="43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757">
                <a:highlight>
                  <a:srgbClr val="FFF2CC"/>
                </a:highlight>
              </a:rPr>
              <a:t>With attention, decoder to sees a different, dynamic, context, which is a function of all the encoder hidden states</a:t>
            </a:r>
            <a:endParaRPr sz="757">
              <a:highlight>
                <a:srgbClr val="FFF2CC"/>
              </a:highlight>
            </a:endParaRPr>
          </a:p>
        </p:txBody>
      </p:sp>
      <p:sp>
        <p:nvSpPr>
          <p:cNvPr id="311" name="Google Shape;311;g21b601b1990_0_144"/>
          <p:cNvSpPr txBox="1"/>
          <p:nvPr/>
        </p:nvSpPr>
        <p:spPr>
          <a:xfrm>
            <a:off x="12615" y="1787449"/>
            <a:ext cx="2676898" cy="32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757">
                <a:solidFill>
                  <a:schemeClr val="dk1"/>
                </a:solidFill>
                <a:highlight>
                  <a:srgbClr val="FFF2CC"/>
                </a:highlight>
              </a:rPr>
              <a:t>Without  attention, a </a:t>
            </a:r>
            <a:r>
              <a:rPr lang="en-US" sz="757">
                <a:highlight>
                  <a:srgbClr val="FFF2CC"/>
                </a:highlight>
              </a:rPr>
              <a:t>decoder sees the same context vector , which is a static  function of all the encoder hidden states</a:t>
            </a:r>
            <a:endParaRPr sz="757">
              <a:highlight>
                <a:srgbClr val="FFF2CC"/>
              </a:highlight>
            </a:endParaRPr>
          </a:p>
        </p:txBody>
      </p:sp>
      <p:pic>
        <p:nvPicPr>
          <p:cNvPr id="312" name="Google Shape;312;g21b601b1990_0_1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688" y="2130988"/>
            <a:ext cx="2075158" cy="375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g21b601b1990_0_1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5540" y="2141924"/>
            <a:ext cx="1947826" cy="35201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BCC94D0-1434-BE77-7267-705CDD566EC4}"/>
                  </a:ext>
                </a:extLst>
              </p14:cNvPr>
              <p14:cNvContentPartPr/>
              <p14:nvPr/>
            </p14:nvContentPartPr>
            <p14:xfrm>
              <a:off x="271080" y="1349640"/>
              <a:ext cx="5125320" cy="1199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BCC94D0-1434-BE77-7267-705CDD566EC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1720" y="1340280"/>
                <a:ext cx="5144040" cy="121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0147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Attention !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20" name="Google Shape;320;g21b601b1990_0_191"/>
          <p:cNvSpPr txBox="1">
            <a:spLocks noGrp="1"/>
          </p:cNvSpPr>
          <p:nvPr>
            <p:ph type="sldNum" idx="4294967295"/>
          </p:nvPr>
        </p:nvSpPr>
        <p:spPr>
          <a:xfrm>
            <a:off x="4468495" y="3006818"/>
            <a:ext cx="1297305" cy="172674"/>
          </a:xfrm>
          <a:prstGeom prst="rect">
            <a:avLst/>
          </a:prstGeom>
        </p:spPr>
        <p:txBody>
          <a:bodyPr spcFirstLastPara="1" wrap="square" lIns="43236" tIns="21612" rIns="43236" bIns="21612" anchor="ctr" anchorCtr="0">
            <a:noAutofit/>
          </a:bodyPr>
          <a:lstStyle/>
          <a:p>
            <a:pPr algn="r" rtl="0"/>
            <a:fld id="{00000000-1234-1234-1234-123412341234}" type="slidenum">
              <a:rPr lang="en-US"/>
              <a:pPr algn="r" rtl="0"/>
              <a:t>23</a:t>
            </a:fld>
            <a:endParaRPr/>
          </a:p>
        </p:txBody>
      </p:sp>
      <p:pic>
        <p:nvPicPr>
          <p:cNvPr id="321" name="Google Shape;321;g21b601b1990_0_1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88" y="659531"/>
            <a:ext cx="2509473" cy="1104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g21b601b1990_0_1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0478" y="670462"/>
            <a:ext cx="2394011" cy="108273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21b601b1990_0_191"/>
          <p:cNvSpPr/>
          <p:nvPr/>
        </p:nvSpPr>
        <p:spPr>
          <a:xfrm>
            <a:off x="2491538" y="1153032"/>
            <a:ext cx="862458" cy="23792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3236" tIns="43236" rIns="43236" bIns="43236" anchor="ctr" anchorCtr="0">
            <a:noAutofit/>
          </a:bodyPr>
          <a:lstStyle/>
          <a:p>
            <a:pPr algn="l" rtl="0"/>
            <a:endParaRPr/>
          </a:p>
        </p:txBody>
      </p:sp>
      <p:sp>
        <p:nvSpPr>
          <p:cNvPr id="324" name="Google Shape;324;g21b601b1990_0_191"/>
          <p:cNvSpPr txBox="1"/>
          <p:nvPr/>
        </p:nvSpPr>
        <p:spPr>
          <a:xfrm>
            <a:off x="3116142" y="1787449"/>
            <a:ext cx="2598441" cy="43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757">
                <a:highlight>
                  <a:srgbClr val="FFF2CC"/>
                </a:highlight>
              </a:rPr>
              <a:t>With attention, decoder to sees a different, dynamic, context, which is a function of all the encoder hidden states</a:t>
            </a:r>
            <a:endParaRPr sz="757">
              <a:highlight>
                <a:srgbClr val="FFF2CC"/>
              </a:highlight>
            </a:endParaRPr>
          </a:p>
        </p:txBody>
      </p:sp>
      <p:sp>
        <p:nvSpPr>
          <p:cNvPr id="325" name="Google Shape;325;g21b601b1990_0_191"/>
          <p:cNvSpPr txBox="1"/>
          <p:nvPr/>
        </p:nvSpPr>
        <p:spPr>
          <a:xfrm>
            <a:off x="12615" y="1787449"/>
            <a:ext cx="2676898" cy="32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757">
                <a:solidFill>
                  <a:schemeClr val="dk1"/>
                </a:solidFill>
                <a:highlight>
                  <a:srgbClr val="FFF2CC"/>
                </a:highlight>
              </a:rPr>
              <a:t>Without  attention, a </a:t>
            </a:r>
            <a:r>
              <a:rPr lang="en-US" sz="757">
                <a:highlight>
                  <a:srgbClr val="FFF2CC"/>
                </a:highlight>
              </a:rPr>
              <a:t>decoder sees the same context vector , which is a static  function of all the encoder hidden states</a:t>
            </a:r>
            <a:endParaRPr sz="757">
              <a:highlight>
                <a:srgbClr val="FFF2CC"/>
              </a:highlight>
            </a:endParaRPr>
          </a:p>
        </p:txBody>
      </p:sp>
      <p:pic>
        <p:nvPicPr>
          <p:cNvPr id="326" name="Google Shape;326;g21b601b1990_0_1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688" y="2130988"/>
            <a:ext cx="2075158" cy="375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g21b601b1990_0_1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5540" y="2141924"/>
            <a:ext cx="1947826" cy="35201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21b601b1990_0_191"/>
          <p:cNvSpPr txBox="1"/>
          <p:nvPr/>
        </p:nvSpPr>
        <p:spPr>
          <a:xfrm>
            <a:off x="191259" y="2432082"/>
            <a:ext cx="5266684" cy="33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804" b="1">
                <a:highlight>
                  <a:srgbClr val="FCE5CD"/>
                </a:highlight>
              </a:rPr>
              <a:t>With attention, decoder gets information from all the hidden states of the encoder, not just the last hidden state of the encoder</a:t>
            </a:r>
            <a:endParaRPr sz="804" b="1">
              <a:highlight>
                <a:srgbClr val="FCE5CD"/>
              </a:highlight>
            </a:endParaRPr>
          </a:p>
        </p:txBody>
      </p:sp>
      <p:sp>
        <p:nvSpPr>
          <p:cNvPr id="329" name="Google Shape;329;g21b601b1990_0_191"/>
          <p:cNvSpPr txBox="1"/>
          <p:nvPr/>
        </p:nvSpPr>
        <p:spPr>
          <a:xfrm>
            <a:off x="191259" y="2713444"/>
            <a:ext cx="5443886" cy="211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804" b="1">
                <a:highlight>
                  <a:srgbClr val="FFE599"/>
                </a:highlight>
              </a:rPr>
              <a:t>Each context vector is obtained by taking a weighted sum of all the encoder hidden states. </a:t>
            </a:r>
            <a:endParaRPr sz="804" b="1">
              <a:highlight>
                <a:srgbClr val="93C47D"/>
              </a:highlight>
            </a:endParaRPr>
          </a:p>
        </p:txBody>
      </p:sp>
      <p:sp>
        <p:nvSpPr>
          <p:cNvPr id="330" name="Google Shape;330;g21b601b1990_0_191"/>
          <p:cNvSpPr txBox="1"/>
          <p:nvPr/>
        </p:nvSpPr>
        <p:spPr>
          <a:xfrm>
            <a:off x="191259" y="2872888"/>
            <a:ext cx="5289951" cy="33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804" b="1">
                <a:solidFill>
                  <a:schemeClr val="dk1"/>
                </a:solidFill>
                <a:highlight>
                  <a:srgbClr val="93C47D"/>
                </a:highlight>
              </a:rPr>
              <a:t>The </a:t>
            </a:r>
            <a:r>
              <a:rPr lang="en-US" sz="804" b="1">
                <a:solidFill>
                  <a:srgbClr val="0000FF"/>
                </a:solidFill>
                <a:highlight>
                  <a:srgbClr val="93C47D"/>
                </a:highlight>
              </a:rPr>
              <a:t>weights focus on (‘attend to’) a particular part of the source text</a:t>
            </a:r>
            <a:r>
              <a:rPr lang="en-US" sz="804" b="1">
                <a:solidFill>
                  <a:schemeClr val="dk1"/>
                </a:solidFill>
                <a:highlight>
                  <a:srgbClr val="93C47D"/>
                </a:highlight>
              </a:rPr>
              <a:t> that is relevant for the token the decoder is currently producing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7B46136-FF8C-002B-0232-D5BE591789F0}"/>
                  </a:ext>
                </a:extLst>
              </p14:cNvPr>
              <p14:cNvContentPartPr/>
              <p14:nvPr/>
            </p14:nvContentPartPr>
            <p14:xfrm>
              <a:off x="322560" y="91440"/>
              <a:ext cx="5168880" cy="2664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7B46136-FF8C-002B-0232-D5BE591789F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3200" y="82080"/>
                <a:ext cx="5187600" cy="268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9067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45" dirty="0">
                <a:solidFill>
                  <a:srgbClr val="FFFFFF"/>
                </a:solidFill>
              </a:rPr>
              <a:t>T</a:t>
            </a:r>
            <a:r>
              <a:rPr cap="small" spc="345" dirty="0">
                <a:solidFill>
                  <a:srgbClr val="FFFFFF"/>
                </a:solidFill>
              </a:rPr>
              <a:t>he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220" dirty="0">
                <a:solidFill>
                  <a:srgbClr val="FFFFFF"/>
                </a:solidFill>
              </a:rPr>
              <a:t>S</a:t>
            </a:r>
            <a:r>
              <a:rPr cap="small" spc="220" dirty="0">
                <a:solidFill>
                  <a:srgbClr val="FFFFFF"/>
                </a:solidFill>
              </a:rPr>
              <a:t>olution</a:t>
            </a:r>
            <a:r>
              <a:rPr spc="220" dirty="0">
                <a:solidFill>
                  <a:srgbClr val="FFFFFF"/>
                </a:solidFill>
              </a:rPr>
              <a:t>:</a:t>
            </a:r>
            <a:r>
              <a:rPr spc="484" dirty="0">
                <a:solidFill>
                  <a:srgbClr val="FFFFFF"/>
                </a:solidFill>
              </a:rPr>
              <a:t> </a:t>
            </a:r>
            <a:r>
              <a:rPr spc="260" dirty="0">
                <a:solidFill>
                  <a:srgbClr val="FFFFFF"/>
                </a:solidFill>
              </a:rPr>
              <a:t>A</a:t>
            </a:r>
            <a:r>
              <a:rPr cap="small" spc="260" dirty="0">
                <a:solidFill>
                  <a:srgbClr val="FFFFFF"/>
                </a:solidFill>
              </a:rPr>
              <a:t>ttention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165" dirty="0">
                <a:solidFill>
                  <a:srgbClr val="FFFFFF"/>
                </a:solidFill>
              </a:rPr>
              <a:t>M</a:t>
            </a:r>
            <a:r>
              <a:rPr cap="small" spc="165" dirty="0">
                <a:solidFill>
                  <a:srgbClr val="FFFFFF"/>
                </a:solidFill>
              </a:rPr>
              <a:t>echanisms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565772"/>
            <a:ext cx="3249295" cy="926465"/>
            <a:chOff x="513702" y="565772"/>
            <a:chExt cx="3249295" cy="9264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65772"/>
              <a:ext cx="69291" cy="692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43350" y="119271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4" h="296544">
                  <a:moveTo>
                    <a:pt x="148011" y="0"/>
                  </a:moveTo>
                  <a:lnTo>
                    <a:pt x="101227" y="7545"/>
                  </a:lnTo>
                  <a:lnTo>
                    <a:pt x="60597" y="28557"/>
                  </a:lnTo>
                  <a:lnTo>
                    <a:pt x="28557" y="60597"/>
                  </a:lnTo>
                  <a:lnTo>
                    <a:pt x="7545" y="101227"/>
                  </a:lnTo>
                  <a:lnTo>
                    <a:pt x="0" y="148011"/>
                  </a:lnTo>
                  <a:lnTo>
                    <a:pt x="7545" y="194794"/>
                  </a:lnTo>
                  <a:lnTo>
                    <a:pt x="28557" y="235425"/>
                  </a:lnTo>
                  <a:lnTo>
                    <a:pt x="60597" y="267465"/>
                  </a:lnTo>
                  <a:lnTo>
                    <a:pt x="101227" y="288477"/>
                  </a:lnTo>
                  <a:lnTo>
                    <a:pt x="148011" y="296022"/>
                  </a:lnTo>
                  <a:lnTo>
                    <a:pt x="194794" y="288477"/>
                  </a:lnTo>
                  <a:lnTo>
                    <a:pt x="235425" y="267465"/>
                  </a:lnTo>
                  <a:lnTo>
                    <a:pt x="267465" y="235425"/>
                  </a:lnTo>
                  <a:lnTo>
                    <a:pt x="288477" y="194794"/>
                  </a:lnTo>
                  <a:lnTo>
                    <a:pt x="296022" y="148011"/>
                  </a:lnTo>
                  <a:lnTo>
                    <a:pt x="288477" y="101227"/>
                  </a:lnTo>
                  <a:lnTo>
                    <a:pt x="267465" y="60597"/>
                  </a:lnTo>
                  <a:lnTo>
                    <a:pt x="235425" y="28557"/>
                  </a:lnTo>
                  <a:lnTo>
                    <a:pt x="194794" y="7545"/>
                  </a:lnTo>
                  <a:lnTo>
                    <a:pt x="148011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43350" y="119271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4" h="296544">
                  <a:moveTo>
                    <a:pt x="296022" y="148011"/>
                  </a:moveTo>
                  <a:lnTo>
                    <a:pt x="288477" y="101227"/>
                  </a:lnTo>
                  <a:lnTo>
                    <a:pt x="267465" y="60597"/>
                  </a:lnTo>
                  <a:lnTo>
                    <a:pt x="235425" y="28557"/>
                  </a:lnTo>
                  <a:lnTo>
                    <a:pt x="194794" y="7545"/>
                  </a:lnTo>
                  <a:lnTo>
                    <a:pt x="148011" y="0"/>
                  </a:lnTo>
                  <a:lnTo>
                    <a:pt x="101227" y="7545"/>
                  </a:lnTo>
                  <a:lnTo>
                    <a:pt x="60597" y="28557"/>
                  </a:lnTo>
                  <a:lnTo>
                    <a:pt x="28557" y="60597"/>
                  </a:lnTo>
                  <a:lnTo>
                    <a:pt x="7545" y="101227"/>
                  </a:lnTo>
                  <a:lnTo>
                    <a:pt x="0" y="148011"/>
                  </a:lnTo>
                  <a:lnTo>
                    <a:pt x="7545" y="194794"/>
                  </a:lnTo>
                  <a:lnTo>
                    <a:pt x="28557" y="235425"/>
                  </a:lnTo>
                  <a:lnTo>
                    <a:pt x="60597" y="267465"/>
                  </a:lnTo>
                  <a:lnTo>
                    <a:pt x="101227" y="288477"/>
                  </a:lnTo>
                  <a:lnTo>
                    <a:pt x="148011" y="296022"/>
                  </a:lnTo>
                  <a:lnTo>
                    <a:pt x="194794" y="288477"/>
                  </a:lnTo>
                  <a:lnTo>
                    <a:pt x="235425" y="267465"/>
                  </a:lnTo>
                  <a:lnTo>
                    <a:pt x="267465" y="235425"/>
                  </a:lnTo>
                  <a:lnTo>
                    <a:pt x="288477" y="194794"/>
                  </a:lnTo>
                  <a:lnTo>
                    <a:pt x="296022" y="14801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48355" y="119271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4" h="296544">
                  <a:moveTo>
                    <a:pt x="148011" y="0"/>
                  </a:moveTo>
                  <a:lnTo>
                    <a:pt x="101228" y="7545"/>
                  </a:lnTo>
                  <a:lnTo>
                    <a:pt x="60597" y="28557"/>
                  </a:lnTo>
                  <a:lnTo>
                    <a:pt x="28557" y="60597"/>
                  </a:lnTo>
                  <a:lnTo>
                    <a:pt x="7545" y="101227"/>
                  </a:lnTo>
                  <a:lnTo>
                    <a:pt x="0" y="148011"/>
                  </a:lnTo>
                  <a:lnTo>
                    <a:pt x="7545" y="194794"/>
                  </a:lnTo>
                  <a:lnTo>
                    <a:pt x="28557" y="235425"/>
                  </a:lnTo>
                  <a:lnTo>
                    <a:pt x="60597" y="267465"/>
                  </a:lnTo>
                  <a:lnTo>
                    <a:pt x="101228" y="288477"/>
                  </a:lnTo>
                  <a:lnTo>
                    <a:pt x="148011" y="296022"/>
                  </a:lnTo>
                  <a:lnTo>
                    <a:pt x="194795" y="288477"/>
                  </a:lnTo>
                  <a:lnTo>
                    <a:pt x="235425" y="267465"/>
                  </a:lnTo>
                  <a:lnTo>
                    <a:pt x="267465" y="235425"/>
                  </a:lnTo>
                  <a:lnTo>
                    <a:pt x="288477" y="194794"/>
                  </a:lnTo>
                  <a:lnTo>
                    <a:pt x="296023" y="148011"/>
                  </a:lnTo>
                  <a:lnTo>
                    <a:pt x="288477" y="101227"/>
                  </a:lnTo>
                  <a:lnTo>
                    <a:pt x="267465" y="60597"/>
                  </a:lnTo>
                  <a:lnTo>
                    <a:pt x="235425" y="28557"/>
                  </a:lnTo>
                  <a:lnTo>
                    <a:pt x="194795" y="7545"/>
                  </a:lnTo>
                  <a:lnTo>
                    <a:pt x="148011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8355" y="119271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4" h="296544">
                  <a:moveTo>
                    <a:pt x="296023" y="148011"/>
                  </a:moveTo>
                  <a:lnTo>
                    <a:pt x="288477" y="101227"/>
                  </a:lnTo>
                  <a:lnTo>
                    <a:pt x="267465" y="60597"/>
                  </a:lnTo>
                  <a:lnTo>
                    <a:pt x="235425" y="28557"/>
                  </a:lnTo>
                  <a:lnTo>
                    <a:pt x="194795" y="7545"/>
                  </a:lnTo>
                  <a:lnTo>
                    <a:pt x="148011" y="0"/>
                  </a:lnTo>
                  <a:lnTo>
                    <a:pt x="101228" y="7545"/>
                  </a:lnTo>
                  <a:lnTo>
                    <a:pt x="60597" y="28557"/>
                  </a:lnTo>
                  <a:lnTo>
                    <a:pt x="28557" y="60597"/>
                  </a:lnTo>
                  <a:lnTo>
                    <a:pt x="7545" y="101227"/>
                  </a:lnTo>
                  <a:lnTo>
                    <a:pt x="0" y="148011"/>
                  </a:lnTo>
                  <a:lnTo>
                    <a:pt x="7545" y="194794"/>
                  </a:lnTo>
                  <a:lnTo>
                    <a:pt x="28557" y="235425"/>
                  </a:lnTo>
                  <a:lnTo>
                    <a:pt x="60597" y="267465"/>
                  </a:lnTo>
                  <a:lnTo>
                    <a:pt x="101228" y="288477"/>
                  </a:lnTo>
                  <a:lnTo>
                    <a:pt x="148011" y="296022"/>
                  </a:lnTo>
                  <a:lnTo>
                    <a:pt x="194795" y="288477"/>
                  </a:lnTo>
                  <a:lnTo>
                    <a:pt x="235425" y="267465"/>
                  </a:lnTo>
                  <a:lnTo>
                    <a:pt x="267465" y="235425"/>
                  </a:lnTo>
                  <a:lnTo>
                    <a:pt x="288477" y="194794"/>
                  </a:lnTo>
                  <a:lnTo>
                    <a:pt x="296023" y="14801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52569" y="1191919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4" h="297815">
                  <a:moveTo>
                    <a:pt x="148802" y="0"/>
                  </a:moveTo>
                  <a:lnTo>
                    <a:pt x="101768" y="7585"/>
                  </a:lnTo>
                  <a:lnTo>
                    <a:pt x="60921" y="28709"/>
                  </a:lnTo>
                  <a:lnTo>
                    <a:pt x="28709" y="60921"/>
                  </a:lnTo>
                  <a:lnTo>
                    <a:pt x="7585" y="101768"/>
                  </a:lnTo>
                  <a:lnTo>
                    <a:pt x="0" y="148802"/>
                  </a:lnTo>
                  <a:lnTo>
                    <a:pt x="7585" y="195835"/>
                  </a:lnTo>
                  <a:lnTo>
                    <a:pt x="28709" y="236683"/>
                  </a:lnTo>
                  <a:lnTo>
                    <a:pt x="60921" y="268894"/>
                  </a:lnTo>
                  <a:lnTo>
                    <a:pt x="101768" y="290018"/>
                  </a:lnTo>
                  <a:lnTo>
                    <a:pt x="148802" y="297604"/>
                  </a:lnTo>
                  <a:lnTo>
                    <a:pt x="195835" y="290018"/>
                  </a:lnTo>
                  <a:lnTo>
                    <a:pt x="236683" y="268894"/>
                  </a:lnTo>
                  <a:lnTo>
                    <a:pt x="268894" y="236683"/>
                  </a:lnTo>
                  <a:lnTo>
                    <a:pt x="290018" y="195835"/>
                  </a:lnTo>
                  <a:lnTo>
                    <a:pt x="297604" y="148802"/>
                  </a:lnTo>
                  <a:lnTo>
                    <a:pt x="290018" y="101768"/>
                  </a:lnTo>
                  <a:lnTo>
                    <a:pt x="268894" y="60921"/>
                  </a:lnTo>
                  <a:lnTo>
                    <a:pt x="236683" y="28709"/>
                  </a:lnTo>
                  <a:lnTo>
                    <a:pt x="195835" y="7585"/>
                  </a:lnTo>
                  <a:lnTo>
                    <a:pt x="148802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2569" y="1191919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4" h="297815">
                  <a:moveTo>
                    <a:pt x="297604" y="148802"/>
                  </a:moveTo>
                  <a:lnTo>
                    <a:pt x="290018" y="101768"/>
                  </a:lnTo>
                  <a:lnTo>
                    <a:pt x="268894" y="60921"/>
                  </a:lnTo>
                  <a:lnTo>
                    <a:pt x="236683" y="28709"/>
                  </a:lnTo>
                  <a:lnTo>
                    <a:pt x="195835" y="7585"/>
                  </a:lnTo>
                  <a:lnTo>
                    <a:pt x="148802" y="0"/>
                  </a:lnTo>
                  <a:lnTo>
                    <a:pt x="101768" y="7585"/>
                  </a:lnTo>
                  <a:lnTo>
                    <a:pt x="60921" y="28709"/>
                  </a:lnTo>
                  <a:lnTo>
                    <a:pt x="28709" y="60921"/>
                  </a:lnTo>
                  <a:lnTo>
                    <a:pt x="7585" y="101768"/>
                  </a:lnTo>
                  <a:lnTo>
                    <a:pt x="0" y="148802"/>
                  </a:lnTo>
                  <a:lnTo>
                    <a:pt x="7585" y="195835"/>
                  </a:lnTo>
                  <a:lnTo>
                    <a:pt x="28709" y="236683"/>
                  </a:lnTo>
                  <a:lnTo>
                    <a:pt x="60921" y="268894"/>
                  </a:lnTo>
                  <a:lnTo>
                    <a:pt x="101768" y="290018"/>
                  </a:lnTo>
                  <a:lnTo>
                    <a:pt x="148802" y="297604"/>
                  </a:lnTo>
                  <a:lnTo>
                    <a:pt x="195835" y="290018"/>
                  </a:lnTo>
                  <a:lnTo>
                    <a:pt x="236683" y="268894"/>
                  </a:lnTo>
                  <a:lnTo>
                    <a:pt x="268894" y="236683"/>
                  </a:lnTo>
                  <a:lnTo>
                    <a:pt x="290018" y="195835"/>
                  </a:lnTo>
                  <a:lnTo>
                    <a:pt x="297604" y="1488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8365" y="119271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4">
                  <a:moveTo>
                    <a:pt x="148011" y="0"/>
                  </a:moveTo>
                  <a:lnTo>
                    <a:pt x="101227" y="7545"/>
                  </a:lnTo>
                  <a:lnTo>
                    <a:pt x="60597" y="28557"/>
                  </a:lnTo>
                  <a:lnTo>
                    <a:pt x="28557" y="60597"/>
                  </a:lnTo>
                  <a:lnTo>
                    <a:pt x="7545" y="101227"/>
                  </a:lnTo>
                  <a:lnTo>
                    <a:pt x="0" y="148011"/>
                  </a:lnTo>
                  <a:lnTo>
                    <a:pt x="7545" y="194794"/>
                  </a:lnTo>
                  <a:lnTo>
                    <a:pt x="28557" y="235425"/>
                  </a:lnTo>
                  <a:lnTo>
                    <a:pt x="60597" y="267465"/>
                  </a:lnTo>
                  <a:lnTo>
                    <a:pt x="101227" y="288477"/>
                  </a:lnTo>
                  <a:lnTo>
                    <a:pt x="148011" y="296022"/>
                  </a:lnTo>
                  <a:lnTo>
                    <a:pt x="194794" y="288477"/>
                  </a:lnTo>
                  <a:lnTo>
                    <a:pt x="235425" y="267465"/>
                  </a:lnTo>
                  <a:lnTo>
                    <a:pt x="267465" y="235425"/>
                  </a:lnTo>
                  <a:lnTo>
                    <a:pt x="288477" y="194794"/>
                  </a:lnTo>
                  <a:lnTo>
                    <a:pt x="296022" y="148011"/>
                  </a:lnTo>
                  <a:lnTo>
                    <a:pt x="288477" y="101227"/>
                  </a:lnTo>
                  <a:lnTo>
                    <a:pt x="267465" y="60597"/>
                  </a:lnTo>
                  <a:lnTo>
                    <a:pt x="235425" y="28557"/>
                  </a:lnTo>
                  <a:lnTo>
                    <a:pt x="194794" y="7545"/>
                  </a:lnTo>
                  <a:lnTo>
                    <a:pt x="148011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8365" y="119271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4">
                  <a:moveTo>
                    <a:pt x="296022" y="148011"/>
                  </a:moveTo>
                  <a:lnTo>
                    <a:pt x="288477" y="101227"/>
                  </a:lnTo>
                  <a:lnTo>
                    <a:pt x="267465" y="60597"/>
                  </a:lnTo>
                  <a:lnTo>
                    <a:pt x="235425" y="28557"/>
                  </a:lnTo>
                  <a:lnTo>
                    <a:pt x="194794" y="7545"/>
                  </a:lnTo>
                  <a:lnTo>
                    <a:pt x="148011" y="0"/>
                  </a:lnTo>
                  <a:lnTo>
                    <a:pt x="101227" y="7545"/>
                  </a:lnTo>
                  <a:lnTo>
                    <a:pt x="60597" y="28557"/>
                  </a:lnTo>
                  <a:lnTo>
                    <a:pt x="28557" y="60597"/>
                  </a:lnTo>
                  <a:lnTo>
                    <a:pt x="7545" y="101227"/>
                  </a:lnTo>
                  <a:lnTo>
                    <a:pt x="0" y="148011"/>
                  </a:lnTo>
                  <a:lnTo>
                    <a:pt x="7545" y="194794"/>
                  </a:lnTo>
                  <a:lnTo>
                    <a:pt x="28557" y="235425"/>
                  </a:lnTo>
                  <a:lnTo>
                    <a:pt x="60597" y="267465"/>
                  </a:lnTo>
                  <a:lnTo>
                    <a:pt x="101227" y="288477"/>
                  </a:lnTo>
                  <a:lnTo>
                    <a:pt x="148011" y="296022"/>
                  </a:lnTo>
                  <a:lnTo>
                    <a:pt x="194794" y="288477"/>
                  </a:lnTo>
                  <a:lnTo>
                    <a:pt x="235425" y="267465"/>
                  </a:lnTo>
                  <a:lnTo>
                    <a:pt x="267465" y="235425"/>
                  </a:lnTo>
                  <a:lnTo>
                    <a:pt x="288477" y="194794"/>
                  </a:lnTo>
                  <a:lnTo>
                    <a:pt x="296022" y="14801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62580" y="1191919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4" h="297815">
                  <a:moveTo>
                    <a:pt x="148802" y="0"/>
                  </a:moveTo>
                  <a:lnTo>
                    <a:pt x="101768" y="7585"/>
                  </a:lnTo>
                  <a:lnTo>
                    <a:pt x="60921" y="28709"/>
                  </a:lnTo>
                  <a:lnTo>
                    <a:pt x="28709" y="60921"/>
                  </a:lnTo>
                  <a:lnTo>
                    <a:pt x="7585" y="101768"/>
                  </a:lnTo>
                  <a:lnTo>
                    <a:pt x="0" y="148802"/>
                  </a:lnTo>
                  <a:lnTo>
                    <a:pt x="7585" y="195835"/>
                  </a:lnTo>
                  <a:lnTo>
                    <a:pt x="28709" y="236683"/>
                  </a:lnTo>
                  <a:lnTo>
                    <a:pt x="60921" y="268894"/>
                  </a:lnTo>
                  <a:lnTo>
                    <a:pt x="101768" y="290018"/>
                  </a:lnTo>
                  <a:lnTo>
                    <a:pt x="148802" y="297604"/>
                  </a:lnTo>
                  <a:lnTo>
                    <a:pt x="195835" y="290018"/>
                  </a:lnTo>
                  <a:lnTo>
                    <a:pt x="236683" y="268894"/>
                  </a:lnTo>
                  <a:lnTo>
                    <a:pt x="268894" y="236683"/>
                  </a:lnTo>
                  <a:lnTo>
                    <a:pt x="290018" y="195835"/>
                  </a:lnTo>
                  <a:lnTo>
                    <a:pt x="297604" y="148802"/>
                  </a:lnTo>
                  <a:lnTo>
                    <a:pt x="290018" y="101768"/>
                  </a:lnTo>
                  <a:lnTo>
                    <a:pt x="268894" y="60921"/>
                  </a:lnTo>
                  <a:lnTo>
                    <a:pt x="236683" y="28709"/>
                  </a:lnTo>
                  <a:lnTo>
                    <a:pt x="195835" y="7585"/>
                  </a:lnTo>
                  <a:lnTo>
                    <a:pt x="148802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62580" y="1191919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4" h="297815">
                  <a:moveTo>
                    <a:pt x="297604" y="148802"/>
                  </a:moveTo>
                  <a:lnTo>
                    <a:pt x="290018" y="101768"/>
                  </a:lnTo>
                  <a:lnTo>
                    <a:pt x="268894" y="60921"/>
                  </a:lnTo>
                  <a:lnTo>
                    <a:pt x="236683" y="28709"/>
                  </a:lnTo>
                  <a:lnTo>
                    <a:pt x="195835" y="7585"/>
                  </a:lnTo>
                  <a:lnTo>
                    <a:pt x="148802" y="0"/>
                  </a:lnTo>
                  <a:lnTo>
                    <a:pt x="101768" y="7585"/>
                  </a:lnTo>
                  <a:lnTo>
                    <a:pt x="60921" y="28709"/>
                  </a:lnTo>
                  <a:lnTo>
                    <a:pt x="28709" y="60921"/>
                  </a:lnTo>
                  <a:lnTo>
                    <a:pt x="7585" y="101768"/>
                  </a:lnTo>
                  <a:lnTo>
                    <a:pt x="0" y="148802"/>
                  </a:lnTo>
                  <a:lnTo>
                    <a:pt x="7585" y="195835"/>
                  </a:lnTo>
                  <a:lnTo>
                    <a:pt x="28709" y="236683"/>
                  </a:lnTo>
                  <a:lnTo>
                    <a:pt x="60921" y="268894"/>
                  </a:lnTo>
                  <a:lnTo>
                    <a:pt x="101768" y="290018"/>
                  </a:lnTo>
                  <a:lnTo>
                    <a:pt x="148802" y="297604"/>
                  </a:lnTo>
                  <a:lnTo>
                    <a:pt x="195835" y="290018"/>
                  </a:lnTo>
                  <a:lnTo>
                    <a:pt x="236683" y="268894"/>
                  </a:lnTo>
                  <a:lnTo>
                    <a:pt x="268894" y="236683"/>
                  </a:lnTo>
                  <a:lnTo>
                    <a:pt x="290018" y="195835"/>
                  </a:lnTo>
                  <a:lnTo>
                    <a:pt x="297604" y="1488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839302" y="1237994"/>
            <a:ext cx="188023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30"/>
              </a:spcBef>
              <a:tabLst>
                <a:tab pos="493395" algn="l"/>
                <a:tab pos="898525" algn="l"/>
                <a:tab pos="1303655" algn="l"/>
                <a:tab pos="1708785" algn="l"/>
              </a:tabLst>
            </a:pPr>
            <a:r>
              <a:rPr sz="950" i="1" spc="-25" dirty="0">
                <a:latin typeface="Arial"/>
                <a:cs typeface="Arial"/>
              </a:rPr>
              <a:t>h</a:t>
            </a:r>
            <a:r>
              <a:rPr sz="1050" spc="-37" baseline="-11904" dirty="0">
                <a:latin typeface="Arial MT"/>
                <a:cs typeface="Arial MT"/>
              </a:rPr>
              <a:t>1</a:t>
            </a:r>
            <a:r>
              <a:rPr sz="1050" baseline="-11904" dirty="0">
                <a:latin typeface="Arial MT"/>
                <a:cs typeface="Arial MT"/>
              </a:rPr>
              <a:t>	</a:t>
            </a:r>
            <a:r>
              <a:rPr sz="950" i="1" spc="-25" dirty="0">
                <a:latin typeface="Arial"/>
                <a:cs typeface="Arial"/>
              </a:rPr>
              <a:t>h</a:t>
            </a:r>
            <a:r>
              <a:rPr sz="1050" spc="-37" baseline="-11904" dirty="0">
                <a:latin typeface="Arial MT"/>
                <a:cs typeface="Arial MT"/>
              </a:rPr>
              <a:t>2</a:t>
            </a:r>
            <a:r>
              <a:rPr sz="1050" baseline="-11904" dirty="0">
                <a:latin typeface="Arial MT"/>
                <a:cs typeface="Arial MT"/>
              </a:rPr>
              <a:t>	</a:t>
            </a:r>
            <a:r>
              <a:rPr sz="950" i="1" spc="-25" dirty="0">
                <a:latin typeface="Arial"/>
                <a:cs typeface="Arial"/>
              </a:rPr>
              <a:t>h</a:t>
            </a:r>
            <a:r>
              <a:rPr sz="1050" spc="-37" baseline="-11904" dirty="0">
                <a:latin typeface="Arial MT"/>
                <a:cs typeface="Arial MT"/>
              </a:rPr>
              <a:t>3</a:t>
            </a:r>
            <a:r>
              <a:rPr sz="1050" baseline="-11904" dirty="0">
                <a:latin typeface="Arial MT"/>
                <a:cs typeface="Arial MT"/>
              </a:rPr>
              <a:t>	</a:t>
            </a:r>
            <a:r>
              <a:rPr sz="950" i="1" spc="-25" dirty="0">
                <a:latin typeface="Arial"/>
                <a:cs typeface="Arial"/>
              </a:rPr>
              <a:t>h</a:t>
            </a:r>
            <a:r>
              <a:rPr sz="1050" spc="-37" baseline="-11904" dirty="0">
                <a:latin typeface="Arial MT"/>
                <a:cs typeface="Arial MT"/>
              </a:rPr>
              <a:t>4</a:t>
            </a:r>
            <a:r>
              <a:rPr sz="1050" baseline="-11904" dirty="0">
                <a:latin typeface="Arial MT"/>
                <a:cs typeface="Arial MT"/>
              </a:rPr>
              <a:t>	</a:t>
            </a:r>
            <a:r>
              <a:rPr sz="950" i="1" spc="-25" dirty="0">
                <a:latin typeface="Arial"/>
                <a:cs typeface="Arial"/>
              </a:rPr>
              <a:t>h</a:t>
            </a:r>
            <a:r>
              <a:rPr sz="1050" spc="-37" baseline="-11904" dirty="0">
                <a:latin typeface="Arial MT"/>
                <a:cs typeface="Arial MT"/>
              </a:rPr>
              <a:t>5</a:t>
            </a:r>
            <a:endParaRPr sz="1050" baseline="-11904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44625" y="1239626"/>
            <a:ext cx="5765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10" dirty="0">
                <a:latin typeface="Arial MT"/>
                <a:cs typeface="Arial MT"/>
              </a:rPr>
              <a:t>Encoder: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582829" y="1879904"/>
            <a:ext cx="437515" cy="271780"/>
            <a:chOff x="2582829" y="1879904"/>
            <a:chExt cx="437515" cy="271780"/>
          </a:xfrm>
        </p:grpSpPr>
        <p:sp>
          <p:nvSpPr>
            <p:cNvPr id="18" name="object 18"/>
            <p:cNvSpPr/>
            <p:nvPr/>
          </p:nvSpPr>
          <p:spPr>
            <a:xfrm>
              <a:off x="2585369" y="1882444"/>
              <a:ext cx="432434" cy="266700"/>
            </a:xfrm>
            <a:custGeom>
              <a:avLst/>
              <a:gdLst/>
              <a:ahLst/>
              <a:cxnLst/>
              <a:rect l="l" t="t" r="r" b="b"/>
              <a:pathLst>
                <a:path w="432435" h="266700">
                  <a:moveTo>
                    <a:pt x="216002" y="0"/>
                  </a:moveTo>
                  <a:lnTo>
                    <a:pt x="158579" y="4761"/>
                  </a:lnTo>
                  <a:lnTo>
                    <a:pt x="106981" y="18197"/>
                  </a:lnTo>
                  <a:lnTo>
                    <a:pt x="63265" y="39038"/>
                  </a:lnTo>
                  <a:lnTo>
                    <a:pt x="29490" y="66013"/>
                  </a:lnTo>
                  <a:lnTo>
                    <a:pt x="7715" y="97852"/>
                  </a:lnTo>
                  <a:lnTo>
                    <a:pt x="0" y="133285"/>
                  </a:lnTo>
                  <a:lnTo>
                    <a:pt x="7715" y="168718"/>
                  </a:lnTo>
                  <a:lnTo>
                    <a:pt x="29490" y="200558"/>
                  </a:lnTo>
                  <a:lnTo>
                    <a:pt x="63265" y="227533"/>
                  </a:lnTo>
                  <a:lnTo>
                    <a:pt x="106981" y="248374"/>
                  </a:lnTo>
                  <a:lnTo>
                    <a:pt x="158579" y="261810"/>
                  </a:lnTo>
                  <a:lnTo>
                    <a:pt x="216002" y="266571"/>
                  </a:lnTo>
                  <a:lnTo>
                    <a:pt x="273424" y="261810"/>
                  </a:lnTo>
                  <a:lnTo>
                    <a:pt x="325023" y="248374"/>
                  </a:lnTo>
                  <a:lnTo>
                    <a:pt x="368739" y="227533"/>
                  </a:lnTo>
                  <a:lnTo>
                    <a:pt x="402514" y="200558"/>
                  </a:lnTo>
                  <a:lnTo>
                    <a:pt x="424288" y="168718"/>
                  </a:lnTo>
                  <a:lnTo>
                    <a:pt x="432004" y="133285"/>
                  </a:lnTo>
                  <a:lnTo>
                    <a:pt x="424288" y="97852"/>
                  </a:lnTo>
                  <a:lnTo>
                    <a:pt x="402514" y="66013"/>
                  </a:lnTo>
                  <a:lnTo>
                    <a:pt x="368739" y="39038"/>
                  </a:lnTo>
                  <a:lnTo>
                    <a:pt x="325023" y="18197"/>
                  </a:lnTo>
                  <a:lnTo>
                    <a:pt x="273424" y="4761"/>
                  </a:lnTo>
                  <a:lnTo>
                    <a:pt x="216002" y="0"/>
                  </a:lnTo>
                  <a:close/>
                </a:path>
              </a:pathLst>
            </a:custGeom>
            <a:solidFill>
              <a:srgbClr val="BCD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85369" y="1882444"/>
              <a:ext cx="432434" cy="266700"/>
            </a:xfrm>
            <a:custGeom>
              <a:avLst/>
              <a:gdLst/>
              <a:ahLst/>
              <a:cxnLst/>
              <a:rect l="l" t="t" r="r" b="b"/>
              <a:pathLst>
                <a:path w="432435" h="266700">
                  <a:moveTo>
                    <a:pt x="432004" y="133285"/>
                  </a:moveTo>
                  <a:lnTo>
                    <a:pt x="402514" y="66013"/>
                  </a:lnTo>
                  <a:lnTo>
                    <a:pt x="368739" y="39038"/>
                  </a:lnTo>
                  <a:lnTo>
                    <a:pt x="325023" y="18197"/>
                  </a:lnTo>
                  <a:lnTo>
                    <a:pt x="273424" y="4761"/>
                  </a:lnTo>
                  <a:lnTo>
                    <a:pt x="216002" y="0"/>
                  </a:lnTo>
                  <a:lnTo>
                    <a:pt x="158579" y="4761"/>
                  </a:lnTo>
                  <a:lnTo>
                    <a:pt x="106981" y="18197"/>
                  </a:lnTo>
                  <a:lnTo>
                    <a:pt x="63265" y="39038"/>
                  </a:lnTo>
                  <a:lnTo>
                    <a:pt x="29490" y="66013"/>
                  </a:lnTo>
                  <a:lnTo>
                    <a:pt x="7715" y="97852"/>
                  </a:lnTo>
                  <a:lnTo>
                    <a:pt x="0" y="133285"/>
                  </a:lnTo>
                  <a:lnTo>
                    <a:pt x="7715" y="168718"/>
                  </a:lnTo>
                  <a:lnTo>
                    <a:pt x="29490" y="200558"/>
                  </a:lnTo>
                  <a:lnTo>
                    <a:pt x="63265" y="227533"/>
                  </a:lnTo>
                  <a:lnTo>
                    <a:pt x="106981" y="248374"/>
                  </a:lnTo>
                  <a:lnTo>
                    <a:pt x="158579" y="261810"/>
                  </a:lnTo>
                  <a:lnTo>
                    <a:pt x="216002" y="266571"/>
                  </a:lnTo>
                  <a:lnTo>
                    <a:pt x="273424" y="261810"/>
                  </a:lnTo>
                  <a:lnTo>
                    <a:pt x="325023" y="248374"/>
                  </a:lnTo>
                  <a:lnTo>
                    <a:pt x="368739" y="227533"/>
                  </a:lnTo>
                  <a:lnTo>
                    <a:pt x="402514" y="200558"/>
                  </a:lnTo>
                  <a:lnTo>
                    <a:pt x="424288" y="168718"/>
                  </a:lnTo>
                  <a:lnTo>
                    <a:pt x="432004" y="133285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709164" y="1891682"/>
            <a:ext cx="1701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-25" dirty="0">
                <a:latin typeface="Arial"/>
                <a:cs typeface="Arial"/>
              </a:rPr>
              <a:t>s</a:t>
            </a:r>
            <a:r>
              <a:rPr sz="1050" i="1" spc="-37" baseline="-15873" dirty="0">
                <a:latin typeface="Arial"/>
                <a:cs typeface="Arial"/>
              </a:rPr>
              <a:t>t</a:t>
            </a:r>
            <a:endParaRPr sz="1050" baseline="-15873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58111" y="1914618"/>
            <a:ext cx="58420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10" dirty="0">
                <a:latin typeface="Arial MT"/>
                <a:cs typeface="Arial MT"/>
              </a:rPr>
              <a:t>Decoder: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100672" y="1430713"/>
            <a:ext cx="2021839" cy="490220"/>
            <a:chOff x="2100672" y="1430713"/>
            <a:chExt cx="2021839" cy="490220"/>
          </a:xfrm>
        </p:grpSpPr>
        <p:sp>
          <p:nvSpPr>
            <p:cNvPr id="23" name="object 23"/>
            <p:cNvSpPr/>
            <p:nvPr/>
          </p:nvSpPr>
          <p:spPr>
            <a:xfrm>
              <a:off x="2107022" y="1437063"/>
              <a:ext cx="554355" cy="462280"/>
            </a:xfrm>
            <a:custGeom>
              <a:avLst/>
              <a:gdLst/>
              <a:ahLst/>
              <a:cxnLst/>
              <a:rect l="l" t="t" r="r" b="b"/>
              <a:pathLst>
                <a:path w="554355" h="462280">
                  <a:moveTo>
                    <a:pt x="0" y="0"/>
                  </a:moveTo>
                  <a:lnTo>
                    <a:pt x="554019" y="461688"/>
                  </a:lnTo>
                </a:path>
              </a:pathLst>
            </a:custGeom>
            <a:ln w="12652">
              <a:solidFill>
                <a:srgbClr val="BCDC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4142" y="1839936"/>
              <a:ext cx="69087" cy="8037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473854" y="1469777"/>
              <a:ext cx="212725" cy="353695"/>
            </a:xfrm>
            <a:custGeom>
              <a:avLst/>
              <a:gdLst/>
              <a:ahLst/>
              <a:cxnLst/>
              <a:rect l="l" t="t" r="r" b="b"/>
              <a:pathLst>
                <a:path w="212725" h="353694">
                  <a:moveTo>
                    <a:pt x="0" y="0"/>
                  </a:moveTo>
                  <a:lnTo>
                    <a:pt x="212147" y="353592"/>
                  </a:lnTo>
                </a:path>
              </a:pathLst>
            </a:custGeom>
            <a:ln w="75916">
              <a:solidFill>
                <a:srgbClr val="64AD6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12453" y="1678969"/>
              <a:ext cx="271780" cy="177165"/>
            </a:xfrm>
            <a:custGeom>
              <a:avLst/>
              <a:gdLst/>
              <a:ahLst/>
              <a:cxnLst/>
              <a:rect l="l" t="t" r="r" b="b"/>
              <a:pathLst>
                <a:path w="271780" h="177164">
                  <a:moveTo>
                    <a:pt x="271585" y="0"/>
                  </a:moveTo>
                  <a:lnTo>
                    <a:pt x="228283" y="48786"/>
                  </a:lnTo>
                  <a:lnTo>
                    <a:pt x="202831" y="95097"/>
                  </a:lnTo>
                  <a:lnTo>
                    <a:pt x="192128" y="138096"/>
                  </a:lnTo>
                  <a:lnTo>
                    <a:pt x="193076" y="176949"/>
                  </a:lnTo>
                  <a:lnTo>
                    <a:pt x="159241" y="157828"/>
                  </a:lnTo>
                  <a:lnTo>
                    <a:pt x="116264" y="147036"/>
                  </a:lnTo>
                  <a:lnTo>
                    <a:pt x="63424" y="147700"/>
                  </a:lnTo>
                  <a:lnTo>
                    <a:pt x="0" y="162948"/>
                  </a:lnTo>
                </a:path>
              </a:pathLst>
            </a:custGeom>
            <a:ln w="75914">
              <a:solidFill>
                <a:srgbClr val="64AD6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01412" y="1492027"/>
              <a:ext cx="635" cy="337820"/>
            </a:xfrm>
            <a:custGeom>
              <a:avLst/>
              <a:gdLst/>
              <a:ahLst/>
              <a:cxnLst/>
              <a:rect l="l" t="t" r="r" b="b"/>
              <a:pathLst>
                <a:path w="635" h="337819">
                  <a:moveTo>
                    <a:pt x="7" y="0"/>
                  </a:moveTo>
                  <a:lnTo>
                    <a:pt x="0" y="337265"/>
                  </a:lnTo>
                </a:path>
              </a:pathLst>
            </a:custGeom>
            <a:ln w="50610">
              <a:solidFill>
                <a:srgbClr val="7AB9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88766" y="1773620"/>
              <a:ext cx="225425" cy="81280"/>
            </a:xfrm>
            <a:custGeom>
              <a:avLst/>
              <a:gdLst/>
              <a:ahLst/>
              <a:cxnLst/>
              <a:rect l="l" t="t" r="r" b="b"/>
              <a:pathLst>
                <a:path w="225425" h="81280">
                  <a:moveTo>
                    <a:pt x="225294" y="4"/>
                  </a:moveTo>
                  <a:lnTo>
                    <a:pt x="181027" y="14226"/>
                  </a:lnTo>
                  <a:lnTo>
                    <a:pt x="148552" y="33582"/>
                  </a:lnTo>
                  <a:lnTo>
                    <a:pt x="126286" y="56393"/>
                  </a:lnTo>
                  <a:lnTo>
                    <a:pt x="112645" y="80977"/>
                  </a:lnTo>
                  <a:lnTo>
                    <a:pt x="99005" y="56393"/>
                  </a:lnTo>
                  <a:lnTo>
                    <a:pt x="76740" y="33581"/>
                  </a:lnTo>
                  <a:lnTo>
                    <a:pt x="44266" y="14223"/>
                  </a:lnTo>
                  <a:lnTo>
                    <a:pt x="0" y="0"/>
                  </a:lnTo>
                </a:path>
              </a:pathLst>
            </a:custGeom>
            <a:ln w="50609">
              <a:solidFill>
                <a:srgbClr val="7AB9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90787" y="1469786"/>
              <a:ext cx="238760" cy="397510"/>
            </a:xfrm>
            <a:custGeom>
              <a:avLst/>
              <a:gdLst/>
              <a:ahLst/>
              <a:cxnLst/>
              <a:rect l="l" t="t" r="r" b="b"/>
              <a:pathLst>
                <a:path w="238760" h="397510">
                  <a:moveTo>
                    <a:pt x="238189" y="0"/>
                  </a:moveTo>
                  <a:lnTo>
                    <a:pt x="0" y="396986"/>
                  </a:lnTo>
                </a:path>
              </a:pathLst>
            </a:custGeom>
            <a:ln w="25305">
              <a:solidFill>
                <a:srgbClr val="A6D0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0268" y="1787134"/>
              <a:ext cx="140097" cy="10313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941783" y="1437576"/>
              <a:ext cx="553720" cy="461645"/>
            </a:xfrm>
            <a:custGeom>
              <a:avLst/>
              <a:gdLst/>
              <a:ahLst/>
              <a:cxnLst/>
              <a:rect l="l" t="t" r="r" b="b"/>
              <a:pathLst>
                <a:path w="553720" h="461644">
                  <a:moveTo>
                    <a:pt x="553407" y="0"/>
                  </a:moveTo>
                  <a:lnTo>
                    <a:pt x="0" y="461179"/>
                  </a:lnTo>
                </a:path>
              </a:pathLst>
            </a:custGeom>
            <a:ln w="12652">
              <a:solidFill>
                <a:srgbClr val="BCDC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29593" y="1839940"/>
              <a:ext cx="69087" cy="8037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12930" y="1516170"/>
              <a:ext cx="207010" cy="189230"/>
            </a:xfrm>
            <a:custGeom>
              <a:avLst/>
              <a:gdLst/>
              <a:ahLst/>
              <a:cxnLst/>
              <a:rect l="l" t="t" r="r" b="b"/>
              <a:pathLst>
                <a:path w="207010" h="189230">
                  <a:moveTo>
                    <a:pt x="206913" y="0"/>
                  </a:moveTo>
                  <a:lnTo>
                    <a:pt x="0" y="0"/>
                  </a:lnTo>
                  <a:lnTo>
                    <a:pt x="0" y="189109"/>
                  </a:lnTo>
                  <a:lnTo>
                    <a:pt x="206913" y="189109"/>
                  </a:lnTo>
                  <a:lnTo>
                    <a:pt x="206913" y="0"/>
                  </a:lnTo>
                  <a:close/>
                </a:path>
              </a:pathLst>
            </a:custGeom>
            <a:solidFill>
              <a:srgbClr val="FDE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912930" y="1516170"/>
              <a:ext cx="207010" cy="189230"/>
            </a:xfrm>
            <a:custGeom>
              <a:avLst/>
              <a:gdLst/>
              <a:ahLst/>
              <a:cxnLst/>
              <a:rect l="l" t="t" r="r" b="b"/>
              <a:pathLst>
                <a:path w="207010" h="189230">
                  <a:moveTo>
                    <a:pt x="0" y="189109"/>
                  </a:moveTo>
                  <a:lnTo>
                    <a:pt x="206913" y="189109"/>
                  </a:lnTo>
                  <a:lnTo>
                    <a:pt x="206913" y="0"/>
                  </a:lnTo>
                  <a:lnTo>
                    <a:pt x="0" y="0"/>
                  </a:lnTo>
                  <a:lnTo>
                    <a:pt x="0" y="189109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31926" y="468755"/>
            <a:ext cx="4651375" cy="657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17780">
              <a:lnSpc>
                <a:spcPct val="114700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Core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Insight:</a:t>
            </a:r>
            <a:r>
              <a:rPr sz="1050" spc="1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Instead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single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fixed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context,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let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decoder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selectively</a:t>
            </a:r>
            <a:r>
              <a:rPr sz="1050" spc="45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attend</a:t>
            </a:r>
            <a:r>
              <a:rPr sz="1050" spc="40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to </a:t>
            </a:r>
            <a:r>
              <a:rPr sz="1050" dirty="0">
                <a:latin typeface="Arial MT"/>
                <a:cs typeface="Arial MT"/>
              </a:rPr>
              <a:t>relevant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parts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each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step.</a:t>
            </a:r>
            <a:endParaRPr sz="1050">
              <a:latin typeface="Arial MT"/>
              <a:cs typeface="Arial MT"/>
            </a:endParaRPr>
          </a:p>
          <a:p>
            <a:pPr marL="1533525">
              <a:lnSpc>
                <a:spcPts val="1125"/>
              </a:lnSpc>
              <a:spcBef>
                <a:spcPts val="200"/>
              </a:spcBef>
            </a:pPr>
            <a:r>
              <a:rPr sz="1100" i="1" spc="-10" dirty="0">
                <a:solidFill>
                  <a:srgbClr val="218B21"/>
                </a:solidFill>
                <a:latin typeface="Verdana"/>
                <a:cs typeface="Verdana"/>
              </a:rPr>
              <a:t>α</a:t>
            </a:r>
            <a:r>
              <a:rPr sz="1050" spc="-15" baseline="-11904" dirty="0">
                <a:solidFill>
                  <a:srgbClr val="218B21"/>
                </a:solidFill>
                <a:latin typeface="Arial MT"/>
                <a:cs typeface="Arial MT"/>
              </a:rPr>
              <a:t>2</a:t>
            </a:r>
            <a:r>
              <a:rPr sz="950" spc="-10" dirty="0">
                <a:solidFill>
                  <a:srgbClr val="218B21"/>
                </a:solidFill>
                <a:latin typeface="Arial MT"/>
                <a:cs typeface="Arial MT"/>
              </a:rPr>
              <a:t>=</a:t>
            </a:r>
            <a:r>
              <a:rPr sz="950" spc="-10" dirty="0">
                <a:solidFill>
                  <a:srgbClr val="1B1472"/>
                </a:solidFill>
                <a:latin typeface="Arial MT"/>
                <a:cs typeface="Arial MT"/>
              </a:rPr>
              <a:t>0.50</a:t>
            </a:r>
            <a:r>
              <a:rPr sz="1650" i="1" spc="-15" baseline="-12626" dirty="0">
                <a:solidFill>
                  <a:srgbClr val="218B21"/>
                </a:solidFill>
                <a:latin typeface="Verdana"/>
                <a:cs typeface="Verdana"/>
              </a:rPr>
              <a:t>α</a:t>
            </a:r>
            <a:r>
              <a:rPr sz="1050" spc="-15" baseline="-35714" dirty="0">
                <a:solidFill>
                  <a:srgbClr val="218B21"/>
                </a:solidFill>
                <a:latin typeface="Arial MT"/>
                <a:cs typeface="Arial MT"/>
              </a:rPr>
              <a:t>3</a:t>
            </a:r>
            <a:r>
              <a:rPr sz="1425" spc="-15" baseline="-14619" dirty="0">
                <a:solidFill>
                  <a:srgbClr val="218B21"/>
                </a:solidFill>
                <a:latin typeface="Arial MT"/>
                <a:cs typeface="Arial MT"/>
              </a:rPr>
              <a:t>=0.30</a:t>
            </a:r>
            <a:endParaRPr sz="1425" baseline="-14619">
              <a:latin typeface="Arial MT"/>
              <a:cs typeface="Arial MT"/>
            </a:endParaRPr>
          </a:p>
          <a:p>
            <a:pPr marL="1187450">
              <a:lnSpc>
                <a:spcPts val="765"/>
              </a:lnSpc>
              <a:tabLst>
                <a:tab pos="2402205" algn="l"/>
              </a:tabLst>
            </a:pPr>
            <a:r>
              <a:rPr sz="800" i="1" spc="10" dirty="0">
                <a:solidFill>
                  <a:srgbClr val="218B21"/>
                </a:solidFill>
                <a:latin typeface="Verdana"/>
                <a:cs typeface="Verdana"/>
              </a:rPr>
              <a:t>α</a:t>
            </a:r>
            <a:r>
              <a:rPr sz="750" spc="15" baseline="-11111" dirty="0">
                <a:solidFill>
                  <a:srgbClr val="218B21"/>
                </a:solidFill>
                <a:latin typeface="Arial MT"/>
                <a:cs typeface="Arial MT"/>
              </a:rPr>
              <a:t>1</a:t>
            </a:r>
            <a:r>
              <a:rPr sz="750" spc="-75" baseline="-11111" dirty="0">
                <a:solidFill>
                  <a:srgbClr val="218B21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218B21"/>
                </a:solidFill>
                <a:latin typeface="Arial MT"/>
                <a:cs typeface="Arial MT"/>
              </a:rPr>
              <a:t>=0.05</a:t>
            </a:r>
            <a:r>
              <a:rPr sz="700" dirty="0">
                <a:solidFill>
                  <a:srgbClr val="218B21"/>
                </a:solidFill>
                <a:latin typeface="Arial MT"/>
                <a:cs typeface="Arial MT"/>
              </a:rPr>
              <a:t>	</a:t>
            </a:r>
            <a:r>
              <a:rPr sz="800" i="1" spc="10" dirty="0">
                <a:solidFill>
                  <a:srgbClr val="218B21"/>
                </a:solidFill>
                <a:latin typeface="Verdana"/>
                <a:cs typeface="Verdana"/>
              </a:rPr>
              <a:t>α</a:t>
            </a:r>
            <a:r>
              <a:rPr sz="750" spc="15" baseline="-11111" dirty="0">
                <a:solidFill>
                  <a:srgbClr val="218B21"/>
                </a:solidFill>
                <a:latin typeface="Arial MT"/>
                <a:cs typeface="Arial MT"/>
              </a:rPr>
              <a:t>4</a:t>
            </a:r>
            <a:r>
              <a:rPr sz="750" spc="-127" baseline="-11111" dirty="0">
                <a:solidFill>
                  <a:srgbClr val="218B2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218B21"/>
                </a:solidFill>
                <a:latin typeface="Arial MT"/>
                <a:cs typeface="Arial MT"/>
              </a:rPr>
              <a:t>=0.10</a:t>
            </a:r>
            <a:r>
              <a:rPr sz="700" spc="345" dirty="0">
                <a:solidFill>
                  <a:srgbClr val="218B21"/>
                </a:solidFill>
                <a:latin typeface="Arial MT"/>
                <a:cs typeface="Arial MT"/>
              </a:rPr>
              <a:t> </a:t>
            </a:r>
            <a:r>
              <a:rPr sz="800" i="1" spc="10" dirty="0">
                <a:solidFill>
                  <a:srgbClr val="218B21"/>
                </a:solidFill>
                <a:latin typeface="Verdana"/>
                <a:cs typeface="Verdana"/>
              </a:rPr>
              <a:t>α</a:t>
            </a:r>
            <a:r>
              <a:rPr sz="750" spc="15" baseline="-11111" dirty="0">
                <a:solidFill>
                  <a:srgbClr val="218B21"/>
                </a:solidFill>
                <a:latin typeface="Arial MT"/>
                <a:cs typeface="Arial MT"/>
              </a:rPr>
              <a:t>5</a:t>
            </a:r>
            <a:r>
              <a:rPr sz="750" spc="-127" baseline="-11111" dirty="0">
                <a:solidFill>
                  <a:srgbClr val="218B21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218B21"/>
                </a:solidFill>
                <a:latin typeface="Arial MT"/>
                <a:cs typeface="Arial MT"/>
              </a:rPr>
              <a:t>=0.05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920337" y="1486984"/>
            <a:ext cx="17780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b="1" spc="-25" dirty="0">
                <a:latin typeface="Arial"/>
                <a:cs typeface="Arial"/>
              </a:rPr>
              <a:t>c</a:t>
            </a:r>
            <a:r>
              <a:rPr sz="1050" i="1" spc="-37" baseline="-15873" dirty="0">
                <a:latin typeface="Arial"/>
                <a:cs typeface="Arial"/>
              </a:rPr>
              <a:t>t</a:t>
            </a:r>
            <a:endParaRPr sz="1050" baseline="-15873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67720" y="1505050"/>
            <a:ext cx="54546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latin typeface="Arial MT"/>
                <a:cs typeface="Arial MT"/>
              </a:rPr>
              <a:t>Dynamic!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38" name="object 3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3702" y="2269515"/>
            <a:ext cx="69291" cy="69291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619226" y="2160030"/>
            <a:ext cx="3030855" cy="91694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7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Key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Differences</a:t>
            </a:r>
            <a:r>
              <a:rPr sz="1050" spc="6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from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Encoder-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Decoder: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70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7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solidFill>
                  <a:srgbClr val="EC2027"/>
                </a:solidFill>
                <a:latin typeface="Arial MT"/>
                <a:cs typeface="Arial MT"/>
              </a:rPr>
              <a:t>Before:</a:t>
            </a:r>
            <a:r>
              <a:rPr sz="950" spc="120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Single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context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b="1" dirty="0">
                <a:latin typeface="Arial"/>
                <a:cs typeface="Arial"/>
              </a:rPr>
              <a:t>c</a:t>
            </a:r>
            <a:r>
              <a:rPr sz="950" b="1" spc="40" dirty="0">
                <a:latin typeface="Arial"/>
                <a:cs typeface="Arial"/>
              </a:rPr>
              <a:t> </a:t>
            </a:r>
            <a:r>
              <a:rPr sz="950" dirty="0">
                <a:latin typeface="Arial MT"/>
                <a:cs typeface="Arial MT"/>
              </a:rPr>
              <a:t>for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entire</a:t>
            </a:r>
            <a:r>
              <a:rPr sz="950" spc="4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decoding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8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solidFill>
                  <a:srgbClr val="218B21"/>
                </a:solidFill>
                <a:latin typeface="Arial MT"/>
                <a:cs typeface="Arial MT"/>
              </a:rPr>
              <a:t>After:</a:t>
            </a:r>
            <a:r>
              <a:rPr sz="950" spc="135" dirty="0">
                <a:solidFill>
                  <a:srgbClr val="218B2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Different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context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b="1" dirty="0">
                <a:latin typeface="Arial"/>
                <a:cs typeface="Arial"/>
              </a:rPr>
              <a:t>c</a:t>
            </a:r>
            <a:r>
              <a:rPr sz="1050" i="1" baseline="-11904" dirty="0">
                <a:latin typeface="Arial"/>
                <a:cs typeface="Arial"/>
              </a:rPr>
              <a:t>t</a:t>
            </a:r>
            <a:r>
              <a:rPr sz="1050" i="1" spc="397" baseline="-11904" dirty="0">
                <a:latin typeface="Arial"/>
                <a:cs typeface="Arial"/>
              </a:rPr>
              <a:t> </a:t>
            </a:r>
            <a:r>
              <a:rPr sz="950" dirty="0">
                <a:latin typeface="Arial MT"/>
                <a:cs typeface="Arial MT"/>
              </a:rPr>
              <a:t>at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each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decoder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step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i="1" spc="-50" dirty="0">
                <a:latin typeface="Arial"/>
                <a:cs typeface="Arial"/>
              </a:rPr>
              <a:t>t</a:t>
            </a:r>
            <a:endParaRPr sz="950">
              <a:latin typeface="Arial"/>
              <a:cs typeface="Arial"/>
            </a:endParaRPr>
          </a:p>
          <a:p>
            <a:pPr marL="193040">
              <a:lnSpc>
                <a:spcPct val="100000"/>
              </a:lnSpc>
              <a:spcBef>
                <a:spcPts val="6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Weights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1100" i="1" dirty="0">
                <a:latin typeface="Verdana"/>
                <a:cs typeface="Verdana"/>
              </a:rPr>
              <a:t>α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419" baseline="-11904" dirty="0">
                <a:latin typeface="Arial"/>
                <a:cs typeface="Arial"/>
              </a:rPr>
              <a:t> </a:t>
            </a:r>
            <a:r>
              <a:rPr sz="950" dirty="0">
                <a:latin typeface="Arial MT"/>
                <a:cs typeface="Arial MT"/>
              </a:rPr>
              <a:t>learned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automatically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from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data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18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8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Focuses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on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relevant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input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positions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dynamically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41" name="object 4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7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7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7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7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0"/>
              </a:lnSpc>
            </a:pPr>
            <a:fld id="{81D60167-4931-47E6-BA6A-407CBD079E47}" type="slidenum">
              <a:rPr dirty="0"/>
              <a:t>24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54" dirty="0">
                <a:solidFill>
                  <a:srgbClr val="FFFFFF"/>
                </a:solidFill>
              </a:rPr>
              <a:t>H</a:t>
            </a:r>
            <a:r>
              <a:rPr cap="small" spc="254" dirty="0">
                <a:solidFill>
                  <a:srgbClr val="FFFFFF"/>
                </a:solidFill>
              </a:rPr>
              <a:t>istorical</a:t>
            </a:r>
            <a:r>
              <a:rPr spc="290" dirty="0">
                <a:solidFill>
                  <a:srgbClr val="FFFFFF"/>
                </a:solidFill>
              </a:rPr>
              <a:t> </a:t>
            </a:r>
            <a:r>
              <a:rPr spc="280" dirty="0">
                <a:solidFill>
                  <a:srgbClr val="FFFFFF"/>
                </a:solidFill>
              </a:rPr>
              <a:t>C</a:t>
            </a:r>
            <a:r>
              <a:rPr cap="small" spc="280" dirty="0">
                <a:solidFill>
                  <a:srgbClr val="FFFFFF"/>
                </a:solidFill>
              </a:rPr>
              <a:t>ontext</a:t>
            </a:r>
            <a:r>
              <a:rPr spc="280" dirty="0">
                <a:solidFill>
                  <a:srgbClr val="FFFFFF"/>
                </a:solidFill>
              </a:rPr>
              <a:t>:</a:t>
            </a:r>
            <a:r>
              <a:rPr spc="495" dirty="0">
                <a:solidFill>
                  <a:srgbClr val="FFFFFF"/>
                </a:solidFill>
              </a:rPr>
              <a:t> </a:t>
            </a:r>
            <a:r>
              <a:rPr spc="345" dirty="0">
                <a:solidFill>
                  <a:srgbClr val="FFFFFF"/>
                </a:solidFill>
              </a:rPr>
              <a:t>T</a:t>
            </a:r>
            <a:r>
              <a:rPr cap="small" spc="345" dirty="0">
                <a:solidFill>
                  <a:srgbClr val="FFFFFF"/>
                </a:solidFill>
              </a:rPr>
              <a:t>he</a:t>
            </a:r>
            <a:r>
              <a:rPr spc="290" dirty="0">
                <a:solidFill>
                  <a:srgbClr val="FFFFFF"/>
                </a:solidFill>
              </a:rPr>
              <a:t> </a:t>
            </a:r>
            <a:r>
              <a:rPr spc="245" dirty="0">
                <a:solidFill>
                  <a:srgbClr val="FFFFFF"/>
                </a:solidFill>
              </a:rPr>
              <a:t>B</a:t>
            </a:r>
            <a:r>
              <a:rPr cap="small" spc="245" dirty="0">
                <a:solidFill>
                  <a:srgbClr val="FFFFFF"/>
                </a:solidFill>
              </a:rPr>
              <a:t>reakthrough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54309"/>
            <a:ext cx="57975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Timeline: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30935" y="1272438"/>
            <a:ext cx="3893185" cy="89535"/>
            <a:chOff x="930935" y="1272438"/>
            <a:chExt cx="3893185" cy="89535"/>
          </a:xfrm>
        </p:grpSpPr>
        <p:sp>
          <p:nvSpPr>
            <p:cNvPr id="5" name="object 5"/>
            <p:cNvSpPr/>
            <p:nvPr/>
          </p:nvSpPr>
          <p:spPr>
            <a:xfrm>
              <a:off x="936015" y="1317028"/>
              <a:ext cx="3877945" cy="0"/>
            </a:xfrm>
            <a:custGeom>
              <a:avLst/>
              <a:gdLst/>
              <a:ahLst/>
              <a:cxnLst/>
              <a:rect l="l" t="t" r="r" b="b"/>
              <a:pathLst>
                <a:path w="3877945">
                  <a:moveTo>
                    <a:pt x="0" y="0"/>
                  </a:moveTo>
                  <a:lnTo>
                    <a:pt x="3877899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86585" y="1277518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41882" y="853972"/>
            <a:ext cx="484505" cy="4508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700" spc="-10" dirty="0">
                <a:latin typeface="Arial MT"/>
                <a:cs typeface="Arial MT"/>
              </a:rPr>
              <a:t>Seq2Seq</a:t>
            </a:r>
            <a:endParaRPr sz="700">
              <a:latin typeface="Arial MT"/>
              <a:cs typeface="Arial MT"/>
            </a:endParaRPr>
          </a:p>
          <a:p>
            <a:pPr algn="ctr">
              <a:lnSpc>
                <a:spcPts val="790"/>
              </a:lnSpc>
              <a:spcBef>
                <a:spcPts val="605"/>
              </a:spcBef>
            </a:pPr>
            <a:r>
              <a:rPr sz="700" spc="-10" dirty="0">
                <a:latin typeface="Arial MT"/>
                <a:cs typeface="Arial MT"/>
              </a:rPr>
              <a:t>(Sutskever)</a:t>
            </a:r>
            <a:endParaRPr sz="700">
              <a:latin typeface="Arial MT"/>
              <a:cs typeface="Arial MT"/>
            </a:endParaRPr>
          </a:p>
          <a:p>
            <a:pPr algn="ctr">
              <a:lnSpc>
                <a:spcPts val="1090"/>
              </a:lnSpc>
            </a:pPr>
            <a:r>
              <a:rPr sz="950" spc="-20" dirty="0">
                <a:latin typeface="Arial MT"/>
                <a:cs typeface="Arial MT"/>
              </a:rPr>
              <a:t>2014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0645" y="1413428"/>
            <a:ext cx="567055" cy="266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 marR="5080" indent="-64135">
              <a:lnSpc>
                <a:spcPct val="112700"/>
              </a:lnSpc>
              <a:spcBef>
                <a:spcPts val="95"/>
              </a:spcBef>
            </a:pPr>
            <a:r>
              <a:rPr sz="700" dirty="0">
                <a:latin typeface="Arial MT"/>
                <a:cs typeface="Arial MT"/>
              </a:rPr>
              <a:t>Fixed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context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bottleneck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67305" y="853311"/>
            <a:ext cx="501650" cy="45148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700" spc="-10" dirty="0">
                <a:latin typeface="Arial MT"/>
                <a:cs typeface="Arial MT"/>
              </a:rPr>
              <a:t>Attention</a:t>
            </a:r>
            <a:endParaRPr sz="700">
              <a:latin typeface="Arial MT"/>
              <a:cs typeface="Arial MT"/>
            </a:endParaRPr>
          </a:p>
          <a:p>
            <a:pPr algn="ctr">
              <a:lnSpc>
                <a:spcPts val="790"/>
              </a:lnSpc>
              <a:spcBef>
                <a:spcPts val="605"/>
              </a:spcBef>
            </a:pPr>
            <a:r>
              <a:rPr sz="700" spc="-10" dirty="0">
                <a:latin typeface="Arial MT"/>
                <a:cs typeface="Arial MT"/>
              </a:rPr>
              <a:t>(Bahdanau)</a:t>
            </a:r>
            <a:endParaRPr sz="700">
              <a:latin typeface="Arial MT"/>
              <a:cs typeface="Arial MT"/>
            </a:endParaRPr>
          </a:p>
          <a:p>
            <a:pPr algn="ctr">
              <a:lnSpc>
                <a:spcPts val="1090"/>
              </a:lnSpc>
            </a:pPr>
            <a:r>
              <a:rPr sz="950" spc="-20" dirty="0">
                <a:latin typeface="Arial MT"/>
                <a:cs typeface="Arial MT"/>
              </a:rPr>
              <a:t>2014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28163" y="1413428"/>
            <a:ext cx="379730" cy="266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4" marR="5080" indent="-2540">
              <a:lnSpc>
                <a:spcPct val="112700"/>
              </a:lnSpc>
              <a:spcBef>
                <a:spcPts val="95"/>
              </a:spcBef>
            </a:pPr>
            <a:r>
              <a:rPr sz="700" spc="-10" dirty="0">
                <a:latin typeface="Arial MT"/>
                <a:cs typeface="Arial MT"/>
              </a:rPr>
              <a:t>Dynamic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attention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97427" y="853679"/>
            <a:ext cx="509270" cy="45148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700" spc="-10" dirty="0">
                <a:latin typeface="Arial MT"/>
                <a:cs typeface="Arial MT"/>
              </a:rPr>
              <a:t>Transformer</a:t>
            </a:r>
            <a:endParaRPr sz="700">
              <a:latin typeface="Arial MT"/>
              <a:cs typeface="Arial MT"/>
            </a:endParaRPr>
          </a:p>
          <a:p>
            <a:pPr algn="ctr">
              <a:lnSpc>
                <a:spcPts val="790"/>
              </a:lnSpc>
              <a:spcBef>
                <a:spcPts val="605"/>
              </a:spcBef>
            </a:pPr>
            <a:r>
              <a:rPr sz="700" spc="-10" dirty="0">
                <a:latin typeface="Arial MT"/>
                <a:cs typeface="Arial MT"/>
              </a:rPr>
              <a:t>(Vaswani)</a:t>
            </a:r>
            <a:endParaRPr sz="700">
              <a:latin typeface="Arial MT"/>
              <a:cs typeface="Arial MT"/>
            </a:endParaRPr>
          </a:p>
          <a:p>
            <a:pPr algn="ctr">
              <a:lnSpc>
                <a:spcPts val="1090"/>
              </a:lnSpc>
            </a:pPr>
            <a:r>
              <a:rPr sz="950" spc="-20" dirty="0">
                <a:latin typeface="Arial MT"/>
                <a:cs typeface="Arial MT"/>
              </a:rPr>
              <a:t>2017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64572" y="1413428"/>
            <a:ext cx="375285" cy="266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8105">
              <a:lnSpc>
                <a:spcPct val="112700"/>
              </a:lnSpc>
              <a:spcBef>
                <a:spcPts val="95"/>
              </a:spcBef>
            </a:pPr>
            <a:r>
              <a:rPr sz="700" spc="-20" dirty="0">
                <a:latin typeface="Arial MT"/>
                <a:cs typeface="Arial MT"/>
              </a:rPr>
              <a:t>Pure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attention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3702" y="2154948"/>
            <a:ext cx="69850" cy="734060"/>
            <a:chOff x="513702" y="2154948"/>
            <a:chExt cx="69850" cy="73406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154948"/>
              <a:ext cx="69291" cy="692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376373"/>
              <a:ext cx="69291" cy="692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597784"/>
              <a:ext cx="69291" cy="692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819209"/>
              <a:ext cx="69291" cy="6929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47294" y="1798572"/>
            <a:ext cx="3613785" cy="113284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Impact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of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Bahdanau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et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al.</a:t>
            </a:r>
            <a:r>
              <a:rPr sz="1050" spc="114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(2014):</a:t>
            </a:r>
            <a:endParaRPr sz="1050">
              <a:latin typeface="Arial MT"/>
              <a:cs typeface="Arial MT"/>
            </a:endParaRPr>
          </a:p>
          <a:p>
            <a:pPr marL="309880" marR="5080">
              <a:lnSpc>
                <a:spcPct val="138400"/>
              </a:lnSpc>
            </a:pPr>
            <a:r>
              <a:rPr sz="1050" dirty="0">
                <a:latin typeface="Arial MT"/>
                <a:cs typeface="Arial MT"/>
              </a:rPr>
              <a:t>Introduced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attention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neural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machine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translation </a:t>
            </a:r>
            <a:r>
              <a:rPr sz="1050" dirty="0">
                <a:latin typeface="Arial MT"/>
                <a:cs typeface="Arial MT"/>
              </a:rPr>
              <a:t>Improved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BLEU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scores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significantly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long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sentences </a:t>
            </a:r>
            <a:r>
              <a:rPr sz="1050" dirty="0">
                <a:latin typeface="Arial MT"/>
                <a:cs typeface="Arial MT"/>
              </a:rPr>
              <a:t>Decoder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could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”align”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relevant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source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words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84"/>
              </a:spcBef>
            </a:pPr>
            <a:r>
              <a:rPr sz="1050" dirty="0">
                <a:latin typeface="Arial MT"/>
                <a:cs typeface="Arial MT"/>
              </a:rPr>
              <a:t>Laid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foundation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Transformer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architecture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(2017)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0" name="object 2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6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6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6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6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0"/>
              </a:lnSpc>
            </a:pPr>
            <a:fld id="{81D60167-4931-47E6-BA6A-407CBD079E47}" type="slidenum">
              <a:rPr dirty="0"/>
              <a:t>25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F3858FA-49C1-542B-09AB-6E64E622612A}"/>
                  </a:ext>
                </a:extLst>
              </p14:cNvPr>
              <p14:cNvContentPartPr/>
              <p14:nvPr/>
            </p14:nvContentPartPr>
            <p14:xfrm>
              <a:off x="1178640" y="339120"/>
              <a:ext cx="4525200" cy="10753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F3858FA-49C1-542B-09AB-6E64E622612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69280" y="329760"/>
                <a:ext cx="4543920" cy="1094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40" dirty="0">
                <a:solidFill>
                  <a:srgbClr val="FFFFFF"/>
                </a:solidFill>
              </a:rPr>
              <a:t>M</a:t>
            </a:r>
            <a:r>
              <a:rPr cap="small" spc="240" dirty="0">
                <a:solidFill>
                  <a:srgbClr val="FFFFFF"/>
                </a:solidFill>
              </a:rPr>
              <a:t>odern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50" dirty="0">
                <a:solidFill>
                  <a:srgbClr val="FFFFFF"/>
                </a:solidFill>
              </a:rPr>
              <a:t>L</a:t>
            </a:r>
            <a:r>
              <a:rPr cap="small" spc="250" dirty="0">
                <a:solidFill>
                  <a:srgbClr val="FFFFFF"/>
                </a:solidFill>
              </a:rPr>
              <a:t>andscape</a:t>
            </a:r>
            <a:r>
              <a:rPr spc="250" dirty="0">
                <a:solidFill>
                  <a:srgbClr val="FFFFFF"/>
                </a:solidFill>
              </a:rPr>
              <a:t>:</a:t>
            </a:r>
            <a:r>
              <a:rPr spc="484" dirty="0">
                <a:solidFill>
                  <a:srgbClr val="FFFFFF"/>
                </a:solidFill>
              </a:rPr>
              <a:t> </a:t>
            </a:r>
            <a:r>
              <a:rPr spc="260" dirty="0">
                <a:solidFill>
                  <a:srgbClr val="FFFFFF"/>
                </a:solidFill>
              </a:rPr>
              <a:t>A</a:t>
            </a:r>
            <a:r>
              <a:rPr cap="small" spc="260" dirty="0">
                <a:solidFill>
                  <a:srgbClr val="FFFFFF"/>
                </a:solidFill>
              </a:rPr>
              <a:t>ttention</a:t>
            </a:r>
            <a:r>
              <a:rPr spc="285" dirty="0">
                <a:solidFill>
                  <a:srgbClr val="FFFFFF"/>
                </a:solidFill>
              </a:rPr>
              <a:t> </a:t>
            </a:r>
            <a:r>
              <a:rPr spc="250" dirty="0">
                <a:solidFill>
                  <a:srgbClr val="FFFFFF"/>
                </a:solidFill>
              </a:rPr>
              <a:t>E</a:t>
            </a:r>
            <a:r>
              <a:rPr cap="small" spc="250" dirty="0">
                <a:solidFill>
                  <a:srgbClr val="FFFFFF"/>
                </a:solidFill>
              </a:rPr>
              <a:t>verywhere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07534"/>
            <a:ext cx="410972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Attention</a:t>
            </a:r>
            <a:r>
              <a:rPr sz="1050" spc="6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has</a:t>
            </a:r>
            <a:r>
              <a:rPr sz="1050" spc="6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become</a:t>
            </a:r>
            <a:r>
              <a:rPr sz="1050" spc="7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the</a:t>
            </a:r>
            <a:r>
              <a:rPr sz="1050" spc="6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dominant</a:t>
            </a:r>
            <a:r>
              <a:rPr sz="1050" spc="7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mechanism</a:t>
            </a:r>
            <a:r>
              <a:rPr sz="1050" spc="6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across</a:t>
            </a:r>
            <a:r>
              <a:rPr sz="1050" spc="7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AI</a:t>
            </a:r>
            <a:r>
              <a:rPr sz="1050" spc="6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domains.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55923" y="1399230"/>
            <a:ext cx="1048385" cy="556260"/>
            <a:chOff x="2355923" y="1399230"/>
            <a:chExt cx="1048385" cy="556260"/>
          </a:xfrm>
        </p:grpSpPr>
        <p:sp>
          <p:nvSpPr>
            <p:cNvPr id="5" name="object 5"/>
            <p:cNvSpPr/>
            <p:nvPr/>
          </p:nvSpPr>
          <p:spPr>
            <a:xfrm>
              <a:off x="2358463" y="1401770"/>
              <a:ext cx="1043305" cy="551180"/>
            </a:xfrm>
            <a:custGeom>
              <a:avLst/>
              <a:gdLst/>
              <a:ahLst/>
              <a:cxnLst/>
              <a:rect l="l" t="t" r="r" b="b"/>
              <a:pathLst>
                <a:path w="1043304" h="551180">
                  <a:moveTo>
                    <a:pt x="521551" y="0"/>
                  </a:moveTo>
                  <a:lnTo>
                    <a:pt x="460726" y="1852"/>
                  </a:lnTo>
                  <a:lnTo>
                    <a:pt x="401963" y="7273"/>
                  </a:lnTo>
                  <a:lnTo>
                    <a:pt x="345652" y="16055"/>
                  </a:lnTo>
                  <a:lnTo>
                    <a:pt x="292184" y="27992"/>
                  </a:lnTo>
                  <a:lnTo>
                    <a:pt x="241952" y="42876"/>
                  </a:lnTo>
                  <a:lnTo>
                    <a:pt x="195346" y="60503"/>
                  </a:lnTo>
                  <a:lnTo>
                    <a:pt x="152757" y="80663"/>
                  </a:lnTo>
                  <a:lnTo>
                    <a:pt x="114577" y="103152"/>
                  </a:lnTo>
                  <a:lnTo>
                    <a:pt x="81198" y="127763"/>
                  </a:lnTo>
                  <a:lnTo>
                    <a:pt x="53010" y="154288"/>
                  </a:lnTo>
                  <a:lnTo>
                    <a:pt x="13774" y="212257"/>
                  </a:lnTo>
                  <a:lnTo>
                    <a:pt x="0" y="275405"/>
                  </a:lnTo>
                  <a:lnTo>
                    <a:pt x="3508" y="307524"/>
                  </a:lnTo>
                  <a:lnTo>
                    <a:pt x="30405" y="368289"/>
                  </a:lnTo>
                  <a:lnTo>
                    <a:pt x="81198" y="423048"/>
                  </a:lnTo>
                  <a:lnTo>
                    <a:pt x="114577" y="447658"/>
                  </a:lnTo>
                  <a:lnTo>
                    <a:pt x="152757" y="470147"/>
                  </a:lnTo>
                  <a:lnTo>
                    <a:pt x="195346" y="490308"/>
                  </a:lnTo>
                  <a:lnTo>
                    <a:pt x="241952" y="507934"/>
                  </a:lnTo>
                  <a:lnTo>
                    <a:pt x="292184" y="522819"/>
                  </a:lnTo>
                  <a:lnTo>
                    <a:pt x="345652" y="534756"/>
                  </a:lnTo>
                  <a:lnTo>
                    <a:pt x="401963" y="543538"/>
                  </a:lnTo>
                  <a:lnTo>
                    <a:pt x="460726" y="548958"/>
                  </a:lnTo>
                  <a:lnTo>
                    <a:pt x="521551" y="550811"/>
                  </a:lnTo>
                  <a:lnTo>
                    <a:pt x="582375" y="548958"/>
                  </a:lnTo>
                  <a:lnTo>
                    <a:pt x="641139" y="543538"/>
                  </a:lnTo>
                  <a:lnTo>
                    <a:pt x="697450" y="534756"/>
                  </a:lnTo>
                  <a:lnTo>
                    <a:pt x="750918" y="522819"/>
                  </a:lnTo>
                  <a:lnTo>
                    <a:pt x="801150" y="507934"/>
                  </a:lnTo>
                  <a:lnTo>
                    <a:pt x="847756" y="490308"/>
                  </a:lnTo>
                  <a:lnTo>
                    <a:pt x="890345" y="470147"/>
                  </a:lnTo>
                  <a:lnTo>
                    <a:pt x="928524" y="447658"/>
                  </a:lnTo>
                  <a:lnTo>
                    <a:pt x="961904" y="423048"/>
                  </a:lnTo>
                  <a:lnTo>
                    <a:pt x="990092" y="396523"/>
                  </a:lnTo>
                  <a:lnTo>
                    <a:pt x="1029328" y="338554"/>
                  </a:lnTo>
                  <a:lnTo>
                    <a:pt x="1043102" y="275405"/>
                  </a:lnTo>
                  <a:lnTo>
                    <a:pt x="1039593" y="243287"/>
                  </a:lnTo>
                  <a:lnTo>
                    <a:pt x="1012697" y="182522"/>
                  </a:lnTo>
                  <a:lnTo>
                    <a:pt x="961904" y="127763"/>
                  </a:lnTo>
                  <a:lnTo>
                    <a:pt x="928524" y="103152"/>
                  </a:lnTo>
                  <a:lnTo>
                    <a:pt x="890345" y="80663"/>
                  </a:lnTo>
                  <a:lnTo>
                    <a:pt x="847756" y="60503"/>
                  </a:lnTo>
                  <a:lnTo>
                    <a:pt x="801150" y="42876"/>
                  </a:lnTo>
                  <a:lnTo>
                    <a:pt x="750918" y="27992"/>
                  </a:lnTo>
                  <a:lnTo>
                    <a:pt x="697450" y="16055"/>
                  </a:lnTo>
                  <a:lnTo>
                    <a:pt x="641139" y="7273"/>
                  </a:lnTo>
                  <a:lnTo>
                    <a:pt x="582375" y="1852"/>
                  </a:lnTo>
                  <a:lnTo>
                    <a:pt x="521551" y="0"/>
                  </a:lnTo>
                  <a:close/>
                </a:path>
              </a:pathLst>
            </a:custGeom>
            <a:solidFill>
              <a:srgbClr val="FDE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58463" y="1401770"/>
              <a:ext cx="1043305" cy="551180"/>
            </a:xfrm>
            <a:custGeom>
              <a:avLst/>
              <a:gdLst/>
              <a:ahLst/>
              <a:cxnLst/>
              <a:rect l="l" t="t" r="r" b="b"/>
              <a:pathLst>
                <a:path w="1043304" h="551180">
                  <a:moveTo>
                    <a:pt x="1043102" y="275405"/>
                  </a:moveTo>
                  <a:lnTo>
                    <a:pt x="1029328" y="212257"/>
                  </a:lnTo>
                  <a:lnTo>
                    <a:pt x="990092" y="154288"/>
                  </a:lnTo>
                  <a:lnTo>
                    <a:pt x="961904" y="127763"/>
                  </a:lnTo>
                  <a:lnTo>
                    <a:pt x="928524" y="103152"/>
                  </a:lnTo>
                  <a:lnTo>
                    <a:pt x="890345" y="80663"/>
                  </a:lnTo>
                  <a:lnTo>
                    <a:pt x="847756" y="60503"/>
                  </a:lnTo>
                  <a:lnTo>
                    <a:pt x="801150" y="42876"/>
                  </a:lnTo>
                  <a:lnTo>
                    <a:pt x="750918" y="27992"/>
                  </a:lnTo>
                  <a:lnTo>
                    <a:pt x="697450" y="16055"/>
                  </a:lnTo>
                  <a:lnTo>
                    <a:pt x="641139" y="7273"/>
                  </a:lnTo>
                  <a:lnTo>
                    <a:pt x="582375" y="1852"/>
                  </a:lnTo>
                  <a:lnTo>
                    <a:pt x="521551" y="0"/>
                  </a:lnTo>
                  <a:lnTo>
                    <a:pt x="460726" y="1852"/>
                  </a:lnTo>
                  <a:lnTo>
                    <a:pt x="401963" y="7273"/>
                  </a:lnTo>
                  <a:lnTo>
                    <a:pt x="345652" y="16055"/>
                  </a:lnTo>
                  <a:lnTo>
                    <a:pt x="292184" y="27992"/>
                  </a:lnTo>
                  <a:lnTo>
                    <a:pt x="241952" y="42876"/>
                  </a:lnTo>
                  <a:lnTo>
                    <a:pt x="195346" y="60503"/>
                  </a:lnTo>
                  <a:lnTo>
                    <a:pt x="152757" y="80663"/>
                  </a:lnTo>
                  <a:lnTo>
                    <a:pt x="114577" y="103152"/>
                  </a:lnTo>
                  <a:lnTo>
                    <a:pt x="81198" y="127763"/>
                  </a:lnTo>
                  <a:lnTo>
                    <a:pt x="53010" y="154288"/>
                  </a:lnTo>
                  <a:lnTo>
                    <a:pt x="13774" y="212257"/>
                  </a:lnTo>
                  <a:lnTo>
                    <a:pt x="0" y="275405"/>
                  </a:lnTo>
                  <a:lnTo>
                    <a:pt x="3508" y="307524"/>
                  </a:lnTo>
                  <a:lnTo>
                    <a:pt x="30405" y="368289"/>
                  </a:lnTo>
                  <a:lnTo>
                    <a:pt x="81198" y="423048"/>
                  </a:lnTo>
                  <a:lnTo>
                    <a:pt x="114577" y="447658"/>
                  </a:lnTo>
                  <a:lnTo>
                    <a:pt x="152757" y="470147"/>
                  </a:lnTo>
                  <a:lnTo>
                    <a:pt x="195346" y="490308"/>
                  </a:lnTo>
                  <a:lnTo>
                    <a:pt x="241952" y="507934"/>
                  </a:lnTo>
                  <a:lnTo>
                    <a:pt x="292184" y="522819"/>
                  </a:lnTo>
                  <a:lnTo>
                    <a:pt x="345652" y="534756"/>
                  </a:lnTo>
                  <a:lnTo>
                    <a:pt x="401963" y="543538"/>
                  </a:lnTo>
                  <a:lnTo>
                    <a:pt x="460726" y="548958"/>
                  </a:lnTo>
                  <a:lnTo>
                    <a:pt x="521551" y="550811"/>
                  </a:lnTo>
                  <a:lnTo>
                    <a:pt x="582375" y="548958"/>
                  </a:lnTo>
                  <a:lnTo>
                    <a:pt x="641139" y="543538"/>
                  </a:lnTo>
                  <a:lnTo>
                    <a:pt x="697450" y="534756"/>
                  </a:lnTo>
                  <a:lnTo>
                    <a:pt x="750918" y="522819"/>
                  </a:lnTo>
                  <a:lnTo>
                    <a:pt x="801150" y="507934"/>
                  </a:lnTo>
                  <a:lnTo>
                    <a:pt x="847756" y="490308"/>
                  </a:lnTo>
                  <a:lnTo>
                    <a:pt x="890345" y="470147"/>
                  </a:lnTo>
                  <a:lnTo>
                    <a:pt x="928524" y="447658"/>
                  </a:lnTo>
                  <a:lnTo>
                    <a:pt x="961904" y="423048"/>
                  </a:lnTo>
                  <a:lnTo>
                    <a:pt x="990092" y="396523"/>
                  </a:lnTo>
                  <a:lnTo>
                    <a:pt x="1029328" y="338554"/>
                  </a:lnTo>
                  <a:lnTo>
                    <a:pt x="1043102" y="275405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37231" y="1556274"/>
            <a:ext cx="68580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-10" dirty="0">
                <a:solidFill>
                  <a:srgbClr val="1B1472"/>
                </a:solidFill>
                <a:latin typeface="Arial MT"/>
                <a:cs typeface="Arial MT"/>
              </a:rPr>
              <a:t>Attention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80671" y="900827"/>
            <a:ext cx="751205" cy="328930"/>
          </a:xfrm>
          <a:custGeom>
            <a:avLst/>
            <a:gdLst/>
            <a:ahLst/>
            <a:cxnLst/>
            <a:rect l="l" t="t" r="r" b="b"/>
            <a:pathLst>
              <a:path w="751205" h="328930">
                <a:moveTo>
                  <a:pt x="750638" y="0"/>
                </a:moveTo>
                <a:lnTo>
                  <a:pt x="0" y="0"/>
                </a:lnTo>
                <a:lnTo>
                  <a:pt x="0" y="328673"/>
                </a:lnTo>
                <a:lnTo>
                  <a:pt x="750638" y="328673"/>
                </a:lnTo>
                <a:lnTo>
                  <a:pt x="750638" y="0"/>
                </a:lnTo>
                <a:close/>
              </a:path>
            </a:pathLst>
          </a:custGeom>
          <a:solidFill>
            <a:srgbClr val="D1D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80671" y="900827"/>
            <a:ext cx="751205" cy="32893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sz="900" spc="-25" dirty="0">
                <a:latin typeface="Arial MT"/>
                <a:cs typeface="Arial MT"/>
              </a:rPr>
              <a:t>NLP</a:t>
            </a:r>
            <a:endParaRPr sz="9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sz="600" spc="-10" dirty="0">
                <a:latin typeface="Arial MT"/>
                <a:cs typeface="Arial MT"/>
              </a:rPr>
              <a:t>BERT,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GPT, </a:t>
            </a:r>
            <a:r>
              <a:rPr sz="600" spc="-25" dirty="0">
                <a:latin typeface="Arial MT"/>
                <a:cs typeface="Arial MT"/>
              </a:rPr>
              <a:t>T5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28719" y="900827"/>
            <a:ext cx="751205" cy="328930"/>
          </a:xfrm>
          <a:custGeom>
            <a:avLst/>
            <a:gdLst/>
            <a:ahLst/>
            <a:cxnLst/>
            <a:rect l="l" t="t" r="r" b="b"/>
            <a:pathLst>
              <a:path w="751204" h="328930">
                <a:moveTo>
                  <a:pt x="750638" y="0"/>
                </a:moveTo>
                <a:lnTo>
                  <a:pt x="0" y="0"/>
                </a:lnTo>
                <a:lnTo>
                  <a:pt x="0" y="328673"/>
                </a:lnTo>
                <a:lnTo>
                  <a:pt x="750638" y="328673"/>
                </a:lnTo>
                <a:lnTo>
                  <a:pt x="750638" y="0"/>
                </a:lnTo>
                <a:close/>
              </a:path>
            </a:pathLst>
          </a:custGeom>
          <a:solidFill>
            <a:srgbClr val="D2E7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28719" y="900827"/>
            <a:ext cx="751205" cy="32893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sz="900" spc="-10" dirty="0">
                <a:latin typeface="Arial MT"/>
                <a:cs typeface="Arial MT"/>
              </a:rPr>
              <a:t>Vision</a:t>
            </a:r>
            <a:endParaRPr sz="9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sz="600" dirty="0">
                <a:latin typeface="Arial MT"/>
                <a:cs typeface="Arial MT"/>
              </a:rPr>
              <a:t>ViT,</a:t>
            </a:r>
            <a:r>
              <a:rPr sz="600" spc="-3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DEIT,</a:t>
            </a:r>
            <a:r>
              <a:rPr sz="600" spc="-25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Swin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80671" y="2043655"/>
            <a:ext cx="751205" cy="491490"/>
          </a:xfrm>
          <a:prstGeom prst="rect">
            <a:avLst/>
          </a:prstGeom>
          <a:solidFill>
            <a:srgbClr val="FBD2D4"/>
          </a:solidFill>
          <a:ln w="5060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75"/>
              </a:spcBef>
            </a:pPr>
            <a:r>
              <a:rPr sz="900" spc="-10" dirty="0">
                <a:latin typeface="Arial MT"/>
                <a:cs typeface="Arial MT"/>
              </a:rPr>
              <a:t>Speech</a:t>
            </a:r>
            <a:endParaRPr sz="900">
              <a:latin typeface="Arial MT"/>
              <a:cs typeface="Arial MT"/>
            </a:endParaRPr>
          </a:p>
          <a:p>
            <a:pPr marL="233045" marR="175895" indent="-49530">
              <a:lnSpc>
                <a:spcPts val="1230"/>
              </a:lnSpc>
              <a:spcBef>
                <a:spcPts val="65"/>
              </a:spcBef>
            </a:pPr>
            <a:r>
              <a:rPr sz="600" spc="-10" dirty="0">
                <a:latin typeface="Arial MT"/>
                <a:cs typeface="Arial MT"/>
              </a:rPr>
              <a:t>Conformer,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Whisper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726179" y="2119388"/>
            <a:ext cx="756285" cy="339725"/>
            <a:chOff x="3726179" y="2119388"/>
            <a:chExt cx="756285" cy="339725"/>
          </a:xfrm>
        </p:grpSpPr>
        <p:sp>
          <p:nvSpPr>
            <p:cNvPr id="14" name="object 14"/>
            <p:cNvSpPr/>
            <p:nvPr/>
          </p:nvSpPr>
          <p:spPr>
            <a:xfrm>
              <a:off x="3728719" y="2121928"/>
              <a:ext cx="751205" cy="334645"/>
            </a:xfrm>
            <a:custGeom>
              <a:avLst/>
              <a:gdLst/>
              <a:ahLst/>
              <a:cxnLst/>
              <a:rect l="l" t="t" r="r" b="b"/>
              <a:pathLst>
                <a:path w="751204" h="334644">
                  <a:moveTo>
                    <a:pt x="750638" y="0"/>
                  </a:moveTo>
                  <a:lnTo>
                    <a:pt x="0" y="0"/>
                  </a:lnTo>
                  <a:lnTo>
                    <a:pt x="0" y="334519"/>
                  </a:lnTo>
                  <a:lnTo>
                    <a:pt x="750638" y="334519"/>
                  </a:lnTo>
                  <a:lnTo>
                    <a:pt x="750638" y="0"/>
                  </a:lnTo>
                  <a:close/>
                </a:path>
              </a:pathLst>
            </a:custGeom>
            <a:solidFill>
              <a:srgbClr val="F2CC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28719" y="2121928"/>
              <a:ext cx="751205" cy="334645"/>
            </a:xfrm>
            <a:custGeom>
              <a:avLst/>
              <a:gdLst/>
              <a:ahLst/>
              <a:cxnLst/>
              <a:rect l="l" t="t" r="r" b="b"/>
              <a:pathLst>
                <a:path w="751204" h="334644">
                  <a:moveTo>
                    <a:pt x="750638" y="0"/>
                  </a:moveTo>
                  <a:lnTo>
                    <a:pt x="0" y="0"/>
                  </a:lnTo>
                  <a:lnTo>
                    <a:pt x="0" y="334519"/>
                  </a:lnTo>
                  <a:lnTo>
                    <a:pt x="750638" y="334519"/>
                  </a:lnTo>
                  <a:lnTo>
                    <a:pt x="750638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810579" y="2115710"/>
            <a:ext cx="587375" cy="31305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spc="-10" dirty="0">
                <a:latin typeface="Arial MT"/>
                <a:cs typeface="Arial MT"/>
              </a:rPr>
              <a:t>Multimodal</a:t>
            </a:r>
            <a:endParaRPr sz="900">
              <a:latin typeface="Arial MT"/>
              <a:cs typeface="Arial MT"/>
            </a:endParaRPr>
          </a:p>
          <a:p>
            <a:pPr marL="31115">
              <a:lnSpc>
                <a:spcPct val="100000"/>
              </a:lnSpc>
              <a:spcBef>
                <a:spcPts val="445"/>
              </a:spcBef>
            </a:pPr>
            <a:r>
              <a:rPr sz="600" spc="-10" dirty="0">
                <a:latin typeface="Arial MT"/>
                <a:cs typeface="Arial MT"/>
              </a:rPr>
              <a:t>CLIP, Flamingo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1194306"/>
            <a:ext cx="5760085" cy="2039620"/>
            <a:chOff x="0" y="1194306"/>
            <a:chExt cx="5760085" cy="2039620"/>
          </a:xfrm>
        </p:grpSpPr>
        <p:sp>
          <p:nvSpPr>
            <p:cNvPr id="18" name="object 18"/>
            <p:cNvSpPr/>
            <p:nvPr/>
          </p:nvSpPr>
          <p:spPr>
            <a:xfrm>
              <a:off x="2006847" y="1240732"/>
              <a:ext cx="492759" cy="246379"/>
            </a:xfrm>
            <a:custGeom>
              <a:avLst/>
              <a:gdLst/>
              <a:ahLst/>
              <a:cxnLst/>
              <a:rect l="l" t="t" r="r" b="b"/>
              <a:pathLst>
                <a:path w="492760" h="246380">
                  <a:moveTo>
                    <a:pt x="492168" y="246045"/>
                  </a:moveTo>
                  <a:lnTo>
                    <a:pt x="0" y="0"/>
                  </a:lnTo>
                </a:path>
              </a:pathLst>
            </a:custGeom>
            <a:ln w="2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7673" y="1194307"/>
              <a:ext cx="85919" cy="12362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260931" y="1240732"/>
              <a:ext cx="492759" cy="246379"/>
            </a:xfrm>
            <a:custGeom>
              <a:avLst/>
              <a:gdLst/>
              <a:ahLst/>
              <a:cxnLst/>
              <a:rect l="l" t="t" r="r" b="b"/>
              <a:pathLst>
                <a:path w="492760" h="246380">
                  <a:moveTo>
                    <a:pt x="0" y="246037"/>
                  </a:moveTo>
                  <a:lnTo>
                    <a:pt x="492164" y="0"/>
                  </a:lnTo>
                </a:path>
              </a:pathLst>
            </a:custGeom>
            <a:ln w="2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6352" y="1194306"/>
              <a:ext cx="85918" cy="12362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051549" y="1867715"/>
              <a:ext cx="447675" cy="224154"/>
            </a:xfrm>
            <a:custGeom>
              <a:avLst/>
              <a:gdLst/>
              <a:ahLst/>
              <a:cxnLst/>
              <a:rect l="l" t="t" r="r" b="b"/>
              <a:pathLst>
                <a:path w="447675" h="224155">
                  <a:moveTo>
                    <a:pt x="447642" y="0"/>
                  </a:moveTo>
                  <a:lnTo>
                    <a:pt x="0" y="223973"/>
                  </a:lnTo>
                </a:path>
              </a:pathLst>
            </a:custGeom>
            <a:ln w="2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32376" y="2014485"/>
              <a:ext cx="85930" cy="12360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260916" y="1867630"/>
              <a:ext cx="486409" cy="243204"/>
            </a:xfrm>
            <a:custGeom>
              <a:avLst/>
              <a:gdLst/>
              <a:ahLst/>
              <a:cxnLst/>
              <a:rect l="l" t="t" r="r" b="b"/>
              <a:pathLst>
                <a:path w="486410" h="243205">
                  <a:moveTo>
                    <a:pt x="0" y="0"/>
                  </a:moveTo>
                  <a:lnTo>
                    <a:pt x="486337" y="243106"/>
                  </a:lnTo>
                </a:path>
              </a:pathLst>
            </a:custGeom>
            <a:ln w="2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80511" y="2033536"/>
              <a:ext cx="85916" cy="12362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47294" y="2697891"/>
            <a:ext cx="379539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Understanding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attention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is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essential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for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modern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deep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learning.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6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6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6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6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0"/>
              </a:lnSpc>
            </a:pPr>
            <a:fld id="{81D60167-4931-47E6-BA6A-407CBD079E47}" type="slidenum">
              <a:rPr dirty="0"/>
              <a:t>26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00" dirty="0">
                <a:solidFill>
                  <a:srgbClr val="FFFFFF"/>
                </a:solidFill>
              </a:rPr>
              <a:t>T</a:t>
            </a:r>
            <a:r>
              <a:rPr cap="small" spc="300" dirty="0">
                <a:solidFill>
                  <a:srgbClr val="FFFFFF"/>
                </a:solidFill>
              </a:rPr>
              <a:t>able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cap="small" spc="250" dirty="0">
                <a:solidFill>
                  <a:srgbClr val="FFFFFF"/>
                </a:solidFill>
              </a:rPr>
              <a:t>of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10" dirty="0">
                <a:solidFill>
                  <a:srgbClr val="FFFFFF"/>
                </a:solidFill>
              </a:rPr>
              <a:t>C</a:t>
            </a:r>
            <a:r>
              <a:rPr cap="small" spc="210" dirty="0">
                <a:solidFill>
                  <a:srgbClr val="FFFFFF"/>
                </a:solidFill>
              </a:rPr>
              <a:t>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591032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2" y="859612"/>
            <a:ext cx="169964" cy="1699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128179"/>
            <a:ext cx="169964" cy="1699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2" y="1396758"/>
            <a:ext cx="169964" cy="169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62" y="1665338"/>
            <a:ext cx="169964" cy="1699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1933905"/>
            <a:ext cx="169964" cy="169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02484"/>
            <a:ext cx="169964" cy="16996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471064"/>
            <a:ext cx="169964" cy="1699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3649" y="2739631"/>
            <a:ext cx="169964" cy="16996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9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3029" y="476951"/>
            <a:ext cx="3728720" cy="2442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899"/>
              </a:lnSpc>
              <a:spcBef>
                <a:spcPts val="90"/>
              </a:spcBef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ncoder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-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D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ecoder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18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F</a:t>
            </a:r>
            <a:r>
              <a:rPr sz="1400" cap="small" spc="18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oundation</a:t>
            </a:r>
            <a:r>
              <a:rPr sz="1400" spc="18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I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ntroduction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cap="small" spc="23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to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ttention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15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M</a:t>
            </a:r>
            <a:r>
              <a:rPr sz="1400" cap="small" spc="15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echanisms</a:t>
            </a:r>
            <a:r>
              <a:rPr sz="1400" spc="15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65" dirty="0">
                <a:solidFill>
                  <a:srgbClr val="3333B2"/>
                </a:solidFill>
                <a:latin typeface="Calibri"/>
                <a:cs typeface="Calibri"/>
                <a:hlinkClick r:id="rId13" action="ppaction://hlinksldjump"/>
              </a:rPr>
              <a:t>C</a:t>
            </a:r>
            <a:r>
              <a:rPr sz="1400" cap="small" spc="265" dirty="0">
                <a:solidFill>
                  <a:srgbClr val="3333B2"/>
                </a:solidFill>
                <a:latin typeface="Calibri"/>
                <a:cs typeface="Calibri"/>
                <a:hlinkClick r:id="rId13" action="ppaction://hlinksldjump"/>
              </a:rPr>
              <a:t>ore</a:t>
            </a:r>
            <a:r>
              <a:rPr sz="1400" spc="229" dirty="0">
                <a:solidFill>
                  <a:srgbClr val="3333B2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225" dirty="0">
                <a:solidFill>
                  <a:srgbClr val="3333B2"/>
                </a:solidFill>
                <a:latin typeface="Calibri"/>
                <a:cs typeface="Calibri"/>
                <a:hlinkClick r:id="rId13" action="ppaction://hlinksldjump"/>
              </a:rPr>
              <a:t>A</a:t>
            </a:r>
            <a:r>
              <a:rPr sz="1400" cap="small" spc="225" dirty="0">
                <a:solidFill>
                  <a:srgbClr val="3333B2"/>
                </a:solidFill>
                <a:latin typeface="Calibri"/>
                <a:cs typeface="Calibri"/>
                <a:hlinkClick r:id="rId13" action="ppaction://hlinksldjump"/>
              </a:rPr>
              <a:t>ttention</a:t>
            </a:r>
            <a:r>
              <a:rPr sz="1400" spc="235" dirty="0">
                <a:solidFill>
                  <a:srgbClr val="3333B2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225" dirty="0">
                <a:solidFill>
                  <a:srgbClr val="3333B2"/>
                </a:solidFill>
                <a:latin typeface="Calibri"/>
                <a:cs typeface="Calibri"/>
                <a:hlinkClick r:id="rId13" action="ppaction://hlinksldjump"/>
              </a:rPr>
              <a:t>C</a:t>
            </a:r>
            <a:r>
              <a:rPr sz="1400" cap="small" spc="225" dirty="0">
                <a:solidFill>
                  <a:srgbClr val="3333B2"/>
                </a:solidFill>
                <a:latin typeface="Calibri"/>
                <a:cs typeface="Calibri"/>
                <a:hlinkClick r:id="rId13" action="ppaction://hlinksldjump"/>
              </a:rPr>
              <a:t>oncepts</a:t>
            </a:r>
            <a:endParaRPr sz="1400">
              <a:latin typeface="Calibri"/>
              <a:cs typeface="Calibri"/>
            </a:endParaRPr>
          </a:p>
          <a:p>
            <a:pPr marL="12700" marR="556260">
              <a:lnSpc>
                <a:spcPct val="125899"/>
              </a:lnSpc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Q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uery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-</a:t>
            </a:r>
            <a:r>
              <a:rPr sz="1400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K</a:t>
            </a:r>
            <a:r>
              <a:rPr sz="1400" cap="small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ey</a:t>
            </a:r>
            <a:r>
              <a:rPr sz="1400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-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V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alue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F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ramework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ttention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S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coring</a:t>
            </a:r>
            <a:r>
              <a:rPr sz="1400" spc="25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F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unctions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B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ahdanau</a:t>
            </a:r>
            <a:r>
              <a:rPr sz="1400" spc="23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ttention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for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S</a:t>
            </a:r>
            <a:r>
              <a:rPr sz="1400" cap="small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eq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2S</a:t>
            </a:r>
            <a:r>
              <a:rPr sz="1400" cap="small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eq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8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T</a:t>
            </a:r>
            <a:r>
              <a:rPr sz="1400" cap="small" spc="28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ypes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of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 A</a:t>
            </a:r>
            <a:r>
              <a:rPr sz="1400" cap="small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ttention</a:t>
            </a:r>
            <a:endParaRPr sz="1400">
              <a:latin typeface="Calibri"/>
              <a:cs typeface="Calibri"/>
            </a:endParaRPr>
          </a:p>
          <a:p>
            <a:pPr marL="12700" marR="70485">
              <a:lnSpc>
                <a:spcPct val="125899"/>
              </a:lnSpc>
            </a:pP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S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elf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-A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ttention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254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&amp;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P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ositional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16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E</a:t>
            </a:r>
            <a:r>
              <a:rPr sz="1400" cap="small" spc="16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ncoding</a:t>
            </a:r>
            <a:r>
              <a:rPr sz="1400" spc="16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19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S</a:t>
            </a:r>
            <a:r>
              <a:rPr sz="1400" cap="small" spc="19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ummary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25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&amp;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35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K</a:t>
            </a:r>
            <a:r>
              <a:rPr sz="1400" cap="small" spc="35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ey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T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akeaways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3" name="object 2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20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20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20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20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20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20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27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21291" y="794"/>
            <a:ext cx="3988012" cy="54054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Attention !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37" name="Google Shape;337;g21b601b1990_0_227"/>
          <p:cNvSpPr txBox="1">
            <a:spLocks noGrp="1"/>
          </p:cNvSpPr>
          <p:nvPr>
            <p:ph type="sldNum" idx="4294967295"/>
          </p:nvPr>
        </p:nvSpPr>
        <p:spPr>
          <a:xfrm>
            <a:off x="4468495" y="3006818"/>
            <a:ext cx="1297305" cy="172674"/>
          </a:xfrm>
          <a:prstGeom prst="rect">
            <a:avLst/>
          </a:prstGeom>
        </p:spPr>
        <p:txBody>
          <a:bodyPr spcFirstLastPara="1" wrap="square" lIns="43236" tIns="21612" rIns="43236" bIns="21612" anchor="ctr" anchorCtr="0">
            <a:noAutofit/>
          </a:bodyPr>
          <a:lstStyle/>
          <a:p>
            <a:pPr algn="r" rtl="0">
              <a:buClr>
                <a:srgbClr val="000000"/>
              </a:buClr>
              <a:buSzPts val="900"/>
            </a:pPr>
            <a:fld id="{00000000-1234-1234-1234-123412341234}" type="slidenum">
              <a:rPr lang="en-US"/>
              <a:pPr algn="r" rtl="0">
                <a:buClr>
                  <a:srgbClr val="000000"/>
                </a:buClr>
                <a:buSzPts val="900"/>
              </a:pPr>
              <a:t>28</a:t>
            </a:fld>
            <a:endParaRPr/>
          </a:p>
        </p:txBody>
      </p:sp>
      <p:sp>
        <p:nvSpPr>
          <p:cNvPr id="338" name="Google Shape;338;g21b601b1990_0_227"/>
          <p:cNvSpPr txBox="1"/>
          <p:nvPr/>
        </p:nvSpPr>
        <p:spPr>
          <a:xfrm>
            <a:off x="121291" y="705192"/>
            <a:ext cx="597152" cy="26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1135" b="1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Step -1 : </a:t>
            </a:r>
            <a:endParaRPr sz="1135" b="1"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21b601b1990_0_227"/>
          <p:cNvSpPr txBox="1"/>
          <p:nvPr/>
        </p:nvSpPr>
        <p:spPr>
          <a:xfrm>
            <a:off x="695117" y="719734"/>
            <a:ext cx="4403658" cy="232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946" b="1" dirty="0"/>
              <a:t>Find out how relevant each encoder state is to the present decoder state</a:t>
            </a:r>
            <a:endParaRPr sz="946" b="1" dirty="0"/>
          </a:p>
        </p:txBody>
      </p:sp>
      <p:pic>
        <p:nvPicPr>
          <p:cNvPr id="340" name="Google Shape;340;g21b601b1990_0_2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3617" y="733975"/>
            <a:ext cx="315475" cy="23295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21b601b1990_0_227"/>
          <p:cNvSpPr txBox="1"/>
          <p:nvPr/>
        </p:nvSpPr>
        <p:spPr>
          <a:xfrm>
            <a:off x="121291" y="1075343"/>
            <a:ext cx="4403658" cy="232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946" b="1" dirty="0"/>
              <a:t>Compute a score of similarity between               and all the encoder states :</a:t>
            </a:r>
            <a:endParaRPr sz="946" b="1" dirty="0"/>
          </a:p>
        </p:txBody>
      </p:sp>
      <p:pic>
        <p:nvPicPr>
          <p:cNvPr id="342" name="Google Shape;342;g21b601b1990_0_2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700" y="1109097"/>
            <a:ext cx="315475" cy="232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g21b601b1990_0_2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7764" y="1278331"/>
            <a:ext cx="991328" cy="232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21b601b1990_0_2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37379" y="1367233"/>
            <a:ext cx="2078445" cy="291707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21b601b1990_0_227"/>
          <p:cNvSpPr txBox="1"/>
          <p:nvPr/>
        </p:nvSpPr>
        <p:spPr>
          <a:xfrm>
            <a:off x="167933" y="1382066"/>
            <a:ext cx="2686971" cy="26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1135" b="1">
                <a:latin typeface="Calibri"/>
                <a:ea typeface="Calibri"/>
                <a:cs typeface="Calibri"/>
                <a:sym typeface="Calibri"/>
              </a:rPr>
              <a:t>Dot Product Attention : </a:t>
            </a:r>
            <a:endParaRPr sz="1135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21b601b1990_0_227"/>
          <p:cNvSpPr txBox="1"/>
          <p:nvPr/>
        </p:nvSpPr>
        <p:spPr>
          <a:xfrm>
            <a:off x="121291" y="1750243"/>
            <a:ext cx="597152" cy="26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1135" b="1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Step -2 : </a:t>
            </a:r>
            <a:endParaRPr sz="1135" b="1"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21b601b1990_0_227"/>
          <p:cNvSpPr txBox="1"/>
          <p:nvPr/>
        </p:nvSpPr>
        <p:spPr>
          <a:xfrm>
            <a:off x="751051" y="1754783"/>
            <a:ext cx="4963497" cy="232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946" b="1" dirty="0"/>
              <a:t>Normalize all the scores with </a:t>
            </a:r>
            <a:r>
              <a:rPr lang="en-US" sz="946" b="1" dirty="0" err="1"/>
              <a:t>softmax</a:t>
            </a:r>
            <a:r>
              <a:rPr lang="en-US" sz="946" b="1" dirty="0"/>
              <a:t> to create a vector of weights, α</a:t>
            </a:r>
            <a:r>
              <a:rPr lang="en-US" sz="946" b="1" baseline="-25000" dirty="0" err="1"/>
              <a:t>i,j</a:t>
            </a:r>
            <a:endParaRPr sz="946" b="1" dirty="0"/>
          </a:p>
        </p:txBody>
      </p:sp>
      <p:pic>
        <p:nvPicPr>
          <p:cNvPr id="348" name="Google Shape;348;g21b601b1990_0_2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8822" y="2030044"/>
            <a:ext cx="315475" cy="23295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21b601b1990_0_227"/>
          <p:cNvSpPr txBox="1"/>
          <p:nvPr/>
        </p:nvSpPr>
        <p:spPr>
          <a:xfrm>
            <a:off x="121291" y="2012286"/>
            <a:ext cx="5461638" cy="378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946" b="1">
                <a:solidFill>
                  <a:schemeClr val="dk1"/>
                </a:solidFill>
              </a:rPr>
              <a:t>α</a:t>
            </a:r>
            <a:r>
              <a:rPr lang="en-US" sz="946" b="1" baseline="-25000">
                <a:solidFill>
                  <a:schemeClr val="dk1"/>
                </a:solidFill>
              </a:rPr>
              <a:t>i,j </a:t>
            </a:r>
            <a:r>
              <a:rPr lang="en-US" sz="946" b="1">
                <a:solidFill>
                  <a:schemeClr val="dk1"/>
                </a:solidFill>
              </a:rPr>
              <a:t>indicates the proportional relevance of each encoder hidden state j to the prior hidden decoder state,</a:t>
            </a:r>
            <a:endParaRPr/>
          </a:p>
        </p:txBody>
      </p:sp>
      <p:pic>
        <p:nvPicPr>
          <p:cNvPr id="350" name="Google Shape;350;g21b601b1990_0_2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48167" y="2366627"/>
            <a:ext cx="2697558" cy="77875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BE6F872-D9A3-2216-2C4D-5A6840DAD359}"/>
                  </a:ext>
                </a:extLst>
              </p14:cNvPr>
              <p14:cNvContentPartPr/>
              <p14:nvPr/>
            </p14:nvContentPartPr>
            <p14:xfrm>
              <a:off x="1291680" y="896760"/>
              <a:ext cx="3066120" cy="51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BE6F872-D9A3-2216-2C4D-5A6840DAD35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2320" y="887400"/>
                <a:ext cx="308484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6B42335-76C4-F90B-6497-EB43168352E2}"/>
                  </a:ext>
                </a:extLst>
              </p14:cNvPr>
              <p14:cNvContentPartPr/>
              <p14:nvPr/>
            </p14:nvContentPartPr>
            <p14:xfrm>
              <a:off x="1715760" y="648720"/>
              <a:ext cx="3543120" cy="397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6B42335-76C4-F90B-6497-EB43168352E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06400" y="639360"/>
                <a:ext cx="356184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EA04A1B-FB25-F73B-6CAA-541746E4E304}"/>
                  </a:ext>
                </a:extLst>
              </p14:cNvPr>
              <p14:cNvContentPartPr/>
              <p14:nvPr/>
            </p14:nvContentPartPr>
            <p14:xfrm>
              <a:off x="1459800" y="105480"/>
              <a:ext cx="4030920" cy="2742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EA04A1B-FB25-F73B-6CAA-541746E4E30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50440" y="96120"/>
                <a:ext cx="4049640" cy="27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D19EAB7-2B57-A372-1706-B96B62EC193A}"/>
                  </a:ext>
                </a:extLst>
              </p14:cNvPr>
              <p14:cNvContentPartPr/>
              <p14:nvPr/>
            </p14:nvContentPartPr>
            <p14:xfrm>
              <a:off x="1550880" y="2270880"/>
              <a:ext cx="2264400" cy="554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D19EAB7-2B57-A372-1706-B96B62EC193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41520" y="2261520"/>
                <a:ext cx="228312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71BA520-7DC8-9763-AA16-89693CD20646}"/>
                  </a:ext>
                </a:extLst>
              </p14:cNvPr>
              <p14:cNvContentPartPr/>
              <p14:nvPr/>
            </p14:nvContentPartPr>
            <p14:xfrm>
              <a:off x="3819960" y="1425240"/>
              <a:ext cx="708480" cy="1222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71BA520-7DC8-9763-AA16-89693CD2064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10600" y="1415880"/>
                <a:ext cx="727200" cy="124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9774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A1AD9D-9078-7A8D-57E1-854F1E4F6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DF34A-55FC-672D-A1F3-AE7C1FE657D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4260FD-DD6A-701E-51E6-EFE0D52EC3A0}"/>
                  </a:ext>
                </a:extLst>
              </p14:cNvPr>
              <p14:cNvContentPartPr/>
              <p14:nvPr/>
            </p14:nvContentPartPr>
            <p14:xfrm>
              <a:off x="826920" y="665280"/>
              <a:ext cx="4366440" cy="1991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4260FD-DD6A-701E-51E6-EFE0D52EC3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7560" y="655920"/>
                <a:ext cx="4385160" cy="200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83593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Attention !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67" name="Google Shape;367;g21b601b1990_0_276"/>
          <p:cNvSpPr txBox="1">
            <a:spLocks noGrp="1"/>
          </p:cNvSpPr>
          <p:nvPr>
            <p:ph type="sldNum" idx="4294967295"/>
          </p:nvPr>
        </p:nvSpPr>
        <p:spPr>
          <a:xfrm>
            <a:off x="4468495" y="3006818"/>
            <a:ext cx="1297305" cy="172674"/>
          </a:xfrm>
          <a:prstGeom prst="rect">
            <a:avLst/>
          </a:prstGeom>
        </p:spPr>
        <p:txBody>
          <a:bodyPr spcFirstLastPara="1" wrap="square" lIns="43236" tIns="21612" rIns="43236" bIns="21612" anchor="ctr" anchorCtr="0">
            <a:noAutofit/>
          </a:bodyPr>
          <a:lstStyle/>
          <a:p>
            <a:pPr algn="r" rtl="0"/>
            <a:fld id="{00000000-1234-1234-1234-123412341234}" type="slidenum">
              <a:rPr lang="en-US"/>
              <a:pPr algn="r" rtl="0"/>
              <a:t>30</a:t>
            </a:fld>
            <a:endParaRPr/>
          </a:p>
        </p:txBody>
      </p:sp>
      <p:sp>
        <p:nvSpPr>
          <p:cNvPr id="368" name="Google Shape;368;g21b601b1990_0_276"/>
          <p:cNvSpPr txBox="1"/>
          <p:nvPr/>
        </p:nvSpPr>
        <p:spPr>
          <a:xfrm>
            <a:off x="121291" y="705192"/>
            <a:ext cx="597152" cy="26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1135" b="1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Step -3 : </a:t>
            </a:r>
            <a:endParaRPr sz="1135" b="1"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21b601b1990_0_276"/>
          <p:cNvSpPr txBox="1"/>
          <p:nvPr/>
        </p:nvSpPr>
        <p:spPr>
          <a:xfrm>
            <a:off x="695117" y="719734"/>
            <a:ext cx="4960092" cy="378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946" b="1"/>
              <a:t>Given the distribution in α, </a:t>
            </a:r>
            <a:r>
              <a:rPr lang="en-US" sz="946" b="1">
                <a:highlight>
                  <a:srgbClr val="CFE2F3"/>
                </a:highlight>
              </a:rPr>
              <a:t>compute a fixed-length context vector for the current decoder state </a:t>
            </a:r>
            <a:r>
              <a:rPr lang="en-US" sz="946" b="1">
                <a:highlight>
                  <a:srgbClr val="D9D2E9"/>
                </a:highlight>
              </a:rPr>
              <a:t>by taking a weighted average over all the encoder hidden states</a:t>
            </a:r>
            <a:endParaRPr sz="946" b="1">
              <a:highlight>
                <a:srgbClr val="D9D2E9"/>
              </a:highlight>
            </a:endParaRPr>
          </a:p>
        </p:txBody>
      </p:sp>
      <p:pic>
        <p:nvPicPr>
          <p:cNvPr id="370" name="Google Shape;370;g21b601b1990_0_2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8160" y="1117350"/>
            <a:ext cx="1157931" cy="4860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1" name="Google Shape;371;g21b601b1990_0_276"/>
          <p:cNvCxnSpPr/>
          <p:nvPr/>
        </p:nvCxnSpPr>
        <p:spPr>
          <a:xfrm rot="10800000" flipH="1">
            <a:off x="31981" y="1782779"/>
            <a:ext cx="5609454" cy="18302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2" name="Google Shape;372;g21b601b1990_0_276"/>
          <p:cNvSpPr txBox="1"/>
          <p:nvPr/>
        </p:nvSpPr>
        <p:spPr>
          <a:xfrm>
            <a:off x="97255" y="1894896"/>
            <a:ext cx="453716" cy="26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1135" b="1"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Plus : </a:t>
            </a:r>
            <a:endParaRPr sz="1135" b="1"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g21b601b1990_0_2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8743" y="2320804"/>
            <a:ext cx="2332844" cy="378523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21b601b1990_0_276"/>
          <p:cNvSpPr txBox="1"/>
          <p:nvPr/>
        </p:nvSpPr>
        <p:spPr>
          <a:xfrm>
            <a:off x="550972" y="1908930"/>
            <a:ext cx="4960092" cy="378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946" b="1"/>
              <a:t>In step-1, we can get a more powerful scoring function by parameterizing the score with its own set of weights, W</a:t>
            </a:r>
            <a:r>
              <a:rPr lang="en-US" sz="946" b="1" baseline="-25000"/>
              <a:t>s</a:t>
            </a:r>
            <a:r>
              <a:rPr lang="en-US" sz="946" b="1"/>
              <a:t>:</a:t>
            </a:r>
            <a:endParaRPr sz="946" b="1">
              <a:highlight>
                <a:srgbClr val="D9D2E9"/>
              </a:highlight>
            </a:endParaRPr>
          </a:p>
        </p:txBody>
      </p:sp>
      <p:sp>
        <p:nvSpPr>
          <p:cNvPr id="375" name="Google Shape;375;g21b601b1990_0_276"/>
          <p:cNvSpPr txBox="1"/>
          <p:nvPr/>
        </p:nvSpPr>
        <p:spPr>
          <a:xfrm>
            <a:off x="478899" y="2629655"/>
            <a:ext cx="4960092" cy="523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36" tIns="43236" rIns="43236" bIns="43236" anchor="t" anchorCtr="0">
            <a:spAutoFit/>
          </a:bodyPr>
          <a:lstStyle/>
          <a:p>
            <a:pPr algn="l" rtl="0"/>
            <a:r>
              <a:rPr lang="en-US" sz="946" b="1"/>
              <a:t>W</a:t>
            </a:r>
            <a:r>
              <a:rPr lang="en-US" sz="946" b="1" baseline="-25000"/>
              <a:t>s</a:t>
            </a:r>
            <a:r>
              <a:rPr lang="en-US" sz="946" b="1"/>
              <a:t> , is trained during normal end-to-end training,  </a:t>
            </a:r>
            <a:endParaRPr sz="946" b="1"/>
          </a:p>
          <a:p>
            <a:pPr algn="l" rtl="0"/>
            <a:r>
              <a:rPr lang="en-US" sz="946" b="1">
                <a:solidFill>
                  <a:schemeClr val="dk1"/>
                </a:solidFill>
              </a:rPr>
              <a:t>W</a:t>
            </a:r>
            <a:r>
              <a:rPr lang="en-US" sz="946" b="1" baseline="-25000">
                <a:solidFill>
                  <a:schemeClr val="dk1"/>
                </a:solidFill>
              </a:rPr>
              <a:t>s</a:t>
            </a:r>
            <a:r>
              <a:rPr lang="en-US" sz="946" b="1">
                <a:solidFill>
                  <a:schemeClr val="dk1"/>
                </a:solidFill>
              </a:rPr>
              <a:t> , </a:t>
            </a:r>
            <a:r>
              <a:rPr lang="en-US" sz="946" b="1"/>
              <a:t>gives the network the ability to learn which aspects of similarity between the decoder and encoder states are important to the current application.</a:t>
            </a:r>
            <a:endParaRPr sz="946" b="1">
              <a:highlight>
                <a:srgbClr val="D9D2E9"/>
              </a:highligh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C8E347D-C65F-EAA4-F36B-9277B4F3AF3D}"/>
                  </a:ext>
                </a:extLst>
              </p14:cNvPr>
              <p14:cNvContentPartPr/>
              <p14:nvPr/>
            </p14:nvContentPartPr>
            <p14:xfrm>
              <a:off x="266760" y="1053720"/>
              <a:ext cx="4884840" cy="593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C8E347D-C65F-EAA4-F36B-9277B4F3AF3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7400" y="1044360"/>
                <a:ext cx="4903560" cy="61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47031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2193" y="706807"/>
            <a:ext cx="5189220" cy="174663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92193" y="72866"/>
            <a:ext cx="3802990" cy="302555"/>
          </a:xfrm>
        </p:spPr>
        <p:txBody>
          <a:bodyPr>
            <a:no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Attention !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82" name="Google Shape;382;g21b601b1990_0_292"/>
          <p:cNvSpPr txBox="1">
            <a:spLocks noGrp="1"/>
          </p:cNvSpPr>
          <p:nvPr>
            <p:ph type="sldNum" idx="4294967295"/>
          </p:nvPr>
        </p:nvSpPr>
        <p:spPr>
          <a:xfrm>
            <a:off x="4468495" y="3006818"/>
            <a:ext cx="1297305" cy="172674"/>
          </a:xfrm>
          <a:prstGeom prst="rect">
            <a:avLst/>
          </a:prstGeom>
        </p:spPr>
        <p:txBody>
          <a:bodyPr spcFirstLastPara="1" wrap="square" lIns="43236" tIns="21612" rIns="43236" bIns="21612" anchor="ctr" anchorCtr="0">
            <a:noAutofit/>
          </a:bodyPr>
          <a:lstStyle/>
          <a:p>
            <a:pPr algn="r" rtl="0"/>
            <a:fld id="{00000000-1234-1234-1234-123412341234}" type="slidenum">
              <a:rPr lang="en-US"/>
              <a:pPr algn="r" rtl="0"/>
              <a:t>31</a:t>
            </a:fld>
            <a:endParaRPr/>
          </a:p>
        </p:txBody>
      </p:sp>
      <p:pic>
        <p:nvPicPr>
          <p:cNvPr id="383" name="Google Shape;383;g21b601b1990_0_2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48" y="691406"/>
            <a:ext cx="5436911" cy="2488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g21b601b1990_0_2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5183" y="400446"/>
            <a:ext cx="1784433" cy="30680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" name="Rectangle 3"/>
          <p:cNvSpPr/>
          <p:nvPr/>
        </p:nvSpPr>
        <p:spPr>
          <a:xfrm>
            <a:off x="1122545" y="419805"/>
            <a:ext cx="29306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rgbClr val="0070C0"/>
                </a:solidFill>
              </a:rPr>
              <a:t>compute a fixed-length context vector for the current decoder state by taking a weighted average over all the encoder hidden </a:t>
            </a:r>
            <a:r>
              <a:rPr lang="en-CA" sz="800" b="1" dirty="0">
                <a:solidFill>
                  <a:srgbClr val="0070C0"/>
                </a:solidFill>
              </a:rPr>
              <a:t>states.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224369" y="826938"/>
            <a:ext cx="0" cy="2194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F0D230C-5BB2-CCD1-8F42-796B8BCE0522}"/>
                  </a:ext>
                </a:extLst>
              </p14:cNvPr>
              <p14:cNvContentPartPr/>
              <p14:nvPr/>
            </p14:nvContentPartPr>
            <p14:xfrm>
              <a:off x="275400" y="480600"/>
              <a:ext cx="5489640" cy="2225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F0D230C-5BB2-CCD1-8F42-796B8BCE052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6040" y="471240"/>
                <a:ext cx="5508360" cy="224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93669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5557" y="736859"/>
            <a:ext cx="2101515" cy="2181338"/>
          </a:xfrm>
          <a:prstGeom prst="rect">
            <a:avLst/>
          </a:prstGeom>
        </p:spPr>
      </p:pic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192193" y="72866"/>
            <a:ext cx="4984118" cy="540544"/>
          </a:xfrm>
        </p:spPr>
        <p:txBody>
          <a:bodyPr/>
          <a:lstStyle/>
          <a:p>
            <a:r>
              <a:rPr lang="en-US" spc="-5" dirty="0">
                <a:solidFill>
                  <a:schemeClr val="bg1"/>
                </a:solidFill>
              </a:rPr>
              <a:t>Sequence-to-Sequence</a:t>
            </a:r>
            <a:r>
              <a:rPr lang="en-US" spc="-2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with </a:t>
            </a:r>
            <a:r>
              <a:rPr lang="en-US" spc="-2" dirty="0">
                <a:solidFill>
                  <a:schemeClr val="bg1"/>
                </a:solidFill>
              </a:rPr>
              <a:t>RNNs</a:t>
            </a:r>
            <a:r>
              <a:rPr lang="en-US" spc="5" dirty="0">
                <a:solidFill>
                  <a:schemeClr val="bg1"/>
                </a:solidFill>
              </a:rPr>
              <a:t> </a:t>
            </a:r>
            <a:r>
              <a:rPr lang="en-US" spc="21" dirty="0">
                <a:solidFill>
                  <a:schemeClr val="bg1"/>
                </a:solidFill>
              </a:rPr>
              <a:t>and</a:t>
            </a:r>
            <a:r>
              <a:rPr lang="en-US" spc="9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Attention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4420447" y="3006818"/>
            <a:ext cx="1345353" cy="92636"/>
          </a:xfrm>
          <a:prstGeom prst="rect">
            <a:avLst/>
          </a:prstGeom>
        </p:spPr>
        <p:txBody>
          <a:bodyPr vert="horz" wrap="square" lIns="0" tIns="300" rIns="0" bIns="0" rtlCol="0">
            <a:spAutoFit/>
          </a:bodyPr>
          <a:lstStyle/>
          <a:p>
            <a:pPr marL="18017">
              <a:spcBef>
                <a:spcPts val="2"/>
              </a:spcBef>
            </a:pPr>
            <a:fld id="{81D60167-4931-47E6-BA6A-407CBD079E47}" type="slidenum">
              <a:rPr dirty="0"/>
              <a:pPr marL="18017">
                <a:spcBef>
                  <a:spcPts val="2"/>
                </a:spcBef>
              </a:pPr>
              <a:t>32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37237" y="2906988"/>
            <a:ext cx="2353467" cy="75809"/>
          </a:xfrm>
          <a:prstGeom prst="rect">
            <a:avLst/>
          </a:prstGeom>
        </p:spPr>
        <p:txBody>
          <a:bodyPr vert="horz" wrap="square" lIns="0" tIns="3003" rIns="0" bIns="0" rtlCol="0">
            <a:spAutoFit/>
          </a:bodyPr>
          <a:lstStyle/>
          <a:p>
            <a:pPr marL="6006">
              <a:spcBef>
                <a:spcPts val="24"/>
              </a:spcBef>
            </a:pPr>
            <a:r>
              <a:rPr sz="473" spc="-2" dirty="0">
                <a:latin typeface="Calibri"/>
                <a:cs typeface="Calibri"/>
              </a:rPr>
              <a:t>Bahdanau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5" dirty="0">
                <a:latin typeface="Calibri"/>
                <a:cs typeface="Calibri"/>
              </a:rPr>
              <a:t>et</a:t>
            </a:r>
            <a:r>
              <a:rPr sz="473" spc="2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al,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5" dirty="0">
                <a:latin typeface="Calibri"/>
                <a:cs typeface="Calibri"/>
              </a:rPr>
              <a:t>“Neural</a:t>
            </a:r>
            <a:r>
              <a:rPr sz="473" spc="-2" dirty="0">
                <a:latin typeface="Calibri"/>
                <a:cs typeface="Calibri"/>
              </a:rPr>
              <a:t> machine</a:t>
            </a:r>
            <a:r>
              <a:rPr sz="473" spc="5" dirty="0">
                <a:latin typeface="Calibri"/>
                <a:cs typeface="Calibri"/>
              </a:rPr>
              <a:t> </a:t>
            </a:r>
            <a:r>
              <a:rPr sz="473" spc="-5" dirty="0">
                <a:latin typeface="Calibri"/>
                <a:cs typeface="Calibri"/>
              </a:rPr>
              <a:t>translation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by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jointly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learning</a:t>
            </a:r>
            <a:r>
              <a:rPr sz="473" spc="2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to</a:t>
            </a:r>
            <a:r>
              <a:rPr sz="473" spc="2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align</a:t>
            </a:r>
            <a:r>
              <a:rPr sz="473" spc="2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and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7" dirty="0">
                <a:latin typeface="Calibri"/>
                <a:cs typeface="Calibri"/>
              </a:rPr>
              <a:t>translate”,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ICLR </a:t>
            </a:r>
            <a:r>
              <a:rPr sz="473" dirty="0">
                <a:latin typeface="Calibri"/>
                <a:cs typeface="Calibri"/>
              </a:rPr>
              <a:t>2015</a:t>
            </a:r>
            <a:endParaRPr sz="473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086" y="514893"/>
            <a:ext cx="5347179" cy="2022249"/>
          </a:xfrm>
          <a:prstGeom prst="rect">
            <a:avLst/>
          </a:prstGeom>
        </p:spPr>
        <p:txBody>
          <a:bodyPr vert="horz" wrap="square" lIns="0" tIns="54955" rIns="0" bIns="0" rtlCol="0">
            <a:spAutoFit/>
          </a:bodyPr>
          <a:lstStyle/>
          <a:p>
            <a:pPr marL="3580676">
              <a:spcBef>
                <a:spcPts val="433"/>
              </a:spcBef>
            </a:pPr>
            <a:r>
              <a:rPr sz="1135" spc="-5" dirty="0">
                <a:latin typeface="Calibri"/>
                <a:cs typeface="Calibri"/>
              </a:rPr>
              <a:t>Visualize</a:t>
            </a:r>
            <a:r>
              <a:rPr sz="1135" spc="-9" dirty="0">
                <a:latin typeface="Calibri"/>
                <a:cs typeface="Calibri"/>
              </a:rPr>
              <a:t> attention </a:t>
            </a:r>
            <a:r>
              <a:rPr sz="1135" spc="-5" dirty="0">
                <a:latin typeface="Calibri"/>
                <a:cs typeface="Calibri"/>
              </a:rPr>
              <a:t>weights</a:t>
            </a:r>
            <a:r>
              <a:rPr sz="1135" spc="-7" dirty="0">
                <a:latin typeface="Calibri"/>
                <a:cs typeface="Calibri"/>
              </a:rPr>
              <a:t> </a:t>
            </a:r>
            <a:r>
              <a:rPr sz="1135" dirty="0" err="1">
                <a:latin typeface="Calibri"/>
                <a:cs typeface="Calibri"/>
              </a:rPr>
              <a:t>a</a:t>
            </a:r>
            <a:r>
              <a:rPr sz="1135" baseline="-17361" dirty="0" err="1">
                <a:latin typeface="Calibri"/>
                <a:cs typeface="Calibri"/>
              </a:rPr>
              <a:t>t,i</a:t>
            </a:r>
            <a:endParaRPr sz="1135" baseline="-17361" dirty="0">
              <a:latin typeface="Calibri"/>
              <a:cs typeface="Calibri"/>
            </a:endParaRPr>
          </a:p>
          <a:p>
            <a:pPr marL="24023" marR="3742833">
              <a:lnSpc>
                <a:spcPct val="100800"/>
              </a:lnSpc>
              <a:spcBef>
                <a:spcPts val="374"/>
              </a:spcBef>
            </a:pPr>
            <a:r>
              <a:rPr sz="1135" b="1" spc="-5" dirty="0">
                <a:latin typeface="Calibri"/>
                <a:cs typeface="Calibri"/>
              </a:rPr>
              <a:t>Example</a:t>
            </a:r>
            <a:r>
              <a:rPr sz="1135" spc="-5" dirty="0">
                <a:latin typeface="Calibri"/>
                <a:cs typeface="Calibri"/>
              </a:rPr>
              <a:t>: </a:t>
            </a:r>
            <a:r>
              <a:rPr sz="1135" spc="-2" dirty="0">
                <a:latin typeface="Calibri"/>
                <a:cs typeface="Calibri"/>
              </a:rPr>
              <a:t>English </a:t>
            </a:r>
            <a:r>
              <a:rPr sz="1135" spc="-7" dirty="0">
                <a:latin typeface="Calibri"/>
                <a:cs typeface="Calibri"/>
              </a:rPr>
              <a:t>to </a:t>
            </a:r>
            <a:r>
              <a:rPr sz="1135" spc="-5" dirty="0">
                <a:latin typeface="Calibri"/>
                <a:cs typeface="Calibri"/>
              </a:rPr>
              <a:t>French </a:t>
            </a:r>
            <a:r>
              <a:rPr sz="1135" spc="-251" dirty="0">
                <a:latin typeface="Calibri"/>
                <a:cs typeface="Calibri"/>
              </a:rPr>
              <a:t> </a:t>
            </a:r>
            <a:r>
              <a:rPr sz="1135" spc="-7" dirty="0">
                <a:latin typeface="Calibri"/>
                <a:cs typeface="Calibri"/>
              </a:rPr>
              <a:t>translation</a:t>
            </a:r>
            <a:endParaRPr sz="1135" dirty="0">
              <a:latin typeface="Calibri"/>
              <a:cs typeface="Calibri"/>
            </a:endParaRPr>
          </a:p>
          <a:p>
            <a:pPr>
              <a:spcBef>
                <a:spcPts val="17"/>
              </a:spcBef>
            </a:pPr>
            <a:endParaRPr sz="1135" dirty="0">
              <a:latin typeface="Calibri"/>
              <a:cs typeface="Calibri"/>
            </a:endParaRPr>
          </a:p>
          <a:p>
            <a:pPr marL="24023" marR="3560857" algn="just">
              <a:lnSpc>
                <a:spcPct val="98800"/>
              </a:lnSpc>
            </a:pPr>
            <a:r>
              <a:rPr sz="1135" b="1" spc="-2" dirty="0">
                <a:latin typeface="Calibri"/>
                <a:cs typeface="Calibri"/>
              </a:rPr>
              <a:t>Input</a:t>
            </a:r>
            <a:r>
              <a:rPr sz="1135" spc="-2" dirty="0">
                <a:latin typeface="Calibri"/>
                <a:cs typeface="Calibri"/>
              </a:rPr>
              <a:t>:</a:t>
            </a:r>
            <a:r>
              <a:rPr sz="1135" spc="-12" dirty="0">
                <a:latin typeface="Calibri"/>
                <a:cs typeface="Calibri"/>
              </a:rPr>
              <a:t> </a:t>
            </a:r>
            <a:r>
              <a:rPr sz="1135" spc="12" dirty="0">
                <a:latin typeface="Calibri"/>
                <a:cs typeface="Calibri"/>
              </a:rPr>
              <a:t>“The</a:t>
            </a:r>
            <a:r>
              <a:rPr sz="1135" spc="-7" dirty="0">
                <a:latin typeface="Calibri"/>
                <a:cs typeface="Calibri"/>
              </a:rPr>
              <a:t> </a:t>
            </a:r>
            <a:r>
              <a:rPr sz="1135" spc="-5" dirty="0">
                <a:latin typeface="Calibri"/>
                <a:cs typeface="Calibri"/>
              </a:rPr>
              <a:t>agreement</a:t>
            </a:r>
            <a:r>
              <a:rPr sz="1135" spc="-12" dirty="0">
                <a:latin typeface="Calibri"/>
                <a:cs typeface="Calibri"/>
              </a:rPr>
              <a:t> </a:t>
            </a:r>
            <a:r>
              <a:rPr sz="1135" spc="-2" dirty="0">
                <a:latin typeface="Calibri"/>
                <a:cs typeface="Calibri"/>
              </a:rPr>
              <a:t>on</a:t>
            </a:r>
            <a:r>
              <a:rPr sz="1135" spc="-9" dirty="0">
                <a:latin typeface="Calibri"/>
                <a:cs typeface="Calibri"/>
              </a:rPr>
              <a:t> </a:t>
            </a:r>
            <a:r>
              <a:rPr sz="1135" spc="-2" dirty="0">
                <a:latin typeface="Calibri"/>
                <a:cs typeface="Calibri"/>
              </a:rPr>
              <a:t>the </a:t>
            </a:r>
            <a:r>
              <a:rPr sz="1135" spc="-251" dirty="0">
                <a:latin typeface="Calibri"/>
                <a:cs typeface="Calibri"/>
              </a:rPr>
              <a:t> </a:t>
            </a:r>
            <a:r>
              <a:rPr sz="1135" spc="-5" dirty="0">
                <a:latin typeface="Calibri"/>
                <a:cs typeface="Calibri"/>
              </a:rPr>
              <a:t>European Economic </a:t>
            </a:r>
            <a:r>
              <a:rPr sz="1135" spc="-7" dirty="0">
                <a:latin typeface="Calibri"/>
                <a:cs typeface="Calibri"/>
              </a:rPr>
              <a:t>Area </a:t>
            </a:r>
            <a:r>
              <a:rPr sz="1135" spc="-5" dirty="0">
                <a:latin typeface="Calibri"/>
                <a:cs typeface="Calibri"/>
              </a:rPr>
              <a:t>was </a:t>
            </a:r>
            <a:r>
              <a:rPr sz="1135" spc="-2" dirty="0">
                <a:latin typeface="Calibri"/>
                <a:cs typeface="Calibri"/>
              </a:rPr>
              <a:t> signed</a:t>
            </a:r>
            <a:r>
              <a:rPr sz="1135" spc="-7" dirty="0">
                <a:latin typeface="Calibri"/>
                <a:cs typeface="Calibri"/>
              </a:rPr>
              <a:t> </a:t>
            </a:r>
            <a:r>
              <a:rPr sz="1135" dirty="0">
                <a:latin typeface="Calibri"/>
                <a:cs typeface="Calibri"/>
              </a:rPr>
              <a:t>in</a:t>
            </a:r>
            <a:r>
              <a:rPr sz="1135" spc="-7" dirty="0">
                <a:latin typeface="Calibri"/>
                <a:cs typeface="Calibri"/>
              </a:rPr>
              <a:t> </a:t>
            </a:r>
            <a:r>
              <a:rPr sz="1135" spc="-5" dirty="0">
                <a:latin typeface="Calibri"/>
                <a:cs typeface="Calibri"/>
              </a:rPr>
              <a:t>August</a:t>
            </a:r>
            <a:r>
              <a:rPr sz="1135" spc="-7" dirty="0">
                <a:latin typeface="Calibri"/>
                <a:cs typeface="Calibri"/>
              </a:rPr>
              <a:t> </a:t>
            </a:r>
            <a:r>
              <a:rPr sz="1135" spc="-17" dirty="0">
                <a:latin typeface="Calibri"/>
                <a:cs typeface="Calibri"/>
              </a:rPr>
              <a:t>1992.”</a:t>
            </a:r>
            <a:endParaRPr sz="1135" dirty="0">
              <a:latin typeface="Calibri"/>
              <a:cs typeface="Calibri"/>
            </a:endParaRPr>
          </a:p>
          <a:p>
            <a:pPr>
              <a:spcBef>
                <a:spcPts val="17"/>
              </a:spcBef>
            </a:pPr>
            <a:endParaRPr sz="1111" dirty="0">
              <a:latin typeface="Calibri"/>
              <a:cs typeface="Calibri"/>
            </a:endParaRPr>
          </a:p>
          <a:p>
            <a:pPr marL="24023" marR="3633827">
              <a:lnSpc>
                <a:spcPct val="100800"/>
              </a:lnSpc>
            </a:pPr>
            <a:r>
              <a:rPr sz="1135" b="1" spc="-2" dirty="0">
                <a:latin typeface="Calibri"/>
                <a:cs typeface="Calibri"/>
              </a:rPr>
              <a:t>Output</a:t>
            </a:r>
            <a:r>
              <a:rPr sz="1135" spc="-2" dirty="0">
                <a:latin typeface="Calibri"/>
                <a:cs typeface="Calibri"/>
              </a:rPr>
              <a:t>:</a:t>
            </a:r>
            <a:r>
              <a:rPr sz="1135" spc="-9" dirty="0">
                <a:latin typeface="Calibri"/>
                <a:cs typeface="Calibri"/>
              </a:rPr>
              <a:t> </a:t>
            </a:r>
            <a:r>
              <a:rPr sz="1135" spc="-24" dirty="0">
                <a:latin typeface="Calibri"/>
                <a:cs typeface="Calibri"/>
              </a:rPr>
              <a:t>“</a:t>
            </a:r>
            <a:r>
              <a:rPr sz="1135" spc="-24" dirty="0" err="1">
                <a:latin typeface="Calibri"/>
                <a:cs typeface="Calibri"/>
              </a:rPr>
              <a:t>L’accord</a:t>
            </a:r>
            <a:r>
              <a:rPr sz="1135" spc="-5" dirty="0">
                <a:latin typeface="Calibri"/>
                <a:cs typeface="Calibri"/>
              </a:rPr>
              <a:t> </a:t>
            </a:r>
            <a:r>
              <a:rPr sz="1135" spc="-2" dirty="0">
                <a:latin typeface="Calibri"/>
                <a:cs typeface="Calibri"/>
              </a:rPr>
              <a:t>sur</a:t>
            </a:r>
            <a:r>
              <a:rPr sz="1135" spc="-5" dirty="0">
                <a:latin typeface="Calibri"/>
                <a:cs typeface="Calibri"/>
              </a:rPr>
              <a:t> </a:t>
            </a:r>
            <a:r>
              <a:rPr sz="1135" spc="-2" dirty="0">
                <a:latin typeface="Calibri"/>
                <a:cs typeface="Calibri"/>
              </a:rPr>
              <a:t>la</a:t>
            </a:r>
            <a:r>
              <a:rPr sz="1135" spc="-5" dirty="0">
                <a:latin typeface="Calibri"/>
                <a:cs typeface="Calibri"/>
              </a:rPr>
              <a:t> </a:t>
            </a:r>
            <a:r>
              <a:rPr sz="1135" spc="-7" dirty="0">
                <a:latin typeface="Calibri"/>
                <a:cs typeface="Calibri"/>
              </a:rPr>
              <a:t>zone </a:t>
            </a:r>
            <a:r>
              <a:rPr sz="1135" spc="-251" dirty="0">
                <a:latin typeface="Calibri"/>
                <a:cs typeface="Calibri"/>
              </a:rPr>
              <a:t> </a:t>
            </a:r>
            <a:r>
              <a:rPr sz="1135" spc="-2" dirty="0" err="1">
                <a:latin typeface="Calibri"/>
                <a:cs typeface="Calibri"/>
              </a:rPr>
              <a:t>économique</a:t>
            </a:r>
            <a:r>
              <a:rPr sz="1135" spc="-2" dirty="0">
                <a:latin typeface="Calibri"/>
                <a:cs typeface="Calibri"/>
              </a:rPr>
              <a:t> </a:t>
            </a:r>
            <a:r>
              <a:rPr sz="1135" spc="-2" dirty="0" err="1">
                <a:latin typeface="Calibri"/>
                <a:cs typeface="Calibri"/>
              </a:rPr>
              <a:t>européenne</a:t>
            </a:r>
            <a:r>
              <a:rPr sz="1135" spc="-2" dirty="0">
                <a:latin typeface="Calibri"/>
                <a:cs typeface="Calibri"/>
              </a:rPr>
              <a:t> </a:t>
            </a:r>
            <a:r>
              <a:rPr sz="1135" dirty="0">
                <a:latin typeface="Calibri"/>
                <a:cs typeface="Calibri"/>
              </a:rPr>
              <a:t>a </a:t>
            </a:r>
            <a:r>
              <a:rPr sz="1135" spc="2" dirty="0">
                <a:latin typeface="Calibri"/>
                <a:cs typeface="Calibri"/>
              </a:rPr>
              <a:t> </a:t>
            </a:r>
            <a:r>
              <a:rPr sz="1135" spc="-7" dirty="0" err="1">
                <a:latin typeface="Calibri"/>
                <a:cs typeface="Calibri"/>
              </a:rPr>
              <a:t>été</a:t>
            </a:r>
            <a:r>
              <a:rPr sz="1135" spc="-2" dirty="0">
                <a:latin typeface="Calibri"/>
                <a:cs typeface="Calibri"/>
              </a:rPr>
              <a:t> </a:t>
            </a:r>
            <a:r>
              <a:rPr sz="1135" spc="-2" dirty="0" err="1">
                <a:latin typeface="Calibri"/>
                <a:cs typeface="Calibri"/>
              </a:rPr>
              <a:t>signé</a:t>
            </a:r>
            <a:r>
              <a:rPr sz="1135" spc="-2" dirty="0">
                <a:latin typeface="Calibri"/>
                <a:cs typeface="Calibri"/>
              </a:rPr>
              <a:t> </a:t>
            </a:r>
            <a:r>
              <a:rPr sz="1135" dirty="0" err="1">
                <a:latin typeface="Calibri"/>
                <a:cs typeface="Calibri"/>
              </a:rPr>
              <a:t>en</a:t>
            </a:r>
            <a:r>
              <a:rPr sz="1135" spc="-5" dirty="0">
                <a:latin typeface="Calibri"/>
                <a:cs typeface="Calibri"/>
              </a:rPr>
              <a:t> </a:t>
            </a:r>
            <a:r>
              <a:rPr sz="1135" spc="-2" dirty="0" err="1">
                <a:latin typeface="Calibri"/>
                <a:cs typeface="Calibri"/>
              </a:rPr>
              <a:t>août</a:t>
            </a:r>
            <a:r>
              <a:rPr sz="1135" spc="-9" dirty="0">
                <a:latin typeface="Calibri"/>
                <a:cs typeface="Calibri"/>
              </a:rPr>
              <a:t> </a:t>
            </a:r>
            <a:r>
              <a:rPr sz="1135" spc="-17" dirty="0">
                <a:latin typeface="Calibri"/>
                <a:cs typeface="Calibri"/>
              </a:rPr>
              <a:t>1992.”</a:t>
            </a:r>
            <a:endParaRPr sz="1135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730CDE8-632D-FFD7-DDF2-2335B8280F70}"/>
                  </a:ext>
                </a:extLst>
              </p14:cNvPr>
              <p14:cNvContentPartPr/>
              <p14:nvPr/>
            </p14:nvContentPartPr>
            <p14:xfrm>
              <a:off x="104760" y="986760"/>
              <a:ext cx="3242880" cy="2113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730CDE8-632D-FFD7-DDF2-2335B8280F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400" y="977400"/>
                <a:ext cx="3261600" cy="213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60015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25557" y="720814"/>
            <a:ext cx="2101514" cy="2197611"/>
            <a:chOff x="7243469" y="1522511"/>
            <a:chExt cx="4443730" cy="46469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3469" y="1556437"/>
              <a:ext cx="4443732" cy="461252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57308" y="2510439"/>
              <a:ext cx="986155" cy="962660"/>
            </a:xfrm>
            <a:custGeom>
              <a:avLst/>
              <a:gdLst/>
              <a:ahLst/>
              <a:cxnLst/>
              <a:rect l="l" t="t" r="r" b="b"/>
              <a:pathLst>
                <a:path w="986154" h="962660">
                  <a:moveTo>
                    <a:pt x="0" y="0"/>
                  </a:moveTo>
                  <a:lnTo>
                    <a:pt x="986038" y="0"/>
                  </a:lnTo>
                  <a:lnTo>
                    <a:pt x="986038" y="962528"/>
                  </a:lnTo>
                  <a:lnTo>
                    <a:pt x="0" y="962528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40780" y="2467389"/>
              <a:ext cx="616585" cy="962660"/>
            </a:xfrm>
            <a:custGeom>
              <a:avLst/>
              <a:gdLst/>
              <a:ahLst/>
              <a:cxnLst/>
              <a:rect l="l" t="t" r="r" b="b"/>
              <a:pathLst>
                <a:path w="616584" h="962660">
                  <a:moveTo>
                    <a:pt x="0" y="0"/>
                  </a:moveTo>
                  <a:lnTo>
                    <a:pt x="616527" y="0"/>
                  </a:lnTo>
                  <a:lnTo>
                    <a:pt x="616527" y="962528"/>
                  </a:lnTo>
                  <a:lnTo>
                    <a:pt x="0" y="962528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57307" y="1547911"/>
              <a:ext cx="935355" cy="962660"/>
            </a:xfrm>
            <a:custGeom>
              <a:avLst/>
              <a:gdLst/>
              <a:ahLst/>
              <a:cxnLst/>
              <a:rect l="l" t="t" r="r" b="b"/>
              <a:pathLst>
                <a:path w="935354" h="962660">
                  <a:moveTo>
                    <a:pt x="0" y="0"/>
                  </a:moveTo>
                  <a:lnTo>
                    <a:pt x="935183" y="0"/>
                  </a:lnTo>
                  <a:lnTo>
                    <a:pt x="935183" y="962528"/>
                  </a:lnTo>
                  <a:lnTo>
                    <a:pt x="0" y="962528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0" y="196406"/>
            <a:ext cx="4671199" cy="224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244" tIns="21622" rIns="43244" bIns="21622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indent="-162157">
              <a:lnSpc>
                <a:spcPts val="1702"/>
              </a:lnSpc>
            </a:pPr>
            <a:r>
              <a:rPr sz="1702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Sequence-to-Sequence with RNNs and Attention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4294967295"/>
          </p:nvPr>
        </p:nvSpPr>
        <p:spPr>
          <a:xfrm>
            <a:off x="0" y="3135673"/>
            <a:ext cx="1825837" cy="277302"/>
          </a:xfrm>
          <a:prstGeom prst="rect">
            <a:avLst/>
          </a:prstGeom>
        </p:spPr>
        <p:txBody>
          <a:bodyPr vert="horz" wrap="square" lIns="0" tIns="300" rIns="0" bIns="0" rtlCol="0">
            <a:spAutoFit/>
          </a:bodyPr>
          <a:lstStyle/>
          <a:p>
            <a:pPr marL="6006" algn="l">
              <a:spcBef>
                <a:spcPts val="2"/>
              </a:spcBef>
            </a:pPr>
            <a:r>
              <a:rPr spc="-5" dirty="0"/>
              <a:t>Justin</a:t>
            </a:r>
            <a:r>
              <a:rPr spc="-33" dirty="0"/>
              <a:t> </a:t>
            </a:r>
            <a:r>
              <a:rPr spc="-2" dirty="0"/>
              <a:t>Johnson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4294967295"/>
          </p:nvPr>
        </p:nvSpPr>
        <p:spPr>
          <a:xfrm>
            <a:off x="4420447" y="3006818"/>
            <a:ext cx="1345353" cy="92636"/>
          </a:xfrm>
          <a:prstGeom prst="rect">
            <a:avLst/>
          </a:prstGeom>
        </p:spPr>
        <p:txBody>
          <a:bodyPr vert="horz" wrap="square" lIns="0" tIns="300" rIns="0" bIns="0" rtlCol="0">
            <a:spAutoFit/>
          </a:bodyPr>
          <a:lstStyle/>
          <a:p>
            <a:pPr marL="18017">
              <a:spcBef>
                <a:spcPts val="2"/>
              </a:spcBef>
            </a:pPr>
            <a:fld id="{81D60167-4931-47E6-BA6A-407CBD079E47}" type="slidenum">
              <a:rPr dirty="0"/>
              <a:pPr marL="18017">
                <a:spcBef>
                  <a:spcPts val="2"/>
                </a:spcBef>
              </a:pPr>
              <a:t>33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250033" y="734251"/>
            <a:ext cx="1588598" cy="351760"/>
          </a:xfrm>
          <a:prstGeom prst="rect">
            <a:avLst/>
          </a:prstGeom>
        </p:spPr>
        <p:txBody>
          <a:bodyPr vert="horz" wrap="square" lIns="0" tIns="4505" rIns="0" bIns="0" rtlCol="0">
            <a:spAutoFit/>
          </a:bodyPr>
          <a:lstStyle/>
          <a:p>
            <a:pPr marL="6006" marR="2402">
              <a:lnSpc>
                <a:spcPct val="100800"/>
              </a:lnSpc>
              <a:spcBef>
                <a:spcPts val="35"/>
              </a:spcBef>
            </a:pPr>
            <a:r>
              <a:rPr sz="1135" b="1" spc="-5" dirty="0">
                <a:latin typeface="Calibri"/>
                <a:cs typeface="Calibri"/>
              </a:rPr>
              <a:t>Example</a:t>
            </a:r>
            <a:r>
              <a:rPr sz="1135" spc="-5" dirty="0">
                <a:latin typeface="Calibri"/>
                <a:cs typeface="Calibri"/>
              </a:rPr>
              <a:t>: </a:t>
            </a:r>
            <a:r>
              <a:rPr sz="1135" spc="-2" dirty="0">
                <a:latin typeface="Calibri"/>
                <a:cs typeface="Calibri"/>
              </a:rPr>
              <a:t>English </a:t>
            </a:r>
            <a:r>
              <a:rPr sz="1135" spc="-7" dirty="0">
                <a:latin typeface="Calibri"/>
                <a:cs typeface="Calibri"/>
              </a:rPr>
              <a:t>to </a:t>
            </a:r>
            <a:r>
              <a:rPr sz="1135" spc="-5" dirty="0">
                <a:latin typeface="Calibri"/>
                <a:cs typeface="Calibri"/>
              </a:rPr>
              <a:t>French </a:t>
            </a:r>
            <a:r>
              <a:rPr sz="1135" spc="-251" dirty="0">
                <a:latin typeface="Calibri"/>
                <a:cs typeface="Calibri"/>
              </a:rPr>
              <a:t> </a:t>
            </a:r>
            <a:r>
              <a:rPr sz="1135" spc="-7" dirty="0">
                <a:latin typeface="Calibri"/>
                <a:cs typeface="Calibri"/>
              </a:rPr>
              <a:t>translation</a:t>
            </a:r>
            <a:endParaRPr sz="1135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0033" y="1257497"/>
            <a:ext cx="1787398" cy="526984"/>
          </a:xfrm>
          <a:prstGeom prst="rect">
            <a:avLst/>
          </a:prstGeom>
        </p:spPr>
        <p:txBody>
          <a:bodyPr vert="horz" wrap="square" lIns="0" tIns="8108" rIns="0" bIns="0" rtlCol="0">
            <a:spAutoFit/>
          </a:bodyPr>
          <a:lstStyle/>
          <a:p>
            <a:pPr marL="6006" marR="2402">
              <a:lnSpc>
                <a:spcPct val="98800"/>
              </a:lnSpc>
              <a:spcBef>
                <a:spcPts val="64"/>
              </a:spcBef>
            </a:pPr>
            <a:r>
              <a:rPr sz="1135" b="1" spc="-2" dirty="0">
                <a:latin typeface="Calibri"/>
                <a:cs typeface="Calibri"/>
              </a:rPr>
              <a:t>Input</a:t>
            </a:r>
            <a:r>
              <a:rPr sz="1135" spc="-2" dirty="0">
                <a:latin typeface="Calibri"/>
                <a:cs typeface="Calibri"/>
              </a:rPr>
              <a:t>: “</a:t>
            </a:r>
            <a:r>
              <a:rPr sz="1135" b="1" spc="-2" dirty="0">
                <a:solidFill>
                  <a:srgbClr val="4472C4"/>
                </a:solidFill>
                <a:latin typeface="Calibri"/>
                <a:cs typeface="Calibri"/>
              </a:rPr>
              <a:t>The </a:t>
            </a:r>
            <a:r>
              <a:rPr sz="1135" b="1" spc="-5" dirty="0">
                <a:solidFill>
                  <a:srgbClr val="4472C4"/>
                </a:solidFill>
                <a:latin typeface="Calibri"/>
                <a:cs typeface="Calibri"/>
              </a:rPr>
              <a:t>agreement </a:t>
            </a:r>
            <a:r>
              <a:rPr sz="1135" b="1" spc="-2" dirty="0">
                <a:solidFill>
                  <a:srgbClr val="4472C4"/>
                </a:solidFill>
                <a:latin typeface="Calibri"/>
                <a:cs typeface="Calibri"/>
              </a:rPr>
              <a:t>on </a:t>
            </a:r>
            <a:r>
              <a:rPr sz="1135" b="1" dirty="0">
                <a:solidFill>
                  <a:srgbClr val="4472C4"/>
                </a:solidFill>
                <a:latin typeface="Calibri"/>
                <a:cs typeface="Calibri"/>
              </a:rPr>
              <a:t>the </a:t>
            </a:r>
            <a:r>
              <a:rPr sz="1135" b="1" spc="-251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1135" spc="-5" dirty="0">
                <a:latin typeface="Calibri"/>
                <a:cs typeface="Calibri"/>
              </a:rPr>
              <a:t>European Economic </a:t>
            </a:r>
            <a:r>
              <a:rPr sz="1135" spc="-7" dirty="0">
                <a:latin typeface="Calibri"/>
                <a:cs typeface="Calibri"/>
              </a:rPr>
              <a:t>Area </a:t>
            </a:r>
            <a:r>
              <a:rPr sz="1135" spc="-5" dirty="0">
                <a:latin typeface="Calibri"/>
                <a:cs typeface="Calibri"/>
              </a:rPr>
              <a:t>was </a:t>
            </a:r>
            <a:r>
              <a:rPr sz="1135" spc="-2" dirty="0">
                <a:latin typeface="Calibri"/>
                <a:cs typeface="Calibri"/>
              </a:rPr>
              <a:t> signed</a:t>
            </a:r>
            <a:r>
              <a:rPr sz="1135" spc="-5" dirty="0">
                <a:latin typeface="Calibri"/>
                <a:cs typeface="Calibri"/>
              </a:rPr>
              <a:t> </a:t>
            </a:r>
            <a:r>
              <a:rPr sz="1135" b="1" spc="-2" dirty="0">
                <a:solidFill>
                  <a:srgbClr val="4472C4"/>
                </a:solidFill>
                <a:latin typeface="Calibri"/>
                <a:cs typeface="Calibri"/>
              </a:rPr>
              <a:t>in</a:t>
            </a:r>
            <a:r>
              <a:rPr sz="1135" b="1" spc="-7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1135" b="1" spc="-5" dirty="0">
                <a:solidFill>
                  <a:srgbClr val="4472C4"/>
                </a:solidFill>
                <a:latin typeface="Calibri"/>
                <a:cs typeface="Calibri"/>
              </a:rPr>
              <a:t>August</a:t>
            </a:r>
            <a:r>
              <a:rPr sz="1135" b="1" spc="-2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1135" b="1" spc="-31" dirty="0">
                <a:solidFill>
                  <a:srgbClr val="4472C4"/>
                </a:solidFill>
                <a:latin typeface="Calibri"/>
                <a:cs typeface="Calibri"/>
              </a:rPr>
              <a:t>1992</a:t>
            </a:r>
            <a:r>
              <a:rPr sz="1135" spc="-31" dirty="0">
                <a:latin typeface="Calibri"/>
                <a:cs typeface="Calibri"/>
              </a:rPr>
              <a:t>.”</a:t>
            </a:r>
            <a:endParaRPr sz="1135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88010" y="419165"/>
            <a:ext cx="1766377" cy="18072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12012">
              <a:spcBef>
                <a:spcPts val="47"/>
              </a:spcBef>
            </a:pPr>
            <a:r>
              <a:rPr sz="1135" spc="-5" dirty="0">
                <a:latin typeface="Calibri"/>
                <a:cs typeface="Calibri"/>
              </a:rPr>
              <a:t>Visualize</a:t>
            </a:r>
            <a:r>
              <a:rPr sz="1135" spc="-9" dirty="0">
                <a:latin typeface="Calibri"/>
                <a:cs typeface="Calibri"/>
              </a:rPr>
              <a:t> attention </a:t>
            </a:r>
            <a:r>
              <a:rPr sz="1135" spc="-5" dirty="0">
                <a:latin typeface="Calibri"/>
                <a:cs typeface="Calibri"/>
              </a:rPr>
              <a:t>weights</a:t>
            </a:r>
            <a:r>
              <a:rPr sz="1135" spc="-9" dirty="0">
                <a:latin typeface="Calibri"/>
                <a:cs typeface="Calibri"/>
              </a:rPr>
              <a:t> </a:t>
            </a:r>
            <a:r>
              <a:rPr sz="1135" dirty="0">
                <a:latin typeface="Calibri"/>
                <a:cs typeface="Calibri"/>
              </a:rPr>
              <a:t>a</a:t>
            </a:r>
            <a:r>
              <a:rPr sz="1135" baseline="-17361" dirty="0">
                <a:latin typeface="Calibri"/>
                <a:cs typeface="Calibri"/>
              </a:rPr>
              <a:t>t,i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299893" y="1245967"/>
            <a:ext cx="1197304" cy="269217"/>
          </a:xfrm>
          <a:prstGeom prst="rect">
            <a:avLst/>
          </a:prstGeom>
        </p:spPr>
        <p:txBody>
          <a:bodyPr vert="horz" wrap="square" lIns="0" tIns="12613" rIns="0" bIns="0" rtlCol="0">
            <a:spAutoFit/>
          </a:bodyPr>
          <a:lstStyle/>
          <a:p>
            <a:pPr marL="6006" marR="2402">
              <a:lnSpc>
                <a:spcPts val="998"/>
              </a:lnSpc>
              <a:spcBef>
                <a:spcPts val="99"/>
              </a:spcBef>
            </a:pP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Diagonal</a:t>
            </a:r>
            <a:r>
              <a:rPr sz="851" b="1" spc="-7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9" dirty="0">
                <a:solidFill>
                  <a:srgbClr val="4472C4"/>
                </a:solidFill>
                <a:latin typeface="Calibri"/>
                <a:cs typeface="Calibri"/>
              </a:rPr>
              <a:t>attention</a:t>
            </a: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2" dirty="0">
                <a:solidFill>
                  <a:srgbClr val="4472C4"/>
                </a:solidFill>
                <a:latin typeface="Calibri"/>
                <a:cs typeface="Calibri"/>
              </a:rPr>
              <a:t>means </a:t>
            </a:r>
            <a:r>
              <a:rPr sz="851" b="1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7" dirty="0">
                <a:solidFill>
                  <a:srgbClr val="4472C4"/>
                </a:solidFill>
                <a:latin typeface="Calibri"/>
                <a:cs typeface="Calibri"/>
              </a:rPr>
              <a:t>words</a:t>
            </a:r>
            <a:r>
              <a:rPr sz="851" b="1" spc="-9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correspond</a:t>
            </a:r>
            <a:r>
              <a:rPr sz="851" b="1" spc="-7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2" dirty="0">
                <a:solidFill>
                  <a:srgbClr val="4472C4"/>
                </a:solidFill>
                <a:latin typeface="Calibri"/>
                <a:cs typeface="Calibri"/>
              </a:rPr>
              <a:t>in</a:t>
            </a:r>
            <a:r>
              <a:rPr sz="851" b="1" spc="-9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order</a:t>
            </a:r>
            <a:endParaRPr sz="851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93812" y="807787"/>
            <a:ext cx="1951663" cy="2139052"/>
            <a:chOff x="7599250" y="1706417"/>
            <a:chExt cx="4126865" cy="4523105"/>
          </a:xfrm>
        </p:grpSpPr>
        <p:sp>
          <p:nvSpPr>
            <p:cNvPr id="13" name="object 13"/>
            <p:cNvSpPr/>
            <p:nvPr/>
          </p:nvSpPr>
          <p:spPr>
            <a:xfrm>
              <a:off x="10508672" y="4969620"/>
              <a:ext cx="1191895" cy="1216660"/>
            </a:xfrm>
            <a:custGeom>
              <a:avLst/>
              <a:gdLst/>
              <a:ahLst/>
              <a:cxnLst/>
              <a:rect l="l" t="t" r="r" b="b"/>
              <a:pathLst>
                <a:path w="1191895" h="1216660">
                  <a:moveTo>
                    <a:pt x="0" y="0"/>
                  </a:moveTo>
                  <a:lnTo>
                    <a:pt x="1191492" y="0"/>
                  </a:lnTo>
                  <a:lnTo>
                    <a:pt x="1191492" y="1216434"/>
                  </a:lnTo>
                  <a:lnTo>
                    <a:pt x="0" y="1216434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24650" y="4987634"/>
              <a:ext cx="596265" cy="1216660"/>
            </a:xfrm>
            <a:custGeom>
              <a:avLst/>
              <a:gdLst/>
              <a:ahLst/>
              <a:cxnLst/>
              <a:rect l="l" t="t" r="r" b="b"/>
              <a:pathLst>
                <a:path w="596265" h="1216660">
                  <a:moveTo>
                    <a:pt x="0" y="0"/>
                  </a:moveTo>
                  <a:lnTo>
                    <a:pt x="595746" y="0"/>
                  </a:lnTo>
                  <a:lnTo>
                    <a:pt x="595746" y="1216434"/>
                  </a:lnTo>
                  <a:lnTo>
                    <a:pt x="0" y="1216434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529455" y="1731817"/>
              <a:ext cx="1170940" cy="744855"/>
            </a:xfrm>
            <a:custGeom>
              <a:avLst/>
              <a:gdLst/>
              <a:ahLst/>
              <a:cxnLst/>
              <a:rect l="l" t="t" r="r" b="b"/>
              <a:pathLst>
                <a:path w="1170940" h="744855">
                  <a:moveTo>
                    <a:pt x="0" y="0"/>
                  </a:moveTo>
                  <a:lnTo>
                    <a:pt x="1170708" y="0"/>
                  </a:lnTo>
                  <a:lnTo>
                    <a:pt x="1170708" y="744792"/>
                  </a:lnTo>
                  <a:lnTo>
                    <a:pt x="0" y="744792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50033" y="1947953"/>
            <a:ext cx="3260680" cy="841509"/>
          </a:xfrm>
          <a:prstGeom prst="rect">
            <a:avLst/>
          </a:prstGeom>
        </p:spPr>
        <p:txBody>
          <a:bodyPr vert="horz" wrap="square" lIns="0" tIns="4505" rIns="0" bIns="0" rtlCol="0">
            <a:spAutoFit/>
          </a:bodyPr>
          <a:lstStyle/>
          <a:p>
            <a:pPr marL="6006" marR="1549204">
              <a:lnSpc>
                <a:spcPct val="100800"/>
              </a:lnSpc>
              <a:spcBef>
                <a:spcPts val="35"/>
              </a:spcBef>
            </a:pPr>
            <a:r>
              <a:rPr sz="1135" b="1" spc="-2" dirty="0">
                <a:latin typeface="Calibri"/>
                <a:cs typeface="Calibri"/>
              </a:rPr>
              <a:t>Output</a:t>
            </a:r>
            <a:r>
              <a:rPr sz="1135" spc="-2" dirty="0">
                <a:latin typeface="Calibri"/>
                <a:cs typeface="Calibri"/>
              </a:rPr>
              <a:t>: </a:t>
            </a:r>
            <a:r>
              <a:rPr sz="1135" spc="-21" dirty="0">
                <a:latin typeface="Calibri"/>
                <a:cs typeface="Calibri"/>
              </a:rPr>
              <a:t>“</a:t>
            </a:r>
            <a:r>
              <a:rPr sz="1135" b="1" spc="-21" dirty="0">
                <a:solidFill>
                  <a:srgbClr val="4472C4"/>
                </a:solidFill>
                <a:latin typeface="Calibri"/>
                <a:cs typeface="Calibri"/>
              </a:rPr>
              <a:t>L’accord </a:t>
            </a:r>
            <a:r>
              <a:rPr sz="1135" b="1" dirty="0">
                <a:solidFill>
                  <a:srgbClr val="4472C4"/>
                </a:solidFill>
                <a:latin typeface="Calibri"/>
                <a:cs typeface="Calibri"/>
              </a:rPr>
              <a:t>sur </a:t>
            </a:r>
            <a:r>
              <a:rPr sz="1135" b="1" spc="-2" dirty="0">
                <a:solidFill>
                  <a:srgbClr val="4472C4"/>
                </a:solidFill>
                <a:latin typeface="Calibri"/>
                <a:cs typeface="Calibri"/>
              </a:rPr>
              <a:t>la </a:t>
            </a:r>
            <a:r>
              <a:rPr sz="1135" spc="-7" dirty="0">
                <a:latin typeface="Calibri"/>
                <a:cs typeface="Calibri"/>
              </a:rPr>
              <a:t>zone </a:t>
            </a:r>
            <a:r>
              <a:rPr sz="1135" spc="-251" dirty="0">
                <a:latin typeface="Calibri"/>
                <a:cs typeface="Calibri"/>
              </a:rPr>
              <a:t> </a:t>
            </a:r>
            <a:r>
              <a:rPr sz="1135" spc="-2" dirty="0">
                <a:latin typeface="Calibri"/>
                <a:cs typeface="Calibri"/>
              </a:rPr>
              <a:t>économique européenne </a:t>
            </a:r>
            <a:r>
              <a:rPr sz="1135" dirty="0">
                <a:latin typeface="Calibri"/>
                <a:cs typeface="Calibri"/>
              </a:rPr>
              <a:t>a </a:t>
            </a:r>
            <a:r>
              <a:rPr sz="1135" spc="2" dirty="0">
                <a:latin typeface="Calibri"/>
                <a:cs typeface="Calibri"/>
              </a:rPr>
              <a:t> </a:t>
            </a:r>
            <a:r>
              <a:rPr sz="1135" spc="-7" dirty="0">
                <a:latin typeface="Calibri"/>
                <a:cs typeface="Calibri"/>
              </a:rPr>
              <a:t>été</a:t>
            </a:r>
            <a:r>
              <a:rPr sz="1135" spc="-5" dirty="0">
                <a:latin typeface="Calibri"/>
                <a:cs typeface="Calibri"/>
              </a:rPr>
              <a:t> </a:t>
            </a:r>
            <a:r>
              <a:rPr sz="1135" spc="-2" dirty="0">
                <a:latin typeface="Calibri"/>
                <a:cs typeface="Calibri"/>
              </a:rPr>
              <a:t>signé </a:t>
            </a:r>
            <a:r>
              <a:rPr sz="1135" b="1" dirty="0">
                <a:solidFill>
                  <a:srgbClr val="4472C4"/>
                </a:solidFill>
                <a:latin typeface="Calibri"/>
                <a:cs typeface="Calibri"/>
              </a:rPr>
              <a:t>en</a:t>
            </a:r>
            <a:r>
              <a:rPr sz="1135" b="1" spc="-7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1135" b="1" spc="-2" dirty="0">
                <a:solidFill>
                  <a:srgbClr val="4472C4"/>
                </a:solidFill>
                <a:latin typeface="Calibri"/>
                <a:cs typeface="Calibri"/>
              </a:rPr>
              <a:t>août</a:t>
            </a:r>
            <a:r>
              <a:rPr sz="1135" b="1" spc="-5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1135" b="1" spc="-31" dirty="0">
                <a:solidFill>
                  <a:srgbClr val="4472C4"/>
                </a:solidFill>
                <a:latin typeface="Calibri"/>
                <a:cs typeface="Calibri"/>
              </a:rPr>
              <a:t>1992</a:t>
            </a:r>
            <a:r>
              <a:rPr sz="1135" spc="-31" dirty="0">
                <a:latin typeface="Calibri"/>
                <a:cs typeface="Calibri"/>
              </a:rPr>
              <a:t>.”</a:t>
            </a:r>
            <a:endParaRPr sz="1135">
              <a:latin typeface="Calibri"/>
              <a:cs typeface="Calibri"/>
            </a:endParaRPr>
          </a:p>
          <a:p>
            <a:pPr marL="2070510" marR="2402">
              <a:lnSpc>
                <a:spcPts val="988"/>
              </a:lnSpc>
              <a:spcBef>
                <a:spcPts val="378"/>
              </a:spcBef>
            </a:pP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Diagonal </a:t>
            </a:r>
            <a:r>
              <a:rPr sz="851" b="1" spc="-7" dirty="0">
                <a:solidFill>
                  <a:srgbClr val="4472C4"/>
                </a:solidFill>
                <a:latin typeface="Calibri"/>
                <a:cs typeface="Calibri"/>
              </a:rPr>
              <a:t>attention </a:t>
            </a:r>
            <a:r>
              <a:rPr sz="851" b="1" spc="-2" dirty="0">
                <a:solidFill>
                  <a:srgbClr val="4472C4"/>
                </a:solidFill>
                <a:latin typeface="Calibri"/>
                <a:cs typeface="Calibri"/>
              </a:rPr>
              <a:t>means </a:t>
            </a:r>
            <a:r>
              <a:rPr sz="851" b="1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7" dirty="0">
                <a:solidFill>
                  <a:srgbClr val="4472C4"/>
                </a:solidFill>
                <a:latin typeface="Calibri"/>
                <a:cs typeface="Calibri"/>
              </a:rPr>
              <a:t>words</a:t>
            </a:r>
            <a:r>
              <a:rPr sz="851" b="1" spc="-14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correspond</a:t>
            </a:r>
            <a:r>
              <a:rPr sz="851" b="1" spc="-12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2" dirty="0">
                <a:solidFill>
                  <a:srgbClr val="4472C4"/>
                </a:solidFill>
                <a:latin typeface="Calibri"/>
                <a:cs typeface="Calibri"/>
              </a:rPr>
              <a:t>in</a:t>
            </a:r>
            <a:r>
              <a:rPr sz="851" b="1" spc="-12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order</a:t>
            </a:r>
            <a:endParaRPr sz="851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0" y="2992407"/>
            <a:ext cx="2353467" cy="75809"/>
          </a:xfrm>
          <a:prstGeom prst="rect">
            <a:avLst/>
          </a:prstGeom>
        </p:spPr>
        <p:txBody>
          <a:bodyPr vert="horz" wrap="square" lIns="0" tIns="3003" rIns="0" bIns="0" rtlCol="0">
            <a:spAutoFit/>
          </a:bodyPr>
          <a:lstStyle/>
          <a:p>
            <a:pPr marL="6006">
              <a:spcBef>
                <a:spcPts val="24"/>
              </a:spcBef>
            </a:pPr>
            <a:r>
              <a:rPr sz="473" spc="-2" dirty="0">
                <a:latin typeface="Calibri"/>
                <a:cs typeface="Calibri"/>
              </a:rPr>
              <a:t>Bahdanau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5" dirty="0">
                <a:latin typeface="Calibri"/>
                <a:cs typeface="Calibri"/>
              </a:rPr>
              <a:t>et</a:t>
            </a:r>
            <a:r>
              <a:rPr sz="473" spc="2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al,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5" dirty="0">
                <a:latin typeface="Calibri"/>
                <a:cs typeface="Calibri"/>
              </a:rPr>
              <a:t>“Neural</a:t>
            </a:r>
            <a:r>
              <a:rPr sz="473" spc="-2" dirty="0">
                <a:latin typeface="Calibri"/>
                <a:cs typeface="Calibri"/>
              </a:rPr>
              <a:t> machine</a:t>
            </a:r>
            <a:r>
              <a:rPr sz="473" spc="5" dirty="0">
                <a:latin typeface="Calibri"/>
                <a:cs typeface="Calibri"/>
              </a:rPr>
              <a:t> </a:t>
            </a:r>
            <a:r>
              <a:rPr sz="473" spc="-5" dirty="0">
                <a:latin typeface="Calibri"/>
                <a:cs typeface="Calibri"/>
              </a:rPr>
              <a:t>translation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by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jointly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learning</a:t>
            </a:r>
            <a:r>
              <a:rPr sz="473" spc="2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to</a:t>
            </a:r>
            <a:r>
              <a:rPr sz="473" spc="2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align</a:t>
            </a:r>
            <a:r>
              <a:rPr sz="473" spc="2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and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7" dirty="0">
                <a:latin typeface="Calibri"/>
                <a:cs typeface="Calibri"/>
              </a:rPr>
              <a:t>translate”,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ICLR </a:t>
            </a:r>
            <a:r>
              <a:rPr sz="473" dirty="0">
                <a:latin typeface="Calibri"/>
                <a:cs typeface="Calibri"/>
              </a:rPr>
              <a:t>2015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065C18D-3420-28F6-3E39-482F5740D12E}"/>
                  </a:ext>
                </a:extLst>
              </p14:cNvPr>
              <p14:cNvContentPartPr/>
              <p14:nvPr/>
            </p14:nvContentPartPr>
            <p14:xfrm>
              <a:off x="686520" y="1063080"/>
              <a:ext cx="4794120" cy="18504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065C18D-3420-28F6-3E39-482F5740D1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7160" y="1053720"/>
                <a:ext cx="4812840" cy="186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67646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91776" y="720814"/>
            <a:ext cx="2135448" cy="2197611"/>
            <a:chOff x="7172036" y="1522511"/>
            <a:chExt cx="4515485" cy="46469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3469" y="1556437"/>
              <a:ext cx="4443732" cy="461252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213272" y="3435926"/>
              <a:ext cx="782955" cy="764540"/>
            </a:xfrm>
            <a:custGeom>
              <a:avLst/>
              <a:gdLst/>
              <a:ahLst/>
              <a:cxnLst/>
              <a:rect l="l" t="t" r="r" b="b"/>
              <a:pathLst>
                <a:path w="782954" h="764539">
                  <a:moveTo>
                    <a:pt x="0" y="0"/>
                  </a:moveTo>
                  <a:lnTo>
                    <a:pt x="782782" y="0"/>
                  </a:lnTo>
                  <a:lnTo>
                    <a:pt x="782782" y="764118"/>
                  </a:lnTo>
                  <a:lnTo>
                    <a:pt x="0" y="764118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70AD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97436" y="3472967"/>
              <a:ext cx="1060450" cy="764540"/>
            </a:xfrm>
            <a:custGeom>
              <a:avLst/>
              <a:gdLst/>
              <a:ahLst/>
              <a:cxnLst/>
              <a:rect l="l" t="t" r="r" b="b"/>
              <a:pathLst>
                <a:path w="1060450" h="764539">
                  <a:moveTo>
                    <a:pt x="0" y="0"/>
                  </a:moveTo>
                  <a:lnTo>
                    <a:pt x="1059872" y="0"/>
                  </a:lnTo>
                  <a:lnTo>
                    <a:pt x="1059872" y="764118"/>
                  </a:lnTo>
                  <a:lnTo>
                    <a:pt x="0" y="764118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70AD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213272" y="1607126"/>
              <a:ext cx="782955" cy="845185"/>
            </a:xfrm>
            <a:custGeom>
              <a:avLst/>
              <a:gdLst/>
              <a:ahLst/>
              <a:cxnLst/>
              <a:rect l="l" t="t" r="r" b="b"/>
              <a:pathLst>
                <a:path w="782954" h="845185">
                  <a:moveTo>
                    <a:pt x="0" y="0"/>
                  </a:moveTo>
                  <a:lnTo>
                    <a:pt x="782782" y="0"/>
                  </a:lnTo>
                  <a:lnTo>
                    <a:pt x="782782" y="844724"/>
                  </a:lnTo>
                  <a:lnTo>
                    <a:pt x="0" y="844724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70AD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57308" y="2510439"/>
              <a:ext cx="986155" cy="962660"/>
            </a:xfrm>
            <a:custGeom>
              <a:avLst/>
              <a:gdLst/>
              <a:ahLst/>
              <a:cxnLst/>
              <a:rect l="l" t="t" r="r" b="b"/>
              <a:pathLst>
                <a:path w="986154" h="962660">
                  <a:moveTo>
                    <a:pt x="0" y="0"/>
                  </a:moveTo>
                  <a:lnTo>
                    <a:pt x="986038" y="0"/>
                  </a:lnTo>
                  <a:lnTo>
                    <a:pt x="986038" y="962528"/>
                  </a:lnTo>
                  <a:lnTo>
                    <a:pt x="0" y="962528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40780" y="2467389"/>
              <a:ext cx="616585" cy="962660"/>
            </a:xfrm>
            <a:custGeom>
              <a:avLst/>
              <a:gdLst/>
              <a:ahLst/>
              <a:cxnLst/>
              <a:rect l="l" t="t" r="r" b="b"/>
              <a:pathLst>
                <a:path w="616584" h="962660">
                  <a:moveTo>
                    <a:pt x="0" y="0"/>
                  </a:moveTo>
                  <a:lnTo>
                    <a:pt x="616527" y="0"/>
                  </a:lnTo>
                  <a:lnTo>
                    <a:pt x="616527" y="962528"/>
                  </a:lnTo>
                  <a:lnTo>
                    <a:pt x="0" y="962528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57307" y="1547911"/>
              <a:ext cx="935355" cy="962660"/>
            </a:xfrm>
            <a:custGeom>
              <a:avLst/>
              <a:gdLst/>
              <a:ahLst/>
              <a:cxnLst/>
              <a:rect l="l" t="t" r="r" b="b"/>
              <a:pathLst>
                <a:path w="935354" h="962660">
                  <a:moveTo>
                    <a:pt x="0" y="0"/>
                  </a:moveTo>
                  <a:lnTo>
                    <a:pt x="935183" y="0"/>
                  </a:lnTo>
                  <a:lnTo>
                    <a:pt x="935183" y="962528"/>
                  </a:lnTo>
                  <a:lnTo>
                    <a:pt x="0" y="962528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Content Placeholder 26"/>
          <p:cNvSpPr>
            <a:spLocks noGrp="1"/>
          </p:cNvSpPr>
          <p:nvPr>
            <p:ph sz="quarter" idx="10"/>
          </p:nvPr>
        </p:nvSpPr>
        <p:spPr>
          <a:xfrm>
            <a:off x="88925" y="35447"/>
            <a:ext cx="5274560" cy="540544"/>
          </a:xfrm>
        </p:spPr>
        <p:txBody>
          <a:bodyPr/>
          <a:lstStyle/>
          <a:p>
            <a:r>
              <a:rPr lang="en-US" spc="-5" dirty="0">
                <a:solidFill>
                  <a:schemeClr val="bg1"/>
                </a:solidFill>
              </a:rPr>
              <a:t>Sequence-to-Sequence</a:t>
            </a:r>
            <a:r>
              <a:rPr lang="en-US" spc="-2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with </a:t>
            </a:r>
            <a:r>
              <a:rPr lang="en-US" spc="-2" dirty="0">
                <a:solidFill>
                  <a:schemeClr val="bg1"/>
                </a:solidFill>
              </a:rPr>
              <a:t>RNNs</a:t>
            </a:r>
            <a:r>
              <a:rPr lang="en-US" spc="5" dirty="0">
                <a:solidFill>
                  <a:schemeClr val="bg1"/>
                </a:solidFill>
              </a:rPr>
              <a:t> </a:t>
            </a:r>
            <a:r>
              <a:rPr lang="en-US" spc="21" dirty="0">
                <a:solidFill>
                  <a:schemeClr val="bg1"/>
                </a:solidFill>
              </a:rPr>
              <a:t>and</a:t>
            </a:r>
            <a:r>
              <a:rPr lang="en-US" spc="9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Attention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4294967295"/>
          </p:nvPr>
        </p:nvSpPr>
        <p:spPr>
          <a:xfrm>
            <a:off x="0" y="3049337"/>
            <a:ext cx="1825837" cy="123414"/>
          </a:xfrm>
          <a:prstGeom prst="rect">
            <a:avLst/>
          </a:prstGeom>
        </p:spPr>
        <p:txBody>
          <a:bodyPr vert="horz" wrap="square" lIns="0" tIns="3003" rIns="0" bIns="0" rtlCol="0">
            <a:spAutoFit/>
          </a:bodyPr>
          <a:lstStyle/>
          <a:p>
            <a:pPr marL="6006">
              <a:spcBef>
                <a:spcPts val="24"/>
              </a:spcBef>
            </a:pPr>
            <a:r>
              <a:rPr sz="473" spc="-2" dirty="0">
                <a:latin typeface="Calibri"/>
                <a:cs typeface="Calibri"/>
              </a:rPr>
              <a:t>Justin Johnson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4294967295"/>
          </p:nvPr>
        </p:nvSpPr>
        <p:spPr>
          <a:xfrm>
            <a:off x="4420447" y="3006818"/>
            <a:ext cx="1345353" cy="92636"/>
          </a:xfrm>
          <a:prstGeom prst="rect">
            <a:avLst/>
          </a:prstGeom>
        </p:spPr>
        <p:txBody>
          <a:bodyPr vert="horz" wrap="square" lIns="0" tIns="300" rIns="0" bIns="0" rtlCol="0">
            <a:spAutoFit/>
          </a:bodyPr>
          <a:lstStyle/>
          <a:p>
            <a:pPr marL="18017">
              <a:spcBef>
                <a:spcPts val="2"/>
              </a:spcBef>
            </a:pPr>
            <a:fld id="{81D60167-4931-47E6-BA6A-407CBD079E47}" type="slidenum">
              <a:rPr dirty="0"/>
              <a:pPr marL="18017">
                <a:spcBef>
                  <a:spcPts val="2"/>
                </a:spcBef>
              </a:pPr>
              <a:t>34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250033" y="734251"/>
            <a:ext cx="1588598" cy="351760"/>
          </a:xfrm>
          <a:prstGeom prst="rect">
            <a:avLst/>
          </a:prstGeom>
        </p:spPr>
        <p:txBody>
          <a:bodyPr vert="horz" wrap="square" lIns="0" tIns="4505" rIns="0" bIns="0" rtlCol="0">
            <a:spAutoFit/>
          </a:bodyPr>
          <a:lstStyle/>
          <a:p>
            <a:pPr marL="6006" marR="2402">
              <a:lnSpc>
                <a:spcPct val="100800"/>
              </a:lnSpc>
              <a:spcBef>
                <a:spcPts val="35"/>
              </a:spcBef>
            </a:pPr>
            <a:r>
              <a:rPr sz="1135" b="1" spc="-5" dirty="0">
                <a:latin typeface="Calibri"/>
                <a:cs typeface="Calibri"/>
              </a:rPr>
              <a:t>Example</a:t>
            </a:r>
            <a:r>
              <a:rPr sz="1135" spc="-5" dirty="0">
                <a:latin typeface="Calibri"/>
                <a:cs typeface="Calibri"/>
              </a:rPr>
              <a:t>: </a:t>
            </a:r>
            <a:r>
              <a:rPr sz="1135" spc="-2" dirty="0">
                <a:latin typeface="Calibri"/>
                <a:cs typeface="Calibri"/>
              </a:rPr>
              <a:t>English </a:t>
            </a:r>
            <a:r>
              <a:rPr sz="1135" spc="-7" dirty="0">
                <a:latin typeface="Calibri"/>
                <a:cs typeface="Calibri"/>
              </a:rPr>
              <a:t>to </a:t>
            </a:r>
            <a:r>
              <a:rPr sz="1135" spc="-5" dirty="0">
                <a:latin typeface="Calibri"/>
                <a:cs typeface="Calibri"/>
              </a:rPr>
              <a:t>French </a:t>
            </a:r>
            <a:r>
              <a:rPr sz="1135" spc="-251" dirty="0">
                <a:latin typeface="Calibri"/>
                <a:cs typeface="Calibri"/>
              </a:rPr>
              <a:t> </a:t>
            </a:r>
            <a:r>
              <a:rPr sz="1135" spc="-7" dirty="0">
                <a:latin typeface="Calibri"/>
                <a:cs typeface="Calibri"/>
              </a:rPr>
              <a:t>translation</a:t>
            </a:r>
            <a:endParaRPr sz="1135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0033" y="1257497"/>
            <a:ext cx="1787398" cy="526984"/>
          </a:xfrm>
          <a:prstGeom prst="rect">
            <a:avLst/>
          </a:prstGeom>
        </p:spPr>
        <p:txBody>
          <a:bodyPr vert="horz" wrap="square" lIns="0" tIns="8108" rIns="0" bIns="0" rtlCol="0">
            <a:spAutoFit/>
          </a:bodyPr>
          <a:lstStyle/>
          <a:p>
            <a:pPr marL="6006" marR="2402" algn="just">
              <a:lnSpc>
                <a:spcPct val="98800"/>
              </a:lnSpc>
              <a:spcBef>
                <a:spcPts val="64"/>
              </a:spcBef>
            </a:pPr>
            <a:r>
              <a:rPr sz="1135" b="1" spc="-2" dirty="0">
                <a:latin typeface="Calibri"/>
                <a:cs typeface="Calibri"/>
              </a:rPr>
              <a:t>Input</a:t>
            </a:r>
            <a:r>
              <a:rPr sz="1135" spc="-2" dirty="0">
                <a:latin typeface="Calibri"/>
                <a:cs typeface="Calibri"/>
              </a:rPr>
              <a:t>: “</a:t>
            </a:r>
            <a:r>
              <a:rPr sz="1135" b="1" spc="-2" dirty="0">
                <a:solidFill>
                  <a:srgbClr val="4472C4"/>
                </a:solidFill>
                <a:latin typeface="Calibri"/>
                <a:cs typeface="Calibri"/>
              </a:rPr>
              <a:t>The </a:t>
            </a:r>
            <a:r>
              <a:rPr sz="1135" b="1" spc="-5" dirty="0">
                <a:solidFill>
                  <a:srgbClr val="4472C4"/>
                </a:solidFill>
                <a:latin typeface="Calibri"/>
                <a:cs typeface="Calibri"/>
              </a:rPr>
              <a:t>agreement </a:t>
            </a:r>
            <a:r>
              <a:rPr sz="1135" b="1" spc="-2" dirty="0">
                <a:solidFill>
                  <a:srgbClr val="4472C4"/>
                </a:solidFill>
                <a:latin typeface="Calibri"/>
                <a:cs typeface="Calibri"/>
              </a:rPr>
              <a:t>on </a:t>
            </a:r>
            <a:r>
              <a:rPr sz="1135" b="1" dirty="0">
                <a:solidFill>
                  <a:srgbClr val="4472C4"/>
                </a:solidFill>
                <a:latin typeface="Calibri"/>
                <a:cs typeface="Calibri"/>
              </a:rPr>
              <a:t>the </a:t>
            </a:r>
            <a:r>
              <a:rPr sz="1135" b="1" spc="-251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1135" b="1" spc="-2" dirty="0">
                <a:solidFill>
                  <a:srgbClr val="70AD47"/>
                </a:solidFill>
                <a:latin typeface="Calibri"/>
                <a:cs typeface="Calibri"/>
              </a:rPr>
              <a:t>European </a:t>
            </a:r>
            <a:r>
              <a:rPr sz="1135" b="1" spc="-5" dirty="0">
                <a:solidFill>
                  <a:srgbClr val="70AD47"/>
                </a:solidFill>
                <a:latin typeface="Calibri"/>
                <a:cs typeface="Calibri"/>
              </a:rPr>
              <a:t>Economic Area </a:t>
            </a:r>
            <a:r>
              <a:rPr sz="1135" spc="-5" dirty="0">
                <a:latin typeface="Calibri"/>
                <a:cs typeface="Calibri"/>
              </a:rPr>
              <a:t>was </a:t>
            </a:r>
            <a:r>
              <a:rPr sz="1135" spc="-251" dirty="0">
                <a:latin typeface="Calibri"/>
                <a:cs typeface="Calibri"/>
              </a:rPr>
              <a:t> </a:t>
            </a:r>
            <a:r>
              <a:rPr sz="1135" spc="-2" dirty="0">
                <a:latin typeface="Calibri"/>
                <a:cs typeface="Calibri"/>
              </a:rPr>
              <a:t>signed</a:t>
            </a:r>
            <a:r>
              <a:rPr sz="1135" spc="-5" dirty="0">
                <a:latin typeface="Calibri"/>
                <a:cs typeface="Calibri"/>
              </a:rPr>
              <a:t> </a:t>
            </a:r>
            <a:r>
              <a:rPr sz="1135" b="1" spc="-2" dirty="0">
                <a:solidFill>
                  <a:srgbClr val="4472C4"/>
                </a:solidFill>
                <a:latin typeface="Calibri"/>
                <a:cs typeface="Calibri"/>
              </a:rPr>
              <a:t>in</a:t>
            </a:r>
            <a:r>
              <a:rPr sz="1135" b="1" spc="-7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1135" b="1" spc="-5" dirty="0">
                <a:solidFill>
                  <a:srgbClr val="4472C4"/>
                </a:solidFill>
                <a:latin typeface="Calibri"/>
                <a:cs typeface="Calibri"/>
              </a:rPr>
              <a:t>August</a:t>
            </a:r>
            <a:r>
              <a:rPr sz="1135" b="1" spc="-2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1135" b="1" spc="-31" dirty="0">
                <a:solidFill>
                  <a:srgbClr val="4472C4"/>
                </a:solidFill>
                <a:latin typeface="Calibri"/>
                <a:cs typeface="Calibri"/>
              </a:rPr>
              <a:t>1992</a:t>
            </a:r>
            <a:r>
              <a:rPr sz="1135" spc="-31" dirty="0">
                <a:latin typeface="Calibri"/>
                <a:cs typeface="Calibri"/>
              </a:rPr>
              <a:t>.”</a:t>
            </a:r>
            <a:endParaRPr sz="1135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43443" y="415417"/>
            <a:ext cx="1767878" cy="18072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12012">
              <a:spcBef>
                <a:spcPts val="47"/>
              </a:spcBef>
            </a:pPr>
            <a:r>
              <a:rPr sz="1135" spc="-5" dirty="0">
                <a:latin typeface="Calibri"/>
                <a:cs typeface="Calibri"/>
              </a:rPr>
              <a:t>Visualize</a:t>
            </a:r>
            <a:r>
              <a:rPr sz="1135" spc="-9" dirty="0">
                <a:latin typeface="Calibri"/>
                <a:cs typeface="Calibri"/>
              </a:rPr>
              <a:t> </a:t>
            </a:r>
            <a:r>
              <a:rPr sz="1135" spc="-7" dirty="0">
                <a:latin typeface="Calibri"/>
                <a:cs typeface="Calibri"/>
              </a:rPr>
              <a:t>attention</a:t>
            </a:r>
            <a:r>
              <a:rPr sz="1135" spc="-9" dirty="0">
                <a:latin typeface="Calibri"/>
                <a:cs typeface="Calibri"/>
              </a:rPr>
              <a:t> </a:t>
            </a:r>
            <a:r>
              <a:rPr sz="1135" spc="-5" dirty="0">
                <a:latin typeface="Calibri"/>
                <a:cs typeface="Calibri"/>
              </a:rPr>
              <a:t>weights</a:t>
            </a:r>
            <a:r>
              <a:rPr sz="1135" spc="-7" dirty="0">
                <a:latin typeface="Calibri"/>
                <a:cs typeface="Calibri"/>
              </a:rPr>
              <a:t> </a:t>
            </a:r>
            <a:r>
              <a:rPr sz="1135" spc="-5" dirty="0">
                <a:latin typeface="Calibri"/>
                <a:cs typeface="Calibri"/>
              </a:rPr>
              <a:t>a</a:t>
            </a:r>
            <a:r>
              <a:rPr sz="1135" spc="-7" baseline="-17361" dirty="0">
                <a:latin typeface="Calibri"/>
                <a:cs typeface="Calibri"/>
              </a:rPr>
              <a:t>t,i</a:t>
            </a:r>
            <a:endParaRPr sz="1135" baseline="-17361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33729" y="1662545"/>
            <a:ext cx="969075" cy="269217"/>
          </a:xfrm>
          <a:prstGeom prst="rect">
            <a:avLst/>
          </a:prstGeom>
        </p:spPr>
        <p:txBody>
          <a:bodyPr vert="horz" wrap="square" lIns="0" tIns="12613" rIns="0" bIns="0" rtlCol="0">
            <a:spAutoFit/>
          </a:bodyPr>
          <a:lstStyle/>
          <a:p>
            <a:pPr marL="6006" marR="2402">
              <a:lnSpc>
                <a:spcPts val="998"/>
              </a:lnSpc>
              <a:spcBef>
                <a:spcPts val="99"/>
              </a:spcBef>
            </a:pPr>
            <a:r>
              <a:rPr sz="851" b="1" spc="-12" dirty="0">
                <a:solidFill>
                  <a:srgbClr val="70AD47"/>
                </a:solidFill>
                <a:latin typeface="Calibri"/>
                <a:cs typeface="Calibri"/>
              </a:rPr>
              <a:t>Attention</a:t>
            </a:r>
            <a:r>
              <a:rPr sz="851" b="1" spc="-7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851" b="1" spc="-5" dirty="0">
                <a:solidFill>
                  <a:srgbClr val="70AD47"/>
                </a:solidFill>
                <a:latin typeface="Calibri"/>
                <a:cs typeface="Calibri"/>
              </a:rPr>
              <a:t>ﬁgures</a:t>
            </a:r>
            <a:r>
              <a:rPr sz="851" b="1" spc="-7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851" b="1" spc="-2" dirty="0">
                <a:solidFill>
                  <a:srgbClr val="70AD47"/>
                </a:solidFill>
                <a:latin typeface="Calibri"/>
                <a:cs typeface="Calibri"/>
              </a:rPr>
              <a:t>out </a:t>
            </a:r>
            <a:r>
              <a:rPr sz="851" b="1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851" b="1" spc="-7" dirty="0">
                <a:solidFill>
                  <a:srgbClr val="70AD47"/>
                </a:solidFill>
                <a:latin typeface="Calibri"/>
                <a:cs typeface="Calibri"/>
              </a:rPr>
              <a:t>diﬀerent</a:t>
            </a:r>
            <a:r>
              <a:rPr sz="851" b="1" spc="-12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851" b="1" spc="-7" dirty="0">
                <a:solidFill>
                  <a:srgbClr val="70AD47"/>
                </a:solidFill>
                <a:latin typeface="Calibri"/>
                <a:cs typeface="Calibri"/>
              </a:rPr>
              <a:t>word</a:t>
            </a:r>
            <a:r>
              <a:rPr sz="851" b="1" spc="-12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851" b="1" spc="-7" dirty="0">
                <a:solidFill>
                  <a:srgbClr val="70AD47"/>
                </a:solidFill>
                <a:latin typeface="Calibri"/>
                <a:cs typeface="Calibri"/>
              </a:rPr>
              <a:t>orders</a:t>
            </a:r>
            <a:endParaRPr sz="851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99893" y="1245967"/>
            <a:ext cx="1197304" cy="269217"/>
          </a:xfrm>
          <a:prstGeom prst="rect">
            <a:avLst/>
          </a:prstGeom>
        </p:spPr>
        <p:txBody>
          <a:bodyPr vert="horz" wrap="square" lIns="0" tIns="12613" rIns="0" bIns="0" rtlCol="0">
            <a:spAutoFit/>
          </a:bodyPr>
          <a:lstStyle/>
          <a:p>
            <a:pPr marL="6006" marR="2402">
              <a:lnSpc>
                <a:spcPts val="998"/>
              </a:lnSpc>
              <a:spcBef>
                <a:spcPts val="99"/>
              </a:spcBef>
            </a:pP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Diagonal</a:t>
            </a:r>
            <a:r>
              <a:rPr sz="851" b="1" spc="-7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9" dirty="0">
                <a:solidFill>
                  <a:srgbClr val="4472C4"/>
                </a:solidFill>
                <a:latin typeface="Calibri"/>
                <a:cs typeface="Calibri"/>
              </a:rPr>
              <a:t>attention</a:t>
            </a: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2" dirty="0">
                <a:solidFill>
                  <a:srgbClr val="4472C4"/>
                </a:solidFill>
                <a:latin typeface="Calibri"/>
                <a:cs typeface="Calibri"/>
              </a:rPr>
              <a:t>means </a:t>
            </a:r>
            <a:r>
              <a:rPr sz="851" b="1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7" dirty="0">
                <a:solidFill>
                  <a:srgbClr val="4472C4"/>
                </a:solidFill>
                <a:latin typeface="Calibri"/>
                <a:cs typeface="Calibri"/>
              </a:rPr>
              <a:t>words</a:t>
            </a:r>
            <a:r>
              <a:rPr sz="851" b="1" spc="-9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correspond</a:t>
            </a:r>
            <a:r>
              <a:rPr sz="851" b="1" spc="-7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2" dirty="0">
                <a:solidFill>
                  <a:srgbClr val="4472C4"/>
                </a:solidFill>
                <a:latin typeface="Calibri"/>
                <a:cs typeface="Calibri"/>
              </a:rPr>
              <a:t>in</a:t>
            </a:r>
            <a:r>
              <a:rPr sz="851" b="1" spc="-9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order</a:t>
            </a:r>
            <a:endParaRPr sz="851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593812" y="807787"/>
            <a:ext cx="1951663" cy="2139052"/>
            <a:chOff x="7599250" y="1706417"/>
            <a:chExt cx="4126865" cy="4523105"/>
          </a:xfrm>
        </p:grpSpPr>
        <p:sp>
          <p:nvSpPr>
            <p:cNvPr id="17" name="object 17"/>
            <p:cNvSpPr/>
            <p:nvPr/>
          </p:nvSpPr>
          <p:spPr>
            <a:xfrm>
              <a:off x="10508672" y="4969620"/>
              <a:ext cx="1191895" cy="1216660"/>
            </a:xfrm>
            <a:custGeom>
              <a:avLst/>
              <a:gdLst/>
              <a:ahLst/>
              <a:cxnLst/>
              <a:rect l="l" t="t" r="r" b="b"/>
              <a:pathLst>
                <a:path w="1191895" h="1216660">
                  <a:moveTo>
                    <a:pt x="0" y="0"/>
                  </a:moveTo>
                  <a:lnTo>
                    <a:pt x="1191492" y="0"/>
                  </a:lnTo>
                  <a:lnTo>
                    <a:pt x="1191492" y="1216434"/>
                  </a:lnTo>
                  <a:lnTo>
                    <a:pt x="0" y="1216434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24650" y="4987634"/>
              <a:ext cx="596265" cy="1216660"/>
            </a:xfrm>
            <a:custGeom>
              <a:avLst/>
              <a:gdLst/>
              <a:ahLst/>
              <a:cxnLst/>
              <a:rect l="l" t="t" r="r" b="b"/>
              <a:pathLst>
                <a:path w="596265" h="1216660">
                  <a:moveTo>
                    <a:pt x="0" y="0"/>
                  </a:moveTo>
                  <a:lnTo>
                    <a:pt x="595746" y="0"/>
                  </a:lnTo>
                  <a:lnTo>
                    <a:pt x="595746" y="1216434"/>
                  </a:lnTo>
                  <a:lnTo>
                    <a:pt x="0" y="1216434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529455" y="1731817"/>
              <a:ext cx="1170940" cy="744855"/>
            </a:xfrm>
            <a:custGeom>
              <a:avLst/>
              <a:gdLst/>
              <a:ahLst/>
              <a:cxnLst/>
              <a:rect l="l" t="t" r="r" b="b"/>
              <a:pathLst>
                <a:path w="1170940" h="744855">
                  <a:moveTo>
                    <a:pt x="0" y="0"/>
                  </a:moveTo>
                  <a:lnTo>
                    <a:pt x="1170708" y="0"/>
                  </a:lnTo>
                  <a:lnTo>
                    <a:pt x="1170708" y="744792"/>
                  </a:lnTo>
                  <a:lnTo>
                    <a:pt x="0" y="744792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50033" y="1947953"/>
            <a:ext cx="3261881" cy="841509"/>
          </a:xfrm>
          <a:prstGeom prst="rect">
            <a:avLst/>
          </a:prstGeom>
        </p:spPr>
        <p:txBody>
          <a:bodyPr vert="horz" wrap="square" lIns="0" tIns="4505" rIns="0" bIns="0" rtlCol="0">
            <a:spAutoFit/>
          </a:bodyPr>
          <a:lstStyle/>
          <a:p>
            <a:pPr marL="6006" marR="1545900">
              <a:lnSpc>
                <a:spcPct val="100800"/>
              </a:lnSpc>
              <a:spcBef>
                <a:spcPts val="35"/>
              </a:spcBef>
            </a:pPr>
            <a:r>
              <a:rPr sz="1135" b="1" spc="-2" dirty="0">
                <a:latin typeface="Calibri"/>
                <a:cs typeface="Calibri"/>
              </a:rPr>
              <a:t>Output</a:t>
            </a:r>
            <a:r>
              <a:rPr sz="1135" spc="-2" dirty="0">
                <a:latin typeface="Calibri"/>
                <a:cs typeface="Calibri"/>
              </a:rPr>
              <a:t>: </a:t>
            </a:r>
            <a:r>
              <a:rPr sz="1135" spc="-21" dirty="0">
                <a:latin typeface="Calibri"/>
                <a:cs typeface="Calibri"/>
              </a:rPr>
              <a:t>“</a:t>
            </a:r>
            <a:r>
              <a:rPr sz="1135" b="1" spc="-21" dirty="0">
                <a:solidFill>
                  <a:srgbClr val="4472C4"/>
                </a:solidFill>
                <a:latin typeface="Calibri"/>
                <a:cs typeface="Calibri"/>
              </a:rPr>
              <a:t>L’accord </a:t>
            </a:r>
            <a:r>
              <a:rPr sz="1135" b="1" dirty="0">
                <a:solidFill>
                  <a:srgbClr val="4472C4"/>
                </a:solidFill>
                <a:latin typeface="Calibri"/>
                <a:cs typeface="Calibri"/>
              </a:rPr>
              <a:t>sur </a:t>
            </a:r>
            <a:r>
              <a:rPr sz="1135" b="1" spc="-2" dirty="0">
                <a:solidFill>
                  <a:srgbClr val="4472C4"/>
                </a:solidFill>
                <a:latin typeface="Calibri"/>
                <a:cs typeface="Calibri"/>
              </a:rPr>
              <a:t>la </a:t>
            </a:r>
            <a:r>
              <a:rPr sz="1135" b="1" spc="-7" dirty="0">
                <a:solidFill>
                  <a:srgbClr val="70AD47"/>
                </a:solidFill>
                <a:latin typeface="Calibri"/>
                <a:cs typeface="Calibri"/>
              </a:rPr>
              <a:t>zone </a:t>
            </a:r>
            <a:r>
              <a:rPr sz="1135" b="1" spc="-251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1135" b="1" spc="-5" dirty="0">
                <a:solidFill>
                  <a:srgbClr val="70AD47"/>
                </a:solidFill>
                <a:latin typeface="Calibri"/>
                <a:cs typeface="Calibri"/>
              </a:rPr>
              <a:t>économique</a:t>
            </a:r>
            <a:r>
              <a:rPr sz="1135" b="1" spc="-2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1135" b="1" spc="-5" dirty="0">
                <a:solidFill>
                  <a:srgbClr val="70AD47"/>
                </a:solidFill>
                <a:latin typeface="Calibri"/>
                <a:cs typeface="Calibri"/>
              </a:rPr>
              <a:t>européenne</a:t>
            </a:r>
            <a:r>
              <a:rPr sz="1135" b="1" spc="2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1135" dirty="0">
                <a:latin typeface="Calibri"/>
                <a:cs typeface="Calibri"/>
              </a:rPr>
              <a:t>a </a:t>
            </a:r>
            <a:r>
              <a:rPr sz="1135" spc="2" dirty="0">
                <a:latin typeface="Calibri"/>
                <a:cs typeface="Calibri"/>
              </a:rPr>
              <a:t> </a:t>
            </a:r>
            <a:r>
              <a:rPr sz="1135" spc="-7" dirty="0">
                <a:latin typeface="Calibri"/>
                <a:cs typeface="Calibri"/>
              </a:rPr>
              <a:t>été</a:t>
            </a:r>
            <a:r>
              <a:rPr sz="1135" spc="-2" dirty="0">
                <a:latin typeface="Calibri"/>
                <a:cs typeface="Calibri"/>
              </a:rPr>
              <a:t> signé </a:t>
            </a:r>
            <a:r>
              <a:rPr sz="1135" b="1" dirty="0">
                <a:solidFill>
                  <a:srgbClr val="4472C4"/>
                </a:solidFill>
                <a:latin typeface="Calibri"/>
                <a:cs typeface="Calibri"/>
              </a:rPr>
              <a:t>en</a:t>
            </a:r>
            <a:r>
              <a:rPr sz="1135" b="1" spc="-7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1135" b="1" spc="-2" dirty="0">
                <a:solidFill>
                  <a:srgbClr val="4472C4"/>
                </a:solidFill>
                <a:latin typeface="Calibri"/>
                <a:cs typeface="Calibri"/>
              </a:rPr>
              <a:t>août</a:t>
            </a:r>
            <a:r>
              <a:rPr sz="1135" b="1" spc="-5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1135" b="1" spc="-31" dirty="0">
                <a:solidFill>
                  <a:srgbClr val="4472C4"/>
                </a:solidFill>
                <a:latin typeface="Calibri"/>
                <a:cs typeface="Calibri"/>
              </a:rPr>
              <a:t>1992</a:t>
            </a:r>
            <a:r>
              <a:rPr sz="1135" spc="-31" dirty="0">
                <a:latin typeface="Calibri"/>
                <a:cs typeface="Calibri"/>
              </a:rPr>
              <a:t>.”</a:t>
            </a:r>
            <a:endParaRPr sz="1135">
              <a:latin typeface="Calibri"/>
              <a:cs typeface="Calibri"/>
            </a:endParaRPr>
          </a:p>
          <a:p>
            <a:pPr marL="2070510" marR="2402">
              <a:lnSpc>
                <a:spcPts val="988"/>
              </a:lnSpc>
              <a:spcBef>
                <a:spcPts val="378"/>
              </a:spcBef>
            </a:pP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Diagonal</a:t>
            </a:r>
            <a:r>
              <a:rPr sz="851" b="1" spc="-7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9" dirty="0">
                <a:solidFill>
                  <a:srgbClr val="4472C4"/>
                </a:solidFill>
                <a:latin typeface="Calibri"/>
                <a:cs typeface="Calibri"/>
              </a:rPr>
              <a:t>attention</a:t>
            </a: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2" dirty="0">
                <a:solidFill>
                  <a:srgbClr val="4472C4"/>
                </a:solidFill>
                <a:latin typeface="Calibri"/>
                <a:cs typeface="Calibri"/>
              </a:rPr>
              <a:t>means </a:t>
            </a:r>
            <a:r>
              <a:rPr sz="851" b="1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7" dirty="0">
                <a:solidFill>
                  <a:srgbClr val="4472C4"/>
                </a:solidFill>
                <a:latin typeface="Calibri"/>
                <a:cs typeface="Calibri"/>
              </a:rPr>
              <a:t>words</a:t>
            </a:r>
            <a:r>
              <a:rPr sz="851" b="1" spc="-9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correspond</a:t>
            </a:r>
            <a:r>
              <a:rPr sz="851" b="1" spc="-7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2" dirty="0">
                <a:solidFill>
                  <a:srgbClr val="4472C4"/>
                </a:solidFill>
                <a:latin typeface="Calibri"/>
                <a:cs typeface="Calibri"/>
              </a:rPr>
              <a:t>in</a:t>
            </a:r>
            <a:r>
              <a:rPr sz="851" b="1" spc="-9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order</a:t>
            </a:r>
            <a:endParaRPr sz="851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237" y="2906988"/>
            <a:ext cx="2353467" cy="75809"/>
          </a:xfrm>
          <a:prstGeom prst="rect">
            <a:avLst/>
          </a:prstGeom>
        </p:spPr>
        <p:txBody>
          <a:bodyPr vert="horz" wrap="square" lIns="0" tIns="3003" rIns="0" bIns="0" rtlCol="0">
            <a:spAutoFit/>
          </a:bodyPr>
          <a:lstStyle/>
          <a:p>
            <a:pPr marL="6006">
              <a:spcBef>
                <a:spcPts val="24"/>
              </a:spcBef>
            </a:pPr>
            <a:r>
              <a:rPr sz="473" spc="-2" dirty="0">
                <a:latin typeface="Calibri"/>
                <a:cs typeface="Calibri"/>
              </a:rPr>
              <a:t>Bahdanau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5" dirty="0">
                <a:latin typeface="Calibri"/>
                <a:cs typeface="Calibri"/>
              </a:rPr>
              <a:t>et</a:t>
            </a:r>
            <a:r>
              <a:rPr sz="473" spc="2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al,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5" dirty="0">
                <a:latin typeface="Calibri"/>
                <a:cs typeface="Calibri"/>
              </a:rPr>
              <a:t>“Neural</a:t>
            </a:r>
            <a:r>
              <a:rPr sz="473" spc="-2" dirty="0">
                <a:latin typeface="Calibri"/>
                <a:cs typeface="Calibri"/>
              </a:rPr>
              <a:t> machine</a:t>
            </a:r>
            <a:r>
              <a:rPr sz="473" spc="5" dirty="0">
                <a:latin typeface="Calibri"/>
                <a:cs typeface="Calibri"/>
              </a:rPr>
              <a:t> </a:t>
            </a:r>
            <a:r>
              <a:rPr sz="473" spc="-5" dirty="0">
                <a:latin typeface="Calibri"/>
                <a:cs typeface="Calibri"/>
              </a:rPr>
              <a:t>translation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by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jointly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learning</a:t>
            </a:r>
            <a:r>
              <a:rPr sz="473" spc="2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to</a:t>
            </a:r>
            <a:r>
              <a:rPr sz="473" spc="2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align</a:t>
            </a:r>
            <a:r>
              <a:rPr sz="473" spc="2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and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7" dirty="0">
                <a:latin typeface="Calibri"/>
                <a:cs typeface="Calibri"/>
              </a:rPr>
              <a:t>translate”,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ICLR </a:t>
            </a:r>
            <a:r>
              <a:rPr sz="473" dirty="0">
                <a:latin typeface="Calibri"/>
                <a:cs typeface="Calibri"/>
              </a:rPr>
              <a:t>2015</a:t>
            </a:r>
            <a:endParaRPr sz="473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6B55434-3F6F-6963-1D18-E80930E3A83A}"/>
                  </a:ext>
                </a:extLst>
              </p14:cNvPr>
              <p14:cNvContentPartPr/>
              <p14:nvPr/>
            </p14:nvContentPartPr>
            <p14:xfrm>
              <a:off x="375480" y="1161000"/>
              <a:ext cx="4367160" cy="11448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6B55434-3F6F-6963-1D18-E80930E3A8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6120" y="1151640"/>
                <a:ext cx="4385880" cy="116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97195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91776" y="720814"/>
            <a:ext cx="2135448" cy="2197611"/>
            <a:chOff x="7172036" y="1522511"/>
            <a:chExt cx="4515485" cy="464693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43469" y="1556437"/>
              <a:ext cx="4443732" cy="461252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213272" y="3435926"/>
              <a:ext cx="782955" cy="764540"/>
            </a:xfrm>
            <a:custGeom>
              <a:avLst/>
              <a:gdLst/>
              <a:ahLst/>
              <a:cxnLst/>
              <a:rect l="l" t="t" r="r" b="b"/>
              <a:pathLst>
                <a:path w="782954" h="764539">
                  <a:moveTo>
                    <a:pt x="0" y="0"/>
                  </a:moveTo>
                  <a:lnTo>
                    <a:pt x="782782" y="0"/>
                  </a:lnTo>
                  <a:lnTo>
                    <a:pt x="782782" y="764118"/>
                  </a:lnTo>
                  <a:lnTo>
                    <a:pt x="0" y="764118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70AD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97436" y="3472967"/>
              <a:ext cx="1060450" cy="764540"/>
            </a:xfrm>
            <a:custGeom>
              <a:avLst/>
              <a:gdLst/>
              <a:ahLst/>
              <a:cxnLst/>
              <a:rect l="l" t="t" r="r" b="b"/>
              <a:pathLst>
                <a:path w="1060450" h="764539">
                  <a:moveTo>
                    <a:pt x="0" y="0"/>
                  </a:moveTo>
                  <a:lnTo>
                    <a:pt x="1059872" y="0"/>
                  </a:lnTo>
                  <a:lnTo>
                    <a:pt x="1059872" y="764118"/>
                  </a:lnTo>
                  <a:lnTo>
                    <a:pt x="0" y="764118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70AD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213272" y="1607126"/>
              <a:ext cx="782955" cy="845185"/>
            </a:xfrm>
            <a:custGeom>
              <a:avLst/>
              <a:gdLst/>
              <a:ahLst/>
              <a:cxnLst/>
              <a:rect l="l" t="t" r="r" b="b"/>
              <a:pathLst>
                <a:path w="782954" h="845185">
                  <a:moveTo>
                    <a:pt x="0" y="0"/>
                  </a:moveTo>
                  <a:lnTo>
                    <a:pt x="782782" y="0"/>
                  </a:lnTo>
                  <a:lnTo>
                    <a:pt x="782782" y="844724"/>
                  </a:lnTo>
                  <a:lnTo>
                    <a:pt x="0" y="844724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70AD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57308" y="2510439"/>
              <a:ext cx="986155" cy="962660"/>
            </a:xfrm>
            <a:custGeom>
              <a:avLst/>
              <a:gdLst/>
              <a:ahLst/>
              <a:cxnLst/>
              <a:rect l="l" t="t" r="r" b="b"/>
              <a:pathLst>
                <a:path w="986154" h="962660">
                  <a:moveTo>
                    <a:pt x="0" y="0"/>
                  </a:moveTo>
                  <a:lnTo>
                    <a:pt x="986038" y="0"/>
                  </a:lnTo>
                  <a:lnTo>
                    <a:pt x="986038" y="962528"/>
                  </a:lnTo>
                  <a:lnTo>
                    <a:pt x="0" y="962528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40780" y="2467389"/>
              <a:ext cx="616585" cy="962660"/>
            </a:xfrm>
            <a:custGeom>
              <a:avLst/>
              <a:gdLst/>
              <a:ahLst/>
              <a:cxnLst/>
              <a:rect l="l" t="t" r="r" b="b"/>
              <a:pathLst>
                <a:path w="616584" h="962660">
                  <a:moveTo>
                    <a:pt x="0" y="0"/>
                  </a:moveTo>
                  <a:lnTo>
                    <a:pt x="616527" y="0"/>
                  </a:lnTo>
                  <a:lnTo>
                    <a:pt x="616527" y="962528"/>
                  </a:lnTo>
                  <a:lnTo>
                    <a:pt x="0" y="962528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57307" y="1547911"/>
              <a:ext cx="935355" cy="962660"/>
            </a:xfrm>
            <a:custGeom>
              <a:avLst/>
              <a:gdLst/>
              <a:ahLst/>
              <a:cxnLst/>
              <a:rect l="l" t="t" r="r" b="b"/>
              <a:pathLst>
                <a:path w="935354" h="962660">
                  <a:moveTo>
                    <a:pt x="0" y="0"/>
                  </a:moveTo>
                  <a:lnTo>
                    <a:pt x="935183" y="0"/>
                  </a:lnTo>
                  <a:lnTo>
                    <a:pt x="935183" y="962528"/>
                  </a:lnTo>
                  <a:lnTo>
                    <a:pt x="0" y="962528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Content Placeholder 3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pc="-5" dirty="0">
                <a:solidFill>
                  <a:schemeClr val="bg1"/>
                </a:solidFill>
              </a:rPr>
              <a:t>Sequence-to-Sequence</a:t>
            </a:r>
            <a:r>
              <a:rPr lang="en-US" dirty="0">
                <a:solidFill>
                  <a:schemeClr val="bg1"/>
                </a:solidFill>
              </a:rPr>
              <a:t> with </a:t>
            </a:r>
            <a:r>
              <a:rPr lang="en-US" spc="-2" dirty="0">
                <a:solidFill>
                  <a:schemeClr val="bg1"/>
                </a:solidFill>
              </a:rPr>
              <a:t>RNNs</a:t>
            </a:r>
            <a:r>
              <a:rPr lang="en-US" spc="5" dirty="0">
                <a:solidFill>
                  <a:schemeClr val="bg1"/>
                </a:solidFill>
              </a:rPr>
              <a:t> </a:t>
            </a:r>
            <a:r>
              <a:rPr lang="en-US" spc="21" dirty="0">
                <a:solidFill>
                  <a:schemeClr val="bg1"/>
                </a:solidFill>
              </a:rPr>
              <a:t>and</a:t>
            </a:r>
            <a:r>
              <a:rPr lang="en-US" spc="19" dirty="0">
                <a:solidFill>
                  <a:schemeClr val="bg1"/>
                </a:solidFill>
              </a:rPr>
              <a:t> </a:t>
            </a:r>
            <a:r>
              <a:rPr lang="en-US" spc="5" dirty="0">
                <a:solidFill>
                  <a:schemeClr val="bg1"/>
                </a:solidFill>
              </a:rPr>
              <a:t>Attention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4294967295"/>
          </p:nvPr>
        </p:nvSpPr>
        <p:spPr>
          <a:xfrm>
            <a:off x="0" y="3113902"/>
            <a:ext cx="1825837" cy="277302"/>
          </a:xfrm>
          <a:prstGeom prst="rect">
            <a:avLst/>
          </a:prstGeom>
        </p:spPr>
        <p:txBody>
          <a:bodyPr vert="horz" wrap="square" lIns="0" tIns="300" rIns="0" bIns="0" rtlCol="0">
            <a:spAutoFit/>
          </a:bodyPr>
          <a:lstStyle/>
          <a:p>
            <a:pPr marL="6006" algn="l">
              <a:spcBef>
                <a:spcPts val="2"/>
              </a:spcBef>
            </a:pPr>
            <a:r>
              <a:rPr spc="-5" dirty="0"/>
              <a:t>Justin</a:t>
            </a:r>
            <a:r>
              <a:rPr spc="-33" dirty="0"/>
              <a:t> </a:t>
            </a:r>
            <a:r>
              <a:rPr spc="-2" dirty="0"/>
              <a:t>Johnson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4294967295"/>
          </p:nvPr>
        </p:nvSpPr>
        <p:spPr>
          <a:xfrm>
            <a:off x="4420447" y="3006818"/>
            <a:ext cx="1345353" cy="92636"/>
          </a:xfrm>
          <a:prstGeom prst="rect">
            <a:avLst/>
          </a:prstGeom>
        </p:spPr>
        <p:txBody>
          <a:bodyPr vert="horz" wrap="square" lIns="0" tIns="300" rIns="0" bIns="0" rtlCol="0">
            <a:spAutoFit/>
          </a:bodyPr>
          <a:lstStyle/>
          <a:p>
            <a:pPr marL="18017">
              <a:spcBef>
                <a:spcPts val="2"/>
              </a:spcBef>
            </a:pPr>
            <a:fld id="{81D60167-4931-47E6-BA6A-407CBD079E47}" type="slidenum">
              <a:rPr dirty="0"/>
              <a:pPr marL="18017">
                <a:spcBef>
                  <a:spcPts val="2"/>
                </a:spcBef>
              </a:pPr>
              <a:t>35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250033" y="734251"/>
            <a:ext cx="1588598" cy="351760"/>
          </a:xfrm>
          <a:prstGeom prst="rect">
            <a:avLst/>
          </a:prstGeom>
        </p:spPr>
        <p:txBody>
          <a:bodyPr vert="horz" wrap="square" lIns="0" tIns="4505" rIns="0" bIns="0" rtlCol="0">
            <a:spAutoFit/>
          </a:bodyPr>
          <a:lstStyle/>
          <a:p>
            <a:pPr marL="6006" marR="2402">
              <a:lnSpc>
                <a:spcPct val="100800"/>
              </a:lnSpc>
              <a:spcBef>
                <a:spcPts val="35"/>
              </a:spcBef>
            </a:pPr>
            <a:r>
              <a:rPr sz="1135" b="1" spc="-5" dirty="0">
                <a:latin typeface="Calibri"/>
                <a:cs typeface="Calibri"/>
              </a:rPr>
              <a:t>Example</a:t>
            </a:r>
            <a:r>
              <a:rPr sz="1135" spc="-5" dirty="0">
                <a:latin typeface="Calibri"/>
                <a:cs typeface="Calibri"/>
              </a:rPr>
              <a:t>: </a:t>
            </a:r>
            <a:r>
              <a:rPr sz="1135" spc="-2" dirty="0">
                <a:latin typeface="Calibri"/>
                <a:cs typeface="Calibri"/>
              </a:rPr>
              <a:t>English </a:t>
            </a:r>
            <a:r>
              <a:rPr sz="1135" spc="-7" dirty="0">
                <a:latin typeface="Calibri"/>
                <a:cs typeface="Calibri"/>
              </a:rPr>
              <a:t>to </a:t>
            </a:r>
            <a:r>
              <a:rPr sz="1135" spc="-5" dirty="0">
                <a:latin typeface="Calibri"/>
                <a:cs typeface="Calibri"/>
              </a:rPr>
              <a:t>French </a:t>
            </a:r>
            <a:r>
              <a:rPr sz="1135" spc="-251" dirty="0">
                <a:latin typeface="Calibri"/>
                <a:cs typeface="Calibri"/>
              </a:rPr>
              <a:t> </a:t>
            </a:r>
            <a:r>
              <a:rPr sz="1135" spc="-7" dirty="0">
                <a:latin typeface="Calibri"/>
                <a:cs typeface="Calibri"/>
              </a:rPr>
              <a:t>translation</a:t>
            </a:r>
            <a:endParaRPr sz="1135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0033" y="1257497"/>
            <a:ext cx="1787398" cy="526984"/>
          </a:xfrm>
          <a:prstGeom prst="rect">
            <a:avLst/>
          </a:prstGeom>
        </p:spPr>
        <p:txBody>
          <a:bodyPr vert="horz" wrap="square" lIns="0" tIns="8108" rIns="0" bIns="0" rtlCol="0">
            <a:spAutoFit/>
          </a:bodyPr>
          <a:lstStyle/>
          <a:p>
            <a:pPr marL="6006" marR="2402" algn="just">
              <a:lnSpc>
                <a:spcPct val="98800"/>
              </a:lnSpc>
              <a:spcBef>
                <a:spcPts val="64"/>
              </a:spcBef>
            </a:pPr>
            <a:r>
              <a:rPr sz="1135" b="1" spc="-2" dirty="0">
                <a:latin typeface="Calibri"/>
                <a:cs typeface="Calibri"/>
              </a:rPr>
              <a:t>Input</a:t>
            </a:r>
            <a:r>
              <a:rPr sz="1135" spc="-2" dirty="0">
                <a:latin typeface="Calibri"/>
                <a:cs typeface="Calibri"/>
              </a:rPr>
              <a:t>: “</a:t>
            </a:r>
            <a:r>
              <a:rPr sz="1135" b="1" spc="-2" dirty="0">
                <a:solidFill>
                  <a:srgbClr val="4472C4"/>
                </a:solidFill>
                <a:latin typeface="Calibri"/>
                <a:cs typeface="Calibri"/>
              </a:rPr>
              <a:t>The </a:t>
            </a:r>
            <a:r>
              <a:rPr sz="1135" b="1" spc="-5" dirty="0">
                <a:solidFill>
                  <a:srgbClr val="4472C4"/>
                </a:solidFill>
                <a:latin typeface="Calibri"/>
                <a:cs typeface="Calibri"/>
              </a:rPr>
              <a:t>agreement </a:t>
            </a:r>
            <a:r>
              <a:rPr sz="1135" b="1" spc="-2" dirty="0">
                <a:solidFill>
                  <a:srgbClr val="4472C4"/>
                </a:solidFill>
                <a:latin typeface="Calibri"/>
                <a:cs typeface="Calibri"/>
              </a:rPr>
              <a:t>on </a:t>
            </a:r>
            <a:r>
              <a:rPr sz="1135" b="1" dirty="0">
                <a:solidFill>
                  <a:srgbClr val="4472C4"/>
                </a:solidFill>
                <a:latin typeface="Calibri"/>
                <a:cs typeface="Calibri"/>
              </a:rPr>
              <a:t>the </a:t>
            </a:r>
            <a:r>
              <a:rPr sz="1135" b="1" spc="-251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1135" b="1" spc="-2" dirty="0">
                <a:solidFill>
                  <a:srgbClr val="70AD47"/>
                </a:solidFill>
                <a:latin typeface="Calibri"/>
                <a:cs typeface="Calibri"/>
              </a:rPr>
              <a:t>European </a:t>
            </a:r>
            <a:r>
              <a:rPr sz="1135" b="1" spc="-5" dirty="0">
                <a:solidFill>
                  <a:srgbClr val="70AD47"/>
                </a:solidFill>
                <a:latin typeface="Calibri"/>
                <a:cs typeface="Calibri"/>
              </a:rPr>
              <a:t>Economic Area </a:t>
            </a:r>
            <a:r>
              <a:rPr sz="1135" b="1" spc="-5" dirty="0">
                <a:solidFill>
                  <a:srgbClr val="FF0000"/>
                </a:solidFill>
                <a:latin typeface="Calibri"/>
                <a:cs typeface="Calibri"/>
              </a:rPr>
              <a:t>was </a:t>
            </a:r>
            <a:r>
              <a:rPr sz="1135" b="1" spc="-25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35" b="1" spc="-2" dirty="0">
                <a:solidFill>
                  <a:srgbClr val="FF0000"/>
                </a:solidFill>
                <a:latin typeface="Calibri"/>
                <a:cs typeface="Calibri"/>
              </a:rPr>
              <a:t>signed</a:t>
            </a:r>
            <a:r>
              <a:rPr sz="1135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35" b="1" spc="-2" dirty="0">
                <a:solidFill>
                  <a:srgbClr val="4472C4"/>
                </a:solidFill>
                <a:latin typeface="Calibri"/>
                <a:cs typeface="Calibri"/>
              </a:rPr>
              <a:t>in</a:t>
            </a:r>
            <a:r>
              <a:rPr sz="1135" b="1" spc="-7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1135" b="1" spc="-5" dirty="0">
                <a:solidFill>
                  <a:srgbClr val="4472C4"/>
                </a:solidFill>
                <a:latin typeface="Calibri"/>
                <a:cs typeface="Calibri"/>
              </a:rPr>
              <a:t>August</a:t>
            </a:r>
            <a:r>
              <a:rPr sz="1135" b="1" spc="-2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1135" b="1" spc="-31" dirty="0">
                <a:solidFill>
                  <a:srgbClr val="4472C4"/>
                </a:solidFill>
                <a:latin typeface="Calibri"/>
                <a:cs typeface="Calibri"/>
              </a:rPr>
              <a:t>1992</a:t>
            </a:r>
            <a:r>
              <a:rPr sz="1135" spc="-31" dirty="0">
                <a:latin typeface="Calibri"/>
                <a:cs typeface="Calibri"/>
              </a:rPr>
              <a:t>.”</a:t>
            </a:r>
            <a:endParaRPr sz="1135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0033" y="1947953"/>
            <a:ext cx="1718028" cy="528154"/>
          </a:xfrm>
          <a:prstGeom prst="rect">
            <a:avLst/>
          </a:prstGeom>
        </p:spPr>
        <p:txBody>
          <a:bodyPr vert="horz" wrap="square" lIns="0" tIns="4505" rIns="0" bIns="0" rtlCol="0">
            <a:spAutoFit/>
          </a:bodyPr>
          <a:lstStyle/>
          <a:p>
            <a:pPr marL="6006" marR="2402">
              <a:lnSpc>
                <a:spcPct val="100800"/>
              </a:lnSpc>
              <a:spcBef>
                <a:spcPts val="35"/>
              </a:spcBef>
            </a:pPr>
            <a:r>
              <a:rPr sz="1135" b="1" spc="-2" dirty="0">
                <a:latin typeface="Calibri"/>
                <a:cs typeface="Calibri"/>
              </a:rPr>
              <a:t>Output</a:t>
            </a:r>
            <a:r>
              <a:rPr sz="1135" spc="-2" dirty="0">
                <a:latin typeface="Calibri"/>
                <a:cs typeface="Calibri"/>
              </a:rPr>
              <a:t>: </a:t>
            </a:r>
            <a:r>
              <a:rPr sz="1135" spc="-21" dirty="0">
                <a:latin typeface="Calibri"/>
                <a:cs typeface="Calibri"/>
              </a:rPr>
              <a:t>“</a:t>
            </a:r>
            <a:r>
              <a:rPr sz="1135" b="1" spc="-21" dirty="0">
                <a:solidFill>
                  <a:srgbClr val="4472C4"/>
                </a:solidFill>
                <a:latin typeface="Calibri"/>
                <a:cs typeface="Calibri"/>
              </a:rPr>
              <a:t>L’accord </a:t>
            </a:r>
            <a:r>
              <a:rPr sz="1135" b="1" dirty="0">
                <a:solidFill>
                  <a:srgbClr val="4472C4"/>
                </a:solidFill>
                <a:latin typeface="Calibri"/>
                <a:cs typeface="Calibri"/>
              </a:rPr>
              <a:t>sur </a:t>
            </a:r>
            <a:r>
              <a:rPr sz="1135" b="1" spc="-2" dirty="0">
                <a:solidFill>
                  <a:srgbClr val="4472C4"/>
                </a:solidFill>
                <a:latin typeface="Calibri"/>
                <a:cs typeface="Calibri"/>
              </a:rPr>
              <a:t>la </a:t>
            </a:r>
            <a:r>
              <a:rPr sz="1135" b="1" spc="-7" dirty="0">
                <a:solidFill>
                  <a:srgbClr val="70AD47"/>
                </a:solidFill>
                <a:latin typeface="Calibri"/>
                <a:cs typeface="Calibri"/>
              </a:rPr>
              <a:t>zone </a:t>
            </a:r>
            <a:r>
              <a:rPr sz="1135" b="1" spc="-251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1135" b="1" spc="-5" dirty="0">
                <a:solidFill>
                  <a:srgbClr val="70AD47"/>
                </a:solidFill>
                <a:latin typeface="Calibri"/>
                <a:cs typeface="Calibri"/>
              </a:rPr>
              <a:t>économique</a:t>
            </a:r>
            <a:r>
              <a:rPr sz="1135" b="1" spc="-2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1135" b="1" spc="-5" dirty="0">
                <a:solidFill>
                  <a:srgbClr val="70AD47"/>
                </a:solidFill>
                <a:latin typeface="Calibri"/>
                <a:cs typeface="Calibri"/>
              </a:rPr>
              <a:t>européenne</a:t>
            </a:r>
            <a:r>
              <a:rPr sz="1135" b="1" spc="2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1135" b="1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1135" b="1" spc="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35" b="1" spc="-12" dirty="0">
                <a:solidFill>
                  <a:srgbClr val="FF0000"/>
                </a:solidFill>
                <a:latin typeface="Calibri"/>
                <a:cs typeface="Calibri"/>
              </a:rPr>
              <a:t>été</a:t>
            </a:r>
            <a:r>
              <a:rPr sz="1135" b="1" spc="-2" dirty="0">
                <a:solidFill>
                  <a:srgbClr val="FF0000"/>
                </a:solidFill>
                <a:latin typeface="Calibri"/>
                <a:cs typeface="Calibri"/>
              </a:rPr>
              <a:t> signé </a:t>
            </a:r>
            <a:r>
              <a:rPr sz="1135" b="1" dirty="0">
                <a:solidFill>
                  <a:srgbClr val="4472C4"/>
                </a:solidFill>
                <a:latin typeface="Calibri"/>
                <a:cs typeface="Calibri"/>
              </a:rPr>
              <a:t>en</a:t>
            </a:r>
            <a:r>
              <a:rPr sz="1135" b="1" spc="-7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1135" b="1" spc="-2" dirty="0">
                <a:solidFill>
                  <a:srgbClr val="4472C4"/>
                </a:solidFill>
                <a:latin typeface="Calibri"/>
                <a:cs typeface="Calibri"/>
              </a:rPr>
              <a:t>août</a:t>
            </a:r>
            <a:r>
              <a:rPr sz="1135" b="1" spc="-5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1135" b="1" spc="-31" dirty="0">
                <a:solidFill>
                  <a:srgbClr val="4472C4"/>
                </a:solidFill>
                <a:latin typeface="Calibri"/>
                <a:cs typeface="Calibri"/>
              </a:rPr>
              <a:t>1992</a:t>
            </a:r>
            <a:r>
              <a:rPr sz="1135" spc="-31" dirty="0">
                <a:latin typeface="Calibri"/>
                <a:cs typeface="Calibri"/>
              </a:rPr>
              <a:t>.”</a:t>
            </a:r>
            <a:endParaRPr sz="1135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37560" y="388843"/>
            <a:ext cx="1766377" cy="18072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12012">
              <a:spcBef>
                <a:spcPts val="47"/>
              </a:spcBef>
            </a:pPr>
            <a:r>
              <a:rPr sz="1135" spc="-5" dirty="0">
                <a:latin typeface="Calibri"/>
                <a:cs typeface="Calibri"/>
              </a:rPr>
              <a:t>Visualize</a:t>
            </a:r>
            <a:r>
              <a:rPr sz="1135" spc="-9" dirty="0">
                <a:latin typeface="Calibri"/>
                <a:cs typeface="Calibri"/>
              </a:rPr>
              <a:t> attention </a:t>
            </a:r>
            <a:r>
              <a:rPr sz="1135" spc="-5" dirty="0">
                <a:latin typeface="Calibri"/>
                <a:cs typeface="Calibri"/>
              </a:rPr>
              <a:t>weights</a:t>
            </a:r>
            <a:r>
              <a:rPr sz="1135" spc="-9" dirty="0">
                <a:latin typeface="Calibri"/>
                <a:cs typeface="Calibri"/>
              </a:rPr>
              <a:t> </a:t>
            </a:r>
            <a:r>
              <a:rPr sz="1135" dirty="0">
                <a:latin typeface="Calibri"/>
                <a:cs typeface="Calibri"/>
              </a:rPr>
              <a:t>a</a:t>
            </a:r>
            <a:r>
              <a:rPr sz="1135" baseline="-17361" dirty="0">
                <a:latin typeface="Calibri"/>
                <a:cs typeface="Calibri"/>
              </a:rPr>
              <a:t>t,i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333729" y="1662545"/>
            <a:ext cx="969075" cy="269217"/>
          </a:xfrm>
          <a:prstGeom prst="rect">
            <a:avLst/>
          </a:prstGeom>
        </p:spPr>
        <p:txBody>
          <a:bodyPr vert="horz" wrap="square" lIns="0" tIns="12613" rIns="0" bIns="0" rtlCol="0">
            <a:spAutoFit/>
          </a:bodyPr>
          <a:lstStyle/>
          <a:p>
            <a:pPr marL="6006" marR="2402">
              <a:lnSpc>
                <a:spcPts val="998"/>
              </a:lnSpc>
              <a:spcBef>
                <a:spcPts val="99"/>
              </a:spcBef>
            </a:pPr>
            <a:r>
              <a:rPr sz="851" b="1" spc="-12" dirty="0">
                <a:solidFill>
                  <a:srgbClr val="70AD47"/>
                </a:solidFill>
                <a:latin typeface="Calibri"/>
                <a:cs typeface="Calibri"/>
              </a:rPr>
              <a:t>Attention</a:t>
            </a:r>
            <a:r>
              <a:rPr sz="851" b="1" spc="-7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851" b="1" spc="-5" dirty="0">
                <a:solidFill>
                  <a:srgbClr val="70AD47"/>
                </a:solidFill>
                <a:latin typeface="Calibri"/>
                <a:cs typeface="Calibri"/>
              </a:rPr>
              <a:t>ﬁgures</a:t>
            </a:r>
            <a:r>
              <a:rPr sz="851" b="1" spc="-7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851" b="1" spc="-2" dirty="0">
                <a:solidFill>
                  <a:srgbClr val="70AD47"/>
                </a:solidFill>
                <a:latin typeface="Calibri"/>
                <a:cs typeface="Calibri"/>
              </a:rPr>
              <a:t>out </a:t>
            </a:r>
            <a:r>
              <a:rPr sz="851" b="1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851" b="1" spc="-7" dirty="0">
                <a:solidFill>
                  <a:srgbClr val="70AD47"/>
                </a:solidFill>
                <a:latin typeface="Calibri"/>
                <a:cs typeface="Calibri"/>
              </a:rPr>
              <a:t>diﬀerent</a:t>
            </a:r>
            <a:r>
              <a:rPr sz="851" b="1" spc="-12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851" b="1" spc="-7" dirty="0">
                <a:solidFill>
                  <a:srgbClr val="70AD47"/>
                </a:solidFill>
                <a:latin typeface="Calibri"/>
                <a:cs typeface="Calibri"/>
              </a:rPr>
              <a:t>word</a:t>
            </a:r>
            <a:r>
              <a:rPr sz="851" b="1" spc="-12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851" b="1" spc="-7" dirty="0">
                <a:solidFill>
                  <a:srgbClr val="70AD47"/>
                </a:solidFill>
                <a:latin typeface="Calibri"/>
                <a:cs typeface="Calibri"/>
              </a:rPr>
              <a:t>orders</a:t>
            </a:r>
            <a:endParaRPr sz="851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99893" y="1245967"/>
            <a:ext cx="1197304" cy="269217"/>
          </a:xfrm>
          <a:prstGeom prst="rect">
            <a:avLst/>
          </a:prstGeom>
        </p:spPr>
        <p:txBody>
          <a:bodyPr vert="horz" wrap="square" lIns="0" tIns="12613" rIns="0" bIns="0" rtlCol="0">
            <a:spAutoFit/>
          </a:bodyPr>
          <a:lstStyle/>
          <a:p>
            <a:pPr marL="6006" marR="2402">
              <a:lnSpc>
                <a:spcPts val="998"/>
              </a:lnSpc>
              <a:spcBef>
                <a:spcPts val="99"/>
              </a:spcBef>
            </a:pP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Diagonal</a:t>
            </a:r>
            <a:r>
              <a:rPr sz="851" b="1" spc="-7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9" dirty="0">
                <a:solidFill>
                  <a:srgbClr val="4472C4"/>
                </a:solidFill>
                <a:latin typeface="Calibri"/>
                <a:cs typeface="Calibri"/>
              </a:rPr>
              <a:t>attention</a:t>
            </a: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2" dirty="0">
                <a:solidFill>
                  <a:srgbClr val="4472C4"/>
                </a:solidFill>
                <a:latin typeface="Calibri"/>
                <a:cs typeface="Calibri"/>
              </a:rPr>
              <a:t>means </a:t>
            </a:r>
            <a:r>
              <a:rPr sz="851" b="1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7" dirty="0">
                <a:solidFill>
                  <a:srgbClr val="4472C4"/>
                </a:solidFill>
                <a:latin typeface="Calibri"/>
                <a:cs typeface="Calibri"/>
              </a:rPr>
              <a:t>words</a:t>
            </a:r>
            <a:r>
              <a:rPr sz="851" b="1" spc="-9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correspond</a:t>
            </a:r>
            <a:r>
              <a:rPr sz="851" b="1" spc="-7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2" dirty="0">
                <a:solidFill>
                  <a:srgbClr val="4472C4"/>
                </a:solidFill>
                <a:latin typeface="Calibri"/>
                <a:cs typeface="Calibri"/>
              </a:rPr>
              <a:t>in</a:t>
            </a:r>
            <a:r>
              <a:rPr sz="851" b="1" spc="-9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order</a:t>
            </a:r>
            <a:endParaRPr sz="851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593812" y="807787"/>
            <a:ext cx="1951663" cy="2139052"/>
            <a:chOff x="7599250" y="1706417"/>
            <a:chExt cx="4126865" cy="4523105"/>
          </a:xfrm>
        </p:grpSpPr>
        <p:sp>
          <p:nvSpPr>
            <p:cNvPr id="18" name="object 18"/>
            <p:cNvSpPr/>
            <p:nvPr/>
          </p:nvSpPr>
          <p:spPr>
            <a:xfrm>
              <a:off x="9982200" y="4211781"/>
              <a:ext cx="527050" cy="748665"/>
            </a:xfrm>
            <a:custGeom>
              <a:avLst/>
              <a:gdLst/>
              <a:ahLst/>
              <a:cxnLst/>
              <a:rect l="l" t="t" r="r" b="b"/>
              <a:pathLst>
                <a:path w="527050" h="748664">
                  <a:moveTo>
                    <a:pt x="0" y="0"/>
                  </a:moveTo>
                  <a:lnTo>
                    <a:pt x="526473" y="0"/>
                  </a:lnTo>
                  <a:lnTo>
                    <a:pt x="526473" y="748145"/>
                  </a:lnTo>
                  <a:lnTo>
                    <a:pt x="0" y="748145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10054" y="4264793"/>
              <a:ext cx="527050" cy="695325"/>
            </a:xfrm>
            <a:custGeom>
              <a:avLst/>
              <a:gdLst/>
              <a:ahLst/>
              <a:cxnLst/>
              <a:rect l="l" t="t" r="r" b="b"/>
              <a:pathLst>
                <a:path w="527050" h="695325">
                  <a:moveTo>
                    <a:pt x="0" y="0"/>
                  </a:moveTo>
                  <a:lnTo>
                    <a:pt x="526473" y="0"/>
                  </a:lnTo>
                  <a:lnTo>
                    <a:pt x="526473" y="695132"/>
                  </a:lnTo>
                  <a:lnTo>
                    <a:pt x="0" y="695132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023764" y="1821873"/>
              <a:ext cx="457200" cy="644525"/>
            </a:xfrm>
            <a:custGeom>
              <a:avLst/>
              <a:gdLst/>
              <a:ahLst/>
              <a:cxnLst/>
              <a:rect l="l" t="t" r="r" b="b"/>
              <a:pathLst>
                <a:path w="457200" h="644525">
                  <a:moveTo>
                    <a:pt x="0" y="0"/>
                  </a:moveTo>
                  <a:lnTo>
                    <a:pt x="457200" y="0"/>
                  </a:lnTo>
                  <a:lnTo>
                    <a:pt x="457200" y="644235"/>
                  </a:lnTo>
                  <a:lnTo>
                    <a:pt x="0" y="644235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508672" y="4969620"/>
              <a:ext cx="1191895" cy="1216660"/>
            </a:xfrm>
            <a:custGeom>
              <a:avLst/>
              <a:gdLst/>
              <a:ahLst/>
              <a:cxnLst/>
              <a:rect l="l" t="t" r="r" b="b"/>
              <a:pathLst>
                <a:path w="1191895" h="1216660">
                  <a:moveTo>
                    <a:pt x="0" y="0"/>
                  </a:moveTo>
                  <a:lnTo>
                    <a:pt x="1191492" y="0"/>
                  </a:lnTo>
                  <a:lnTo>
                    <a:pt x="1191492" y="1216434"/>
                  </a:lnTo>
                  <a:lnTo>
                    <a:pt x="0" y="1216434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624650" y="4987634"/>
              <a:ext cx="596265" cy="1216660"/>
            </a:xfrm>
            <a:custGeom>
              <a:avLst/>
              <a:gdLst/>
              <a:ahLst/>
              <a:cxnLst/>
              <a:rect l="l" t="t" r="r" b="b"/>
              <a:pathLst>
                <a:path w="596265" h="1216660">
                  <a:moveTo>
                    <a:pt x="0" y="0"/>
                  </a:moveTo>
                  <a:lnTo>
                    <a:pt x="595746" y="0"/>
                  </a:lnTo>
                  <a:lnTo>
                    <a:pt x="595746" y="1216434"/>
                  </a:lnTo>
                  <a:lnTo>
                    <a:pt x="0" y="1216434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529455" y="1731817"/>
              <a:ext cx="1170940" cy="744855"/>
            </a:xfrm>
            <a:custGeom>
              <a:avLst/>
              <a:gdLst/>
              <a:ahLst/>
              <a:cxnLst/>
              <a:rect l="l" t="t" r="r" b="b"/>
              <a:pathLst>
                <a:path w="1170940" h="744855">
                  <a:moveTo>
                    <a:pt x="0" y="0"/>
                  </a:moveTo>
                  <a:lnTo>
                    <a:pt x="1170708" y="0"/>
                  </a:lnTo>
                  <a:lnTo>
                    <a:pt x="1170708" y="744792"/>
                  </a:lnTo>
                  <a:lnTo>
                    <a:pt x="0" y="744792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314635" y="2510118"/>
            <a:ext cx="1197304" cy="270126"/>
          </a:xfrm>
          <a:prstGeom prst="rect">
            <a:avLst/>
          </a:prstGeom>
        </p:spPr>
        <p:txBody>
          <a:bodyPr vert="horz" wrap="square" lIns="0" tIns="13514" rIns="0" bIns="0" rtlCol="0">
            <a:spAutoFit/>
          </a:bodyPr>
          <a:lstStyle/>
          <a:p>
            <a:pPr marL="6006" marR="2402">
              <a:lnSpc>
                <a:spcPts val="988"/>
              </a:lnSpc>
              <a:spcBef>
                <a:spcPts val="106"/>
              </a:spcBef>
            </a:pP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Diagonal</a:t>
            </a:r>
            <a:r>
              <a:rPr sz="851" b="1" spc="-7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9" dirty="0">
                <a:solidFill>
                  <a:srgbClr val="4472C4"/>
                </a:solidFill>
                <a:latin typeface="Calibri"/>
                <a:cs typeface="Calibri"/>
              </a:rPr>
              <a:t>attention</a:t>
            </a: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2" dirty="0">
                <a:solidFill>
                  <a:srgbClr val="4472C4"/>
                </a:solidFill>
                <a:latin typeface="Calibri"/>
                <a:cs typeface="Calibri"/>
              </a:rPr>
              <a:t>means </a:t>
            </a:r>
            <a:r>
              <a:rPr sz="851" b="1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7" dirty="0">
                <a:solidFill>
                  <a:srgbClr val="4472C4"/>
                </a:solidFill>
                <a:latin typeface="Calibri"/>
                <a:cs typeface="Calibri"/>
              </a:rPr>
              <a:t>words</a:t>
            </a:r>
            <a:r>
              <a:rPr sz="851" b="1" spc="-9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correspond</a:t>
            </a:r>
            <a:r>
              <a:rPr sz="851" b="1" spc="-7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2" dirty="0">
                <a:solidFill>
                  <a:srgbClr val="4472C4"/>
                </a:solidFill>
                <a:latin typeface="Calibri"/>
                <a:cs typeface="Calibri"/>
              </a:rPr>
              <a:t>in</a:t>
            </a:r>
            <a:r>
              <a:rPr sz="851" b="1" spc="-9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851" b="1" spc="-5" dirty="0">
                <a:solidFill>
                  <a:srgbClr val="4472C4"/>
                </a:solidFill>
                <a:latin typeface="Calibri"/>
                <a:cs typeface="Calibri"/>
              </a:rPr>
              <a:t>order</a:t>
            </a:r>
            <a:endParaRPr sz="851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237" y="2906988"/>
            <a:ext cx="2353467" cy="75809"/>
          </a:xfrm>
          <a:prstGeom prst="rect">
            <a:avLst/>
          </a:prstGeom>
        </p:spPr>
        <p:txBody>
          <a:bodyPr vert="horz" wrap="square" lIns="0" tIns="3003" rIns="0" bIns="0" rtlCol="0">
            <a:spAutoFit/>
          </a:bodyPr>
          <a:lstStyle/>
          <a:p>
            <a:pPr marL="6006">
              <a:spcBef>
                <a:spcPts val="24"/>
              </a:spcBef>
            </a:pPr>
            <a:r>
              <a:rPr sz="473" spc="-2" dirty="0">
                <a:latin typeface="Calibri"/>
                <a:cs typeface="Calibri"/>
              </a:rPr>
              <a:t>Bahdanau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5" dirty="0">
                <a:latin typeface="Calibri"/>
                <a:cs typeface="Calibri"/>
              </a:rPr>
              <a:t>et</a:t>
            </a:r>
            <a:r>
              <a:rPr sz="473" spc="2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al,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5" dirty="0">
                <a:latin typeface="Calibri"/>
                <a:cs typeface="Calibri"/>
              </a:rPr>
              <a:t>“Neural</a:t>
            </a:r>
            <a:r>
              <a:rPr sz="473" spc="-2" dirty="0">
                <a:latin typeface="Calibri"/>
                <a:cs typeface="Calibri"/>
              </a:rPr>
              <a:t> machine</a:t>
            </a:r>
            <a:r>
              <a:rPr sz="473" spc="5" dirty="0">
                <a:latin typeface="Calibri"/>
                <a:cs typeface="Calibri"/>
              </a:rPr>
              <a:t> </a:t>
            </a:r>
            <a:r>
              <a:rPr sz="473" spc="-5" dirty="0">
                <a:latin typeface="Calibri"/>
                <a:cs typeface="Calibri"/>
              </a:rPr>
              <a:t>translation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by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jointly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learning</a:t>
            </a:r>
            <a:r>
              <a:rPr sz="473" spc="2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to</a:t>
            </a:r>
            <a:r>
              <a:rPr sz="473" spc="2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align</a:t>
            </a:r>
            <a:r>
              <a:rPr sz="473" spc="2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and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7" dirty="0">
                <a:latin typeface="Calibri"/>
                <a:cs typeface="Calibri"/>
              </a:rPr>
              <a:t>translate”,</a:t>
            </a:r>
            <a:r>
              <a:rPr sz="473" dirty="0">
                <a:latin typeface="Calibri"/>
                <a:cs typeface="Calibri"/>
              </a:rPr>
              <a:t> </a:t>
            </a:r>
            <a:r>
              <a:rPr sz="473" spc="-2" dirty="0">
                <a:latin typeface="Calibri"/>
                <a:cs typeface="Calibri"/>
              </a:rPr>
              <a:t>ICLR </a:t>
            </a:r>
            <a:r>
              <a:rPr sz="473" dirty="0">
                <a:latin typeface="Calibri"/>
                <a:cs typeface="Calibri"/>
              </a:rPr>
              <a:t>2015</a:t>
            </a:r>
            <a:endParaRPr sz="473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62056" y="2093539"/>
            <a:ext cx="772977" cy="13699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851" b="1" spc="-14" dirty="0">
                <a:solidFill>
                  <a:srgbClr val="FF0000"/>
                </a:solidFill>
                <a:latin typeface="Calibri"/>
                <a:cs typeface="Calibri"/>
              </a:rPr>
              <a:t>Verb</a:t>
            </a:r>
            <a:r>
              <a:rPr sz="851" b="1" spc="-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1" b="1" spc="-5" dirty="0">
                <a:solidFill>
                  <a:srgbClr val="FF0000"/>
                </a:solidFill>
                <a:latin typeface="Calibri"/>
                <a:cs typeface="Calibri"/>
              </a:rPr>
              <a:t>conjugation</a:t>
            </a:r>
            <a:endParaRPr sz="851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7688DEC-BE6B-5447-40CB-A3EBD552EA65}"/>
                  </a:ext>
                </a:extLst>
              </p14:cNvPr>
              <p14:cNvContentPartPr/>
              <p14:nvPr/>
            </p14:nvContentPartPr>
            <p14:xfrm>
              <a:off x="165240" y="1301400"/>
              <a:ext cx="5326200" cy="16156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7688DEC-BE6B-5447-40CB-A3EBD552EA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5880" y="1292040"/>
                <a:ext cx="5344920" cy="163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32549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29" dirty="0">
                <a:solidFill>
                  <a:srgbClr val="FFFFFF"/>
                </a:solidFill>
              </a:rPr>
              <a:t>A</a:t>
            </a:r>
            <a:r>
              <a:rPr cap="small" spc="229" dirty="0">
                <a:solidFill>
                  <a:srgbClr val="FFFFFF"/>
                </a:solidFill>
              </a:rPr>
              <a:t>ttention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3" y="512368"/>
            <a:ext cx="5193030" cy="1397000"/>
            <a:chOff x="309193" y="512368"/>
            <a:chExt cx="5193030" cy="1397000"/>
          </a:xfrm>
        </p:grpSpPr>
        <p:sp>
          <p:nvSpPr>
            <p:cNvPr id="4" name="object 4"/>
            <p:cNvSpPr/>
            <p:nvPr/>
          </p:nvSpPr>
          <p:spPr>
            <a:xfrm>
              <a:off x="309193" y="512368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706602"/>
              <a:ext cx="51416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1082344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794" y="1069644"/>
              <a:ext cx="5090865" cy="1143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50859" y="556602"/>
              <a:ext cx="50800" cy="52574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9193" y="750886"/>
              <a:ext cx="5142230" cy="382270"/>
            </a:xfrm>
            <a:custGeom>
              <a:avLst/>
              <a:gdLst/>
              <a:ahLst/>
              <a:cxnLst/>
              <a:rect l="l" t="t" r="r" b="b"/>
              <a:pathLst>
                <a:path w="5142230" h="382269">
                  <a:moveTo>
                    <a:pt x="5141666" y="0"/>
                  </a:moveTo>
                  <a:lnTo>
                    <a:pt x="0" y="0"/>
                  </a:lnTo>
                  <a:lnTo>
                    <a:pt x="0" y="331457"/>
                  </a:lnTo>
                  <a:lnTo>
                    <a:pt x="4008" y="351182"/>
                  </a:lnTo>
                  <a:lnTo>
                    <a:pt x="14922" y="367335"/>
                  </a:lnTo>
                  <a:lnTo>
                    <a:pt x="31075" y="378249"/>
                  </a:lnTo>
                  <a:lnTo>
                    <a:pt x="50800" y="382258"/>
                  </a:lnTo>
                  <a:lnTo>
                    <a:pt x="5090865" y="382258"/>
                  </a:lnTo>
                  <a:lnTo>
                    <a:pt x="5110590" y="378249"/>
                  </a:lnTo>
                  <a:lnTo>
                    <a:pt x="5126743" y="367335"/>
                  </a:lnTo>
                  <a:lnTo>
                    <a:pt x="5137657" y="351182"/>
                  </a:lnTo>
                  <a:lnTo>
                    <a:pt x="5141666" y="331457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50859" y="594705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h="506730">
                  <a:moveTo>
                    <a:pt x="0" y="5066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50859" y="5820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50859" y="5693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50859" y="5566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50859" y="537555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1472577"/>
              <a:ext cx="69291" cy="692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1656041"/>
              <a:ext cx="69291" cy="692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1839506"/>
              <a:ext cx="69291" cy="6929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09194" y="442797"/>
            <a:ext cx="4927600" cy="16986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25"/>
              </a:spcBef>
            </a:pPr>
            <a:r>
              <a:rPr sz="1400" spc="200" dirty="0">
                <a:solidFill>
                  <a:srgbClr val="3333B2"/>
                </a:solidFill>
                <a:latin typeface="Calibri"/>
                <a:cs typeface="Calibri"/>
              </a:rPr>
              <a:t>D</a:t>
            </a:r>
            <a:r>
              <a:rPr sz="1400" cap="small" spc="200" dirty="0">
                <a:solidFill>
                  <a:srgbClr val="3333B2"/>
                </a:solidFill>
                <a:latin typeface="Calibri"/>
                <a:cs typeface="Calibri"/>
              </a:rPr>
              <a:t>efinition</a:t>
            </a:r>
            <a:endParaRPr sz="1400">
              <a:latin typeface="Calibri"/>
              <a:cs typeface="Calibri"/>
            </a:endParaRPr>
          </a:p>
          <a:p>
            <a:pPr marL="50800" marR="43180">
              <a:lnSpc>
                <a:spcPct val="114700"/>
              </a:lnSpc>
              <a:spcBef>
                <a:spcPts val="7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Attention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mechanism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computes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weighted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sum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values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based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the </a:t>
            </a:r>
            <a:r>
              <a:rPr sz="1050" dirty="0">
                <a:latin typeface="Arial MT"/>
                <a:cs typeface="Arial MT"/>
              </a:rPr>
              <a:t>similarity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between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query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keys.</a:t>
            </a:r>
            <a:endParaRPr sz="10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1065"/>
              </a:spcBef>
            </a:pP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Components:</a:t>
            </a:r>
            <a:endParaRPr sz="10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234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Query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(</a:t>
            </a:r>
            <a:r>
              <a:rPr sz="1050" b="1" dirty="0">
                <a:solidFill>
                  <a:srgbClr val="1B1472"/>
                </a:solidFill>
                <a:latin typeface="Arial"/>
                <a:cs typeface="Arial"/>
              </a:rPr>
              <a:t>q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):</a:t>
            </a:r>
            <a:r>
              <a:rPr sz="1050" spc="114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What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we’re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looking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(decoder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state)</a:t>
            </a:r>
            <a:endParaRPr sz="1050">
              <a:latin typeface="Arial MT"/>
              <a:cs typeface="Arial MT"/>
            </a:endParaRPr>
          </a:p>
          <a:p>
            <a:pPr marL="347980" marR="1155700">
              <a:lnSpc>
                <a:spcPct val="100000"/>
              </a:lnSpc>
              <a:spcBef>
                <a:spcPts val="30"/>
              </a:spcBef>
            </a:pPr>
            <a:r>
              <a:rPr sz="1050" spc="10" dirty="0">
                <a:solidFill>
                  <a:srgbClr val="1B1472"/>
                </a:solidFill>
                <a:latin typeface="Arial MT"/>
                <a:cs typeface="Arial MT"/>
              </a:rPr>
              <a:t>Keys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10" dirty="0">
                <a:solidFill>
                  <a:srgbClr val="1B1472"/>
                </a:solidFill>
                <a:latin typeface="Arial MT"/>
                <a:cs typeface="Arial MT"/>
              </a:rPr>
              <a:t>(</a:t>
            </a:r>
            <a:r>
              <a:rPr sz="1200" spc="10" dirty="0">
                <a:solidFill>
                  <a:srgbClr val="1B1472"/>
                </a:solidFill>
                <a:latin typeface="Cambria"/>
                <a:cs typeface="Cambria"/>
              </a:rPr>
              <a:t>{</a:t>
            </a:r>
            <a:r>
              <a:rPr sz="1050" b="1" spc="10" dirty="0">
                <a:solidFill>
                  <a:srgbClr val="1B1472"/>
                </a:solidFill>
                <a:latin typeface="Arial"/>
                <a:cs typeface="Arial"/>
              </a:rPr>
              <a:t>k</a:t>
            </a:r>
            <a:r>
              <a:rPr sz="1050" i="1" spc="15" baseline="-15873" dirty="0">
                <a:solidFill>
                  <a:srgbClr val="1B1472"/>
                </a:solidFill>
                <a:latin typeface="Arial"/>
                <a:cs typeface="Arial"/>
              </a:rPr>
              <a:t>i</a:t>
            </a:r>
            <a:r>
              <a:rPr sz="1050" i="1" spc="-127" baseline="-15873" dirty="0">
                <a:solidFill>
                  <a:srgbClr val="1B1472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1B1472"/>
                </a:solidFill>
                <a:latin typeface="Cambria"/>
                <a:cs typeface="Cambria"/>
              </a:rPr>
              <a:t>}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):</a:t>
            </a:r>
            <a:r>
              <a:rPr sz="1050" spc="7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10" dirty="0">
                <a:latin typeface="Arial MT"/>
                <a:cs typeface="Arial MT"/>
              </a:rPr>
              <a:t>What’s</a:t>
            </a:r>
            <a:r>
              <a:rPr sz="1050" dirty="0">
                <a:latin typeface="Arial MT"/>
                <a:cs typeface="Arial MT"/>
              </a:rPr>
              <a:t> available </a:t>
            </a:r>
            <a:r>
              <a:rPr sz="1050" spc="10" dirty="0">
                <a:latin typeface="Arial MT"/>
                <a:cs typeface="Arial MT"/>
              </a:rPr>
              <a:t>to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spc="10" dirty="0">
                <a:latin typeface="Arial MT"/>
                <a:cs typeface="Arial MT"/>
              </a:rPr>
              <a:t>match</a:t>
            </a:r>
            <a:r>
              <a:rPr sz="1050" dirty="0">
                <a:latin typeface="Arial MT"/>
                <a:cs typeface="Arial MT"/>
              </a:rPr>
              <a:t> </a:t>
            </a:r>
            <a:r>
              <a:rPr sz="1050" spc="10" dirty="0">
                <a:latin typeface="Arial MT"/>
                <a:cs typeface="Arial MT"/>
              </a:rPr>
              <a:t>(encoder</a:t>
            </a:r>
            <a:r>
              <a:rPr sz="10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states)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Values </a:t>
            </a:r>
            <a:r>
              <a:rPr sz="1050" spc="10" dirty="0">
                <a:solidFill>
                  <a:srgbClr val="1B1472"/>
                </a:solidFill>
                <a:latin typeface="Arial MT"/>
                <a:cs typeface="Arial MT"/>
              </a:rPr>
              <a:t>(</a:t>
            </a:r>
            <a:r>
              <a:rPr sz="1200" spc="10" dirty="0">
                <a:solidFill>
                  <a:srgbClr val="1B1472"/>
                </a:solidFill>
                <a:latin typeface="Cambria"/>
                <a:cs typeface="Cambria"/>
              </a:rPr>
              <a:t>{</a:t>
            </a:r>
            <a:r>
              <a:rPr sz="1050" b="1" spc="10" dirty="0">
                <a:solidFill>
                  <a:srgbClr val="1B1472"/>
                </a:solidFill>
                <a:latin typeface="Arial"/>
                <a:cs typeface="Arial"/>
              </a:rPr>
              <a:t>v</a:t>
            </a:r>
            <a:r>
              <a:rPr sz="1050" i="1" spc="15" baseline="-15873" dirty="0">
                <a:solidFill>
                  <a:srgbClr val="1B1472"/>
                </a:solidFill>
                <a:latin typeface="Arial"/>
                <a:cs typeface="Arial"/>
              </a:rPr>
              <a:t>i</a:t>
            </a:r>
            <a:r>
              <a:rPr sz="1050" i="1" spc="-127" baseline="-15873" dirty="0">
                <a:solidFill>
                  <a:srgbClr val="1B1472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1B1472"/>
                </a:solidFill>
                <a:latin typeface="Cambria"/>
                <a:cs typeface="Cambria"/>
              </a:rPr>
              <a:t>}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):</a:t>
            </a:r>
            <a:r>
              <a:rPr sz="1050" spc="7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10" dirty="0">
                <a:latin typeface="Arial MT"/>
                <a:cs typeface="Arial MT"/>
              </a:rPr>
              <a:t>Actual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spc="10" dirty="0">
                <a:latin typeface="Arial MT"/>
                <a:cs typeface="Arial MT"/>
              </a:rPr>
              <a:t>content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spc="10" dirty="0">
                <a:latin typeface="Arial MT"/>
                <a:cs typeface="Arial MT"/>
              </a:rPr>
              <a:t>to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spc="10" dirty="0">
                <a:latin typeface="Arial MT"/>
                <a:cs typeface="Arial MT"/>
              </a:rPr>
              <a:t>retrieve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spc="10" dirty="0">
                <a:latin typeface="Arial MT"/>
                <a:cs typeface="Arial MT"/>
              </a:rPr>
              <a:t>(encoder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states)</a:t>
            </a:r>
            <a:endParaRPr sz="10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21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Mathematical</a:t>
            </a:r>
            <a:r>
              <a:rPr sz="1050" spc="1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1B1472"/>
                </a:solidFill>
                <a:latin typeface="Arial MT"/>
                <a:cs typeface="Arial MT"/>
              </a:rPr>
              <a:t>Form: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18906" y="2284227"/>
            <a:ext cx="56515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10" dirty="0">
                <a:latin typeface="Arial MT"/>
                <a:cs typeface="Arial MT"/>
              </a:rPr>
              <a:t>Attention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18041" y="2352559"/>
            <a:ext cx="22288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89230" algn="l"/>
              </a:tabLst>
            </a:pPr>
            <a:r>
              <a:rPr sz="700" i="1" spc="-50" dirty="0">
                <a:latin typeface="Arial"/>
                <a:cs typeface="Arial"/>
              </a:rPr>
              <a:t>i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05302" y="2267088"/>
            <a:ext cx="76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spc="-50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05302" y="2357194"/>
            <a:ext cx="187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i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15347" y="2139986"/>
            <a:ext cx="76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spc="-50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31768" y="2124809"/>
            <a:ext cx="2451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960" dirty="0">
                <a:latin typeface="Lucida Sans Unicode"/>
                <a:cs typeface="Lucida Sans Unicode"/>
              </a:rPr>
              <a:t>Σ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60254" y="2494291"/>
            <a:ext cx="187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i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58237" y="2269042"/>
            <a:ext cx="15487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28040" algn="l"/>
                <a:tab pos="1330325" algn="l"/>
              </a:tabLst>
            </a:pPr>
            <a:r>
              <a:rPr sz="1200" spc="-40" dirty="0">
                <a:latin typeface="Tahoma"/>
                <a:cs typeface="Tahoma"/>
              </a:rPr>
              <a:t>(</a:t>
            </a:r>
            <a:r>
              <a:rPr sz="1050" b="1" spc="-40" dirty="0">
                <a:latin typeface="Arial"/>
                <a:cs typeface="Arial"/>
              </a:rPr>
              <a:t>q</a:t>
            </a:r>
            <a:r>
              <a:rPr sz="1200" i="1" spc="-40" dirty="0">
                <a:latin typeface="Verdana"/>
                <a:cs typeface="Verdana"/>
              </a:rPr>
              <a:t>,</a:t>
            </a:r>
            <a:r>
              <a:rPr sz="1200" i="1" spc="-220" dirty="0">
                <a:latin typeface="Verdana"/>
                <a:cs typeface="Verdana"/>
              </a:rPr>
              <a:t> </a:t>
            </a:r>
            <a:r>
              <a:rPr sz="1200" spc="70" dirty="0">
                <a:latin typeface="Cambria"/>
                <a:cs typeface="Cambria"/>
              </a:rPr>
              <a:t>{</a:t>
            </a:r>
            <a:r>
              <a:rPr sz="1050" b="1" spc="70" dirty="0">
                <a:latin typeface="Arial"/>
                <a:cs typeface="Arial"/>
              </a:rPr>
              <a:t>k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,</a:t>
            </a:r>
            <a:r>
              <a:rPr sz="1200" i="1" spc="-215" dirty="0">
                <a:latin typeface="Verdana"/>
                <a:cs typeface="Verdana"/>
              </a:rPr>
              <a:t> </a:t>
            </a:r>
            <a:r>
              <a:rPr sz="1050" b="1" dirty="0">
                <a:latin typeface="Arial"/>
                <a:cs typeface="Arial"/>
              </a:rPr>
              <a:t>v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200" spc="80" dirty="0">
                <a:latin typeface="Cambria"/>
                <a:cs typeface="Cambria"/>
              </a:rPr>
              <a:t>}</a:t>
            </a:r>
            <a:r>
              <a:rPr sz="1200" dirty="0">
                <a:latin typeface="Cambria"/>
                <a:cs typeface="Cambria"/>
              </a:rPr>
              <a:t>	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=</a:t>
            </a:r>
            <a:r>
              <a:rPr sz="1200" dirty="0">
                <a:latin typeface="Tahoma"/>
                <a:cs typeface="Tahoma"/>
              </a:rPr>
              <a:t>	</a:t>
            </a:r>
            <a:r>
              <a:rPr sz="1200" i="1" spc="-10" dirty="0">
                <a:latin typeface="Verdana"/>
                <a:cs typeface="Verdana"/>
              </a:rPr>
              <a:t>α</a:t>
            </a:r>
            <a:r>
              <a:rPr sz="1200" i="1" spc="-155" dirty="0">
                <a:latin typeface="Verdana"/>
                <a:cs typeface="Verdana"/>
              </a:rPr>
              <a:t> </a:t>
            </a:r>
            <a:r>
              <a:rPr sz="1050" b="1" spc="-50" dirty="0">
                <a:latin typeface="Arial"/>
                <a:cs typeface="Arial"/>
              </a:rPr>
              <a:t>v</a:t>
            </a:r>
            <a:endParaRPr sz="10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70947" y="2352559"/>
            <a:ext cx="15621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dirty="0">
                <a:latin typeface="Arial"/>
                <a:cs typeface="Arial"/>
              </a:rPr>
              <a:t>i</a:t>
            </a:r>
            <a:r>
              <a:rPr sz="700" i="1" spc="165" dirty="0">
                <a:latin typeface="Arial"/>
                <a:cs typeface="Arial"/>
              </a:rPr>
              <a:t>  </a:t>
            </a: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7294" y="2648691"/>
            <a:ext cx="149796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latin typeface="Arial MT"/>
                <a:cs typeface="Arial MT"/>
              </a:rPr>
              <a:t>where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attention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weights: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7045" y="3039921"/>
            <a:ext cx="4572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12481" y="2956405"/>
            <a:ext cx="3124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latin typeface="Verdana"/>
                <a:cs typeface="Verdana"/>
              </a:rPr>
              <a:t>α</a:t>
            </a:r>
            <a:r>
              <a:rPr sz="1200" i="1" spc="170" dirty="0">
                <a:latin typeface="Verdana"/>
                <a:cs typeface="Verdana"/>
              </a:rPr>
              <a:t> </a:t>
            </a:r>
            <a:r>
              <a:rPr sz="1200" spc="-50" dirty="0">
                <a:latin typeface="Tahoma"/>
                <a:cs typeface="Tahoma"/>
              </a:rPr>
              <a:t>=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56588" y="2853700"/>
            <a:ext cx="8051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9230" algn="l"/>
              </a:tabLst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exp(</a:t>
            </a:r>
            <a:r>
              <a:rPr sz="105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score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19857" y="2937203"/>
            <a:ext cx="6032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700" i="1" u="sng" spc="5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7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35974" y="2853700"/>
            <a:ext cx="6369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23570" algn="l"/>
              </a:tabLst>
            </a:pPr>
            <a:r>
              <a:rPr sz="1200" u="sng" spc="-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(</a:t>
            </a:r>
            <a:r>
              <a:rPr sz="105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</a:t>
            </a:r>
            <a:r>
              <a:rPr sz="1200" i="1" u="sng" spc="-4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,</a:t>
            </a:r>
            <a:r>
              <a:rPr sz="1200" i="1" u="sng" spc="-2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105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</a:t>
            </a:r>
            <a:r>
              <a:rPr sz="1050" b="1" spc="-10" dirty="0">
                <a:latin typeface="Arial"/>
                <a:cs typeface="Arial"/>
              </a:rPr>
              <a:t> 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))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16849" y="3049764"/>
            <a:ext cx="76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spc="-50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23542" y="3097150"/>
            <a:ext cx="1036319" cy="179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spc="-35" dirty="0">
                <a:latin typeface="Tahoma"/>
                <a:cs typeface="Tahoma"/>
              </a:rPr>
              <a:t>exp(</a:t>
            </a:r>
            <a:r>
              <a:rPr sz="1050" spc="-35" dirty="0">
                <a:latin typeface="Arial MT"/>
                <a:cs typeface="Arial MT"/>
              </a:rPr>
              <a:t>score</a:t>
            </a:r>
            <a:r>
              <a:rPr sz="1200" spc="-35" dirty="0">
                <a:latin typeface="Tahoma"/>
                <a:cs typeface="Tahoma"/>
                <a:hlinkClick r:id="rId9" action="ppaction://hlinksldjump"/>
              </a:rPr>
              <a:t>(</a:t>
            </a:r>
            <a:r>
              <a:rPr sz="1050" b="1" spc="-35" dirty="0">
                <a:latin typeface="Arial"/>
                <a:cs typeface="Arial"/>
                <a:hlinkClick r:id="rId9" action="ppaction://hlinksldjump"/>
              </a:rPr>
              <a:t>q</a:t>
            </a:r>
            <a:r>
              <a:rPr sz="1200" i="1" spc="-35" dirty="0">
                <a:latin typeface="Verdana"/>
                <a:cs typeface="Verdana"/>
                <a:hlinkClick r:id="rId9" action="ppaction://hlinksldjump"/>
              </a:rPr>
              <a:t>,</a:t>
            </a:r>
            <a:r>
              <a:rPr sz="1200" i="1" spc="-155" dirty="0">
                <a:latin typeface="Verdana"/>
                <a:cs typeface="Verdana"/>
                <a:hlinkClick r:id="rId9" action="ppaction://hlinksldjump"/>
              </a:rPr>
              <a:t> </a:t>
            </a:r>
            <a:r>
              <a:rPr sz="1050" b="1" dirty="0">
                <a:latin typeface="Arial"/>
                <a:cs typeface="Arial"/>
                <a:hlinkClick r:id="rId9" action="ppaction://hlinksldjump"/>
              </a:rPr>
              <a:t>k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-60" baseline="-15873" dirty="0">
                <a:latin typeface="Arial"/>
                <a:cs typeface="Arial"/>
              </a:rPr>
              <a:t> </a:t>
            </a:r>
            <a:r>
              <a:rPr sz="1200" spc="-25" dirty="0">
                <a:latin typeface="Tahoma"/>
                <a:cs typeface="Tahoma"/>
                <a:hlinkClick r:id="rId9" action="ppaction://hlinksldjump"/>
              </a:rPr>
              <a:t>))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098825" y="2971589"/>
            <a:ext cx="144907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latin typeface="Arial MT"/>
                <a:cs typeface="Arial MT"/>
              </a:rPr>
              <a:t>(softmax</a:t>
            </a:r>
            <a:r>
              <a:rPr sz="1050" spc="8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normalization)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38" name="object 3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9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9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9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9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9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9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36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10" dirty="0">
                <a:solidFill>
                  <a:srgbClr val="FFFFFF"/>
                </a:solidFill>
              </a:rPr>
              <a:t>C</a:t>
            </a:r>
            <a:r>
              <a:rPr cap="small" spc="310" dirty="0">
                <a:solidFill>
                  <a:srgbClr val="FFFFFF"/>
                </a:solidFill>
              </a:rPr>
              <a:t>ore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spc="265" dirty="0">
                <a:solidFill>
                  <a:srgbClr val="FFFFFF"/>
                </a:solidFill>
              </a:rPr>
              <a:t>C</a:t>
            </a:r>
            <a:r>
              <a:rPr cap="small" spc="265" dirty="0">
                <a:solidFill>
                  <a:srgbClr val="FFFFFF"/>
                </a:solidFill>
              </a:rPr>
              <a:t>oncept</a:t>
            </a:r>
            <a:r>
              <a:rPr spc="265" dirty="0">
                <a:solidFill>
                  <a:srgbClr val="FFFFFF"/>
                </a:solidFill>
              </a:rPr>
              <a:t>:</a:t>
            </a:r>
            <a:r>
              <a:rPr spc="470" dirty="0">
                <a:solidFill>
                  <a:srgbClr val="FFFFFF"/>
                </a:solidFill>
              </a:rPr>
              <a:t> </a:t>
            </a:r>
            <a:r>
              <a:rPr spc="275" dirty="0">
                <a:solidFill>
                  <a:srgbClr val="FFFFFF"/>
                </a:solidFill>
              </a:rPr>
              <a:t>W</a:t>
            </a:r>
            <a:r>
              <a:rPr cap="small" spc="275" dirty="0">
                <a:solidFill>
                  <a:srgbClr val="FFFFFF"/>
                </a:solidFill>
              </a:rPr>
              <a:t>eighted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175" dirty="0">
                <a:solidFill>
                  <a:srgbClr val="FFFFFF"/>
                </a:solidFill>
              </a:rPr>
              <a:t>C</a:t>
            </a:r>
            <a:r>
              <a:rPr cap="small" spc="175" dirty="0">
                <a:solidFill>
                  <a:srgbClr val="FFFFFF"/>
                </a:solidFill>
              </a:rPr>
              <a:t>ombinations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233" y="965146"/>
            <a:ext cx="6134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0059" algn="l"/>
              </a:tabLst>
            </a:pP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520" dirty="0">
                <a:latin typeface="Lucida Sans Unicode"/>
                <a:cs typeface="Lucida Sans Unicode"/>
              </a:rPr>
              <a:t>!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39058" y="2294239"/>
            <a:ext cx="955675" cy="221615"/>
            <a:chOff x="1039058" y="2294239"/>
            <a:chExt cx="955675" cy="221615"/>
          </a:xfrm>
        </p:grpSpPr>
        <p:sp>
          <p:nvSpPr>
            <p:cNvPr id="5" name="object 5"/>
            <p:cNvSpPr/>
            <p:nvPr/>
          </p:nvSpPr>
          <p:spPr>
            <a:xfrm>
              <a:off x="1041598" y="2296779"/>
              <a:ext cx="173355" cy="216535"/>
            </a:xfrm>
            <a:custGeom>
              <a:avLst/>
              <a:gdLst/>
              <a:ahLst/>
              <a:cxnLst/>
              <a:rect l="l" t="t" r="r" b="b"/>
              <a:pathLst>
                <a:path w="173355" h="216535">
                  <a:moveTo>
                    <a:pt x="0" y="216004"/>
                  </a:moveTo>
                  <a:lnTo>
                    <a:pt x="0" y="0"/>
                  </a:lnTo>
                  <a:lnTo>
                    <a:pt x="172801" y="0"/>
                  </a:lnTo>
                  <a:lnTo>
                    <a:pt x="172801" y="216004"/>
                  </a:lnTo>
                  <a:lnTo>
                    <a:pt x="0" y="216004"/>
                  </a:lnTo>
                  <a:close/>
                </a:path>
              </a:pathLst>
            </a:custGeom>
            <a:solidFill>
              <a:srgbClr val="BA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41598" y="2296779"/>
              <a:ext cx="173355" cy="216535"/>
            </a:xfrm>
            <a:custGeom>
              <a:avLst/>
              <a:gdLst/>
              <a:ahLst/>
              <a:cxnLst/>
              <a:rect l="l" t="t" r="r" b="b"/>
              <a:pathLst>
                <a:path w="173355" h="216535">
                  <a:moveTo>
                    <a:pt x="0" y="216004"/>
                  </a:moveTo>
                  <a:lnTo>
                    <a:pt x="0" y="0"/>
                  </a:lnTo>
                  <a:lnTo>
                    <a:pt x="172801" y="0"/>
                  </a:lnTo>
                  <a:lnTo>
                    <a:pt x="172801" y="216004"/>
                  </a:lnTo>
                  <a:lnTo>
                    <a:pt x="0" y="216004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00803" y="2296779"/>
              <a:ext cx="173355" cy="216535"/>
            </a:xfrm>
            <a:custGeom>
              <a:avLst/>
              <a:gdLst/>
              <a:ahLst/>
              <a:cxnLst/>
              <a:rect l="l" t="t" r="r" b="b"/>
              <a:pathLst>
                <a:path w="173355" h="216535">
                  <a:moveTo>
                    <a:pt x="0" y="216004"/>
                  </a:moveTo>
                  <a:lnTo>
                    <a:pt x="0" y="0"/>
                  </a:lnTo>
                  <a:lnTo>
                    <a:pt x="172801" y="0"/>
                  </a:lnTo>
                  <a:lnTo>
                    <a:pt x="172801" y="216004"/>
                  </a:lnTo>
                  <a:lnTo>
                    <a:pt x="0" y="216004"/>
                  </a:lnTo>
                  <a:close/>
                </a:path>
              </a:pathLst>
            </a:custGeom>
            <a:solidFill>
              <a:srgbClr val="BA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00803" y="2296779"/>
              <a:ext cx="173355" cy="216535"/>
            </a:xfrm>
            <a:custGeom>
              <a:avLst/>
              <a:gdLst/>
              <a:ahLst/>
              <a:cxnLst/>
              <a:rect l="l" t="t" r="r" b="b"/>
              <a:pathLst>
                <a:path w="173355" h="216535">
                  <a:moveTo>
                    <a:pt x="0" y="216004"/>
                  </a:moveTo>
                  <a:lnTo>
                    <a:pt x="0" y="0"/>
                  </a:lnTo>
                  <a:lnTo>
                    <a:pt x="172801" y="0"/>
                  </a:lnTo>
                  <a:lnTo>
                    <a:pt x="172801" y="216004"/>
                  </a:lnTo>
                  <a:lnTo>
                    <a:pt x="0" y="216004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60009" y="2296779"/>
              <a:ext cx="173355" cy="216535"/>
            </a:xfrm>
            <a:custGeom>
              <a:avLst/>
              <a:gdLst/>
              <a:ahLst/>
              <a:cxnLst/>
              <a:rect l="l" t="t" r="r" b="b"/>
              <a:pathLst>
                <a:path w="173355" h="216535">
                  <a:moveTo>
                    <a:pt x="0" y="216004"/>
                  </a:moveTo>
                  <a:lnTo>
                    <a:pt x="0" y="0"/>
                  </a:lnTo>
                  <a:lnTo>
                    <a:pt x="172801" y="0"/>
                  </a:lnTo>
                  <a:lnTo>
                    <a:pt x="172801" y="216004"/>
                  </a:lnTo>
                  <a:lnTo>
                    <a:pt x="0" y="216004"/>
                  </a:lnTo>
                  <a:close/>
                </a:path>
              </a:pathLst>
            </a:custGeom>
            <a:solidFill>
              <a:srgbClr val="BA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60009" y="2296779"/>
              <a:ext cx="173355" cy="216535"/>
            </a:xfrm>
            <a:custGeom>
              <a:avLst/>
              <a:gdLst/>
              <a:ahLst/>
              <a:cxnLst/>
              <a:rect l="l" t="t" r="r" b="b"/>
              <a:pathLst>
                <a:path w="173355" h="216535">
                  <a:moveTo>
                    <a:pt x="0" y="216004"/>
                  </a:moveTo>
                  <a:lnTo>
                    <a:pt x="0" y="0"/>
                  </a:lnTo>
                  <a:lnTo>
                    <a:pt x="172801" y="0"/>
                  </a:lnTo>
                  <a:lnTo>
                    <a:pt x="172801" y="216004"/>
                  </a:lnTo>
                  <a:lnTo>
                    <a:pt x="0" y="216004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19214" y="2296779"/>
              <a:ext cx="173355" cy="216535"/>
            </a:xfrm>
            <a:custGeom>
              <a:avLst/>
              <a:gdLst/>
              <a:ahLst/>
              <a:cxnLst/>
              <a:rect l="l" t="t" r="r" b="b"/>
              <a:pathLst>
                <a:path w="173355" h="216535">
                  <a:moveTo>
                    <a:pt x="0" y="216004"/>
                  </a:moveTo>
                  <a:lnTo>
                    <a:pt x="0" y="0"/>
                  </a:lnTo>
                  <a:lnTo>
                    <a:pt x="172801" y="0"/>
                  </a:lnTo>
                  <a:lnTo>
                    <a:pt x="172801" y="216004"/>
                  </a:lnTo>
                  <a:lnTo>
                    <a:pt x="0" y="216004"/>
                  </a:lnTo>
                  <a:close/>
                </a:path>
              </a:pathLst>
            </a:custGeom>
            <a:solidFill>
              <a:srgbClr val="BA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19214" y="2296779"/>
              <a:ext cx="173355" cy="216535"/>
            </a:xfrm>
            <a:custGeom>
              <a:avLst/>
              <a:gdLst/>
              <a:ahLst/>
              <a:cxnLst/>
              <a:rect l="l" t="t" r="r" b="b"/>
              <a:pathLst>
                <a:path w="173355" h="216535">
                  <a:moveTo>
                    <a:pt x="0" y="216004"/>
                  </a:moveTo>
                  <a:lnTo>
                    <a:pt x="0" y="0"/>
                  </a:lnTo>
                  <a:lnTo>
                    <a:pt x="172801" y="0"/>
                  </a:lnTo>
                  <a:lnTo>
                    <a:pt x="172801" y="216004"/>
                  </a:lnTo>
                  <a:lnTo>
                    <a:pt x="0" y="216004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32268" y="2318053"/>
            <a:ext cx="988694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309880" algn="l"/>
                <a:tab pos="568960" algn="l"/>
                <a:tab pos="828040" algn="l"/>
              </a:tabLst>
            </a:pPr>
            <a:r>
              <a:rPr sz="700" i="1" spc="-25" dirty="0">
                <a:latin typeface="Arial"/>
                <a:cs typeface="Arial"/>
              </a:rPr>
              <a:t>x</a:t>
            </a:r>
            <a:r>
              <a:rPr sz="750" spc="-37" baseline="-11111" dirty="0">
                <a:latin typeface="Arial MT"/>
                <a:cs typeface="Arial MT"/>
              </a:rPr>
              <a:t>1</a:t>
            </a:r>
            <a:r>
              <a:rPr sz="750" baseline="-11111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x</a:t>
            </a:r>
            <a:r>
              <a:rPr sz="750" spc="-37" baseline="-11111" dirty="0">
                <a:latin typeface="Arial MT"/>
                <a:cs typeface="Arial MT"/>
              </a:rPr>
              <a:t>2</a:t>
            </a:r>
            <a:r>
              <a:rPr sz="750" baseline="-11111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x</a:t>
            </a:r>
            <a:r>
              <a:rPr sz="750" spc="-37" baseline="-11111" dirty="0">
                <a:latin typeface="Arial MT"/>
                <a:cs typeface="Arial MT"/>
              </a:rPr>
              <a:t>3</a:t>
            </a:r>
            <a:r>
              <a:rPr sz="750" baseline="-11111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x</a:t>
            </a:r>
            <a:r>
              <a:rPr sz="750" spc="-37" baseline="-11111" dirty="0">
                <a:latin typeface="Arial MT"/>
                <a:cs typeface="Arial MT"/>
              </a:rPr>
              <a:t>4</a:t>
            </a:r>
            <a:endParaRPr sz="750" baseline="-11111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509" y="1875077"/>
            <a:ext cx="238592" cy="3568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006157" y="1612707"/>
            <a:ext cx="1021715" cy="45021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950" dirty="0">
                <a:latin typeface="Arial MT"/>
                <a:cs typeface="Arial MT"/>
              </a:rPr>
              <a:t>Uniform</a:t>
            </a:r>
            <a:r>
              <a:rPr sz="950" spc="10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weighting</a:t>
            </a:r>
            <a:endParaRPr sz="950">
              <a:latin typeface="Arial MT"/>
              <a:cs typeface="Arial MT"/>
            </a:endParaRPr>
          </a:p>
          <a:p>
            <a:pPr marR="208279" algn="ctr">
              <a:lnSpc>
                <a:spcPct val="100000"/>
              </a:lnSpc>
              <a:spcBef>
                <a:spcPts val="545"/>
              </a:spcBef>
            </a:pPr>
            <a:r>
              <a:rPr sz="800" spc="15" dirty="0">
                <a:latin typeface="Verdana"/>
                <a:cs typeface="Verdana"/>
              </a:rPr>
              <a:t>Σ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7294" y="524794"/>
            <a:ext cx="4548505" cy="4724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Key</a:t>
            </a:r>
            <a:r>
              <a:rPr sz="1050" spc="40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Principle:</a:t>
            </a:r>
            <a:r>
              <a:rPr sz="1050" spc="120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Not</a:t>
            </a:r>
            <a:r>
              <a:rPr sz="1050" spc="45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all</a:t>
            </a:r>
            <a:r>
              <a:rPr sz="1050" spc="45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inputs</a:t>
            </a:r>
            <a:r>
              <a:rPr sz="1050" spc="40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contribute</a:t>
            </a:r>
            <a:r>
              <a:rPr sz="1050" spc="45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equally</a:t>
            </a:r>
            <a:r>
              <a:rPr sz="1050" spc="40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–</a:t>
            </a:r>
            <a:r>
              <a:rPr sz="1050" spc="45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attention</a:t>
            </a:r>
            <a:r>
              <a:rPr sz="1050" spc="45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learns</a:t>
            </a:r>
            <a:r>
              <a:rPr sz="1050" spc="40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C2027"/>
                </a:solidFill>
                <a:latin typeface="Arial MT"/>
                <a:cs typeface="Arial MT"/>
              </a:rPr>
              <a:t>relevance.</a:t>
            </a:r>
            <a:endParaRPr sz="1050">
              <a:latin typeface="Arial MT"/>
              <a:cs typeface="Arial MT"/>
            </a:endParaRPr>
          </a:p>
          <a:p>
            <a:pPr marL="629920">
              <a:lnSpc>
                <a:spcPct val="100000"/>
              </a:lnSpc>
              <a:spcBef>
                <a:spcPts val="965"/>
              </a:spcBef>
              <a:tabLst>
                <a:tab pos="3451225" algn="l"/>
              </a:tabLst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Without</a:t>
            </a:r>
            <a:r>
              <a:rPr sz="1050" spc="7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Attention: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	With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Attention: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45018" y="1095716"/>
            <a:ext cx="273812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673985" algn="l"/>
              </a:tabLst>
            </a:pPr>
            <a:r>
              <a:rPr sz="700" i="1" spc="-50" dirty="0">
                <a:latin typeface="Arial"/>
                <a:cs typeface="Arial"/>
              </a:rPr>
              <a:t>n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61439" y="1080538"/>
            <a:ext cx="28943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985" algn="l"/>
              </a:tabLst>
            </a:pPr>
            <a:r>
              <a:rPr sz="1200" spc="960" dirty="0">
                <a:latin typeface="Lucida Sans Unicode"/>
                <a:cs typeface="Lucida Sans Unicode"/>
              </a:rPr>
              <a:t>Σ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-50" dirty="0">
                <a:latin typeface="Lucida Sans Unicode"/>
                <a:cs typeface="Lucida Sans Unicode"/>
              </a:rPr>
              <a:t>Σ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8446" y="1160195"/>
            <a:ext cx="4046220" cy="43688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00"/>
              </a:spcBef>
              <a:tabLst>
                <a:tab pos="1089660" algn="l"/>
                <a:tab pos="2724785" algn="l"/>
                <a:tab pos="3751579" algn="l"/>
              </a:tabLst>
            </a:pPr>
            <a:r>
              <a:rPr sz="1050" dirty="0">
                <a:latin typeface="Arial MT"/>
                <a:cs typeface="Arial MT"/>
              </a:rPr>
              <a:t>output</a:t>
            </a:r>
            <a:r>
              <a:rPr sz="1050" spc="80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050" i="1" spc="-50" dirty="0">
                <a:latin typeface="Arial"/>
                <a:cs typeface="Arial"/>
              </a:rPr>
              <a:t>f</a:t>
            </a:r>
            <a:r>
              <a:rPr sz="1050" i="1" dirty="0">
                <a:latin typeface="Arial"/>
                <a:cs typeface="Arial"/>
              </a:rPr>
              <a:t>	</a:t>
            </a: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i="1" spc="-37" baseline="-15873" dirty="0">
                <a:latin typeface="Arial"/>
                <a:cs typeface="Arial"/>
              </a:rPr>
              <a:t>i</a:t>
            </a:r>
            <a:r>
              <a:rPr sz="1050" i="1" baseline="-15873" dirty="0">
                <a:latin typeface="Arial"/>
                <a:cs typeface="Arial"/>
              </a:rPr>
              <a:t>	</a:t>
            </a:r>
            <a:r>
              <a:rPr sz="1050" dirty="0">
                <a:latin typeface="Arial MT"/>
                <a:cs typeface="Arial MT"/>
              </a:rPr>
              <a:t>output</a:t>
            </a:r>
            <a:r>
              <a:rPr sz="1050" spc="80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050" i="1" spc="-50" dirty="0">
                <a:latin typeface="Arial"/>
                <a:cs typeface="Arial"/>
              </a:rPr>
              <a:t>f</a:t>
            </a:r>
            <a:r>
              <a:rPr sz="1050" i="1" dirty="0">
                <a:latin typeface="Arial"/>
                <a:cs typeface="Arial"/>
              </a:rPr>
              <a:t>	</a:t>
            </a:r>
            <a:r>
              <a:rPr sz="1200" i="1" dirty="0">
                <a:latin typeface="Verdana"/>
                <a:cs typeface="Verdana"/>
              </a:rPr>
              <a:t>α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i="1" spc="-37" baseline="-15873" dirty="0">
                <a:latin typeface="Arial"/>
                <a:cs typeface="Arial"/>
              </a:rPr>
              <a:t>i</a:t>
            </a:r>
            <a:endParaRPr sz="1050" baseline="-15873">
              <a:latin typeface="Arial"/>
              <a:cs typeface="Arial"/>
            </a:endParaRPr>
          </a:p>
          <a:p>
            <a:pPr marL="873760">
              <a:lnSpc>
                <a:spcPct val="100000"/>
              </a:lnSpc>
              <a:spcBef>
                <a:spcPts val="340"/>
              </a:spcBef>
              <a:tabLst>
                <a:tab pos="3535679" algn="l"/>
              </a:tabLst>
            </a:pPr>
            <a:r>
              <a:rPr sz="700" i="1" spc="-25" dirty="0">
                <a:latin typeface="Arial"/>
                <a:cs typeface="Arial"/>
              </a:rPr>
              <a:t>i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 MT"/>
                <a:cs typeface="Arial MT"/>
              </a:rPr>
              <a:t>1</a:t>
            </a:r>
            <a:r>
              <a:rPr sz="700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i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03166" y="965146"/>
            <a:ext cx="74231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8965" algn="l"/>
              </a:tabLst>
            </a:pP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520" dirty="0">
                <a:latin typeface="Lucida Sans Unicode"/>
                <a:cs typeface="Lucida Sans Unicode"/>
              </a:rPr>
              <a:t>!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67996" y="2619779"/>
            <a:ext cx="186055" cy="108585"/>
          </a:xfrm>
          <a:prstGeom prst="rect">
            <a:avLst/>
          </a:prstGeom>
          <a:solidFill>
            <a:srgbClr val="F59093"/>
          </a:solidFill>
          <a:ln w="506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20"/>
              </a:lnSpc>
            </a:pPr>
            <a:r>
              <a:rPr sz="800" i="1" spc="10" dirty="0">
                <a:latin typeface="Verdana"/>
                <a:cs typeface="Verdana"/>
              </a:rPr>
              <a:t>α</a:t>
            </a:r>
            <a:r>
              <a:rPr sz="750" spc="15" baseline="-11111" dirty="0">
                <a:latin typeface="Arial MT"/>
                <a:cs typeface="Arial MT"/>
              </a:rPr>
              <a:t>1</a:t>
            </a:r>
            <a:r>
              <a:rPr sz="750" spc="-75" baseline="-11111" dirty="0">
                <a:latin typeface="Arial MT"/>
                <a:cs typeface="Arial MT"/>
              </a:rPr>
              <a:t> </a:t>
            </a:r>
            <a:r>
              <a:rPr sz="700" i="1" spc="-25" dirty="0">
                <a:latin typeface="Arial"/>
                <a:cs typeface="Arial"/>
              </a:rPr>
              <a:t>x</a:t>
            </a:r>
            <a:r>
              <a:rPr sz="750" spc="-37" baseline="-11111" dirty="0">
                <a:latin typeface="Arial MT"/>
                <a:cs typeface="Arial MT"/>
              </a:rPr>
              <a:t>1</a:t>
            </a:r>
            <a:endParaRPr sz="750" baseline="-11111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27201" y="2252572"/>
            <a:ext cx="186055" cy="475615"/>
          </a:xfrm>
          <a:prstGeom prst="rect">
            <a:avLst/>
          </a:prstGeom>
          <a:solidFill>
            <a:srgbClr val="F59093"/>
          </a:solidFill>
          <a:ln w="506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3175"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  <a:spcBef>
                <a:spcPts val="55"/>
              </a:spcBef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800" i="1" spc="10" dirty="0">
                <a:latin typeface="Verdana"/>
                <a:cs typeface="Verdana"/>
              </a:rPr>
              <a:t>α</a:t>
            </a:r>
            <a:r>
              <a:rPr sz="750" spc="15" baseline="-11111" dirty="0">
                <a:latin typeface="Arial MT"/>
                <a:cs typeface="Arial MT"/>
              </a:rPr>
              <a:t>2</a:t>
            </a:r>
            <a:r>
              <a:rPr sz="750" spc="-75" baseline="-11111" dirty="0">
                <a:latin typeface="Arial MT"/>
                <a:cs typeface="Arial MT"/>
              </a:rPr>
              <a:t> </a:t>
            </a:r>
            <a:r>
              <a:rPr sz="700" i="1" spc="-25" dirty="0">
                <a:latin typeface="Arial"/>
                <a:cs typeface="Arial"/>
              </a:rPr>
              <a:t>x</a:t>
            </a:r>
            <a:r>
              <a:rPr sz="750" spc="-37" baseline="-11111" dirty="0">
                <a:latin typeface="Arial MT"/>
                <a:cs typeface="Arial MT"/>
              </a:rPr>
              <a:t>2</a:t>
            </a:r>
            <a:endParaRPr sz="750" baseline="-11111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283866" y="2444435"/>
            <a:ext cx="437515" cy="286385"/>
            <a:chOff x="4283866" y="2444435"/>
            <a:chExt cx="437515" cy="286385"/>
          </a:xfrm>
        </p:grpSpPr>
        <p:sp>
          <p:nvSpPr>
            <p:cNvPr id="24" name="object 24"/>
            <p:cNvSpPr/>
            <p:nvPr/>
          </p:nvSpPr>
          <p:spPr>
            <a:xfrm>
              <a:off x="4286406" y="2446975"/>
              <a:ext cx="173355" cy="281305"/>
            </a:xfrm>
            <a:custGeom>
              <a:avLst/>
              <a:gdLst/>
              <a:ahLst/>
              <a:cxnLst/>
              <a:rect l="l" t="t" r="r" b="b"/>
              <a:pathLst>
                <a:path w="173354" h="281305">
                  <a:moveTo>
                    <a:pt x="0" y="280806"/>
                  </a:moveTo>
                  <a:lnTo>
                    <a:pt x="0" y="0"/>
                  </a:lnTo>
                  <a:lnTo>
                    <a:pt x="172801" y="0"/>
                  </a:lnTo>
                  <a:lnTo>
                    <a:pt x="172801" y="280806"/>
                  </a:lnTo>
                  <a:lnTo>
                    <a:pt x="0" y="280806"/>
                  </a:lnTo>
                  <a:close/>
                </a:path>
              </a:pathLst>
            </a:custGeom>
            <a:solidFill>
              <a:srgbClr val="F590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86406" y="2446975"/>
              <a:ext cx="173355" cy="281305"/>
            </a:xfrm>
            <a:custGeom>
              <a:avLst/>
              <a:gdLst/>
              <a:ahLst/>
              <a:cxnLst/>
              <a:rect l="l" t="t" r="r" b="b"/>
              <a:pathLst>
                <a:path w="173354" h="281305">
                  <a:moveTo>
                    <a:pt x="0" y="280806"/>
                  </a:moveTo>
                  <a:lnTo>
                    <a:pt x="0" y="0"/>
                  </a:lnTo>
                  <a:lnTo>
                    <a:pt x="172801" y="0"/>
                  </a:lnTo>
                  <a:lnTo>
                    <a:pt x="172801" y="280806"/>
                  </a:lnTo>
                  <a:lnTo>
                    <a:pt x="0" y="28080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45611" y="2576579"/>
              <a:ext cx="173355" cy="151765"/>
            </a:xfrm>
            <a:custGeom>
              <a:avLst/>
              <a:gdLst/>
              <a:ahLst/>
              <a:cxnLst/>
              <a:rect l="l" t="t" r="r" b="b"/>
              <a:pathLst>
                <a:path w="173354" h="151764">
                  <a:moveTo>
                    <a:pt x="0" y="151202"/>
                  </a:moveTo>
                  <a:lnTo>
                    <a:pt x="0" y="0"/>
                  </a:lnTo>
                  <a:lnTo>
                    <a:pt x="172801" y="0"/>
                  </a:lnTo>
                  <a:lnTo>
                    <a:pt x="172801" y="151202"/>
                  </a:lnTo>
                  <a:lnTo>
                    <a:pt x="0" y="151202"/>
                  </a:lnTo>
                  <a:close/>
                </a:path>
              </a:pathLst>
            </a:custGeom>
            <a:solidFill>
              <a:srgbClr val="F590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45611" y="2576579"/>
              <a:ext cx="173355" cy="151765"/>
            </a:xfrm>
            <a:custGeom>
              <a:avLst/>
              <a:gdLst/>
              <a:ahLst/>
              <a:cxnLst/>
              <a:rect l="l" t="t" r="r" b="b"/>
              <a:pathLst>
                <a:path w="173354" h="151764">
                  <a:moveTo>
                    <a:pt x="0" y="151202"/>
                  </a:moveTo>
                  <a:lnTo>
                    <a:pt x="0" y="0"/>
                  </a:lnTo>
                  <a:lnTo>
                    <a:pt x="172801" y="0"/>
                  </a:lnTo>
                  <a:lnTo>
                    <a:pt x="172801" y="151202"/>
                  </a:lnTo>
                  <a:lnTo>
                    <a:pt x="0" y="1512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233074" y="2489973"/>
            <a:ext cx="5327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10" dirty="0">
                <a:latin typeface="Verdana"/>
                <a:cs typeface="Verdana"/>
              </a:rPr>
              <a:t>α</a:t>
            </a:r>
            <a:r>
              <a:rPr sz="750" spc="15" baseline="-11111" dirty="0">
                <a:latin typeface="Arial MT"/>
                <a:cs typeface="Arial MT"/>
              </a:rPr>
              <a:t>3</a:t>
            </a:r>
            <a:r>
              <a:rPr sz="750" spc="-127" baseline="-11111" dirty="0">
                <a:latin typeface="Arial MT"/>
                <a:cs typeface="Arial MT"/>
              </a:rPr>
              <a:t> </a:t>
            </a:r>
            <a:r>
              <a:rPr sz="700" i="1" spc="10" dirty="0">
                <a:latin typeface="Arial"/>
                <a:cs typeface="Arial"/>
              </a:rPr>
              <a:t>x</a:t>
            </a:r>
            <a:r>
              <a:rPr sz="750" spc="15" baseline="-11111" dirty="0">
                <a:latin typeface="Arial MT"/>
                <a:cs typeface="Arial MT"/>
              </a:rPr>
              <a:t>3</a:t>
            </a:r>
            <a:r>
              <a:rPr sz="750" spc="630" baseline="-11111" dirty="0">
                <a:latin typeface="Arial MT"/>
                <a:cs typeface="Arial MT"/>
              </a:rPr>
              <a:t> </a:t>
            </a:r>
            <a:r>
              <a:rPr sz="1200" i="1" spc="15" baseline="-34722" dirty="0">
                <a:latin typeface="Verdana"/>
                <a:cs typeface="Verdana"/>
              </a:rPr>
              <a:t>α</a:t>
            </a:r>
            <a:r>
              <a:rPr sz="750" spc="15" baseline="-66666" dirty="0">
                <a:latin typeface="Arial MT"/>
                <a:cs typeface="Arial MT"/>
              </a:rPr>
              <a:t>4</a:t>
            </a:r>
            <a:r>
              <a:rPr sz="750" spc="-127" baseline="-66666" dirty="0">
                <a:latin typeface="Arial MT"/>
                <a:cs typeface="Arial MT"/>
              </a:rPr>
              <a:t> </a:t>
            </a:r>
            <a:r>
              <a:rPr sz="1050" i="1" spc="-52" baseline="-39682" dirty="0">
                <a:latin typeface="Arial"/>
                <a:cs typeface="Arial"/>
              </a:rPr>
              <a:t>x</a:t>
            </a:r>
            <a:r>
              <a:rPr sz="750" spc="-52" baseline="-66666" dirty="0">
                <a:latin typeface="Arial MT"/>
                <a:cs typeface="Arial MT"/>
              </a:rPr>
              <a:t>4</a:t>
            </a:r>
            <a:endParaRPr sz="750" baseline="-66666">
              <a:latin typeface="Arial MT"/>
              <a:cs typeface="Arial MT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5907" y="1874070"/>
            <a:ext cx="238592" cy="335301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3667899" y="1592223"/>
            <a:ext cx="1136650" cy="46926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0"/>
              </a:spcBef>
            </a:pPr>
            <a:r>
              <a:rPr sz="950" dirty="0">
                <a:latin typeface="Arial MT"/>
                <a:cs typeface="Arial MT"/>
              </a:rPr>
              <a:t>Learned</a:t>
            </a:r>
            <a:r>
              <a:rPr sz="950" spc="114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weights</a:t>
            </a:r>
            <a:r>
              <a:rPr sz="950" spc="120" dirty="0">
                <a:latin typeface="Arial MT"/>
                <a:cs typeface="Arial MT"/>
              </a:rPr>
              <a:t> </a:t>
            </a:r>
            <a:r>
              <a:rPr sz="1100" i="1" spc="-25" dirty="0">
                <a:latin typeface="Verdana"/>
                <a:cs typeface="Verdana"/>
              </a:rPr>
              <a:t>α</a:t>
            </a:r>
            <a:r>
              <a:rPr sz="1050" i="1" spc="-37" baseline="-11904" dirty="0">
                <a:latin typeface="Arial"/>
                <a:cs typeface="Arial"/>
              </a:rPr>
              <a:t>i</a:t>
            </a:r>
            <a:endParaRPr sz="1050" baseline="-11904">
              <a:latin typeface="Arial"/>
              <a:cs typeface="Arial"/>
            </a:endParaRPr>
          </a:p>
          <a:p>
            <a:pPr marR="193675" algn="ctr">
              <a:lnSpc>
                <a:spcPct val="100000"/>
              </a:lnSpc>
              <a:spcBef>
                <a:spcPts val="515"/>
              </a:spcBef>
            </a:pPr>
            <a:r>
              <a:rPr sz="800" spc="15" dirty="0">
                <a:latin typeface="Verdana"/>
                <a:cs typeface="Verdana"/>
              </a:rPr>
              <a:t>Σ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7294" y="2808114"/>
            <a:ext cx="1821814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Constraint:</a:t>
            </a:r>
            <a:r>
              <a:rPr sz="1050" spc="125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Weights</a:t>
            </a:r>
            <a:r>
              <a:rPr sz="1050" spc="50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sum</a:t>
            </a:r>
            <a:r>
              <a:rPr sz="1050" spc="50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to</a:t>
            </a:r>
            <a:r>
              <a:rPr sz="1050" spc="50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EC2027"/>
                </a:solidFill>
                <a:latin typeface="Arial MT"/>
                <a:cs typeface="Arial MT"/>
              </a:rPr>
              <a:t>1: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90089" y="2679049"/>
            <a:ext cx="18605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495" dirty="0">
                <a:solidFill>
                  <a:srgbClr val="EC2027"/>
                </a:solidFill>
                <a:latin typeface="Lucida Sans Unicode"/>
                <a:cs typeface="Lucida Sans Unicode"/>
              </a:rPr>
              <a:t>Σ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50350" y="2779850"/>
            <a:ext cx="187960" cy="25527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ts val="930"/>
              </a:lnSpc>
              <a:spcBef>
                <a:spcPts val="70"/>
              </a:spcBef>
            </a:pPr>
            <a:r>
              <a:rPr sz="700" i="1" spc="-50" dirty="0">
                <a:solidFill>
                  <a:srgbClr val="EC2027"/>
                </a:solidFill>
                <a:latin typeface="Arial"/>
                <a:cs typeface="Arial"/>
              </a:rPr>
              <a:t>n</a:t>
            </a:r>
            <a:r>
              <a:rPr sz="700" i="1" spc="500" dirty="0">
                <a:solidFill>
                  <a:srgbClr val="EC2027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EC2027"/>
                </a:solidFill>
                <a:latin typeface="Arial"/>
                <a:cs typeface="Arial"/>
              </a:rPr>
              <a:t>i</a:t>
            </a:r>
            <a:r>
              <a:rPr sz="800" spc="-25" dirty="0">
                <a:solidFill>
                  <a:srgbClr val="EC2027"/>
                </a:solidFill>
                <a:latin typeface="Verdana"/>
                <a:cs typeface="Verdana"/>
              </a:rPr>
              <a:t>=</a:t>
            </a:r>
            <a:r>
              <a:rPr sz="700" spc="-25" dirty="0">
                <a:solidFill>
                  <a:srgbClr val="EC2027"/>
                </a:solidFill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18943" y="2792930"/>
            <a:ext cx="19310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rgbClr val="EC2027"/>
                </a:solidFill>
                <a:latin typeface="Verdana"/>
                <a:cs typeface="Verdana"/>
              </a:rPr>
              <a:t>α</a:t>
            </a:r>
            <a:r>
              <a:rPr sz="1050" i="1" baseline="-15873" dirty="0">
                <a:solidFill>
                  <a:srgbClr val="EC2027"/>
                </a:solidFill>
                <a:latin typeface="Arial"/>
                <a:cs typeface="Arial"/>
              </a:rPr>
              <a:t>i</a:t>
            </a:r>
            <a:r>
              <a:rPr sz="1050" i="1" spc="412" baseline="-15873" dirty="0">
                <a:solidFill>
                  <a:srgbClr val="EC202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EC2027"/>
                </a:solidFill>
                <a:latin typeface="Tahoma"/>
                <a:cs typeface="Tahoma"/>
              </a:rPr>
              <a:t>=</a:t>
            </a:r>
            <a:r>
              <a:rPr sz="1200" spc="-25" dirty="0">
                <a:solidFill>
                  <a:srgbClr val="EC2027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1</a:t>
            </a:r>
            <a:r>
              <a:rPr sz="1050" spc="25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(probability</a:t>
            </a:r>
            <a:r>
              <a:rPr sz="1050" spc="25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EC2027"/>
                </a:solidFill>
                <a:latin typeface="Arial MT"/>
                <a:cs typeface="Arial MT"/>
              </a:rPr>
              <a:t>distribution)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36" name="object 3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4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4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4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4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4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4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37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90" dirty="0">
                <a:solidFill>
                  <a:srgbClr val="FFFFFF"/>
                </a:solidFill>
              </a:rPr>
              <a:t>E</a:t>
            </a:r>
            <a:r>
              <a:rPr cap="small" spc="290" dirty="0">
                <a:solidFill>
                  <a:srgbClr val="FFFFFF"/>
                </a:solidFill>
              </a:rPr>
              <a:t>xample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spc="90" dirty="0">
                <a:solidFill>
                  <a:srgbClr val="FFFFFF"/>
                </a:solidFill>
              </a:rPr>
              <a:t>1:</a:t>
            </a:r>
            <a:r>
              <a:rPr spc="475" dirty="0">
                <a:solidFill>
                  <a:srgbClr val="FFFFFF"/>
                </a:solidFill>
              </a:rPr>
              <a:t> </a:t>
            </a:r>
            <a:r>
              <a:rPr spc="295" dirty="0">
                <a:solidFill>
                  <a:srgbClr val="FFFFFF"/>
                </a:solidFill>
              </a:rPr>
              <a:t>S</a:t>
            </a:r>
            <a:r>
              <a:rPr cap="small" spc="295" dirty="0">
                <a:solidFill>
                  <a:srgbClr val="FFFFFF"/>
                </a:solidFill>
              </a:rPr>
              <a:t>tock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295" dirty="0">
                <a:solidFill>
                  <a:srgbClr val="FFFFFF"/>
                </a:solidFill>
              </a:rPr>
              <a:t>P</a:t>
            </a:r>
            <a:r>
              <a:rPr cap="small" spc="295" dirty="0">
                <a:solidFill>
                  <a:srgbClr val="FFFFFF"/>
                </a:solidFill>
              </a:rPr>
              <a:t>rice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220" dirty="0">
                <a:solidFill>
                  <a:srgbClr val="FFFFFF"/>
                </a:solidFill>
              </a:rPr>
              <a:t>P</a:t>
            </a:r>
            <a:r>
              <a:rPr cap="small" spc="220" dirty="0">
                <a:solidFill>
                  <a:srgbClr val="FFFFFF"/>
                </a:solidFill>
              </a:rPr>
              <a:t>rediction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55343"/>
            <a:ext cx="470789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Task:</a:t>
            </a:r>
            <a:r>
              <a:rPr sz="1050" spc="9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Predict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tomorrow’s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gold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price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</a:t>
            </a:r>
            <a:r>
              <a:rPr sz="1200" dirty="0">
                <a:latin typeface="Trebuchet MS"/>
                <a:cs typeface="Trebuchet MS"/>
              </a:rPr>
              <a:t>|</a:t>
            </a:r>
            <a:r>
              <a:rPr sz="1050" dirty="0">
                <a:latin typeface="Arial MT"/>
                <a:cs typeface="Arial MT"/>
              </a:rPr>
              <a:t>/gram)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using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past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7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days.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Input:</a:t>
            </a:r>
            <a:r>
              <a:rPr sz="1050" spc="10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Gold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prices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=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[</a:t>
            </a:r>
            <a:r>
              <a:rPr sz="1200" dirty="0">
                <a:latin typeface="Trebuchet MS"/>
                <a:cs typeface="Trebuchet MS"/>
              </a:rPr>
              <a:t>|</a:t>
            </a:r>
            <a:r>
              <a:rPr sz="1050" dirty="0">
                <a:latin typeface="Arial MT"/>
                <a:cs typeface="Arial MT"/>
              </a:rPr>
              <a:t>6,200,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200" dirty="0">
                <a:latin typeface="Trebuchet MS"/>
                <a:cs typeface="Trebuchet MS"/>
              </a:rPr>
              <a:t>|</a:t>
            </a:r>
            <a:r>
              <a:rPr sz="1050" dirty="0">
                <a:latin typeface="Arial MT"/>
                <a:cs typeface="Arial MT"/>
              </a:rPr>
              <a:t>6,180,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200" dirty="0">
                <a:latin typeface="Trebuchet MS"/>
                <a:cs typeface="Trebuchet MS"/>
              </a:rPr>
              <a:t>|</a:t>
            </a:r>
            <a:r>
              <a:rPr sz="1050" dirty="0">
                <a:latin typeface="Arial MT"/>
                <a:cs typeface="Arial MT"/>
              </a:rPr>
              <a:t>6,150,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200" dirty="0">
                <a:latin typeface="Trebuchet MS"/>
                <a:cs typeface="Trebuchet MS"/>
              </a:rPr>
              <a:t>|</a:t>
            </a:r>
            <a:r>
              <a:rPr sz="1050" dirty="0">
                <a:latin typeface="Arial MT"/>
                <a:cs typeface="Arial MT"/>
              </a:rPr>
              <a:t>6,250,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200" dirty="0">
                <a:latin typeface="Trebuchet MS"/>
                <a:cs typeface="Trebuchet MS"/>
              </a:rPr>
              <a:t>|</a:t>
            </a:r>
            <a:r>
              <a:rPr sz="1050" dirty="0">
                <a:latin typeface="Arial MT"/>
                <a:cs typeface="Arial MT"/>
              </a:rPr>
              <a:t>6,280,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200" dirty="0">
                <a:latin typeface="Trebuchet MS"/>
                <a:cs typeface="Trebuchet MS"/>
              </a:rPr>
              <a:t>|</a:t>
            </a:r>
            <a:r>
              <a:rPr sz="1050" dirty="0">
                <a:latin typeface="Arial MT"/>
                <a:cs typeface="Arial MT"/>
              </a:rPr>
              <a:t>6,270,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|</a:t>
            </a:r>
            <a:r>
              <a:rPr sz="1050" spc="-10" dirty="0">
                <a:latin typeface="Arial MT"/>
                <a:cs typeface="Arial MT"/>
              </a:rPr>
              <a:t>6,300]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851" y="1124576"/>
            <a:ext cx="396240" cy="252095"/>
          </a:xfrm>
          <a:prstGeom prst="rect">
            <a:avLst/>
          </a:prstGeom>
          <a:solidFill>
            <a:srgbClr val="D1D0E3"/>
          </a:solidFill>
          <a:ln w="506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470"/>
              </a:spcBef>
            </a:pPr>
            <a:r>
              <a:rPr sz="800" spc="-10" dirty="0">
                <a:latin typeface="Trebuchet MS"/>
                <a:cs typeface="Trebuchet MS"/>
              </a:rPr>
              <a:t>|</a:t>
            </a:r>
            <a:r>
              <a:rPr sz="700" spc="-10" dirty="0">
                <a:latin typeface="Arial MT"/>
                <a:cs typeface="Arial MT"/>
              </a:rPr>
              <a:t>6200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6858" y="1124576"/>
            <a:ext cx="396240" cy="252095"/>
          </a:xfrm>
          <a:prstGeom prst="rect">
            <a:avLst/>
          </a:prstGeom>
          <a:solidFill>
            <a:srgbClr val="D1D0E3"/>
          </a:solidFill>
          <a:ln w="506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470"/>
              </a:spcBef>
            </a:pPr>
            <a:r>
              <a:rPr sz="800" spc="-10" dirty="0">
                <a:latin typeface="Trebuchet MS"/>
                <a:cs typeface="Trebuchet MS"/>
              </a:rPr>
              <a:t>|</a:t>
            </a:r>
            <a:r>
              <a:rPr sz="700" spc="-10" dirty="0">
                <a:latin typeface="Arial MT"/>
                <a:cs typeface="Arial MT"/>
              </a:rPr>
              <a:t>6180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6865" y="1124576"/>
            <a:ext cx="396240" cy="252095"/>
          </a:xfrm>
          <a:prstGeom prst="rect">
            <a:avLst/>
          </a:prstGeom>
          <a:solidFill>
            <a:srgbClr val="D1D0E3"/>
          </a:solidFill>
          <a:ln w="506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470"/>
              </a:spcBef>
            </a:pPr>
            <a:r>
              <a:rPr sz="800" spc="-10" dirty="0">
                <a:latin typeface="Trebuchet MS"/>
                <a:cs typeface="Trebuchet MS"/>
              </a:rPr>
              <a:t>|</a:t>
            </a:r>
            <a:r>
              <a:rPr sz="700" spc="-10" dirty="0">
                <a:latin typeface="Arial MT"/>
                <a:cs typeface="Arial MT"/>
              </a:rPr>
              <a:t>6150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6871" y="1124576"/>
            <a:ext cx="396240" cy="252095"/>
          </a:xfrm>
          <a:prstGeom prst="rect">
            <a:avLst/>
          </a:prstGeom>
          <a:solidFill>
            <a:srgbClr val="D1D0E3"/>
          </a:solidFill>
          <a:ln w="506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470"/>
              </a:spcBef>
            </a:pPr>
            <a:r>
              <a:rPr sz="800" spc="-10" dirty="0">
                <a:latin typeface="Trebuchet MS"/>
                <a:cs typeface="Trebuchet MS"/>
              </a:rPr>
              <a:t>|</a:t>
            </a:r>
            <a:r>
              <a:rPr sz="700" spc="-10" dirty="0">
                <a:latin typeface="Arial MT"/>
                <a:cs typeface="Arial MT"/>
              </a:rPr>
              <a:t>6250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86878" y="1124576"/>
            <a:ext cx="396240" cy="252095"/>
          </a:xfrm>
          <a:prstGeom prst="rect">
            <a:avLst/>
          </a:prstGeom>
          <a:solidFill>
            <a:srgbClr val="D1D0E3"/>
          </a:solidFill>
          <a:ln w="506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470"/>
              </a:spcBef>
            </a:pPr>
            <a:r>
              <a:rPr sz="800" spc="-10" dirty="0">
                <a:latin typeface="Trebuchet MS"/>
                <a:cs typeface="Trebuchet MS"/>
              </a:rPr>
              <a:t>|</a:t>
            </a:r>
            <a:r>
              <a:rPr sz="700" spc="-10" dirty="0">
                <a:latin typeface="Arial MT"/>
                <a:cs typeface="Arial MT"/>
              </a:rPr>
              <a:t>6280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26885" y="1124576"/>
            <a:ext cx="396240" cy="252095"/>
          </a:xfrm>
          <a:prstGeom prst="rect">
            <a:avLst/>
          </a:prstGeom>
          <a:solidFill>
            <a:srgbClr val="D1D0E3"/>
          </a:solidFill>
          <a:ln w="506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470"/>
              </a:spcBef>
            </a:pPr>
            <a:r>
              <a:rPr sz="800" spc="-10" dirty="0">
                <a:latin typeface="Trebuchet MS"/>
                <a:cs typeface="Trebuchet MS"/>
              </a:rPr>
              <a:t>|</a:t>
            </a:r>
            <a:r>
              <a:rPr sz="700" spc="-10" dirty="0">
                <a:latin typeface="Arial MT"/>
                <a:cs typeface="Arial MT"/>
              </a:rPr>
              <a:t>6270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6892" y="1124576"/>
            <a:ext cx="396240" cy="252095"/>
          </a:xfrm>
          <a:prstGeom prst="rect">
            <a:avLst/>
          </a:prstGeom>
          <a:solidFill>
            <a:srgbClr val="D1D0E3"/>
          </a:solidFill>
          <a:ln w="506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470"/>
              </a:spcBef>
            </a:pPr>
            <a:r>
              <a:rPr sz="800" spc="-10" dirty="0">
                <a:latin typeface="Trebuchet MS"/>
                <a:cs typeface="Trebuchet MS"/>
              </a:rPr>
              <a:t>|</a:t>
            </a:r>
            <a:r>
              <a:rPr sz="700" spc="-10" dirty="0">
                <a:latin typeface="Arial MT"/>
                <a:cs typeface="Arial MT"/>
              </a:rPr>
              <a:t>6300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074964" y="1188055"/>
            <a:ext cx="1470025" cy="287655"/>
            <a:chOff x="4074964" y="1188055"/>
            <a:chExt cx="1470025" cy="287655"/>
          </a:xfrm>
        </p:grpSpPr>
        <p:sp>
          <p:nvSpPr>
            <p:cNvPr id="12" name="object 12"/>
            <p:cNvSpPr/>
            <p:nvPr/>
          </p:nvSpPr>
          <p:spPr>
            <a:xfrm>
              <a:off x="4077504" y="1190595"/>
              <a:ext cx="1464945" cy="282575"/>
            </a:xfrm>
            <a:custGeom>
              <a:avLst/>
              <a:gdLst/>
              <a:ahLst/>
              <a:cxnLst/>
              <a:rect l="l" t="t" r="r" b="b"/>
              <a:pathLst>
                <a:path w="1464945" h="282575">
                  <a:moveTo>
                    <a:pt x="732403" y="0"/>
                  </a:moveTo>
                  <a:lnTo>
                    <a:pt x="657518" y="727"/>
                  </a:lnTo>
                  <a:lnTo>
                    <a:pt x="584796" y="2864"/>
                  </a:lnTo>
                  <a:lnTo>
                    <a:pt x="514606" y="6338"/>
                  </a:lnTo>
                  <a:lnTo>
                    <a:pt x="447316" y="11079"/>
                  </a:lnTo>
                  <a:lnTo>
                    <a:pt x="383294" y="17015"/>
                  </a:lnTo>
                  <a:lnTo>
                    <a:pt x="322907" y="24077"/>
                  </a:lnTo>
                  <a:lnTo>
                    <a:pt x="266524" y="32193"/>
                  </a:lnTo>
                  <a:lnTo>
                    <a:pt x="214514" y="41292"/>
                  </a:lnTo>
                  <a:lnTo>
                    <a:pt x="167243" y="51304"/>
                  </a:lnTo>
                  <a:lnTo>
                    <a:pt x="125081" y="62158"/>
                  </a:lnTo>
                  <a:lnTo>
                    <a:pt x="88396" y="73782"/>
                  </a:lnTo>
                  <a:lnTo>
                    <a:pt x="32926" y="99059"/>
                  </a:lnTo>
                  <a:lnTo>
                    <a:pt x="3781" y="126568"/>
                  </a:lnTo>
                  <a:lnTo>
                    <a:pt x="0" y="140983"/>
                  </a:lnTo>
                  <a:lnTo>
                    <a:pt x="3781" y="155398"/>
                  </a:lnTo>
                  <a:lnTo>
                    <a:pt x="32926" y="182908"/>
                  </a:lnTo>
                  <a:lnTo>
                    <a:pt x="88396" y="208185"/>
                  </a:lnTo>
                  <a:lnTo>
                    <a:pt x="125081" y="219809"/>
                  </a:lnTo>
                  <a:lnTo>
                    <a:pt x="167243" y="230662"/>
                  </a:lnTo>
                  <a:lnTo>
                    <a:pt x="214514" y="240674"/>
                  </a:lnTo>
                  <a:lnTo>
                    <a:pt x="266524" y="249774"/>
                  </a:lnTo>
                  <a:lnTo>
                    <a:pt x="322907" y="257889"/>
                  </a:lnTo>
                  <a:lnTo>
                    <a:pt x="383294" y="264951"/>
                  </a:lnTo>
                  <a:lnTo>
                    <a:pt x="447316" y="270888"/>
                  </a:lnTo>
                  <a:lnTo>
                    <a:pt x="514606" y="275629"/>
                  </a:lnTo>
                  <a:lnTo>
                    <a:pt x="584796" y="279103"/>
                  </a:lnTo>
                  <a:lnTo>
                    <a:pt x="657518" y="281239"/>
                  </a:lnTo>
                  <a:lnTo>
                    <a:pt x="732403" y="281967"/>
                  </a:lnTo>
                  <a:lnTo>
                    <a:pt x="807287" y="281239"/>
                  </a:lnTo>
                  <a:lnTo>
                    <a:pt x="880009" y="279103"/>
                  </a:lnTo>
                  <a:lnTo>
                    <a:pt x="950199" y="275629"/>
                  </a:lnTo>
                  <a:lnTo>
                    <a:pt x="1017489" y="270888"/>
                  </a:lnTo>
                  <a:lnTo>
                    <a:pt x="1081512" y="264951"/>
                  </a:lnTo>
                  <a:lnTo>
                    <a:pt x="1141898" y="257889"/>
                  </a:lnTo>
                  <a:lnTo>
                    <a:pt x="1198281" y="249774"/>
                  </a:lnTo>
                  <a:lnTo>
                    <a:pt x="1250292" y="240674"/>
                  </a:lnTo>
                  <a:lnTo>
                    <a:pt x="1297562" y="230662"/>
                  </a:lnTo>
                  <a:lnTo>
                    <a:pt x="1339724" y="219809"/>
                  </a:lnTo>
                  <a:lnTo>
                    <a:pt x="1376410" y="208185"/>
                  </a:lnTo>
                  <a:lnTo>
                    <a:pt x="1431879" y="182908"/>
                  </a:lnTo>
                  <a:lnTo>
                    <a:pt x="1461025" y="155398"/>
                  </a:lnTo>
                  <a:lnTo>
                    <a:pt x="1464806" y="140983"/>
                  </a:lnTo>
                  <a:lnTo>
                    <a:pt x="1461025" y="126568"/>
                  </a:lnTo>
                  <a:lnTo>
                    <a:pt x="1431879" y="99059"/>
                  </a:lnTo>
                  <a:lnTo>
                    <a:pt x="1376410" y="73782"/>
                  </a:lnTo>
                  <a:lnTo>
                    <a:pt x="1339724" y="62158"/>
                  </a:lnTo>
                  <a:lnTo>
                    <a:pt x="1297562" y="51304"/>
                  </a:lnTo>
                  <a:lnTo>
                    <a:pt x="1250292" y="41292"/>
                  </a:lnTo>
                  <a:lnTo>
                    <a:pt x="1198281" y="32193"/>
                  </a:lnTo>
                  <a:lnTo>
                    <a:pt x="1141898" y="24077"/>
                  </a:lnTo>
                  <a:lnTo>
                    <a:pt x="1081512" y="17015"/>
                  </a:lnTo>
                  <a:lnTo>
                    <a:pt x="1017489" y="11079"/>
                  </a:lnTo>
                  <a:lnTo>
                    <a:pt x="950199" y="6338"/>
                  </a:lnTo>
                  <a:lnTo>
                    <a:pt x="880009" y="2864"/>
                  </a:lnTo>
                  <a:lnTo>
                    <a:pt x="807287" y="727"/>
                  </a:lnTo>
                  <a:lnTo>
                    <a:pt x="732403" y="0"/>
                  </a:lnTo>
                  <a:close/>
                </a:path>
              </a:pathLst>
            </a:custGeom>
            <a:solidFill>
              <a:srgbClr val="BCD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77504" y="1190595"/>
              <a:ext cx="1464945" cy="282575"/>
            </a:xfrm>
            <a:custGeom>
              <a:avLst/>
              <a:gdLst/>
              <a:ahLst/>
              <a:cxnLst/>
              <a:rect l="l" t="t" r="r" b="b"/>
              <a:pathLst>
                <a:path w="1464945" h="282575">
                  <a:moveTo>
                    <a:pt x="1464806" y="140983"/>
                  </a:moveTo>
                  <a:lnTo>
                    <a:pt x="1431879" y="99059"/>
                  </a:lnTo>
                  <a:lnTo>
                    <a:pt x="1376410" y="73782"/>
                  </a:lnTo>
                  <a:lnTo>
                    <a:pt x="1339724" y="62158"/>
                  </a:lnTo>
                  <a:lnTo>
                    <a:pt x="1297562" y="51304"/>
                  </a:lnTo>
                  <a:lnTo>
                    <a:pt x="1250292" y="41292"/>
                  </a:lnTo>
                  <a:lnTo>
                    <a:pt x="1198281" y="32193"/>
                  </a:lnTo>
                  <a:lnTo>
                    <a:pt x="1141898" y="24077"/>
                  </a:lnTo>
                  <a:lnTo>
                    <a:pt x="1081512" y="17015"/>
                  </a:lnTo>
                  <a:lnTo>
                    <a:pt x="1017489" y="11079"/>
                  </a:lnTo>
                  <a:lnTo>
                    <a:pt x="950199" y="6338"/>
                  </a:lnTo>
                  <a:lnTo>
                    <a:pt x="880009" y="2864"/>
                  </a:lnTo>
                  <a:lnTo>
                    <a:pt x="807287" y="727"/>
                  </a:lnTo>
                  <a:lnTo>
                    <a:pt x="732403" y="0"/>
                  </a:lnTo>
                  <a:lnTo>
                    <a:pt x="657518" y="727"/>
                  </a:lnTo>
                  <a:lnTo>
                    <a:pt x="584796" y="2864"/>
                  </a:lnTo>
                  <a:lnTo>
                    <a:pt x="514606" y="6338"/>
                  </a:lnTo>
                  <a:lnTo>
                    <a:pt x="447316" y="11079"/>
                  </a:lnTo>
                  <a:lnTo>
                    <a:pt x="383294" y="17015"/>
                  </a:lnTo>
                  <a:lnTo>
                    <a:pt x="322907" y="24077"/>
                  </a:lnTo>
                  <a:lnTo>
                    <a:pt x="266524" y="32193"/>
                  </a:lnTo>
                  <a:lnTo>
                    <a:pt x="214514" y="41292"/>
                  </a:lnTo>
                  <a:lnTo>
                    <a:pt x="167243" y="51304"/>
                  </a:lnTo>
                  <a:lnTo>
                    <a:pt x="125081" y="62158"/>
                  </a:lnTo>
                  <a:lnTo>
                    <a:pt x="88396" y="73782"/>
                  </a:lnTo>
                  <a:lnTo>
                    <a:pt x="32926" y="99059"/>
                  </a:lnTo>
                  <a:lnTo>
                    <a:pt x="3781" y="126568"/>
                  </a:lnTo>
                  <a:lnTo>
                    <a:pt x="0" y="140983"/>
                  </a:lnTo>
                  <a:lnTo>
                    <a:pt x="3781" y="155398"/>
                  </a:lnTo>
                  <a:lnTo>
                    <a:pt x="32926" y="182908"/>
                  </a:lnTo>
                  <a:lnTo>
                    <a:pt x="88396" y="208185"/>
                  </a:lnTo>
                  <a:lnTo>
                    <a:pt x="125081" y="219809"/>
                  </a:lnTo>
                  <a:lnTo>
                    <a:pt x="167243" y="230662"/>
                  </a:lnTo>
                  <a:lnTo>
                    <a:pt x="214514" y="240674"/>
                  </a:lnTo>
                  <a:lnTo>
                    <a:pt x="266524" y="249774"/>
                  </a:lnTo>
                  <a:lnTo>
                    <a:pt x="322907" y="257889"/>
                  </a:lnTo>
                  <a:lnTo>
                    <a:pt x="383294" y="264951"/>
                  </a:lnTo>
                  <a:lnTo>
                    <a:pt x="447316" y="270888"/>
                  </a:lnTo>
                  <a:lnTo>
                    <a:pt x="514606" y="275629"/>
                  </a:lnTo>
                  <a:lnTo>
                    <a:pt x="584796" y="279103"/>
                  </a:lnTo>
                  <a:lnTo>
                    <a:pt x="657518" y="281239"/>
                  </a:lnTo>
                  <a:lnTo>
                    <a:pt x="732403" y="281967"/>
                  </a:lnTo>
                  <a:lnTo>
                    <a:pt x="807287" y="281239"/>
                  </a:lnTo>
                  <a:lnTo>
                    <a:pt x="880009" y="279103"/>
                  </a:lnTo>
                  <a:lnTo>
                    <a:pt x="950199" y="275629"/>
                  </a:lnTo>
                  <a:lnTo>
                    <a:pt x="1017489" y="270888"/>
                  </a:lnTo>
                  <a:lnTo>
                    <a:pt x="1081512" y="264951"/>
                  </a:lnTo>
                  <a:lnTo>
                    <a:pt x="1141898" y="257889"/>
                  </a:lnTo>
                  <a:lnTo>
                    <a:pt x="1198281" y="249774"/>
                  </a:lnTo>
                  <a:lnTo>
                    <a:pt x="1250292" y="240674"/>
                  </a:lnTo>
                  <a:lnTo>
                    <a:pt x="1297562" y="230662"/>
                  </a:lnTo>
                  <a:lnTo>
                    <a:pt x="1339724" y="219809"/>
                  </a:lnTo>
                  <a:lnTo>
                    <a:pt x="1376410" y="208185"/>
                  </a:lnTo>
                  <a:lnTo>
                    <a:pt x="1431879" y="182908"/>
                  </a:lnTo>
                  <a:lnTo>
                    <a:pt x="1461025" y="155398"/>
                  </a:lnTo>
                  <a:lnTo>
                    <a:pt x="1464806" y="1409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324807" y="1234791"/>
            <a:ext cx="9702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 MT"/>
                <a:cs typeface="Arial MT"/>
              </a:rPr>
              <a:t>Query:</a:t>
            </a:r>
            <a:r>
              <a:rPr sz="900" spc="5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Tomorrow?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2086" y="1823957"/>
            <a:ext cx="3278504" cy="203835"/>
          </a:xfrm>
          <a:prstGeom prst="rect">
            <a:avLst/>
          </a:prstGeom>
          <a:solidFill>
            <a:srgbClr val="FDEFBF"/>
          </a:solidFill>
          <a:ln w="5060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9906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Arial MT"/>
                <a:cs typeface="Arial MT"/>
              </a:rPr>
              <a:t>Context</a:t>
            </a:r>
            <a:r>
              <a:rPr sz="950" spc="85" dirty="0">
                <a:latin typeface="Arial MT"/>
                <a:cs typeface="Arial MT"/>
              </a:rPr>
              <a:t> </a:t>
            </a:r>
            <a:r>
              <a:rPr sz="950" b="1" dirty="0">
                <a:latin typeface="Arial"/>
                <a:cs typeface="Arial"/>
              </a:rPr>
              <a:t>c</a:t>
            </a:r>
            <a:r>
              <a:rPr sz="950" b="1" spc="85" dirty="0">
                <a:latin typeface="Arial"/>
                <a:cs typeface="Arial"/>
              </a:rPr>
              <a:t> </a:t>
            </a:r>
            <a:r>
              <a:rPr sz="950" dirty="0">
                <a:latin typeface="Arial MT"/>
                <a:cs typeface="Arial MT"/>
              </a:rPr>
              <a:t>=</a:t>
            </a:r>
            <a:r>
              <a:rPr sz="950" spc="9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Weighted</a:t>
            </a:r>
            <a:r>
              <a:rPr sz="700" spc="165" dirty="0">
                <a:latin typeface="Arial MT"/>
                <a:cs typeface="Arial MT"/>
              </a:rPr>
              <a:t>  </a:t>
            </a:r>
            <a:r>
              <a:rPr sz="700" spc="-25" dirty="0">
                <a:latin typeface="Arial MT"/>
                <a:cs typeface="Arial MT"/>
              </a:rPr>
              <a:t>avg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0267" y="1373692"/>
            <a:ext cx="3329304" cy="444500"/>
            <a:chOff x="580267" y="1373692"/>
            <a:chExt cx="3329304" cy="444500"/>
          </a:xfrm>
        </p:grpSpPr>
        <p:sp>
          <p:nvSpPr>
            <p:cNvPr id="17" name="object 17"/>
            <p:cNvSpPr/>
            <p:nvPr/>
          </p:nvSpPr>
          <p:spPr>
            <a:xfrm>
              <a:off x="624863" y="1379089"/>
              <a:ext cx="0" cy="428625"/>
            </a:xfrm>
            <a:custGeom>
              <a:avLst/>
              <a:gdLst/>
              <a:ahLst/>
              <a:cxnLst/>
              <a:rect l="l" t="t" r="r" b="b"/>
              <a:pathLst>
                <a:path h="428625">
                  <a:moveTo>
                    <a:pt x="0" y="258556"/>
                  </a:moveTo>
                  <a:lnTo>
                    <a:pt x="0" y="428374"/>
                  </a:lnTo>
                </a:path>
                <a:path h="428625">
                  <a:moveTo>
                    <a:pt x="0" y="0"/>
                  </a:moveTo>
                  <a:lnTo>
                    <a:pt x="0" y="90021"/>
                  </a:lnTo>
                </a:path>
              </a:pathLst>
            </a:custGeom>
            <a:ln w="101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5347" y="1780134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>
                  <a:moveTo>
                    <a:pt x="79016" y="1"/>
                  </a:moveTo>
                  <a:lnTo>
                    <a:pt x="63490" y="5690"/>
                  </a:lnTo>
                  <a:lnTo>
                    <a:pt x="52101" y="13433"/>
                  </a:lnTo>
                  <a:lnTo>
                    <a:pt x="44292" y="22557"/>
                  </a:lnTo>
                  <a:lnTo>
                    <a:pt x="39507" y="32390"/>
                  </a:lnTo>
                  <a:lnTo>
                    <a:pt x="34723" y="22557"/>
                  </a:lnTo>
                  <a:lnTo>
                    <a:pt x="26914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64878" y="1379089"/>
              <a:ext cx="0" cy="428625"/>
            </a:xfrm>
            <a:custGeom>
              <a:avLst/>
              <a:gdLst/>
              <a:ahLst/>
              <a:cxnLst/>
              <a:rect l="l" t="t" r="r" b="b"/>
              <a:pathLst>
                <a:path h="428625">
                  <a:moveTo>
                    <a:pt x="0" y="258556"/>
                  </a:moveTo>
                  <a:lnTo>
                    <a:pt x="0" y="428374"/>
                  </a:lnTo>
                </a:path>
                <a:path h="428625">
                  <a:moveTo>
                    <a:pt x="0" y="0"/>
                  </a:moveTo>
                  <a:lnTo>
                    <a:pt x="0" y="90021"/>
                  </a:lnTo>
                </a:path>
              </a:pathLst>
            </a:custGeom>
            <a:ln w="10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25356" y="1780131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04893" y="1379089"/>
              <a:ext cx="0" cy="428625"/>
            </a:xfrm>
            <a:custGeom>
              <a:avLst/>
              <a:gdLst/>
              <a:ahLst/>
              <a:cxnLst/>
              <a:rect l="l" t="t" r="r" b="b"/>
              <a:pathLst>
                <a:path h="428625">
                  <a:moveTo>
                    <a:pt x="0" y="259683"/>
                  </a:moveTo>
                  <a:lnTo>
                    <a:pt x="0" y="428374"/>
                  </a:lnTo>
                </a:path>
                <a:path h="428625">
                  <a:moveTo>
                    <a:pt x="0" y="0"/>
                  </a:moveTo>
                  <a:lnTo>
                    <a:pt x="0" y="90021"/>
                  </a:lnTo>
                </a:path>
              </a:pathLst>
            </a:custGeom>
            <a:ln w="101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65363" y="1780131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79016" y="7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3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44909" y="1379089"/>
              <a:ext cx="0" cy="428625"/>
            </a:xfrm>
            <a:custGeom>
              <a:avLst/>
              <a:gdLst/>
              <a:ahLst/>
              <a:cxnLst/>
              <a:rect l="l" t="t" r="r" b="b"/>
              <a:pathLst>
                <a:path h="428625">
                  <a:moveTo>
                    <a:pt x="0" y="258556"/>
                  </a:moveTo>
                  <a:lnTo>
                    <a:pt x="0" y="428374"/>
                  </a:lnTo>
                </a:path>
                <a:path h="428625">
                  <a:moveTo>
                    <a:pt x="0" y="0"/>
                  </a:moveTo>
                  <a:lnTo>
                    <a:pt x="0" y="90021"/>
                  </a:lnTo>
                </a:path>
              </a:pathLst>
            </a:custGeom>
            <a:ln w="10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05372" y="1780129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79016" y="11"/>
                  </a:moveTo>
                  <a:lnTo>
                    <a:pt x="63490" y="5698"/>
                  </a:lnTo>
                  <a:lnTo>
                    <a:pt x="52099" y="13439"/>
                  </a:lnTo>
                  <a:lnTo>
                    <a:pt x="44289" y="22562"/>
                  </a:lnTo>
                  <a:lnTo>
                    <a:pt x="39503" y="32395"/>
                  </a:lnTo>
                  <a:lnTo>
                    <a:pt x="34720" y="22561"/>
                  </a:lnTo>
                  <a:lnTo>
                    <a:pt x="26913" y="13435"/>
                  </a:lnTo>
                  <a:lnTo>
                    <a:pt x="15524" y="5691"/>
                  </a:lnTo>
                  <a:lnTo>
                    <a:pt x="0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84924" y="1379089"/>
              <a:ext cx="0" cy="428625"/>
            </a:xfrm>
            <a:custGeom>
              <a:avLst/>
              <a:gdLst/>
              <a:ahLst/>
              <a:cxnLst/>
              <a:rect l="l" t="t" r="r" b="b"/>
              <a:pathLst>
                <a:path h="428625">
                  <a:moveTo>
                    <a:pt x="0" y="259067"/>
                  </a:moveTo>
                  <a:lnTo>
                    <a:pt x="0" y="428374"/>
                  </a:lnTo>
                </a:path>
                <a:path h="428625">
                  <a:moveTo>
                    <a:pt x="0" y="0"/>
                  </a:moveTo>
                  <a:lnTo>
                    <a:pt x="0" y="90021"/>
                  </a:lnTo>
                </a:path>
              </a:pathLst>
            </a:custGeom>
            <a:ln w="102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45380" y="1780128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79016" y="13"/>
                  </a:moveTo>
                  <a:lnTo>
                    <a:pt x="63489" y="5699"/>
                  </a:lnTo>
                  <a:lnTo>
                    <a:pt x="52099" y="13440"/>
                  </a:lnTo>
                  <a:lnTo>
                    <a:pt x="44288" y="22564"/>
                  </a:lnTo>
                  <a:lnTo>
                    <a:pt x="39502" y="32396"/>
                  </a:lnTo>
                  <a:lnTo>
                    <a:pt x="34720" y="22562"/>
                  </a:lnTo>
                  <a:lnTo>
                    <a:pt x="26912" y="13436"/>
                  </a:lnTo>
                  <a:lnTo>
                    <a:pt x="15524" y="5691"/>
                  </a:lnTo>
                  <a:lnTo>
                    <a:pt x="0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324939" y="1379089"/>
              <a:ext cx="0" cy="428625"/>
            </a:xfrm>
            <a:custGeom>
              <a:avLst/>
              <a:gdLst/>
              <a:ahLst/>
              <a:cxnLst/>
              <a:rect l="l" t="t" r="r" b="b"/>
              <a:pathLst>
                <a:path h="428625">
                  <a:moveTo>
                    <a:pt x="0" y="259683"/>
                  </a:moveTo>
                  <a:lnTo>
                    <a:pt x="0" y="428374"/>
                  </a:lnTo>
                </a:path>
                <a:path h="428625">
                  <a:moveTo>
                    <a:pt x="0" y="0"/>
                  </a:moveTo>
                  <a:lnTo>
                    <a:pt x="0" y="90021"/>
                  </a:lnTo>
                </a:path>
              </a:pathLst>
            </a:custGeom>
            <a:ln w="10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85389" y="1780126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79016" y="18"/>
                  </a:moveTo>
                  <a:lnTo>
                    <a:pt x="63489" y="5703"/>
                  </a:lnTo>
                  <a:lnTo>
                    <a:pt x="52098" y="13444"/>
                  </a:lnTo>
                  <a:lnTo>
                    <a:pt x="44287" y="22566"/>
                  </a:lnTo>
                  <a:lnTo>
                    <a:pt x="39500" y="32399"/>
                  </a:lnTo>
                  <a:lnTo>
                    <a:pt x="34718" y="22564"/>
                  </a:lnTo>
                  <a:lnTo>
                    <a:pt x="26912" y="13438"/>
                  </a:lnTo>
                  <a:lnTo>
                    <a:pt x="15524" y="5692"/>
                  </a:lnTo>
                  <a:lnTo>
                    <a:pt x="0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64954" y="1379089"/>
              <a:ext cx="0" cy="428625"/>
            </a:xfrm>
            <a:custGeom>
              <a:avLst/>
              <a:gdLst/>
              <a:ahLst/>
              <a:cxnLst/>
              <a:rect l="l" t="t" r="r" b="b"/>
              <a:pathLst>
                <a:path h="428625">
                  <a:moveTo>
                    <a:pt x="0" y="257941"/>
                  </a:moveTo>
                  <a:lnTo>
                    <a:pt x="0" y="428374"/>
                  </a:lnTo>
                </a:path>
                <a:path h="428625">
                  <a:moveTo>
                    <a:pt x="0" y="0"/>
                  </a:moveTo>
                  <a:lnTo>
                    <a:pt x="0" y="90021"/>
                  </a:lnTo>
                </a:path>
              </a:pathLst>
            </a:custGeom>
            <a:ln w="102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25397" y="1780124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79016" y="20"/>
                  </a:moveTo>
                  <a:lnTo>
                    <a:pt x="63489" y="5705"/>
                  </a:lnTo>
                  <a:lnTo>
                    <a:pt x="52097" y="13445"/>
                  </a:lnTo>
                  <a:lnTo>
                    <a:pt x="44286" y="22567"/>
                  </a:lnTo>
                  <a:lnTo>
                    <a:pt x="39499" y="32400"/>
                  </a:lnTo>
                  <a:lnTo>
                    <a:pt x="34718" y="22565"/>
                  </a:lnTo>
                  <a:lnTo>
                    <a:pt x="26911" y="13439"/>
                  </a:lnTo>
                  <a:lnTo>
                    <a:pt x="15524" y="5693"/>
                  </a:lnTo>
                  <a:lnTo>
                    <a:pt x="0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60003" y="1469111"/>
            <a:ext cx="1609725" cy="170180"/>
          </a:xfrm>
          <a:prstGeom prst="rect">
            <a:avLst/>
          </a:prstGeom>
          <a:solidFill>
            <a:srgbClr val="FBD2D4"/>
          </a:solidFill>
        </p:spPr>
        <p:txBody>
          <a:bodyPr vert="horz" wrap="square" lIns="0" tIns="762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60"/>
              </a:spcBef>
            </a:pPr>
            <a:r>
              <a:rPr sz="800" i="1" dirty="0">
                <a:latin typeface="Verdana"/>
                <a:cs typeface="Verdana"/>
              </a:rPr>
              <a:t>α</a:t>
            </a:r>
            <a:r>
              <a:rPr sz="750" baseline="-11111" dirty="0">
                <a:latin typeface="Arial MT"/>
                <a:cs typeface="Arial MT"/>
              </a:rPr>
              <a:t>1</a:t>
            </a:r>
            <a:r>
              <a:rPr sz="750" spc="225" baseline="-11111" dirty="0">
                <a:latin typeface="Arial MT"/>
                <a:cs typeface="Arial MT"/>
              </a:rPr>
              <a:t> </a:t>
            </a:r>
            <a:r>
              <a:rPr sz="800" dirty="0">
                <a:latin typeface="Verdana"/>
                <a:cs typeface="Verdana"/>
              </a:rPr>
              <a:t>=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700" dirty="0">
                <a:latin typeface="Arial MT"/>
                <a:cs typeface="Arial MT"/>
              </a:rPr>
              <a:t>0</a:t>
            </a:r>
            <a:r>
              <a:rPr sz="800" i="1" dirty="0">
                <a:latin typeface="Verdana"/>
                <a:cs typeface="Verdana"/>
              </a:rPr>
              <a:t>.</a:t>
            </a:r>
            <a:r>
              <a:rPr sz="700" dirty="0">
                <a:latin typeface="Arial MT"/>
                <a:cs typeface="Arial MT"/>
              </a:rPr>
              <a:t>03</a:t>
            </a:r>
            <a:r>
              <a:rPr sz="700" spc="225" dirty="0">
                <a:latin typeface="Arial MT"/>
                <a:cs typeface="Arial MT"/>
              </a:rPr>
              <a:t>  </a:t>
            </a:r>
            <a:r>
              <a:rPr sz="800" i="1" dirty="0">
                <a:latin typeface="Verdana"/>
                <a:cs typeface="Verdana"/>
              </a:rPr>
              <a:t>α</a:t>
            </a:r>
            <a:r>
              <a:rPr sz="750" baseline="-11111" dirty="0">
                <a:latin typeface="Arial MT"/>
                <a:cs typeface="Arial MT"/>
              </a:rPr>
              <a:t>2</a:t>
            </a:r>
            <a:r>
              <a:rPr sz="750" spc="240" baseline="-11111" dirty="0">
                <a:latin typeface="Arial MT"/>
                <a:cs typeface="Arial MT"/>
              </a:rPr>
              <a:t> </a:t>
            </a:r>
            <a:r>
              <a:rPr sz="800" dirty="0">
                <a:latin typeface="Verdana"/>
                <a:cs typeface="Verdana"/>
              </a:rPr>
              <a:t>=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700" dirty="0">
                <a:latin typeface="Arial MT"/>
                <a:cs typeface="Arial MT"/>
              </a:rPr>
              <a:t>0</a:t>
            </a:r>
            <a:r>
              <a:rPr sz="800" i="1" dirty="0">
                <a:latin typeface="Verdana"/>
                <a:cs typeface="Verdana"/>
              </a:rPr>
              <a:t>.</a:t>
            </a:r>
            <a:r>
              <a:rPr sz="700" dirty="0">
                <a:latin typeface="Arial MT"/>
                <a:cs typeface="Arial MT"/>
              </a:rPr>
              <a:t>05</a:t>
            </a:r>
            <a:r>
              <a:rPr sz="700" spc="225" dirty="0">
                <a:latin typeface="Arial MT"/>
                <a:cs typeface="Arial MT"/>
              </a:rPr>
              <a:t>  </a:t>
            </a:r>
            <a:r>
              <a:rPr sz="800" i="1" dirty="0">
                <a:latin typeface="Verdana"/>
                <a:cs typeface="Verdana"/>
              </a:rPr>
              <a:t>α</a:t>
            </a:r>
            <a:r>
              <a:rPr sz="750" baseline="-11111" dirty="0">
                <a:latin typeface="Arial MT"/>
                <a:cs typeface="Arial MT"/>
              </a:rPr>
              <a:t>3</a:t>
            </a:r>
            <a:r>
              <a:rPr sz="750" spc="240" baseline="-11111" dirty="0">
                <a:latin typeface="Arial MT"/>
                <a:cs typeface="Arial MT"/>
              </a:rPr>
              <a:t> </a:t>
            </a:r>
            <a:r>
              <a:rPr sz="800" dirty="0">
                <a:latin typeface="Verdana"/>
                <a:cs typeface="Verdana"/>
              </a:rPr>
              <a:t>=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700" spc="-20" dirty="0">
                <a:latin typeface="Arial MT"/>
                <a:cs typeface="Arial MT"/>
              </a:rPr>
              <a:t>0</a:t>
            </a:r>
            <a:r>
              <a:rPr sz="800" i="1" spc="-20" dirty="0">
                <a:latin typeface="Verdana"/>
                <a:cs typeface="Verdana"/>
              </a:rPr>
              <a:t>.</a:t>
            </a:r>
            <a:r>
              <a:rPr sz="700" spc="-20" dirty="0">
                <a:latin typeface="Arial MT"/>
                <a:cs typeface="Arial MT"/>
              </a:rPr>
              <a:t>07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80023" y="1469111"/>
            <a:ext cx="530225" cy="168910"/>
          </a:xfrm>
          <a:prstGeom prst="rect">
            <a:avLst/>
          </a:prstGeom>
          <a:solidFill>
            <a:srgbClr val="F7A6A9"/>
          </a:solidFill>
        </p:spPr>
        <p:txBody>
          <a:bodyPr vert="horz" wrap="square" lIns="0" tIns="762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60"/>
              </a:spcBef>
            </a:pPr>
            <a:r>
              <a:rPr sz="800" i="1" dirty="0">
                <a:latin typeface="Verdana"/>
                <a:cs typeface="Verdana"/>
              </a:rPr>
              <a:t>α</a:t>
            </a:r>
            <a:r>
              <a:rPr sz="750" baseline="-11111" dirty="0">
                <a:latin typeface="Arial MT"/>
                <a:cs typeface="Arial MT"/>
              </a:rPr>
              <a:t>4</a:t>
            </a:r>
            <a:r>
              <a:rPr sz="750" spc="262" baseline="-11111" dirty="0">
                <a:latin typeface="Arial MT"/>
                <a:cs typeface="Arial MT"/>
              </a:rPr>
              <a:t> </a:t>
            </a:r>
            <a:r>
              <a:rPr sz="800" dirty="0">
                <a:latin typeface="Verdana"/>
                <a:cs typeface="Verdana"/>
              </a:rPr>
              <a:t>=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700" spc="-20" dirty="0">
                <a:latin typeface="Arial MT"/>
                <a:cs typeface="Arial MT"/>
              </a:rPr>
              <a:t>0</a:t>
            </a:r>
            <a:r>
              <a:rPr sz="800" i="1" spc="-20" dirty="0">
                <a:latin typeface="Verdana"/>
                <a:cs typeface="Verdana"/>
              </a:rPr>
              <a:t>.</a:t>
            </a:r>
            <a:r>
              <a:rPr sz="700" spc="-20" dirty="0">
                <a:latin typeface="Arial MT"/>
                <a:cs typeface="Arial MT"/>
              </a:rPr>
              <a:t>15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20030" y="1469111"/>
            <a:ext cx="530225" cy="170180"/>
          </a:xfrm>
          <a:prstGeom prst="rect">
            <a:avLst/>
          </a:prstGeom>
          <a:solidFill>
            <a:srgbClr val="F26368"/>
          </a:solidFill>
        </p:spPr>
        <p:txBody>
          <a:bodyPr vert="horz" wrap="square" lIns="0" tIns="2032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60"/>
              </a:spcBef>
            </a:pPr>
            <a:r>
              <a:rPr sz="1200" i="1" baseline="6944" dirty="0">
                <a:latin typeface="Verdana"/>
                <a:cs typeface="Verdana"/>
              </a:rPr>
              <a:t>α</a:t>
            </a:r>
            <a:r>
              <a:rPr sz="500" dirty="0">
                <a:latin typeface="Arial MT"/>
                <a:cs typeface="Arial MT"/>
              </a:rPr>
              <a:t>5</a:t>
            </a:r>
            <a:r>
              <a:rPr sz="500" spc="175" dirty="0">
                <a:latin typeface="Arial MT"/>
                <a:cs typeface="Arial MT"/>
              </a:rPr>
              <a:t> </a:t>
            </a:r>
            <a:r>
              <a:rPr sz="1200" baseline="6944" dirty="0">
                <a:latin typeface="Verdana"/>
                <a:cs typeface="Verdana"/>
              </a:rPr>
              <a:t>=</a:t>
            </a:r>
            <a:r>
              <a:rPr sz="1200" spc="-30" baseline="6944" dirty="0">
                <a:latin typeface="Verdana"/>
                <a:cs typeface="Verdana"/>
              </a:rPr>
              <a:t> </a:t>
            </a:r>
            <a:r>
              <a:rPr sz="1050" spc="-30" baseline="7936" dirty="0">
                <a:latin typeface="Arial MT"/>
                <a:cs typeface="Arial MT"/>
              </a:rPr>
              <a:t>0</a:t>
            </a:r>
            <a:r>
              <a:rPr sz="1200" i="1" spc="-30" baseline="6944" dirty="0">
                <a:latin typeface="Verdana"/>
                <a:cs typeface="Verdana"/>
              </a:rPr>
              <a:t>.</a:t>
            </a:r>
            <a:r>
              <a:rPr sz="1050" spc="-30" baseline="7936" dirty="0">
                <a:latin typeface="Arial MT"/>
                <a:cs typeface="Arial MT"/>
              </a:rPr>
              <a:t>25</a:t>
            </a:r>
            <a:endParaRPr sz="1050" baseline="7936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60037" y="1469111"/>
            <a:ext cx="530225" cy="170180"/>
          </a:xfrm>
          <a:prstGeom prst="rect">
            <a:avLst/>
          </a:prstGeom>
          <a:solidFill>
            <a:srgbClr val="F26368"/>
          </a:solidFill>
        </p:spPr>
        <p:txBody>
          <a:bodyPr vert="horz" wrap="square" lIns="0" tIns="762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60"/>
              </a:spcBef>
            </a:pPr>
            <a:r>
              <a:rPr sz="800" i="1" dirty="0">
                <a:latin typeface="Verdana"/>
                <a:cs typeface="Verdana"/>
              </a:rPr>
              <a:t>α</a:t>
            </a:r>
            <a:r>
              <a:rPr sz="750" baseline="-11111" dirty="0">
                <a:latin typeface="Arial MT"/>
                <a:cs typeface="Arial MT"/>
              </a:rPr>
              <a:t>6</a:t>
            </a:r>
            <a:r>
              <a:rPr sz="750" spc="262" baseline="-11111" dirty="0">
                <a:latin typeface="Arial MT"/>
                <a:cs typeface="Arial MT"/>
              </a:rPr>
              <a:t> </a:t>
            </a:r>
            <a:r>
              <a:rPr sz="800" dirty="0">
                <a:latin typeface="Verdana"/>
                <a:cs typeface="Verdana"/>
              </a:rPr>
              <a:t>=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700" spc="-20" dirty="0">
                <a:latin typeface="Arial MT"/>
                <a:cs typeface="Arial MT"/>
              </a:rPr>
              <a:t>0</a:t>
            </a:r>
            <a:r>
              <a:rPr sz="800" i="1" spc="-20" dirty="0">
                <a:latin typeface="Verdana"/>
                <a:cs typeface="Verdana"/>
              </a:rPr>
              <a:t>.</a:t>
            </a:r>
            <a:r>
              <a:rPr sz="700" spc="-20" dirty="0">
                <a:latin typeface="Arial MT"/>
                <a:cs typeface="Arial MT"/>
              </a:rPr>
              <a:t>23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00043" y="1469111"/>
            <a:ext cx="530225" cy="170180"/>
          </a:xfrm>
          <a:prstGeom prst="rect">
            <a:avLst/>
          </a:prstGeom>
          <a:solidFill>
            <a:srgbClr val="F26368"/>
          </a:solidFill>
        </p:spPr>
        <p:txBody>
          <a:bodyPr vert="horz" wrap="square" lIns="0" tIns="2032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60"/>
              </a:spcBef>
            </a:pPr>
            <a:r>
              <a:rPr sz="1200" i="1" baseline="6944" dirty="0">
                <a:latin typeface="Verdana"/>
                <a:cs typeface="Verdana"/>
              </a:rPr>
              <a:t>α</a:t>
            </a:r>
            <a:r>
              <a:rPr sz="500" dirty="0">
                <a:latin typeface="Arial MT"/>
                <a:cs typeface="Arial MT"/>
              </a:rPr>
              <a:t>7</a:t>
            </a:r>
            <a:r>
              <a:rPr sz="500" spc="175" dirty="0">
                <a:latin typeface="Arial MT"/>
                <a:cs typeface="Arial MT"/>
              </a:rPr>
              <a:t> </a:t>
            </a:r>
            <a:r>
              <a:rPr sz="1200" baseline="6944" dirty="0">
                <a:latin typeface="Verdana"/>
                <a:cs typeface="Verdana"/>
              </a:rPr>
              <a:t>=</a:t>
            </a:r>
            <a:r>
              <a:rPr sz="1200" spc="-30" baseline="6944" dirty="0">
                <a:latin typeface="Verdana"/>
                <a:cs typeface="Verdana"/>
              </a:rPr>
              <a:t> </a:t>
            </a:r>
            <a:r>
              <a:rPr sz="1050" spc="-30" baseline="7936" dirty="0">
                <a:latin typeface="Arial MT"/>
                <a:cs typeface="Arial MT"/>
              </a:rPr>
              <a:t>0</a:t>
            </a:r>
            <a:r>
              <a:rPr sz="1200" i="1" spc="-30" baseline="6944" dirty="0">
                <a:latin typeface="Verdana"/>
                <a:cs typeface="Verdana"/>
              </a:rPr>
              <a:t>.</a:t>
            </a:r>
            <a:r>
              <a:rPr sz="1050" spc="-30" baseline="7936" dirty="0">
                <a:latin typeface="Arial MT"/>
                <a:cs typeface="Arial MT"/>
              </a:rPr>
              <a:t>22</a:t>
            </a:r>
            <a:endParaRPr sz="1050" baseline="7936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39499" y="1767035"/>
            <a:ext cx="471170" cy="209550"/>
          </a:xfrm>
          <a:prstGeom prst="rect">
            <a:avLst/>
          </a:prstGeom>
          <a:solidFill>
            <a:srgbClr val="A6D0A6"/>
          </a:solidFill>
          <a:ln w="5060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40"/>
              </a:spcBef>
            </a:pPr>
            <a:r>
              <a:rPr sz="1100" spc="-10" dirty="0">
                <a:latin typeface="Trebuchet MS"/>
                <a:cs typeface="Trebuchet MS"/>
              </a:rPr>
              <a:t>|</a:t>
            </a:r>
            <a:r>
              <a:rPr sz="950" spc="-10" dirty="0">
                <a:latin typeface="Arial MT"/>
                <a:cs typeface="Arial MT"/>
              </a:rPr>
              <a:t>6,261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6494" y="2106740"/>
            <a:ext cx="4636135" cy="96202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0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Observation:</a:t>
            </a:r>
            <a:r>
              <a:rPr sz="1050" spc="1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Recent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days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(5-7)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receive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higher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attention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weights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200" i="1" dirty="0">
                <a:latin typeface="Verdana"/>
                <a:cs typeface="Verdana"/>
              </a:rPr>
              <a:t>α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97" baseline="-15873" dirty="0">
                <a:latin typeface="Arial"/>
                <a:cs typeface="Arial"/>
              </a:rPr>
              <a:t> </a:t>
            </a:r>
            <a:r>
              <a:rPr sz="1050" spc="-50" dirty="0"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 marL="594360">
              <a:lnSpc>
                <a:spcPct val="100000"/>
              </a:lnSpc>
              <a:spcBef>
                <a:spcPts val="505"/>
              </a:spcBef>
            </a:pPr>
            <a:r>
              <a:rPr sz="1050" b="1" dirty="0">
                <a:latin typeface="Arial"/>
                <a:cs typeface="Arial"/>
              </a:rPr>
              <a:t>c</a:t>
            </a:r>
            <a:r>
              <a:rPr sz="1050" b="1" spc="45" dirty="0">
                <a:latin typeface="Arial"/>
                <a:cs typeface="Arial"/>
              </a:rPr>
              <a:t> </a:t>
            </a:r>
            <a:r>
              <a:rPr sz="1200" spc="265" dirty="0">
                <a:latin typeface="Cambria"/>
                <a:cs typeface="Cambria"/>
              </a:rPr>
              <a:t>≈</a:t>
            </a:r>
            <a:r>
              <a:rPr sz="1200" spc="70" dirty="0">
                <a:latin typeface="Cambria"/>
                <a:cs typeface="Cambria"/>
              </a:rPr>
              <a:t> </a:t>
            </a:r>
            <a:r>
              <a:rPr sz="1050" spc="-20" dirty="0">
                <a:latin typeface="Arial MT"/>
                <a:cs typeface="Arial MT"/>
              </a:rPr>
              <a:t>0</a:t>
            </a:r>
            <a:r>
              <a:rPr sz="1200" i="1" spc="-20" dirty="0">
                <a:latin typeface="Verdana"/>
                <a:cs typeface="Verdana"/>
              </a:rPr>
              <a:t>.</a:t>
            </a:r>
            <a:r>
              <a:rPr sz="1050" spc="-20" dirty="0">
                <a:latin typeface="Arial MT"/>
                <a:cs typeface="Arial MT"/>
              </a:rPr>
              <a:t>03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200" spc="265" dirty="0">
                <a:latin typeface="Cambria"/>
                <a:cs typeface="Cambria"/>
              </a:rPr>
              <a:t>×</a:t>
            </a:r>
            <a:r>
              <a:rPr sz="1200" spc="5" dirty="0">
                <a:latin typeface="Cambria"/>
                <a:cs typeface="Cambria"/>
              </a:rPr>
              <a:t> </a:t>
            </a:r>
            <a:r>
              <a:rPr sz="1050" dirty="0">
                <a:latin typeface="Arial MT"/>
                <a:cs typeface="Arial MT"/>
              </a:rPr>
              <a:t>6200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050" spc="-20" dirty="0">
                <a:latin typeface="Arial MT"/>
                <a:cs typeface="Arial MT"/>
              </a:rPr>
              <a:t>0</a:t>
            </a:r>
            <a:r>
              <a:rPr sz="1200" i="1" spc="-20" dirty="0">
                <a:latin typeface="Verdana"/>
                <a:cs typeface="Verdana"/>
              </a:rPr>
              <a:t>.</a:t>
            </a:r>
            <a:r>
              <a:rPr sz="1050" spc="-20" dirty="0">
                <a:latin typeface="Arial MT"/>
                <a:cs typeface="Arial MT"/>
              </a:rPr>
              <a:t>05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200" spc="265" dirty="0">
                <a:latin typeface="Cambria"/>
                <a:cs typeface="Cambria"/>
              </a:rPr>
              <a:t>×</a:t>
            </a:r>
            <a:r>
              <a:rPr sz="1200" spc="5" dirty="0">
                <a:latin typeface="Cambria"/>
                <a:cs typeface="Cambria"/>
              </a:rPr>
              <a:t> </a:t>
            </a:r>
            <a:r>
              <a:rPr sz="1050" dirty="0">
                <a:latin typeface="Arial MT"/>
                <a:cs typeface="Arial MT"/>
              </a:rPr>
              <a:t>6180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050" spc="-20" dirty="0">
                <a:latin typeface="Arial MT"/>
                <a:cs typeface="Arial MT"/>
              </a:rPr>
              <a:t>0</a:t>
            </a:r>
            <a:r>
              <a:rPr sz="1200" i="1" spc="-20" dirty="0">
                <a:latin typeface="Verdana"/>
                <a:cs typeface="Verdana"/>
              </a:rPr>
              <a:t>.</a:t>
            </a:r>
            <a:r>
              <a:rPr sz="1050" spc="-20" dirty="0">
                <a:latin typeface="Arial MT"/>
                <a:cs typeface="Arial MT"/>
              </a:rPr>
              <a:t>07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200" spc="265" dirty="0">
                <a:latin typeface="Cambria"/>
                <a:cs typeface="Cambria"/>
              </a:rPr>
              <a:t>×</a:t>
            </a:r>
            <a:r>
              <a:rPr sz="1200" spc="5" dirty="0">
                <a:latin typeface="Cambria"/>
                <a:cs typeface="Cambria"/>
              </a:rPr>
              <a:t> </a:t>
            </a:r>
            <a:r>
              <a:rPr sz="1050" dirty="0">
                <a:latin typeface="Arial MT"/>
                <a:cs typeface="Arial MT"/>
              </a:rPr>
              <a:t>6150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050" spc="-20" dirty="0">
                <a:latin typeface="Arial MT"/>
                <a:cs typeface="Arial MT"/>
              </a:rPr>
              <a:t>0</a:t>
            </a:r>
            <a:r>
              <a:rPr sz="1200" i="1" spc="-20" dirty="0">
                <a:latin typeface="Verdana"/>
                <a:cs typeface="Verdana"/>
              </a:rPr>
              <a:t>.</a:t>
            </a:r>
            <a:r>
              <a:rPr sz="1050" spc="-20" dirty="0">
                <a:latin typeface="Arial MT"/>
                <a:cs typeface="Arial MT"/>
              </a:rPr>
              <a:t>15 </a:t>
            </a:r>
            <a:r>
              <a:rPr sz="1200" spc="265" dirty="0">
                <a:latin typeface="Cambria"/>
                <a:cs typeface="Cambria"/>
              </a:rPr>
              <a:t>×</a:t>
            </a:r>
            <a:r>
              <a:rPr sz="1200" spc="5" dirty="0">
                <a:latin typeface="Cambria"/>
                <a:cs typeface="Cambria"/>
              </a:rPr>
              <a:t> </a:t>
            </a:r>
            <a:r>
              <a:rPr sz="1050" spc="-10" dirty="0">
                <a:latin typeface="Arial MT"/>
                <a:cs typeface="Arial MT"/>
              </a:rPr>
              <a:t>6250</a:t>
            </a:r>
            <a:r>
              <a:rPr sz="1200" spc="-10" dirty="0">
                <a:latin typeface="Tahoma"/>
                <a:cs typeface="Tahoma"/>
              </a:rPr>
              <a:t>+</a:t>
            </a:r>
            <a:endParaRPr sz="1200">
              <a:latin typeface="Tahoma"/>
              <a:cs typeface="Tahoma"/>
            </a:endParaRPr>
          </a:p>
          <a:p>
            <a:pPr marL="806450">
              <a:lnSpc>
                <a:spcPct val="100000"/>
              </a:lnSpc>
              <a:spcBef>
                <a:spcPts val="305"/>
              </a:spcBef>
            </a:pPr>
            <a:r>
              <a:rPr sz="1050" spc="-20" dirty="0">
                <a:latin typeface="Arial MT"/>
                <a:cs typeface="Arial MT"/>
              </a:rPr>
              <a:t>0</a:t>
            </a:r>
            <a:r>
              <a:rPr sz="1200" i="1" spc="-20" dirty="0">
                <a:latin typeface="Verdana"/>
                <a:cs typeface="Verdana"/>
              </a:rPr>
              <a:t>.</a:t>
            </a:r>
            <a:r>
              <a:rPr sz="1050" spc="-20" dirty="0">
                <a:latin typeface="Arial MT"/>
                <a:cs typeface="Arial MT"/>
              </a:rPr>
              <a:t>25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200" spc="265" dirty="0">
                <a:latin typeface="Cambria"/>
                <a:cs typeface="Cambria"/>
              </a:rPr>
              <a:t>×</a:t>
            </a:r>
            <a:r>
              <a:rPr sz="1200" spc="5" dirty="0">
                <a:latin typeface="Cambria"/>
                <a:cs typeface="Cambria"/>
              </a:rPr>
              <a:t> </a:t>
            </a:r>
            <a:r>
              <a:rPr sz="1050" dirty="0">
                <a:latin typeface="Arial MT"/>
                <a:cs typeface="Arial MT"/>
              </a:rPr>
              <a:t>6280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050" spc="-20" dirty="0">
                <a:latin typeface="Arial MT"/>
                <a:cs typeface="Arial MT"/>
              </a:rPr>
              <a:t>0</a:t>
            </a:r>
            <a:r>
              <a:rPr sz="1200" i="1" spc="-20" dirty="0">
                <a:latin typeface="Verdana"/>
                <a:cs typeface="Verdana"/>
              </a:rPr>
              <a:t>.</a:t>
            </a:r>
            <a:r>
              <a:rPr sz="1050" spc="-20" dirty="0">
                <a:latin typeface="Arial MT"/>
                <a:cs typeface="Arial MT"/>
              </a:rPr>
              <a:t>23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200" spc="265" dirty="0">
                <a:latin typeface="Cambria"/>
                <a:cs typeface="Cambria"/>
              </a:rPr>
              <a:t>×</a:t>
            </a:r>
            <a:r>
              <a:rPr sz="1200" spc="5" dirty="0">
                <a:latin typeface="Cambria"/>
                <a:cs typeface="Cambria"/>
              </a:rPr>
              <a:t> </a:t>
            </a:r>
            <a:r>
              <a:rPr sz="1050" dirty="0">
                <a:latin typeface="Arial MT"/>
                <a:cs typeface="Arial MT"/>
              </a:rPr>
              <a:t>6270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050" spc="-20" dirty="0">
                <a:latin typeface="Arial MT"/>
                <a:cs typeface="Arial MT"/>
              </a:rPr>
              <a:t>0</a:t>
            </a:r>
            <a:r>
              <a:rPr sz="1200" i="1" spc="-20" dirty="0">
                <a:latin typeface="Verdana"/>
                <a:cs typeface="Verdana"/>
              </a:rPr>
              <a:t>.</a:t>
            </a:r>
            <a:r>
              <a:rPr sz="1050" spc="-20" dirty="0">
                <a:latin typeface="Arial MT"/>
                <a:cs typeface="Arial MT"/>
              </a:rPr>
              <a:t>22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200" spc="265" dirty="0">
                <a:latin typeface="Cambria"/>
                <a:cs typeface="Cambria"/>
              </a:rPr>
              <a:t>×</a:t>
            </a:r>
            <a:r>
              <a:rPr sz="1200" spc="5" dirty="0">
                <a:latin typeface="Cambria"/>
                <a:cs typeface="Cambria"/>
              </a:rPr>
              <a:t> </a:t>
            </a:r>
            <a:r>
              <a:rPr sz="1050" spc="-20" dirty="0">
                <a:latin typeface="Arial MT"/>
                <a:cs typeface="Arial MT"/>
              </a:rPr>
              <a:t>6300</a:t>
            </a:r>
            <a:endParaRPr sz="1050">
              <a:latin typeface="Arial MT"/>
              <a:cs typeface="Arial MT"/>
            </a:endParaRPr>
          </a:p>
          <a:p>
            <a:pPr marL="712470">
              <a:lnSpc>
                <a:spcPct val="100000"/>
              </a:lnSpc>
              <a:spcBef>
                <a:spcPts val="300"/>
              </a:spcBef>
            </a:pPr>
            <a:r>
              <a:rPr sz="1200" spc="265" dirty="0">
                <a:latin typeface="Cambria"/>
                <a:cs typeface="Cambria"/>
              </a:rPr>
              <a:t>≈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050" spc="-20" dirty="0">
                <a:latin typeface="Arial MT"/>
                <a:cs typeface="Arial MT"/>
              </a:rPr>
              <a:t>6261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39" name="object 3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2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2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2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2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2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2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38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5D485AA-6A4F-2AD9-977C-5F2C9E92FD00}"/>
                  </a:ext>
                </a:extLst>
              </p14:cNvPr>
              <p14:cNvContentPartPr/>
              <p14:nvPr/>
            </p14:nvContentPartPr>
            <p14:xfrm>
              <a:off x="239760" y="653040"/>
              <a:ext cx="4426560" cy="22219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5D485AA-6A4F-2AD9-977C-5F2C9E92FD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0400" y="643680"/>
                <a:ext cx="4445280" cy="2240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90" dirty="0">
                <a:solidFill>
                  <a:srgbClr val="FFFFFF"/>
                </a:solidFill>
              </a:rPr>
              <a:t>E</a:t>
            </a:r>
            <a:r>
              <a:rPr cap="small" spc="290" dirty="0">
                <a:solidFill>
                  <a:srgbClr val="FFFFFF"/>
                </a:solidFill>
              </a:rPr>
              <a:t>xample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90" dirty="0">
                <a:solidFill>
                  <a:srgbClr val="FFFFFF"/>
                </a:solidFill>
              </a:rPr>
              <a:t>2:</a:t>
            </a:r>
            <a:r>
              <a:rPr spc="475" dirty="0">
                <a:solidFill>
                  <a:srgbClr val="FFFFFF"/>
                </a:solidFill>
              </a:rPr>
              <a:t> </a:t>
            </a:r>
            <a:r>
              <a:rPr spc="250" dirty="0">
                <a:solidFill>
                  <a:srgbClr val="FFFFFF"/>
                </a:solidFill>
              </a:rPr>
              <a:t>S</a:t>
            </a:r>
            <a:r>
              <a:rPr cap="small" spc="250" dirty="0">
                <a:solidFill>
                  <a:srgbClr val="FFFFFF"/>
                </a:solidFill>
              </a:rPr>
              <a:t>entiment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190" dirty="0">
                <a:solidFill>
                  <a:srgbClr val="FFFFFF"/>
                </a:solidFill>
              </a:rPr>
              <a:t>A</a:t>
            </a:r>
            <a:r>
              <a:rPr cap="small" spc="190" dirty="0">
                <a:solidFill>
                  <a:srgbClr val="FFFFFF"/>
                </a:solidFill>
              </a:rPr>
              <a:t>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28632" y="1261758"/>
            <a:ext cx="186690" cy="188595"/>
            <a:chOff x="2228632" y="1261758"/>
            <a:chExt cx="186690" cy="188595"/>
          </a:xfrm>
        </p:grpSpPr>
        <p:sp>
          <p:nvSpPr>
            <p:cNvPr id="4" name="object 4"/>
            <p:cNvSpPr/>
            <p:nvPr/>
          </p:nvSpPr>
          <p:spPr>
            <a:xfrm>
              <a:off x="2231172" y="1264298"/>
              <a:ext cx="181610" cy="183515"/>
            </a:xfrm>
            <a:custGeom>
              <a:avLst/>
              <a:gdLst/>
              <a:ahLst/>
              <a:cxnLst/>
              <a:rect l="l" t="t" r="r" b="b"/>
              <a:pathLst>
                <a:path w="181610" h="183515">
                  <a:moveTo>
                    <a:pt x="181115" y="0"/>
                  </a:moveTo>
                  <a:lnTo>
                    <a:pt x="0" y="0"/>
                  </a:lnTo>
                  <a:lnTo>
                    <a:pt x="0" y="183233"/>
                  </a:lnTo>
                  <a:lnTo>
                    <a:pt x="181115" y="183233"/>
                  </a:lnTo>
                  <a:lnTo>
                    <a:pt x="181115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31172" y="1264298"/>
              <a:ext cx="181610" cy="183515"/>
            </a:xfrm>
            <a:custGeom>
              <a:avLst/>
              <a:gdLst/>
              <a:ahLst/>
              <a:cxnLst/>
              <a:rect l="l" t="t" r="r" b="b"/>
              <a:pathLst>
                <a:path w="181610" h="183515">
                  <a:moveTo>
                    <a:pt x="0" y="183233"/>
                  </a:moveTo>
                  <a:lnTo>
                    <a:pt x="181115" y="183233"/>
                  </a:lnTo>
                  <a:lnTo>
                    <a:pt x="181115" y="0"/>
                  </a:lnTo>
                  <a:lnTo>
                    <a:pt x="0" y="0"/>
                  </a:lnTo>
                  <a:lnTo>
                    <a:pt x="0" y="18323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584757"/>
            <a:ext cx="3996690" cy="853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9600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Task:</a:t>
            </a:r>
            <a:r>
              <a:rPr sz="1050" spc="9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Classify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review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sentiment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while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identifying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key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phrases.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Input:</a:t>
            </a:r>
            <a:r>
              <a:rPr sz="1050" spc="114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”The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product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quality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excellent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but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delivery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was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very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slow”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050">
              <a:latin typeface="Arial MT"/>
              <a:cs typeface="Arial MT"/>
            </a:endParaRPr>
          </a:p>
          <a:p>
            <a:pPr marR="40005" algn="ctr">
              <a:lnSpc>
                <a:spcPct val="100000"/>
              </a:lnSpc>
            </a:pPr>
            <a:r>
              <a:rPr sz="950" spc="-25" dirty="0">
                <a:latin typeface="Arial MT"/>
                <a:cs typeface="Arial MT"/>
              </a:rPr>
              <a:t>is</a:t>
            </a:r>
            <a:endParaRPr sz="950">
              <a:latin typeface="Arial MT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54222" y="1261768"/>
          <a:ext cx="287020" cy="426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50" spc="-25" dirty="0">
                          <a:latin typeface="Arial MT"/>
                          <a:cs typeface="Arial MT"/>
                        </a:rPr>
                        <a:t>The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1D0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210"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700" spc="-20" dirty="0">
                          <a:latin typeface="Arial MT"/>
                          <a:cs typeface="Arial MT"/>
                        </a:rPr>
                        <a:t>0.02</a:t>
                      </a:r>
                      <a:endParaRPr sz="700" dirty="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solidFill>
                      <a:srgbClr val="FBD2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57727" y="1249626"/>
          <a:ext cx="981706" cy="438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5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7010">
                <a:tc gridSpan="4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50" spc="-10" dirty="0">
                          <a:latin typeface="Arial MT"/>
                          <a:cs typeface="Arial MT"/>
                        </a:rPr>
                        <a:t>product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1D0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50" spc="-10" dirty="0">
                          <a:latin typeface="Arial MT"/>
                          <a:cs typeface="Arial MT"/>
                        </a:rPr>
                        <a:t>quality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1D0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3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700" spc="-20" dirty="0">
                          <a:latin typeface="Arial MT"/>
                          <a:cs typeface="Arial MT"/>
                        </a:rPr>
                        <a:t>0.15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solidFill>
                      <a:srgbClr val="F7A6A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700" spc="-25" dirty="0">
                          <a:latin typeface="Arial MT"/>
                          <a:cs typeface="Arial MT"/>
                        </a:rPr>
                        <a:t>0.2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solidFill>
                      <a:srgbClr val="F263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776813" y="1447192"/>
            <a:ext cx="3594100" cy="312420"/>
            <a:chOff x="776813" y="1447192"/>
            <a:chExt cx="3594100" cy="312420"/>
          </a:xfrm>
        </p:grpSpPr>
        <p:sp>
          <p:nvSpPr>
            <p:cNvPr id="10" name="object 10"/>
            <p:cNvSpPr/>
            <p:nvPr/>
          </p:nvSpPr>
          <p:spPr>
            <a:xfrm>
              <a:off x="809722" y="1691615"/>
              <a:ext cx="0" cy="62865"/>
            </a:xfrm>
            <a:custGeom>
              <a:avLst/>
              <a:gdLst/>
              <a:ahLst/>
              <a:cxnLst/>
              <a:rect l="l" t="t" r="r" b="b"/>
              <a:pathLst>
                <a:path h="62864">
                  <a:moveTo>
                    <a:pt x="0" y="0"/>
                  </a:moveTo>
                  <a:lnTo>
                    <a:pt x="0" y="62443"/>
                  </a:lnTo>
                </a:path>
              </a:pathLst>
            </a:custGeom>
            <a:ln w="50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9353" y="1730271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59" h="26669">
                  <a:moveTo>
                    <a:pt x="60731" y="1"/>
                  </a:moveTo>
                  <a:lnTo>
                    <a:pt x="48798" y="4623"/>
                  </a:lnTo>
                  <a:lnTo>
                    <a:pt x="40044" y="10914"/>
                  </a:lnTo>
                  <a:lnTo>
                    <a:pt x="34042" y="18327"/>
                  </a:lnTo>
                  <a:lnTo>
                    <a:pt x="30365" y="26317"/>
                  </a:lnTo>
                  <a:lnTo>
                    <a:pt x="26688" y="18327"/>
                  </a:lnTo>
                  <a:lnTo>
                    <a:pt x="20686" y="10913"/>
                  </a:lnTo>
                  <a:lnTo>
                    <a:pt x="11932" y="4622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13731" y="1691615"/>
              <a:ext cx="0" cy="62865"/>
            </a:xfrm>
            <a:custGeom>
              <a:avLst/>
              <a:gdLst/>
              <a:ahLst/>
              <a:cxnLst/>
              <a:rect l="l" t="t" r="r" b="b"/>
              <a:pathLst>
                <a:path h="62864">
                  <a:moveTo>
                    <a:pt x="0" y="0"/>
                  </a:moveTo>
                  <a:lnTo>
                    <a:pt x="0" y="62443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83358" y="1730270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59" h="26669">
                  <a:moveTo>
                    <a:pt x="60731" y="3"/>
                  </a:moveTo>
                  <a:lnTo>
                    <a:pt x="48798" y="4624"/>
                  </a:lnTo>
                  <a:lnTo>
                    <a:pt x="40043" y="10915"/>
                  </a:lnTo>
                  <a:lnTo>
                    <a:pt x="34041" y="18328"/>
                  </a:lnTo>
                  <a:lnTo>
                    <a:pt x="30364" y="26318"/>
                  </a:lnTo>
                  <a:lnTo>
                    <a:pt x="26687" y="18328"/>
                  </a:lnTo>
                  <a:lnTo>
                    <a:pt x="20686" y="10914"/>
                  </a:lnTo>
                  <a:lnTo>
                    <a:pt x="11932" y="4622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17740" y="1691615"/>
              <a:ext cx="0" cy="62865"/>
            </a:xfrm>
            <a:custGeom>
              <a:avLst/>
              <a:gdLst/>
              <a:ahLst/>
              <a:cxnLst/>
              <a:rect l="l" t="t" r="r" b="b"/>
              <a:pathLst>
                <a:path h="62864">
                  <a:moveTo>
                    <a:pt x="0" y="0"/>
                  </a:moveTo>
                  <a:lnTo>
                    <a:pt x="0" y="62443"/>
                  </a:lnTo>
                </a:path>
              </a:pathLst>
            </a:custGeom>
            <a:ln w="5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87363" y="1730270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1" y="4"/>
                  </a:moveTo>
                  <a:lnTo>
                    <a:pt x="48797" y="4626"/>
                  </a:lnTo>
                  <a:lnTo>
                    <a:pt x="40043" y="10916"/>
                  </a:lnTo>
                  <a:lnTo>
                    <a:pt x="34041" y="18329"/>
                  </a:lnTo>
                  <a:lnTo>
                    <a:pt x="30363" y="26319"/>
                  </a:lnTo>
                  <a:lnTo>
                    <a:pt x="26687" y="18329"/>
                  </a:lnTo>
                  <a:lnTo>
                    <a:pt x="20685" y="10915"/>
                  </a:lnTo>
                  <a:lnTo>
                    <a:pt x="11932" y="4623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21749" y="1450050"/>
              <a:ext cx="0" cy="304165"/>
            </a:xfrm>
            <a:custGeom>
              <a:avLst/>
              <a:gdLst/>
              <a:ahLst/>
              <a:cxnLst/>
              <a:rect l="l" t="t" r="r" b="b"/>
              <a:pathLst>
                <a:path h="304164">
                  <a:moveTo>
                    <a:pt x="0" y="241565"/>
                  </a:moveTo>
                  <a:lnTo>
                    <a:pt x="0" y="304008"/>
                  </a:lnTo>
                </a:path>
                <a:path h="304164">
                  <a:moveTo>
                    <a:pt x="0" y="0"/>
                  </a:moveTo>
                  <a:lnTo>
                    <a:pt x="0" y="84796"/>
                  </a:lnTo>
                </a:path>
              </a:pathLst>
            </a:custGeom>
            <a:ln w="5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91368" y="1730269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1" y="6"/>
                  </a:moveTo>
                  <a:lnTo>
                    <a:pt x="48797" y="4627"/>
                  </a:lnTo>
                  <a:lnTo>
                    <a:pt x="40043" y="10917"/>
                  </a:lnTo>
                  <a:lnTo>
                    <a:pt x="34040" y="18330"/>
                  </a:lnTo>
                  <a:lnTo>
                    <a:pt x="30362" y="26319"/>
                  </a:lnTo>
                  <a:lnTo>
                    <a:pt x="26686" y="18329"/>
                  </a:lnTo>
                  <a:lnTo>
                    <a:pt x="20685" y="10915"/>
                  </a:lnTo>
                  <a:lnTo>
                    <a:pt x="11932" y="4623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25758" y="1691615"/>
              <a:ext cx="0" cy="62865"/>
            </a:xfrm>
            <a:custGeom>
              <a:avLst/>
              <a:gdLst/>
              <a:ahLst/>
              <a:cxnLst/>
              <a:rect l="l" t="t" r="r" b="b"/>
              <a:pathLst>
                <a:path h="62864">
                  <a:moveTo>
                    <a:pt x="0" y="0"/>
                  </a:moveTo>
                  <a:lnTo>
                    <a:pt x="0" y="62443"/>
                  </a:lnTo>
                </a:path>
              </a:pathLst>
            </a:custGeom>
            <a:ln w="5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95373" y="1730268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1" y="8"/>
                  </a:moveTo>
                  <a:lnTo>
                    <a:pt x="48797" y="4629"/>
                  </a:lnTo>
                  <a:lnTo>
                    <a:pt x="40042" y="10919"/>
                  </a:lnTo>
                  <a:lnTo>
                    <a:pt x="34040" y="18331"/>
                  </a:lnTo>
                  <a:lnTo>
                    <a:pt x="30361" y="26321"/>
                  </a:lnTo>
                  <a:lnTo>
                    <a:pt x="26686" y="18330"/>
                  </a:lnTo>
                  <a:lnTo>
                    <a:pt x="20685" y="10916"/>
                  </a:lnTo>
                  <a:lnTo>
                    <a:pt x="11932" y="4624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29767" y="1691615"/>
              <a:ext cx="0" cy="62865"/>
            </a:xfrm>
            <a:custGeom>
              <a:avLst/>
              <a:gdLst/>
              <a:ahLst/>
              <a:cxnLst/>
              <a:rect l="l" t="t" r="r" b="b"/>
              <a:pathLst>
                <a:path h="62864">
                  <a:moveTo>
                    <a:pt x="0" y="0"/>
                  </a:moveTo>
                  <a:lnTo>
                    <a:pt x="0" y="62443"/>
                  </a:lnTo>
                </a:path>
              </a:pathLst>
            </a:custGeom>
            <a:ln w="51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99377" y="1730267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1" y="10"/>
                  </a:moveTo>
                  <a:lnTo>
                    <a:pt x="48797" y="4630"/>
                  </a:lnTo>
                  <a:lnTo>
                    <a:pt x="40042" y="10920"/>
                  </a:lnTo>
                  <a:lnTo>
                    <a:pt x="34039" y="18332"/>
                  </a:lnTo>
                  <a:lnTo>
                    <a:pt x="30361" y="26322"/>
                  </a:lnTo>
                  <a:lnTo>
                    <a:pt x="26685" y="18331"/>
                  </a:lnTo>
                  <a:lnTo>
                    <a:pt x="20684" y="10916"/>
                  </a:lnTo>
                  <a:lnTo>
                    <a:pt x="11932" y="4624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3775" y="1691615"/>
              <a:ext cx="0" cy="62865"/>
            </a:xfrm>
            <a:custGeom>
              <a:avLst/>
              <a:gdLst/>
              <a:ahLst/>
              <a:cxnLst/>
              <a:rect l="l" t="t" r="r" b="b"/>
              <a:pathLst>
                <a:path h="62864">
                  <a:moveTo>
                    <a:pt x="0" y="0"/>
                  </a:moveTo>
                  <a:lnTo>
                    <a:pt x="0" y="62443"/>
                  </a:lnTo>
                </a:path>
              </a:pathLst>
            </a:custGeom>
            <a:ln w="5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03383" y="1730266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1" y="12"/>
                  </a:moveTo>
                  <a:lnTo>
                    <a:pt x="48797" y="4632"/>
                  </a:lnTo>
                  <a:lnTo>
                    <a:pt x="40042" y="10921"/>
                  </a:lnTo>
                  <a:lnTo>
                    <a:pt x="34038" y="18333"/>
                  </a:lnTo>
                  <a:lnTo>
                    <a:pt x="30360" y="26322"/>
                  </a:lnTo>
                  <a:lnTo>
                    <a:pt x="26684" y="18332"/>
                  </a:lnTo>
                  <a:lnTo>
                    <a:pt x="20684" y="10917"/>
                  </a:lnTo>
                  <a:lnTo>
                    <a:pt x="11931" y="4624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37784" y="1691615"/>
              <a:ext cx="0" cy="62865"/>
            </a:xfrm>
            <a:custGeom>
              <a:avLst/>
              <a:gdLst/>
              <a:ahLst/>
              <a:cxnLst/>
              <a:rect l="l" t="t" r="r" b="b"/>
              <a:pathLst>
                <a:path h="62864">
                  <a:moveTo>
                    <a:pt x="0" y="0"/>
                  </a:moveTo>
                  <a:lnTo>
                    <a:pt x="0" y="62443"/>
                  </a:lnTo>
                </a:path>
              </a:pathLst>
            </a:custGeom>
            <a:ln w="51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07387" y="1730265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1" y="13"/>
                  </a:moveTo>
                  <a:lnTo>
                    <a:pt x="48797" y="4633"/>
                  </a:lnTo>
                  <a:lnTo>
                    <a:pt x="40041" y="10922"/>
                  </a:lnTo>
                  <a:lnTo>
                    <a:pt x="34038" y="18334"/>
                  </a:lnTo>
                  <a:lnTo>
                    <a:pt x="30359" y="26323"/>
                  </a:lnTo>
                  <a:lnTo>
                    <a:pt x="26684" y="18333"/>
                  </a:lnTo>
                  <a:lnTo>
                    <a:pt x="20684" y="10918"/>
                  </a:lnTo>
                  <a:lnTo>
                    <a:pt x="11931" y="4625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2187547" y="1534846"/>
            <a:ext cx="268605" cy="156845"/>
          </a:xfrm>
          <a:custGeom>
            <a:avLst/>
            <a:gdLst/>
            <a:ahLst/>
            <a:cxnLst/>
            <a:rect l="l" t="t" r="r" b="b"/>
            <a:pathLst>
              <a:path w="268605" h="156844">
                <a:moveTo>
                  <a:pt x="268364" y="0"/>
                </a:moveTo>
                <a:lnTo>
                  <a:pt x="0" y="0"/>
                </a:lnTo>
                <a:lnTo>
                  <a:pt x="0" y="156769"/>
                </a:lnTo>
                <a:lnTo>
                  <a:pt x="268364" y="156769"/>
                </a:lnTo>
                <a:lnTo>
                  <a:pt x="268364" y="0"/>
                </a:lnTo>
                <a:close/>
              </a:path>
            </a:pathLst>
          </a:custGeom>
          <a:solidFill>
            <a:srgbClr val="FBD2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220379" y="1540775"/>
            <a:ext cx="203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20" dirty="0">
                <a:latin typeface="Arial MT"/>
                <a:cs typeface="Arial MT"/>
              </a:rPr>
              <a:t>0.02</a:t>
            </a:r>
            <a:endParaRPr sz="700">
              <a:latin typeface="Arial MT"/>
              <a:cs typeface="Arial MT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2533516" y="1261768"/>
          <a:ext cx="579120" cy="426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 gridSpan="4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50" spc="-10" dirty="0">
                          <a:latin typeface="Arial MT"/>
                          <a:cs typeface="Arial MT"/>
                        </a:rPr>
                        <a:t>excellent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1D0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9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700" spc="-20" dirty="0">
                          <a:latin typeface="Arial MT"/>
                          <a:cs typeface="Arial MT"/>
                        </a:rPr>
                        <a:t>0.35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solidFill>
                      <a:srgbClr val="F263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3193026" y="1261768"/>
          <a:ext cx="265430" cy="426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50" spc="-25" dirty="0">
                          <a:latin typeface="Arial MT"/>
                          <a:cs typeface="Arial MT"/>
                        </a:rPr>
                        <a:t>but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1D0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210">
                <a:tc gridSpan="2"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700" spc="-20" dirty="0">
                          <a:latin typeface="Arial MT"/>
                          <a:cs typeface="Arial MT"/>
                        </a:rPr>
                        <a:t>0.08</a:t>
                      </a:r>
                      <a:endParaRPr sz="700" dirty="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solidFill>
                      <a:srgbClr val="FBD2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3570577" y="1249454"/>
          <a:ext cx="520700" cy="438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7645">
                <a:tc gridSpan="4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50" spc="-10" dirty="0">
                          <a:latin typeface="Arial MT"/>
                          <a:cs typeface="Arial MT"/>
                        </a:rPr>
                        <a:t>delivery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1D0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3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700" spc="-25" dirty="0">
                          <a:latin typeface="Arial MT"/>
                          <a:cs typeface="Arial MT"/>
                        </a:rPr>
                        <a:t>0.1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solidFill>
                      <a:srgbClr val="F7A6A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4165915" y="1261768"/>
          <a:ext cx="303530" cy="426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50" spc="-20" dirty="0">
                          <a:latin typeface="Arial MT"/>
                          <a:cs typeface="Arial MT"/>
                        </a:rPr>
                        <a:t>slow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1D0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210">
                <a:tc gridSpan="2"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700" spc="-20" dirty="0">
                          <a:latin typeface="Arial MT"/>
                          <a:cs typeface="Arial MT"/>
                        </a:rPr>
                        <a:t>0.08</a:t>
                      </a:r>
                      <a:endParaRPr sz="700" dirty="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solidFill>
                      <a:srgbClr val="FBD2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2" name="object 32"/>
          <p:cNvGrpSpPr/>
          <p:nvPr/>
        </p:nvGrpSpPr>
        <p:grpSpPr>
          <a:xfrm>
            <a:off x="1035459" y="1835121"/>
            <a:ext cx="1564640" cy="301625"/>
            <a:chOff x="1035459" y="1835121"/>
            <a:chExt cx="1564640" cy="301625"/>
          </a:xfrm>
        </p:grpSpPr>
        <p:sp>
          <p:nvSpPr>
            <p:cNvPr id="33" name="object 33"/>
            <p:cNvSpPr/>
            <p:nvPr/>
          </p:nvSpPr>
          <p:spPr>
            <a:xfrm>
              <a:off x="1037999" y="1837661"/>
              <a:ext cx="1559560" cy="296545"/>
            </a:xfrm>
            <a:custGeom>
              <a:avLst/>
              <a:gdLst/>
              <a:ahLst/>
              <a:cxnLst/>
              <a:rect l="l" t="t" r="r" b="b"/>
              <a:pathLst>
                <a:path w="1559560" h="296544">
                  <a:moveTo>
                    <a:pt x="779726" y="0"/>
                  </a:moveTo>
                  <a:lnTo>
                    <a:pt x="704632" y="678"/>
                  </a:lnTo>
                  <a:lnTo>
                    <a:pt x="631558" y="2673"/>
                  </a:lnTo>
                  <a:lnTo>
                    <a:pt x="560831" y="5921"/>
                  </a:lnTo>
                  <a:lnTo>
                    <a:pt x="492776" y="10361"/>
                  </a:lnTo>
                  <a:lnTo>
                    <a:pt x="427722" y="15931"/>
                  </a:lnTo>
                  <a:lnTo>
                    <a:pt x="365995" y="22568"/>
                  </a:lnTo>
                  <a:lnTo>
                    <a:pt x="307920" y="30210"/>
                  </a:lnTo>
                  <a:lnTo>
                    <a:pt x="253826" y="38796"/>
                  </a:lnTo>
                  <a:lnTo>
                    <a:pt x="204039" y="48263"/>
                  </a:lnTo>
                  <a:lnTo>
                    <a:pt x="158886" y="58548"/>
                  </a:lnTo>
                  <a:lnTo>
                    <a:pt x="118693" y="69591"/>
                  </a:lnTo>
                  <a:lnTo>
                    <a:pt x="54495" y="93697"/>
                  </a:lnTo>
                  <a:lnTo>
                    <a:pt x="14059" y="120085"/>
                  </a:lnTo>
                  <a:lnTo>
                    <a:pt x="0" y="148258"/>
                  </a:lnTo>
                  <a:lnTo>
                    <a:pt x="3569" y="162536"/>
                  </a:lnTo>
                  <a:lnTo>
                    <a:pt x="31143" y="189879"/>
                  </a:lnTo>
                  <a:lnTo>
                    <a:pt x="83787" y="215189"/>
                  </a:lnTo>
                  <a:lnTo>
                    <a:pt x="158886" y="237968"/>
                  </a:lnTo>
                  <a:lnTo>
                    <a:pt x="204039" y="248253"/>
                  </a:lnTo>
                  <a:lnTo>
                    <a:pt x="253826" y="257720"/>
                  </a:lnTo>
                  <a:lnTo>
                    <a:pt x="307920" y="266306"/>
                  </a:lnTo>
                  <a:lnTo>
                    <a:pt x="365995" y="273948"/>
                  </a:lnTo>
                  <a:lnTo>
                    <a:pt x="427722" y="280585"/>
                  </a:lnTo>
                  <a:lnTo>
                    <a:pt x="492776" y="286155"/>
                  </a:lnTo>
                  <a:lnTo>
                    <a:pt x="560831" y="290595"/>
                  </a:lnTo>
                  <a:lnTo>
                    <a:pt x="631558" y="293843"/>
                  </a:lnTo>
                  <a:lnTo>
                    <a:pt x="704632" y="295838"/>
                  </a:lnTo>
                  <a:lnTo>
                    <a:pt x="779726" y="296516"/>
                  </a:lnTo>
                  <a:lnTo>
                    <a:pt x="854820" y="295838"/>
                  </a:lnTo>
                  <a:lnTo>
                    <a:pt x="927894" y="293843"/>
                  </a:lnTo>
                  <a:lnTo>
                    <a:pt x="998621" y="290595"/>
                  </a:lnTo>
                  <a:lnTo>
                    <a:pt x="1066675" y="286155"/>
                  </a:lnTo>
                  <a:lnTo>
                    <a:pt x="1131730" y="280585"/>
                  </a:lnTo>
                  <a:lnTo>
                    <a:pt x="1193457" y="273948"/>
                  </a:lnTo>
                  <a:lnTo>
                    <a:pt x="1251532" y="266306"/>
                  </a:lnTo>
                  <a:lnTo>
                    <a:pt x="1305626" y="257720"/>
                  </a:lnTo>
                  <a:lnTo>
                    <a:pt x="1355413" y="248253"/>
                  </a:lnTo>
                  <a:lnTo>
                    <a:pt x="1400566" y="237968"/>
                  </a:lnTo>
                  <a:lnTo>
                    <a:pt x="1440759" y="226926"/>
                  </a:lnTo>
                  <a:lnTo>
                    <a:pt x="1504957" y="202819"/>
                  </a:lnTo>
                  <a:lnTo>
                    <a:pt x="1545393" y="176431"/>
                  </a:lnTo>
                  <a:lnTo>
                    <a:pt x="1559453" y="148258"/>
                  </a:lnTo>
                  <a:lnTo>
                    <a:pt x="1555883" y="133980"/>
                  </a:lnTo>
                  <a:lnTo>
                    <a:pt x="1528309" y="106637"/>
                  </a:lnTo>
                  <a:lnTo>
                    <a:pt x="1475665" y="81328"/>
                  </a:lnTo>
                  <a:lnTo>
                    <a:pt x="1400566" y="58548"/>
                  </a:lnTo>
                  <a:lnTo>
                    <a:pt x="1355413" y="48263"/>
                  </a:lnTo>
                  <a:lnTo>
                    <a:pt x="1305626" y="38796"/>
                  </a:lnTo>
                  <a:lnTo>
                    <a:pt x="1251532" y="30210"/>
                  </a:lnTo>
                  <a:lnTo>
                    <a:pt x="1193457" y="22568"/>
                  </a:lnTo>
                  <a:lnTo>
                    <a:pt x="1131730" y="15931"/>
                  </a:lnTo>
                  <a:lnTo>
                    <a:pt x="1066675" y="10361"/>
                  </a:lnTo>
                  <a:lnTo>
                    <a:pt x="998621" y="5921"/>
                  </a:lnTo>
                  <a:lnTo>
                    <a:pt x="927894" y="2673"/>
                  </a:lnTo>
                  <a:lnTo>
                    <a:pt x="854820" y="678"/>
                  </a:lnTo>
                  <a:lnTo>
                    <a:pt x="779726" y="0"/>
                  </a:lnTo>
                  <a:close/>
                </a:path>
              </a:pathLst>
            </a:custGeom>
            <a:solidFill>
              <a:srgbClr val="BCD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37999" y="1837661"/>
              <a:ext cx="1559560" cy="296545"/>
            </a:xfrm>
            <a:custGeom>
              <a:avLst/>
              <a:gdLst/>
              <a:ahLst/>
              <a:cxnLst/>
              <a:rect l="l" t="t" r="r" b="b"/>
              <a:pathLst>
                <a:path w="1559560" h="296544">
                  <a:moveTo>
                    <a:pt x="1559453" y="148258"/>
                  </a:moveTo>
                  <a:lnTo>
                    <a:pt x="1528309" y="106637"/>
                  </a:lnTo>
                  <a:lnTo>
                    <a:pt x="1475665" y="81328"/>
                  </a:lnTo>
                  <a:lnTo>
                    <a:pt x="1400566" y="58548"/>
                  </a:lnTo>
                  <a:lnTo>
                    <a:pt x="1355413" y="48263"/>
                  </a:lnTo>
                  <a:lnTo>
                    <a:pt x="1305626" y="38796"/>
                  </a:lnTo>
                  <a:lnTo>
                    <a:pt x="1251532" y="30210"/>
                  </a:lnTo>
                  <a:lnTo>
                    <a:pt x="1193457" y="22568"/>
                  </a:lnTo>
                  <a:lnTo>
                    <a:pt x="1131730" y="15931"/>
                  </a:lnTo>
                  <a:lnTo>
                    <a:pt x="1066675" y="10361"/>
                  </a:lnTo>
                  <a:lnTo>
                    <a:pt x="998621" y="5921"/>
                  </a:lnTo>
                  <a:lnTo>
                    <a:pt x="927894" y="2673"/>
                  </a:lnTo>
                  <a:lnTo>
                    <a:pt x="854820" y="678"/>
                  </a:lnTo>
                  <a:lnTo>
                    <a:pt x="779726" y="0"/>
                  </a:lnTo>
                  <a:lnTo>
                    <a:pt x="704632" y="678"/>
                  </a:lnTo>
                  <a:lnTo>
                    <a:pt x="631558" y="2673"/>
                  </a:lnTo>
                  <a:lnTo>
                    <a:pt x="560831" y="5921"/>
                  </a:lnTo>
                  <a:lnTo>
                    <a:pt x="492776" y="10361"/>
                  </a:lnTo>
                  <a:lnTo>
                    <a:pt x="427722" y="15931"/>
                  </a:lnTo>
                  <a:lnTo>
                    <a:pt x="365995" y="22568"/>
                  </a:lnTo>
                  <a:lnTo>
                    <a:pt x="307920" y="30210"/>
                  </a:lnTo>
                  <a:lnTo>
                    <a:pt x="253826" y="38796"/>
                  </a:lnTo>
                  <a:lnTo>
                    <a:pt x="204039" y="48263"/>
                  </a:lnTo>
                  <a:lnTo>
                    <a:pt x="158886" y="58548"/>
                  </a:lnTo>
                  <a:lnTo>
                    <a:pt x="118693" y="69591"/>
                  </a:lnTo>
                  <a:lnTo>
                    <a:pt x="54495" y="93697"/>
                  </a:lnTo>
                  <a:lnTo>
                    <a:pt x="14059" y="120085"/>
                  </a:lnTo>
                  <a:lnTo>
                    <a:pt x="0" y="148258"/>
                  </a:lnTo>
                  <a:lnTo>
                    <a:pt x="3569" y="162536"/>
                  </a:lnTo>
                  <a:lnTo>
                    <a:pt x="31143" y="189879"/>
                  </a:lnTo>
                  <a:lnTo>
                    <a:pt x="83787" y="215189"/>
                  </a:lnTo>
                  <a:lnTo>
                    <a:pt x="158886" y="237968"/>
                  </a:lnTo>
                  <a:lnTo>
                    <a:pt x="204039" y="248253"/>
                  </a:lnTo>
                  <a:lnTo>
                    <a:pt x="253826" y="257720"/>
                  </a:lnTo>
                  <a:lnTo>
                    <a:pt x="307920" y="266306"/>
                  </a:lnTo>
                  <a:lnTo>
                    <a:pt x="365995" y="273948"/>
                  </a:lnTo>
                  <a:lnTo>
                    <a:pt x="427722" y="280585"/>
                  </a:lnTo>
                  <a:lnTo>
                    <a:pt x="492776" y="286155"/>
                  </a:lnTo>
                  <a:lnTo>
                    <a:pt x="560831" y="290595"/>
                  </a:lnTo>
                  <a:lnTo>
                    <a:pt x="631558" y="293843"/>
                  </a:lnTo>
                  <a:lnTo>
                    <a:pt x="704632" y="295838"/>
                  </a:lnTo>
                  <a:lnTo>
                    <a:pt x="779726" y="296516"/>
                  </a:lnTo>
                  <a:lnTo>
                    <a:pt x="854820" y="295838"/>
                  </a:lnTo>
                  <a:lnTo>
                    <a:pt x="927894" y="293843"/>
                  </a:lnTo>
                  <a:lnTo>
                    <a:pt x="998621" y="290595"/>
                  </a:lnTo>
                  <a:lnTo>
                    <a:pt x="1066675" y="286155"/>
                  </a:lnTo>
                  <a:lnTo>
                    <a:pt x="1131730" y="280585"/>
                  </a:lnTo>
                  <a:lnTo>
                    <a:pt x="1193457" y="273948"/>
                  </a:lnTo>
                  <a:lnTo>
                    <a:pt x="1251532" y="266306"/>
                  </a:lnTo>
                  <a:lnTo>
                    <a:pt x="1305626" y="257720"/>
                  </a:lnTo>
                  <a:lnTo>
                    <a:pt x="1355413" y="248253"/>
                  </a:lnTo>
                  <a:lnTo>
                    <a:pt x="1400566" y="237968"/>
                  </a:lnTo>
                  <a:lnTo>
                    <a:pt x="1440759" y="226926"/>
                  </a:lnTo>
                  <a:lnTo>
                    <a:pt x="1504957" y="202819"/>
                  </a:lnTo>
                  <a:lnTo>
                    <a:pt x="1545393" y="176431"/>
                  </a:lnTo>
                  <a:lnTo>
                    <a:pt x="1559453" y="148258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299210" y="1881135"/>
            <a:ext cx="103759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Arial MT"/>
                <a:cs typeface="Arial MT"/>
              </a:rPr>
              <a:t>Classify</a:t>
            </a:r>
            <a:r>
              <a:rPr sz="950" spc="10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sentiment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572193" y="1795636"/>
            <a:ext cx="1531620" cy="381000"/>
          </a:xfrm>
          <a:prstGeom prst="rect">
            <a:avLst/>
          </a:prstGeom>
          <a:solidFill>
            <a:srgbClr val="FDEFBF"/>
          </a:solidFill>
          <a:ln w="5060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 MT"/>
                <a:cs typeface="Arial MT"/>
              </a:rPr>
              <a:t>Weighted</a:t>
            </a:r>
            <a:r>
              <a:rPr sz="900" spc="7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context</a:t>
            </a:r>
            <a:endParaRPr sz="9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sz="900" dirty="0">
                <a:latin typeface="Arial MT"/>
                <a:cs typeface="Arial MT"/>
              </a:rPr>
              <a:t>emphasizes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”excellent”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18598" y="1894303"/>
            <a:ext cx="518795" cy="183515"/>
          </a:xfrm>
          <a:prstGeom prst="rect">
            <a:avLst/>
          </a:prstGeom>
          <a:solidFill>
            <a:srgbClr val="A6D0A6"/>
          </a:solidFill>
          <a:ln w="5060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latin typeface="Arial MT"/>
                <a:cs typeface="Arial MT"/>
              </a:rPr>
              <a:t>Positive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1894" y="2377930"/>
            <a:ext cx="5116830" cy="4064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 marR="30480">
              <a:lnSpc>
                <a:spcPct val="110700"/>
              </a:lnSpc>
              <a:spcBef>
                <a:spcPts val="8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Key</a:t>
            </a:r>
            <a:r>
              <a:rPr sz="1050" spc="10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Insight:</a:t>
            </a:r>
            <a:r>
              <a:rPr sz="1050" spc="2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Model</a:t>
            </a:r>
            <a:r>
              <a:rPr sz="1050" spc="1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learns</a:t>
            </a:r>
            <a:r>
              <a:rPr sz="1050" spc="10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”excellent”</a:t>
            </a:r>
            <a:r>
              <a:rPr sz="1050" spc="1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</a:t>
            </a:r>
            <a:r>
              <a:rPr sz="1200" i="1" dirty="0">
                <a:latin typeface="Verdana"/>
                <a:cs typeface="Verdana"/>
              </a:rPr>
              <a:t>α</a:t>
            </a:r>
            <a:r>
              <a:rPr sz="1050" baseline="-15873" dirty="0">
                <a:latin typeface="Arial MT"/>
                <a:cs typeface="Arial MT"/>
              </a:rPr>
              <a:t>5</a:t>
            </a:r>
            <a:r>
              <a:rPr sz="1050" spc="555" baseline="-15873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120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0</a:t>
            </a:r>
            <a:r>
              <a:rPr sz="1200" i="1" dirty="0">
                <a:latin typeface="Verdana"/>
                <a:cs typeface="Verdana"/>
              </a:rPr>
              <a:t>.</a:t>
            </a:r>
            <a:r>
              <a:rPr sz="1050" dirty="0">
                <a:latin typeface="Arial MT"/>
                <a:cs typeface="Arial MT"/>
              </a:rPr>
              <a:t>35)</a:t>
            </a:r>
            <a:r>
              <a:rPr sz="1050" spc="1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1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most</a:t>
            </a:r>
            <a:r>
              <a:rPr sz="1050" spc="1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important</a:t>
            </a:r>
            <a:r>
              <a:rPr sz="1050" spc="1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10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sentiment, </a:t>
            </a:r>
            <a:r>
              <a:rPr sz="1050" dirty="0">
                <a:latin typeface="Arial MT"/>
                <a:cs typeface="Arial MT"/>
              </a:rPr>
              <a:t>despite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negative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word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”slow”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present.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40" name="object 4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2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2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2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2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2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2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39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80BC5F55-378D-06CA-4077-73192EBAE1B9}"/>
                  </a:ext>
                </a:extLst>
              </p14:cNvPr>
              <p14:cNvContentPartPr/>
              <p14:nvPr/>
            </p14:nvContentPartPr>
            <p14:xfrm>
              <a:off x="1584360" y="1133640"/>
              <a:ext cx="2552400" cy="3794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80BC5F55-378D-06CA-4077-73192EBAE1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75000" y="1124280"/>
                <a:ext cx="2571120" cy="398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90" dirty="0">
                <a:solidFill>
                  <a:srgbClr val="FFFFFF"/>
                </a:solidFill>
              </a:rPr>
              <a:t>E</a:t>
            </a:r>
            <a:r>
              <a:rPr cap="small" spc="290" dirty="0">
                <a:solidFill>
                  <a:srgbClr val="FFFFFF"/>
                </a:solidFill>
              </a:rPr>
              <a:t>xample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spc="90" dirty="0">
                <a:solidFill>
                  <a:srgbClr val="FFFFFF"/>
                </a:solidFill>
              </a:rPr>
              <a:t>3:</a:t>
            </a:r>
            <a:r>
              <a:rPr spc="475" dirty="0">
                <a:solidFill>
                  <a:srgbClr val="FFFFFF"/>
                </a:solidFill>
              </a:rPr>
              <a:t> </a:t>
            </a:r>
            <a:r>
              <a:rPr spc="285" dirty="0">
                <a:solidFill>
                  <a:srgbClr val="FFFFFF"/>
                </a:solidFill>
              </a:rPr>
              <a:t>Q&amp;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spc="400" dirty="0">
                <a:solidFill>
                  <a:srgbClr val="FFFFFF"/>
                </a:solidFill>
              </a:rPr>
              <a:t>A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cap="small" spc="240" dirty="0">
                <a:solidFill>
                  <a:srgbClr val="FFFFFF"/>
                </a:solidFill>
              </a:rPr>
              <a:t>with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220" dirty="0">
                <a:solidFill>
                  <a:srgbClr val="FFFFFF"/>
                </a:solidFill>
              </a:rPr>
              <a:t>A</a:t>
            </a:r>
            <a:r>
              <a:rPr cap="small" spc="220" dirty="0">
                <a:solidFill>
                  <a:srgbClr val="FFFFFF"/>
                </a:solidFill>
              </a:rPr>
              <a:t>ttention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44816"/>
            <a:ext cx="4225925" cy="392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Context:</a:t>
            </a:r>
            <a:r>
              <a:rPr sz="1050" spc="114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”Mumbai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financial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capital.</a:t>
            </a:r>
            <a:r>
              <a:rPr sz="1050" spc="1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Delhi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national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capital.”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Question:</a:t>
            </a:r>
            <a:r>
              <a:rPr sz="1050" spc="1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”What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national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capital?”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3359" y="1074233"/>
            <a:ext cx="534670" cy="183515"/>
          </a:xfrm>
          <a:prstGeom prst="rect">
            <a:avLst/>
          </a:prstGeom>
          <a:solidFill>
            <a:srgbClr val="D1D0E3"/>
          </a:solidFill>
          <a:ln w="5060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latin typeface="Arial MT"/>
                <a:cs typeface="Arial MT"/>
              </a:rPr>
              <a:t>Mumbai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45506" y="1071693"/>
            <a:ext cx="186690" cy="188595"/>
            <a:chOff x="1645506" y="1071693"/>
            <a:chExt cx="186690" cy="188595"/>
          </a:xfrm>
        </p:grpSpPr>
        <p:sp>
          <p:nvSpPr>
            <p:cNvPr id="6" name="object 6"/>
            <p:cNvSpPr/>
            <p:nvPr/>
          </p:nvSpPr>
          <p:spPr>
            <a:xfrm>
              <a:off x="1648046" y="1074233"/>
              <a:ext cx="181610" cy="183515"/>
            </a:xfrm>
            <a:custGeom>
              <a:avLst/>
              <a:gdLst/>
              <a:ahLst/>
              <a:cxnLst/>
              <a:rect l="l" t="t" r="r" b="b"/>
              <a:pathLst>
                <a:path w="181610" h="183515">
                  <a:moveTo>
                    <a:pt x="181115" y="0"/>
                  </a:moveTo>
                  <a:lnTo>
                    <a:pt x="0" y="0"/>
                  </a:lnTo>
                  <a:lnTo>
                    <a:pt x="0" y="183233"/>
                  </a:lnTo>
                  <a:lnTo>
                    <a:pt x="181115" y="183233"/>
                  </a:lnTo>
                  <a:lnTo>
                    <a:pt x="181115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8046" y="1074233"/>
              <a:ext cx="181610" cy="183515"/>
            </a:xfrm>
            <a:custGeom>
              <a:avLst/>
              <a:gdLst/>
              <a:ahLst/>
              <a:cxnLst/>
              <a:rect l="l" t="t" r="r" b="b"/>
              <a:pathLst>
                <a:path w="181610" h="183515">
                  <a:moveTo>
                    <a:pt x="0" y="183233"/>
                  </a:moveTo>
                  <a:lnTo>
                    <a:pt x="181115" y="183233"/>
                  </a:lnTo>
                  <a:lnTo>
                    <a:pt x="181115" y="0"/>
                  </a:lnTo>
                  <a:lnTo>
                    <a:pt x="0" y="0"/>
                  </a:lnTo>
                  <a:lnTo>
                    <a:pt x="0" y="18323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80870" y="1072488"/>
            <a:ext cx="11557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25" dirty="0">
                <a:latin typeface="Arial MT"/>
                <a:cs typeface="Arial MT"/>
              </a:rPr>
              <a:t>is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52219" y="1077775"/>
            <a:ext cx="509270" cy="176530"/>
          </a:xfrm>
          <a:custGeom>
            <a:avLst/>
            <a:gdLst/>
            <a:ahLst/>
            <a:cxnLst/>
            <a:rect l="l" t="t" r="r" b="b"/>
            <a:pathLst>
              <a:path w="509269" h="176530">
                <a:moveTo>
                  <a:pt x="0" y="176150"/>
                </a:moveTo>
                <a:lnTo>
                  <a:pt x="508773" y="176150"/>
                </a:lnTo>
                <a:lnTo>
                  <a:pt x="508773" y="0"/>
                </a:lnTo>
                <a:lnTo>
                  <a:pt x="0" y="0"/>
                </a:lnTo>
                <a:lnTo>
                  <a:pt x="0" y="17615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52219" y="1077775"/>
            <a:ext cx="509270" cy="176530"/>
          </a:xfrm>
          <a:prstGeom prst="rect">
            <a:avLst/>
          </a:prstGeom>
          <a:solidFill>
            <a:srgbClr val="D1D0E3"/>
          </a:solidFill>
        </p:spPr>
        <p:txBody>
          <a:bodyPr vert="horz" wrap="square" lIns="0" tIns="1397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latin typeface="Arial MT"/>
                <a:cs typeface="Arial MT"/>
              </a:rPr>
              <a:t>financial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64517" y="1067298"/>
            <a:ext cx="420370" cy="197485"/>
          </a:xfrm>
          <a:custGeom>
            <a:avLst/>
            <a:gdLst/>
            <a:ahLst/>
            <a:cxnLst/>
            <a:rect l="l" t="t" r="r" b="b"/>
            <a:pathLst>
              <a:path w="420369" h="197484">
                <a:moveTo>
                  <a:pt x="0" y="197103"/>
                </a:moveTo>
                <a:lnTo>
                  <a:pt x="420179" y="197103"/>
                </a:lnTo>
                <a:lnTo>
                  <a:pt x="420179" y="0"/>
                </a:lnTo>
                <a:lnTo>
                  <a:pt x="0" y="0"/>
                </a:lnTo>
                <a:lnTo>
                  <a:pt x="0" y="19710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464517" y="1067298"/>
            <a:ext cx="420370" cy="197485"/>
          </a:xfrm>
          <a:prstGeom prst="rect">
            <a:avLst/>
          </a:prstGeom>
          <a:solidFill>
            <a:srgbClr val="D1D0E3"/>
          </a:solidFill>
        </p:spPr>
        <p:txBody>
          <a:bodyPr vert="horz" wrap="square" lIns="0" tIns="1333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latin typeface="Arial MT"/>
                <a:cs typeface="Arial MT"/>
              </a:rPr>
              <a:t>capital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55042" y="1074233"/>
            <a:ext cx="375285" cy="183515"/>
          </a:xfrm>
          <a:prstGeom prst="rect">
            <a:avLst/>
          </a:prstGeom>
          <a:solidFill>
            <a:srgbClr val="D1D0E3"/>
          </a:solidFill>
          <a:ln w="5060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latin typeface="Arial MT"/>
                <a:cs typeface="Arial MT"/>
              </a:rPr>
              <a:t>Delhi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17512" y="1071693"/>
            <a:ext cx="186690" cy="188595"/>
            <a:chOff x="3517512" y="1071693"/>
            <a:chExt cx="186690" cy="188595"/>
          </a:xfrm>
        </p:grpSpPr>
        <p:sp>
          <p:nvSpPr>
            <p:cNvPr id="15" name="object 15"/>
            <p:cNvSpPr/>
            <p:nvPr/>
          </p:nvSpPr>
          <p:spPr>
            <a:xfrm>
              <a:off x="3520052" y="1074233"/>
              <a:ext cx="181610" cy="183515"/>
            </a:xfrm>
            <a:custGeom>
              <a:avLst/>
              <a:gdLst/>
              <a:ahLst/>
              <a:cxnLst/>
              <a:rect l="l" t="t" r="r" b="b"/>
              <a:pathLst>
                <a:path w="181610" h="183515">
                  <a:moveTo>
                    <a:pt x="181115" y="0"/>
                  </a:moveTo>
                  <a:lnTo>
                    <a:pt x="0" y="0"/>
                  </a:lnTo>
                  <a:lnTo>
                    <a:pt x="0" y="183233"/>
                  </a:lnTo>
                  <a:lnTo>
                    <a:pt x="181115" y="183233"/>
                  </a:lnTo>
                  <a:lnTo>
                    <a:pt x="181115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20052" y="1074233"/>
              <a:ext cx="181610" cy="183515"/>
            </a:xfrm>
            <a:custGeom>
              <a:avLst/>
              <a:gdLst/>
              <a:ahLst/>
              <a:cxnLst/>
              <a:rect l="l" t="t" r="r" b="b"/>
              <a:pathLst>
                <a:path w="181610" h="183515">
                  <a:moveTo>
                    <a:pt x="0" y="183233"/>
                  </a:moveTo>
                  <a:lnTo>
                    <a:pt x="181115" y="183233"/>
                  </a:lnTo>
                  <a:lnTo>
                    <a:pt x="181115" y="0"/>
                  </a:lnTo>
                  <a:lnTo>
                    <a:pt x="0" y="0"/>
                  </a:lnTo>
                  <a:lnTo>
                    <a:pt x="0" y="18323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52862" y="1072488"/>
            <a:ext cx="11557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25" dirty="0">
                <a:latin typeface="Arial MT"/>
                <a:cs typeface="Arial MT"/>
              </a:rPr>
              <a:t>is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833677" y="1078230"/>
            <a:ext cx="490220" cy="175260"/>
          </a:xfrm>
          <a:custGeom>
            <a:avLst/>
            <a:gdLst/>
            <a:ahLst/>
            <a:cxnLst/>
            <a:rect l="l" t="t" r="r" b="b"/>
            <a:pathLst>
              <a:path w="490220" h="175259">
                <a:moveTo>
                  <a:pt x="0" y="175239"/>
                </a:moveTo>
                <a:lnTo>
                  <a:pt x="489868" y="175239"/>
                </a:lnTo>
                <a:lnTo>
                  <a:pt x="489868" y="0"/>
                </a:lnTo>
                <a:lnTo>
                  <a:pt x="0" y="0"/>
                </a:lnTo>
                <a:lnTo>
                  <a:pt x="0" y="175239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833677" y="1078230"/>
            <a:ext cx="490220" cy="175260"/>
          </a:xfrm>
          <a:prstGeom prst="rect">
            <a:avLst/>
          </a:prstGeom>
          <a:solidFill>
            <a:srgbClr val="D1D0E3"/>
          </a:solidFill>
        </p:spPr>
        <p:txBody>
          <a:bodyPr vert="horz" wrap="square" lIns="0" tIns="1333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latin typeface="Arial MT"/>
                <a:cs typeface="Arial MT"/>
              </a:rPr>
              <a:t>national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36523" y="1067298"/>
            <a:ext cx="420370" cy="197485"/>
          </a:xfrm>
          <a:custGeom>
            <a:avLst/>
            <a:gdLst/>
            <a:ahLst/>
            <a:cxnLst/>
            <a:rect l="l" t="t" r="r" b="b"/>
            <a:pathLst>
              <a:path w="420370" h="197484">
                <a:moveTo>
                  <a:pt x="0" y="197103"/>
                </a:moveTo>
                <a:lnTo>
                  <a:pt x="420179" y="197103"/>
                </a:lnTo>
                <a:lnTo>
                  <a:pt x="420179" y="0"/>
                </a:lnTo>
                <a:lnTo>
                  <a:pt x="0" y="0"/>
                </a:lnTo>
                <a:lnTo>
                  <a:pt x="0" y="19710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336523" y="1067298"/>
            <a:ext cx="420370" cy="197485"/>
          </a:xfrm>
          <a:prstGeom prst="rect">
            <a:avLst/>
          </a:prstGeom>
          <a:solidFill>
            <a:srgbClr val="D1D0E3"/>
          </a:solidFill>
        </p:spPr>
        <p:txBody>
          <a:bodyPr vert="horz" wrap="square" lIns="0" tIns="1333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latin typeface="Arial MT"/>
                <a:cs typeface="Arial MT"/>
              </a:rPr>
              <a:t>capital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237698" y="1253122"/>
            <a:ext cx="3342004" cy="357505"/>
            <a:chOff x="1237698" y="1253122"/>
            <a:chExt cx="3342004" cy="357505"/>
          </a:xfrm>
        </p:grpSpPr>
        <p:sp>
          <p:nvSpPr>
            <p:cNvPr id="23" name="object 23"/>
            <p:cNvSpPr/>
            <p:nvPr/>
          </p:nvSpPr>
          <p:spPr>
            <a:xfrm>
              <a:off x="1270611" y="1259977"/>
              <a:ext cx="0" cy="345440"/>
            </a:xfrm>
            <a:custGeom>
              <a:avLst/>
              <a:gdLst/>
              <a:ahLst/>
              <a:cxnLst/>
              <a:rect l="l" t="t" r="r" b="b"/>
              <a:pathLst>
                <a:path h="345440">
                  <a:moveTo>
                    <a:pt x="0" y="228972"/>
                  </a:moveTo>
                  <a:lnTo>
                    <a:pt x="0" y="345412"/>
                  </a:lnTo>
                </a:path>
                <a:path h="345440">
                  <a:moveTo>
                    <a:pt x="0" y="0"/>
                  </a:moveTo>
                  <a:lnTo>
                    <a:pt x="0" y="72203"/>
                  </a:lnTo>
                </a:path>
              </a:pathLst>
            </a:custGeom>
            <a:ln w="50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40238" y="1581601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59" h="26669">
                  <a:moveTo>
                    <a:pt x="60731" y="3"/>
                  </a:moveTo>
                  <a:lnTo>
                    <a:pt x="48798" y="4624"/>
                  </a:lnTo>
                  <a:lnTo>
                    <a:pt x="40043" y="10915"/>
                  </a:lnTo>
                  <a:lnTo>
                    <a:pt x="34041" y="18328"/>
                  </a:lnTo>
                  <a:lnTo>
                    <a:pt x="30364" y="26318"/>
                  </a:lnTo>
                  <a:lnTo>
                    <a:pt x="26687" y="18328"/>
                  </a:lnTo>
                  <a:lnTo>
                    <a:pt x="20686" y="10914"/>
                  </a:lnTo>
                  <a:lnTo>
                    <a:pt x="11932" y="4622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38620" y="1259977"/>
              <a:ext cx="0" cy="345440"/>
            </a:xfrm>
            <a:custGeom>
              <a:avLst/>
              <a:gdLst/>
              <a:ahLst/>
              <a:cxnLst/>
              <a:rect l="l" t="t" r="r" b="b"/>
              <a:pathLst>
                <a:path h="345440">
                  <a:moveTo>
                    <a:pt x="0" y="228972"/>
                  </a:moveTo>
                  <a:lnTo>
                    <a:pt x="0" y="345412"/>
                  </a:lnTo>
                </a:path>
                <a:path h="345440">
                  <a:moveTo>
                    <a:pt x="0" y="0"/>
                  </a:moveTo>
                  <a:lnTo>
                    <a:pt x="0" y="72203"/>
                  </a:lnTo>
                </a:path>
              </a:pathLst>
            </a:custGeom>
            <a:ln w="50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08241" y="1581600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1" y="4"/>
                  </a:moveTo>
                  <a:lnTo>
                    <a:pt x="48797" y="4626"/>
                  </a:lnTo>
                  <a:lnTo>
                    <a:pt x="40043" y="10916"/>
                  </a:lnTo>
                  <a:lnTo>
                    <a:pt x="34041" y="18329"/>
                  </a:lnTo>
                  <a:lnTo>
                    <a:pt x="30363" y="26319"/>
                  </a:lnTo>
                  <a:lnTo>
                    <a:pt x="26687" y="18329"/>
                  </a:lnTo>
                  <a:lnTo>
                    <a:pt x="20685" y="10915"/>
                  </a:lnTo>
                  <a:lnTo>
                    <a:pt x="11932" y="4623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206630" y="1256435"/>
              <a:ext cx="0" cy="349250"/>
            </a:xfrm>
            <a:custGeom>
              <a:avLst/>
              <a:gdLst/>
              <a:ahLst/>
              <a:cxnLst/>
              <a:rect l="l" t="t" r="r" b="b"/>
              <a:pathLst>
                <a:path h="349250">
                  <a:moveTo>
                    <a:pt x="0" y="232514"/>
                  </a:moveTo>
                  <a:lnTo>
                    <a:pt x="0" y="348953"/>
                  </a:lnTo>
                </a:path>
                <a:path h="349250">
                  <a:moveTo>
                    <a:pt x="0" y="0"/>
                  </a:moveTo>
                  <a:lnTo>
                    <a:pt x="0" y="75745"/>
                  </a:lnTo>
                </a:path>
              </a:pathLst>
            </a:custGeom>
            <a:ln w="51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76244" y="1581598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1" y="8"/>
                  </a:moveTo>
                  <a:lnTo>
                    <a:pt x="48797" y="4629"/>
                  </a:lnTo>
                  <a:lnTo>
                    <a:pt x="40042" y="10919"/>
                  </a:lnTo>
                  <a:lnTo>
                    <a:pt x="34040" y="18331"/>
                  </a:lnTo>
                  <a:lnTo>
                    <a:pt x="30361" y="26321"/>
                  </a:lnTo>
                  <a:lnTo>
                    <a:pt x="26686" y="18330"/>
                  </a:lnTo>
                  <a:lnTo>
                    <a:pt x="20685" y="10916"/>
                  </a:lnTo>
                  <a:lnTo>
                    <a:pt x="11932" y="4624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74639" y="1266912"/>
              <a:ext cx="0" cy="339090"/>
            </a:xfrm>
            <a:custGeom>
              <a:avLst/>
              <a:gdLst/>
              <a:ahLst/>
              <a:cxnLst/>
              <a:rect l="l" t="t" r="r" b="b"/>
              <a:pathLst>
                <a:path h="339090">
                  <a:moveTo>
                    <a:pt x="0" y="222037"/>
                  </a:moveTo>
                  <a:lnTo>
                    <a:pt x="0" y="338477"/>
                  </a:lnTo>
                </a:path>
                <a:path h="339090">
                  <a:moveTo>
                    <a:pt x="0" y="0"/>
                  </a:moveTo>
                  <a:lnTo>
                    <a:pt x="0" y="65268"/>
                  </a:lnTo>
                </a:path>
              </a:pathLst>
            </a:custGeom>
            <a:ln w="51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644246" y="1581597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1" y="10"/>
                  </a:moveTo>
                  <a:lnTo>
                    <a:pt x="48797" y="4630"/>
                  </a:lnTo>
                  <a:lnTo>
                    <a:pt x="40042" y="10920"/>
                  </a:lnTo>
                  <a:lnTo>
                    <a:pt x="34039" y="18332"/>
                  </a:lnTo>
                  <a:lnTo>
                    <a:pt x="30361" y="26322"/>
                  </a:lnTo>
                  <a:lnTo>
                    <a:pt x="26685" y="18331"/>
                  </a:lnTo>
                  <a:lnTo>
                    <a:pt x="20684" y="10916"/>
                  </a:lnTo>
                  <a:lnTo>
                    <a:pt x="11932" y="4624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42649" y="1259977"/>
              <a:ext cx="0" cy="345440"/>
            </a:xfrm>
            <a:custGeom>
              <a:avLst/>
              <a:gdLst/>
              <a:ahLst/>
              <a:cxnLst/>
              <a:rect l="l" t="t" r="r" b="b"/>
              <a:pathLst>
                <a:path h="345440">
                  <a:moveTo>
                    <a:pt x="0" y="228972"/>
                  </a:moveTo>
                  <a:lnTo>
                    <a:pt x="0" y="345412"/>
                  </a:lnTo>
                </a:path>
                <a:path h="345440">
                  <a:moveTo>
                    <a:pt x="0" y="0"/>
                  </a:moveTo>
                  <a:lnTo>
                    <a:pt x="0" y="72203"/>
                  </a:lnTo>
                </a:path>
              </a:pathLst>
            </a:custGeom>
            <a:ln w="51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12249" y="1581595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1" y="13"/>
                  </a:moveTo>
                  <a:lnTo>
                    <a:pt x="48797" y="4633"/>
                  </a:lnTo>
                  <a:lnTo>
                    <a:pt x="40041" y="10922"/>
                  </a:lnTo>
                  <a:lnTo>
                    <a:pt x="34038" y="18334"/>
                  </a:lnTo>
                  <a:lnTo>
                    <a:pt x="30359" y="26323"/>
                  </a:lnTo>
                  <a:lnTo>
                    <a:pt x="26684" y="18333"/>
                  </a:lnTo>
                  <a:lnTo>
                    <a:pt x="20684" y="10918"/>
                  </a:lnTo>
                  <a:lnTo>
                    <a:pt x="11931" y="4625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610658" y="1259977"/>
              <a:ext cx="0" cy="345440"/>
            </a:xfrm>
            <a:custGeom>
              <a:avLst/>
              <a:gdLst/>
              <a:ahLst/>
              <a:cxnLst/>
              <a:rect l="l" t="t" r="r" b="b"/>
              <a:pathLst>
                <a:path h="345440">
                  <a:moveTo>
                    <a:pt x="0" y="228972"/>
                  </a:moveTo>
                  <a:lnTo>
                    <a:pt x="0" y="345412"/>
                  </a:lnTo>
                </a:path>
                <a:path h="345440">
                  <a:moveTo>
                    <a:pt x="0" y="0"/>
                  </a:moveTo>
                  <a:lnTo>
                    <a:pt x="0" y="72203"/>
                  </a:lnTo>
                </a:path>
              </a:pathLst>
            </a:custGeom>
            <a:ln w="51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580252" y="1581595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1" y="15"/>
                  </a:moveTo>
                  <a:lnTo>
                    <a:pt x="48797" y="4635"/>
                  </a:lnTo>
                  <a:lnTo>
                    <a:pt x="40041" y="10923"/>
                  </a:lnTo>
                  <a:lnTo>
                    <a:pt x="34037" y="18335"/>
                  </a:lnTo>
                  <a:lnTo>
                    <a:pt x="30358" y="26324"/>
                  </a:lnTo>
                  <a:lnTo>
                    <a:pt x="26683" y="18333"/>
                  </a:lnTo>
                  <a:lnTo>
                    <a:pt x="20683" y="10918"/>
                  </a:lnTo>
                  <a:lnTo>
                    <a:pt x="11931" y="4625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078668" y="1255980"/>
              <a:ext cx="0" cy="349885"/>
            </a:xfrm>
            <a:custGeom>
              <a:avLst/>
              <a:gdLst/>
              <a:ahLst/>
              <a:cxnLst/>
              <a:rect l="l" t="t" r="r" b="b"/>
              <a:pathLst>
                <a:path h="349884">
                  <a:moveTo>
                    <a:pt x="0" y="232969"/>
                  </a:moveTo>
                  <a:lnTo>
                    <a:pt x="0" y="349409"/>
                  </a:lnTo>
                </a:path>
                <a:path h="349884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51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048254" y="1581593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1" y="18"/>
                  </a:moveTo>
                  <a:lnTo>
                    <a:pt x="48796" y="4637"/>
                  </a:lnTo>
                  <a:lnTo>
                    <a:pt x="40041" y="10925"/>
                  </a:lnTo>
                  <a:lnTo>
                    <a:pt x="34037" y="18337"/>
                  </a:lnTo>
                  <a:lnTo>
                    <a:pt x="30357" y="26326"/>
                  </a:lnTo>
                  <a:lnTo>
                    <a:pt x="26683" y="18335"/>
                  </a:lnTo>
                  <a:lnTo>
                    <a:pt x="20683" y="10919"/>
                  </a:lnTo>
                  <a:lnTo>
                    <a:pt x="11931" y="4625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46677" y="1266912"/>
              <a:ext cx="0" cy="339090"/>
            </a:xfrm>
            <a:custGeom>
              <a:avLst/>
              <a:gdLst/>
              <a:ahLst/>
              <a:cxnLst/>
              <a:rect l="l" t="t" r="r" b="b"/>
              <a:pathLst>
                <a:path h="339090">
                  <a:moveTo>
                    <a:pt x="0" y="222037"/>
                  </a:moveTo>
                  <a:lnTo>
                    <a:pt x="0" y="338477"/>
                  </a:lnTo>
                </a:path>
                <a:path h="339090">
                  <a:moveTo>
                    <a:pt x="0" y="0"/>
                  </a:moveTo>
                  <a:lnTo>
                    <a:pt x="0" y="65268"/>
                  </a:lnTo>
                </a:path>
              </a:pathLst>
            </a:custGeom>
            <a:ln w="5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16258" y="1581591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1" y="22"/>
                  </a:moveTo>
                  <a:lnTo>
                    <a:pt x="48796" y="4640"/>
                  </a:lnTo>
                  <a:lnTo>
                    <a:pt x="40040" y="10928"/>
                  </a:lnTo>
                  <a:lnTo>
                    <a:pt x="34035" y="18339"/>
                  </a:lnTo>
                  <a:lnTo>
                    <a:pt x="30355" y="26328"/>
                  </a:lnTo>
                  <a:lnTo>
                    <a:pt x="26681" y="18336"/>
                  </a:lnTo>
                  <a:lnTo>
                    <a:pt x="20682" y="10921"/>
                  </a:lnTo>
                  <a:lnTo>
                    <a:pt x="11931" y="4626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136420" y="1332180"/>
            <a:ext cx="268605" cy="156845"/>
          </a:xfrm>
          <a:prstGeom prst="rect">
            <a:avLst/>
          </a:prstGeom>
          <a:solidFill>
            <a:srgbClr val="FBD2D4"/>
          </a:solidFill>
        </p:spPr>
        <p:txBody>
          <a:bodyPr vert="horz" wrap="square" lIns="0" tIns="2032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60"/>
              </a:spcBef>
            </a:pPr>
            <a:r>
              <a:rPr sz="700" spc="-20" dirty="0">
                <a:latin typeface="Arial MT"/>
                <a:cs typeface="Arial MT"/>
              </a:rPr>
              <a:t>0.05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604422" y="1332180"/>
            <a:ext cx="268605" cy="156845"/>
          </a:xfrm>
          <a:custGeom>
            <a:avLst/>
            <a:gdLst/>
            <a:ahLst/>
            <a:cxnLst/>
            <a:rect l="l" t="t" r="r" b="b"/>
            <a:pathLst>
              <a:path w="268605" h="156844">
                <a:moveTo>
                  <a:pt x="268364" y="0"/>
                </a:moveTo>
                <a:lnTo>
                  <a:pt x="0" y="0"/>
                </a:lnTo>
                <a:lnTo>
                  <a:pt x="0" y="156769"/>
                </a:lnTo>
                <a:lnTo>
                  <a:pt x="268364" y="156769"/>
                </a:lnTo>
                <a:lnTo>
                  <a:pt x="268364" y="0"/>
                </a:lnTo>
                <a:close/>
              </a:path>
            </a:pathLst>
          </a:custGeom>
          <a:solidFill>
            <a:srgbClr val="FBD2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637245" y="1338108"/>
            <a:ext cx="203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20" dirty="0">
                <a:latin typeface="Arial MT"/>
                <a:cs typeface="Arial MT"/>
              </a:rPr>
              <a:t>0.02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72423" y="1332180"/>
            <a:ext cx="268605" cy="156845"/>
          </a:xfrm>
          <a:prstGeom prst="rect">
            <a:avLst/>
          </a:prstGeom>
          <a:solidFill>
            <a:srgbClr val="FBD2D4"/>
          </a:solidFill>
        </p:spPr>
        <p:txBody>
          <a:bodyPr vert="horz" wrap="square" lIns="0" tIns="2032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60"/>
              </a:spcBef>
            </a:pPr>
            <a:r>
              <a:rPr sz="700" spc="-20" dirty="0">
                <a:latin typeface="Arial MT"/>
                <a:cs typeface="Arial MT"/>
              </a:rPr>
              <a:t>0.08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40424" y="1332180"/>
            <a:ext cx="268605" cy="156845"/>
          </a:xfrm>
          <a:prstGeom prst="rect">
            <a:avLst/>
          </a:prstGeom>
          <a:solidFill>
            <a:srgbClr val="FBD2D4"/>
          </a:solidFill>
        </p:spPr>
        <p:txBody>
          <a:bodyPr vert="horz" wrap="square" lIns="0" tIns="2032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60"/>
              </a:spcBef>
            </a:pPr>
            <a:r>
              <a:rPr sz="700" spc="-20" dirty="0">
                <a:latin typeface="Arial MT"/>
                <a:cs typeface="Arial MT"/>
              </a:rPr>
              <a:t>0.03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008426" y="1332180"/>
            <a:ext cx="268605" cy="156845"/>
          </a:xfrm>
          <a:prstGeom prst="rect">
            <a:avLst/>
          </a:prstGeom>
          <a:solidFill>
            <a:srgbClr val="F26368"/>
          </a:solidFill>
        </p:spPr>
        <p:txBody>
          <a:bodyPr vert="horz" wrap="square" lIns="0" tIns="2032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60"/>
              </a:spcBef>
            </a:pPr>
            <a:r>
              <a:rPr sz="700" spc="-20" dirty="0">
                <a:latin typeface="Arial MT"/>
                <a:cs typeface="Arial MT"/>
              </a:rPr>
              <a:t>0.45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476427" y="1332180"/>
            <a:ext cx="268605" cy="156845"/>
          </a:xfrm>
          <a:custGeom>
            <a:avLst/>
            <a:gdLst/>
            <a:ahLst/>
            <a:cxnLst/>
            <a:rect l="l" t="t" r="r" b="b"/>
            <a:pathLst>
              <a:path w="268604" h="156844">
                <a:moveTo>
                  <a:pt x="268364" y="0"/>
                </a:moveTo>
                <a:lnTo>
                  <a:pt x="0" y="0"/>
                </a:lnTo>
                <a:lnTo>
                  <a:pt x="0" y="156769"/>
                </a:lnTo>
                <a:lnTo>
                  <a:pt x="268364" y="156769"/>
                </a:lnTo>
                <a:lnTo>
                  <a:pt x="268364" y="0"/>
                </a:lnTo>
                <a:close/>
              </a:path>
            </a:pathLst>
          </a:custGeom>
          <a:solidFill>
            <a:srgbClr val="FBD2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509238" y="1338108"/>
            <a:ext cx="203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20" dirty="0">
                <a:latin typeface="Arial MT"/>
                <a:cs typeface="Arial MT"/>
              </a:rPr>
              <a:t>0.02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969754" y="1332180"/>
            <a:ext cx="217804" cy="156845"/>
          </a:xfrm>
          <a:prstGeom prst="rect">
            <a:avLst/>
          </a:prstGeom>
          <a:solidFill>
            <a:srgbClr val="F59093"/>
          </a:solidFill>
        </p:spPr>
        <p:txBody>
          <a:bodyPr vert="horz" wrap="square" lIns="0" tIns="2032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60"/>
              </a:spcBef>
            </a:pPr>
            <a:r>
              <a:rPr sz="700" spc="-25" dirty="0">
                <a:latin typeface="Arial MT"/>
                <a:cs typeface="Arial MT"/>
              </a:rPr>
              <a:t>0.2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12430" y="1332180"/>
            <a:ext cx="268605" cy="156845"/>
          </a:xfrm>
          <a:prstGeom prst="rect">
            <a:avLst/>
          </a:prstGeom>
          <a:solidFill>
            <a:srgbClr val="F59093"/>
          </a:solidFill>
        </p:spPr>
        <p:txBody>
          <a:bodyPr vert="horz" wrap="square" lIns="0" tIns="2032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60"/>
              </a:spcBef>
            </a:pPr>
            <a:r>
              <a:rPr sz="700" spc="-20" dirty="0">
                <a:latin typeface="Arial MT"/>
                <a:cs typeface="Arial MT"/>
              </a:rPr>
              <a:t>0.15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355409" y="1601817"/>
            <a:ext cx="2170430" cy="298450"/>
            <a:chOff x="1355409" y="1601817"/>
            <a:chExt cx="2170430" cy="298450"/>
          </a:xfrm>
        </p:grpSpPr>
        <p:sp>
          <p:nvSpPr>
            <p:cNvPr id="50" name="object 50"/>
            <p:cNvSpPr/>
            <p:nvPr/>
          </p:nvSpPr>
          <p:spPr>
            <a:xfrm>
              <a:off x="1357949" y="1604357"/>
              <a:ext cx="2165350" cy="293370"/>
            </a:xfrm>
            <a:custGeom>
              <a:avLst/>
              <a:gdLst/>
              <a:ahLst/>
              <a:cxnLst/>
              <a:rect l="l" t="t" r="r" b="b"/>
              <a:pathLst>
                <a:path w="2165350" h="293369">
                  <a:moveTo>
                    <a:pt x="1082657" y="0"/>
                  </a:moveTo>
                  <a:lnTo>
                    <a:pt x="929485" y="1454"/>
                  </a:lnTo>
                  <a:lnTo>
                    <a:pt x="782915" y="5686"/>
                  </a:lnTo>
                  <a:lnTo>
                    <a:pt x="712564" y="8782"/>
                  </a:lnTo>
                  <a:lnTo>
                    <a:pt x="644413" y="12497"/>
                  </a:lnTo>
                  <a:lnTo>
                    <a:pt x="578646" y="16808"/>
                  </a:lnTo>
                  <a:lnTo>
                    <a:pt x="515445" y="21689"/>
                  </a:lnTo>
                  <a:lnTo>
                    <a:pt x="454994" y="27116"/>
                  </a:lnTo>
                  <a:lnTo>
                    <a:pt x="397476" y="33063"/>
                  </a:lnTo>
                  <a:lnTo>
                    <a:pt x="343075" y="39506"/>
                  </a:lnTo>
                  <a:lnTo>
                    <a:pt x="291972" y="46421"/>
                  </a:lnTo>
                  <a:lnTo>
                    <a:pt x="244353" y="53782"/>
                  </a:lnTo>
                  <a:lnTo>
                    <a:pt x="200399" y="61565"/>
                  </a:lnTo>
                  <a:lnTo>
                    <a:pt x="160294" y="69745"/>
                  </a:lnTo>
                  <a:lnTo>
                    <a:pt x="92363" y="87195"/>
                  </a:lnTo>
                  <a:lnTo>
                    <a:pt x="42027" y="105936"/>
                  </a:lnTo>
                  <a:lnTo>
                    <a:pt x="2718" y="136032"/>
                  </a:lnTo>
                  <a:lnTo>
                    <a:pt x="0" y="146494"/>
                  </a:lnTo>
                  <a:lnTo>
                    <a:pt x="2718" y="156956"/>
                  </a:lnTo>
                  <a:lnTo>
                    <a:pt x="42027" y="187052"/>
                  </a:lnTo>
                  <a:lnTo>
                    <a:pt x="92363" y="205793"/>
                  </a:lnTo>
                  <a:lnTo>
                    <a:pt x="160294" y="223244"/>
                  </a:lnTo>
                  <a:lnTo>
                    <a:pt x="200399" y="231423"/>
                  </a:lnTo>
                  <a:lnTo>
                    <a:pt x="244353" y="239206"/>
                  </a:lnTo>
                  <a:lnTo>
                    <a:pt x="291972" y="246567"/>
                  </a:lnTo>
                  <a:lnTo>
                    <a:pt x="343075" y="253482"/>
                  </a:lnTo>
                  <a:lnTo>
                    <a:pt x="397476" y="259925"/>
                  </a:lnTo>
                  <a:lnTo>
                    <a:pt x="454994" y="265873"/>
                  </a:lnTo>
                  <a:lnTo>
                    <a:pt x="515445" y="271299"/>
                  </a:lnTo>
                  <a:lnTo>
                    <a:pt x="578646" y="276180"/>
                  </a:lnTo>
                  <a:lnTo>
                    <a:pt x="644413" y="280491"/>
                  </a:lnTo>
                  <a:lnTo>
                    <a:pt x="712564" y="284206"/>
                  </a:lnTo>
                  <a:lnTo>
                    <a:pt x="782915" y="287302"/>
                  </a:lnTo>
                  <a:lnTo>
                    <a:pt x="929485" y="291534"/>
                  </a:lnTo>
                  <a:lnTo>
                    <a:pt x="1082657" y="292989"/>
                  </a:lnTo>
                  <a:lnTo>
                    <a:pt x="1235829" y="291534"/>
                  </a:lnTo>
                  <a:lnTo>
                    <a:pt x="1382399" y="287302"/>
                  </a:lnTo>
                  <a:lnTo>
                    <a:pt x="1452750" y="284206"/>
                  </a:lnTo>
                  <a:lnTo>
                    <a:pt x="1520901" y="280491"/>
                  </a:lnTo>
                  <a:lnTo>
                    <a:pt x="1586668" y="276180"/>
                  </a:lnTo>
                  <a:lnTo>
                    <a:pt x="1649869" y="271299"/>
                  </a:lnTo>
                  <a:lnTo>
                    <a:pt x="1710319" y="265873"/>
                  </a:lnTo>
                  <a:lnTo>
                    <a:pt x="1767837" y="259925"/>
                  </a:lnTo>
                  <a:lnTo>
                    <a:pt x="1822239" y="253482"/>
                  </a:lnTo>
                  <a:lnTo>
                    <a:pt x="1873341" y="246567"/>
                  </a:lnTo>
                  <a:lnTo>
                    <a:pt x="1920961" y="239206"/>
                  </a:lnTo>
                  <a:lnTo>
                    <a:pt x="1964915" y="231423"/>
                  </a:lnTo>
                  <a:lnTo>
                    <a:pt x="2005020" y="223244"/>
                  </a:lnTo>
                  <a:lnTo>
                    <a:pt x="2072950" y="205793"/>
                  </a:lnTo>
                  <a:lnTo>
                    <a:pt x="2123286" y="187052"/>
                  </a:lnTo>
                  <a:lnTo>
                    <a:pt x="2162596" y="156956"/>
                  </a:lnTo>
                  <a:lnTo>
                    <a:pt x="2165314" y="146494"/>
                  </a:lnTo>
                  <a:lnTo>
                    <a:pt x="2162596" y="136032"/>
                  </a:lnTo>
                  <a:lnTo>
                    <a:pt x="2123286" y="105936"/>
                  </a:lnTo>
                  <a:lnTo>
                    <a:pt x="2072950" y="87195"/>
                  </a:lnTo>
                  <a:lnTo>
                    <a:pt x="2005020" y="69745"/>
                  </a:lnTo>
                  <a:lnTo>
                    <a:pt x="1964915" y="61565"/>
                  </a:lnTo>
                  <a:lnTo>
                    <a:pt x="1920961" y="53782"/>
                  </a:lnTo>
                  <a:lnTo>
                    <a:pt x="1873341" y="46421"/>
                  </a:lnTo>
                  <a:lnTo>
                    <a:pt x="1822239" y="39506"/>
                  </a:lnTo>
                  <a:lnTo>
                    <a:pt x="1767837" y="33063"/>
                  </a:lnTo>
                  <a:lnTo>
                    <a:pt x="1710319" y="27116"/>
                  </a:lnTo>
                  <a:lnTo>
                    <a:pt x="1649869" y="21689"/>
                  </a:lnTo>
                  <a:lnTo>
                    <a:pt x="1586668" y="16808"/>
                  </a:lnTo>
                  <a:lnTo>
                    <a:pt x="1520901" y="12497"/>
                  </a:lnTo>
                  <a:lnTo>
                    <a:pt x="1452750" y="8782"/>
                  </a:lnTo>
                  <a:lnTo>
                    <a:pt x="1382399" y="5686"/>
                  </a:lnTo>
                  <a:lnTo>
                    <a:pt x="1235829" y="1454"/>
                  </a:lnTo>
                  <a:lnTo>
                    <a:pt x="1082657" y="0"/>
                  </a:lnTo>
                  <a:close/>
                </a:path>
              </a:pathLst>
            </a:custGeom>
            <a:solidFill>
              <a:srgbClr val="BCD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357949" y="1604357"/>
              <a:ext cx="2165350" cy="293370"/>
            </a:xfrm>
            <a:custGeom>
              <a:avLst/>
              <a:gdLst/>
              <a:ahLst/>
              <a:cxnLst/>
              <a:rect l="l" t="t" r="r" b="b"/>
              <a:pathLst>
                <a:path w="2165350" h="293369">
                  <a:moveTo>
                    <a:pt x="2165314" y="146494"/>
                  </a:moveTo>
                  <a:lnTo>
                    <a:pt x="2141399" y="115728"/>
                  </a:lnTo>
                  <a:lnTo>
                    <a:pt x="2100409" y="96417"/>
                  </a:lnTo>
                  <a:lnTo>
                    <a:pt x="2041093" y="78296"/>
                  </a:lnTo>
                  <a:lnTo>
                    <a:pt x="1964915" y="61565"/>
                  </a:lnTo>
                  <a:lnTo>
                    <a:pt x="1920961" y="53782"/>
                  </a:lnTo>
                  <a:lnTo>
                    <a:pt x="1873341" y="46421"/>
                  </a:lnTo>
                  <a:lnTo>
                    <a:pt x="1822239" y="39506"/>
                  </a:lnTo>
                  <a:lnTo>
                    <a:pt x="1767837" y="33063"/>
                  </a:lnTo>
                  <a:lnTo>
                    <a:pt x="1710319" y="27116"/>
                  </a:lnTo>
                  <a:lnTo>
                    <a:pt x="1649869" y="21689"/>
                  </a:lnTo>
                  <a:lnTo>
                    <a:pt x="1586668" y="16808"/>
                  </a:lnTo>
                  <a:lnTo>
                    <a:pt x="1520901" y="12497"/>
                  </a:lnTo>
                  <a:lnTo>
                    <a:pt x="1452750" y="8782"/>
                  </a:lnTo>
                  <a:lnTo>
                    <a:pt x="1382399" y="5686"/>
                  </a:lnTo>
                  <a:lnTo>
                    <a:pt x="1310031" y="3235"/>
                  </a:lnTo>
                  <a:lnTo>
                    <a:pt x="1235829" y="1454"/>
                  </a:lnTo>
                  <a:lnTo>
                    <a:pt x="1159977" y="367"/>
                  </a:lnTo>
                  <a:lnTo>
                    <a:pt x="1082657" y="0"/>
                  </a:lnTo>
                  <a:lnTo>
                    <a:pt x="1005337" y="367"/>
                  </a:lnTo>
                  <a:lnTo>
                    <a:pt x="929485" y="1454"/>
                  </a:lnTo>
                  <a:lnTo>
                    <a:pt x="855283" y="3235"/>
                  </a:lnTo>
                  <a:lnTo>
                    <a:pt x="782915" y="5686"/>
                  </a:lnTo>
                  <a:lnTo>
                    <a:pt x="712564" y="8782"/>
                  </a:lnTo>
                  <a:lnTo>
                    <a:pt x="644413" y="12497"/>
                  </a:lnTo>
                  <a:lnTo>
                    <a:pt x="578646" y="16808"/>
                  </a:lnTo>
                  <a:lnTo>
                    <a:pt x="515445" y="21689"/>
                  </a:lnTo>
                  <a:lnTo>
                    <a:pt x="454994" y="27116"/>
                  </a:lnTo>
                  <a:lnTo>
                    <a:pt x="397476" y="33063"/>
                  </a:lnTo>
                  <a:lnTo>
                    <a:pt x="343075" y="39506"/>
                  </a:lnTo>
                  <a:lnTo>
                    <a:pt x="291972" y="46421"/>
                  </a:lnTo>
                  <a:lnTo>
                    <a:pt x="244353" y="53782"/>
                  </a:lnTo>
                  <a:lnTo>
                    <a:pt x="200399" y="61565"/>
                  </a:lnTo>
                  <a:lnTo>
                    <a:pt x="160294" y="69745"/>
                  </a:lnTo>
                  <a:lnTo>
                    <a:pt x="92363" y="87195"/>
                  </a:lnTo>
                  <a:lnTo>
                    <a:pt x="42027" y="105936"/>
                  </a:lnTo>
                  <a:lnTo>
                    <a:pt x="2718" y="136032"/>
                  </a:lnTo>
                  <a:lnTo>
                    <a:pt x="0" y="146494"/>
                  </a:lnTo>
                  <a:lnTo>
                    <a:pt x="2718" y="156956"/>
                  </a:lnTo>
                  <a:lnTo>
                    <a:pt x="42027" y="187052"/>
                  </a:lnTo>
                  <a:lnTo>
                    <a:pt x="92363" y="205793"/>
                  </a:lnTo>
                  <a:lnTo>
                    <a:pt x="160294" y="223244"/>
                  </a:lnTo>
                  <a:lnTo>
                    <a:pt x="200399" y="231423"/>
                  </a:lnTo>
                  <a:lnTo>
                    <a:pt x="244353" y="239206"/>
                  </a:lnTo>
                  <a:lnTo>
                    <a:pt x="291972" y="246567"/>
                  </a:lnTo>
                  <a:lnTo>
                    <a:pt x="343075" y="253482"/>
                  </a:lnTo>
                  <a:lnTo>
                    <a:pt x="397476" y="259925"/>
                  </a:lnTo>
                  <a:lnTo>
                    <a:pt x="454994" y="265873"/>
                  </a:lnTo>
                  <a:lnTo>
                    <a:pt x="515445" y="271299"/>
                  </a:lnTo>
                  <a:lnTo>
                    <a:pt x="578646" y="276180"/>
                  </a:lnTo>
                  <a:lnTo>
                    <a:pt x="644413" y="280491"/>
                  </a:lnTo>
                  <a:lnTo>
                    <a:pt x="712564" y="284206"/>
                  </a:lnTo>
                  <a:lnTo>
                    <a:pt x="782915" y="287302"/>
                  </a:lnTo>
                  <a:lnTo>
                    <a:pt x="855283" y="289753"/>
                  </a:lnTo>
                  <a:lnTo>
                    <a:pt x="929485" y="291534"/>
                  </a:lnTo>
                  <a:lnTo>
                    <a:pt x="1005337" y="292621"/>
                  </a:lnTo>
                  <a:lnTo>
                    <a:pt x="1082657" y="292989"/>
                  </a:lnTo>
                  <a:lnTo>
                    <a:pt x="1159977" y="292621"/>
                  </a:lnTo>
                  <a:lnTo>
                    <a:pt x="1235829" y="291534"/>
                  </a:lnTo>
                  <a:lnTo>
                    <a:pt x="1310031" y="289753"/>
                  </a:lnTo>
                  <a:lnTo>
                    <a:pt x="1382399" y="287302"/>
                  </a:lnTo>
                  <a:lnTo>
                    <a:pt x="1452750" y="284206"/>
                  </a:lnTo>
                  <a:lnTo>
                    <a:pt x="1520901" y="280491"/>
                  </a:lnTo>
                  <a:lnTo>
                    <a:pt x="1586668" y="276180"/>
                  </a:lnTo>
                  <a:lnTo>
                    <a:pt x="1649869" y="271299"/>
                  </a:lnTo>
                  <a:lnTo>
                    <a:pt x="1710319" y="265873"/>
                  </a:lnTo>
                  <a:lnTo>
                    <a:pt x="1767837" y="259925"/>
                  </a:lnTo>
                  <a:lnTo>
                    <a:pt x="1822239" y="253482"/>
                  </a:lnTo>
                  <a:lnTo>
                    <a:pt x="1873341" y="246567"/>
                  </a:lnTo>
                  <a:lnTo>
                    <a:pt x="1920961" y="239206"/>
                  </a:lnTo>
                  <a:lnTo>
                    <a:pt x="1964915" y="231423"/>
                  </a:lnTo>
                  <a:lnTo>
                    <a:pt x="2005020" y="223244"/>
                  </a:lnTo>
                  <a:lnTo>
                    <a:pt x="2072950" y="205793"/>
                  </a:lnTo>
                  <a:lnTo>
                    <a:pt x="2123286" y="187052"/>
                  </a:lnTo>
                  <a:lnTo>
                    <a:pt x="2162596" y="156956"/>
                  </a:lnTo>
                  <a:lnTo>
                    <a:pt x="2165314" y="146494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745018" y="1645512"/>
            <a:ext cx="139128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Arial MT"/>
                <a:cs typeface="Arial MT"/>
              </a:rPr>
              <a:t>Answer</a:t>
            </a:r>
            <a:r>
              <a:rPr sz="950" spc="1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”national</a:t>
            </a:r>
            <a:r>
              <a:rPr sz="950" spc="114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capital”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846298" y="1644719"/>
            <a:ext cx="464820" cy="212725"/>
          </a:xfrm>
          <a:prstGeom prst="rect">
            <a:avLst/>
          </a:prstGeom>
          <a:solidFill>
            <a:srgbClr val="A6D0A6"/>
          </a:solidFill>
          <a:ln w="506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550"/>
              </a:lnSpc>
            </a:pPr>
            <a:r>
              <a:rPr sz="1300" spc="-10" dirty="0">
                <a:latin typeface="Arial MT"/>
                <a:cs typeface="Arial MT"/>
              </a:rPr>
              <a:t>Delhi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13702" y="2359469"/>
            <a:ext cx="69850" cy="512445"/>
            <a:chOff x="513702" y="2359469"/>
            <a:chExt cx="69850" cy="512445"/>
          </a:xfrm>
        </p:grpSpPr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359469"/>
              <a:ext cx="69291" cy="6929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580881"/>
              <a:ext cx="69291" cy="69291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802305"/>
              <a:ext cx="69291" cy="69291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321906" y="2022479"/>
            <a:ext cx="4679950" cy="8921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Attention</a:t>
            </a:r>
            <a:r>
              <a:rPr sz="1050" spc="7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weights</a:t>
            </a:r>
            <a:r>
              <a:rPr sz="1050" spc="7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show:</a:t>
            </a:r>
            <a:endParaRPr sz="1050">
              <a:latin typeface="Arial MT"/>
              <a:cs typeface="Arial MT"/>
            </a:endParaRPr>
          </a:p>
          <a:p>
            <a:pPr marL="335280">
              <a:lnSpc>
                <a:spcPct val="100000"/>
              </a:lnSpc>
              <a:spcBef>
                <a:spcPts val="330"/>
              </a:spcBef>
            </a:pPr>
            <a:r>
              <a:rPr sz="1050" dirty="0">
                <a:latin typeface="Arial MT"/>
                <a:cs typeface="Arial MT"/>
              </a:rPr>
              <a:t>Highest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attention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”Delhi”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</a:t>
            </a:r>
            <a:r>
              <a:rPr sz="1200" i="1" dirty="0">
                <a:latin typeface="Verdana"/>
                <a:cs typeface="Verdana"/>
              </a:rPr>
              <a:t>α</a:t>
            </a:r>
            <a:r>
              <a:rPr sz="1050" baseline="-15873" dirty="0">
                <a:latin typeface="Arial MT"/>
                <a:cs typeface="Arial MT"/>
              </a:rPr>
              <a:t>5</a:t>
            </a:r>
            <a:r>
              <a:rPr sz="1050" spc="352" baseline="-15873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050" spc="-10" dirty="0">
                <a:latin typeface="Arial MT"/>
                <a:cs typeface="Arial MT"/>
              </a:rPr>
              <a:t>0</a:t>
            </a:r>
            <a:r>
              <a:rPr sz="1200" i="1" spc="-10" dirty="0">
                <a:latin typeface="Verdana"/>
                <a:cs typeface="Verdana"/>
              </a:rPr>
              <a:t>.</a:t>
            </a:r>
            <a:r>
              <a:rPr sz="1050" spc="-10" dirty="0">
                <a:latin typeface="Arial MT"/>
                <a:cs typeface="Arial MT"/>
              </a:rPr>
              <a:t>45)</a:t>
            </a:r>
            <a:endParaRPr sz="1050">
              <a:latin typeface="Arial MT"/>
              <a:cs typeface="Arial MT"/>
            </a:endParaRPr>
          </a:p>
          <a:p>
            <a:pPr marL="335280" marR="30480">
              <a:lnSpc>
                <a:spcPts val="1739"/>
              </a:lnSpc>
              <a:spcBef>
                <a:spcPts val="85"/>
              </a:spcBef>
            </a:pPr>
            <a:r>
              <a:rPr sz="1050" dirty="0">
                <a:latin typeface="Arial MT"/>
                <a:cs typeface="Arial MT"/>
              </a:rPr>
              <a:t>Secondary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attention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”national”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</a:t>
            </a:r>
            <a:r>
              <a:rPr sz="1200" i="1" dirty="0">
                <a:latin typeface="Verdana"/>
                <a:cs typeface="Verdana"/>
              </a:rPr>
              <a:t>α</a:t>
            </a:r>
            <a:r>
              <a:rPr sz="1050" baseline="-15873" dirty="0">
                <a:latin typeface="Arial MT"/>
                <a:cs typeface="Arial MT"/>
              </a:rPr>
              <a:t>7</a:t>
            </a:r>
            <a:r>
              <a:rPr sz="1050" spc="345" baseline="-15873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spc="-10" dirty="0">
                <a:latin typeface="Arial MT"/>
                <a:cs typeface="Arial MT"/>
              </a:rPr>
              <a:t>0</a:t>
            </a:r>
            <a:r>
              <a:rPr sz="1200" i="1" spc="-10" dirty="0">
                <a:latin typeface="Verdana"/>
                <a:cs typeface="Verdana"/>
              </a:rPr>
              <a:t>.</a:t>
            </a:r>
            <a:r>
              <a:rPr sz="1050" spc="-10" dirty="0">
                <a:latin typeface="Arial MT"/>
                <a:cs typeface="Arial MT"/>
              </a:rPr>
              <a:t>20)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”capital”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</a:t>
            </a:r>
            <a:r>
              <a:rPr sz="1200" i="1" dirty="0">
                <a:latin typeface="Verdana"/>
                <a:cs typeface="Verdana"/>
              </a:rPr>
              <a:t>α</a:t>
            </a:r>
            <a:r>
              <a:rPr sz="1050" baseline="-15873" dirty="0">
                <a:latin typeface="Arial MT"/>
                <a:cs typeface="Arial MT"/>
              </a:rPr>
              <a:t>4</a:t>
            </a:r>
            <a:r>
              <a:rPr sz="1050" spc="345" baseline="-15873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spc="-10" dirty="0">
                <a:latin typeface="Arial MT"/>
                <a:cs typeface="Arial MT"/>
              </a:rPr>
              <a:t>0</a:t>
            </a:r>
            <a:r>
              <a:rPr sz="1200" i="1" spc="-10" dirty="0">
                <a:latin typeface="Verdana"/>
                <a:cs typeface="Verdana"/>
              </a:rPr>
              <a:t>.</a:t>
            </a:r>
            <a:r>
              <a:rPr sz="1050" spc="-10" dirty="0">
                <a:latin typeface="Arial MT"/>
                <a:cs typeface="Arial MT"/>
              </a:rPr>
              <a:t>15) </a:t>
            </a:r>
            <a:r>
              <a:rPr sz="1050" dirty="0">
                <a:latin typeface="Arial MT"/>
                <a:cs typeface="Arial MT"/>
              </a:rPr>
              <a:t>Model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correctly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ignores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”financial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capital”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60" name="object 6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5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5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5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5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40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5" dirty="0">
                <a:solidFill>
                  <a:srgbClr val="FFFFFF"/>
                </a:solidFill>
              </a:rPr>
              <a:t>W</a:t>
            </a:r>
            <a:r>
              <a:rPr cap="small" spc="265" dirty="0">
                <a:solidFill>
                  <a:srgbClr val="FFFFFF"/>
                </a:solidFill>
              </a:rPr>
              <a:t>ithout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cap="small" spc="225" dirty="0">
                <a:solidFill>
                  <a:srgbClr val="FFFFFF"/>
                </a:solidFill>
              </a:rPr>
              <a:t>vs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280" dirty="0">
                <a:solidFill>
                  <a:srgbClr val="FFFFFF"/>
                </a:solidFill>
              </a:rPr>
              <a:t>W</a:t>
            </a:r>
            <a:r>
              <a:rPr cap="small" spc="280" dirty="0">
                <a:solidFill>
                  <a:srgbClr val="FFFFFF"/>
                </a:solidFill>
              </a:rPr>
              <a:t>ith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45" dirty="0">
                <a:solidFill>
                  <a:srgbClr val="FFFFFF"/>
                </a:solidFill>
              </a:rPr>
              <a:t>A</a:t>
            </a:r>
            <a:r>
              <a:rPr cap="small" spc="245" dirty="0">
                <a:solidFill>
                  <a:srgbClr val="FFFFFF"/>
                </a:solidFill>
              </a:rPr>
              <a:t>ttention</a:t>
            </a:r>
            <a:r>
              <a:rPr spc="245" dirty="0">
                <a:solidFill>
                  <a:srgbClr val="FFFFFF"/>
                </a:solidFill>
              </a:rPr>
              <a:t>:</a:t>
            </a:r>
            <a:r>
              <a:rPr spc="480" dirty="0">
                <a:solidFill>
                  <a:srgbClr val="FFFFFF"/>
                </a:solidFill>
              </a:rPr>
              <a:t> </a:t>
            </a:r>
            <a:r>
              <a:rPr spc="220" dirty="0">
                <a:solidFill>
                  <a:srgbClr val="FFFFFF"/>
                </a:solidFill>
              </a:rPr>
              <a:t>S</a:t>
            </a:r>
            <a:r>
              <a:rPr cap="small" spc="220" dirty="0">
                <a:solidFill>
                  <a:srgbClr val="FFFFFF"/>
                </a:solidFill>
              </a:rPr>
              <a:t>ide</a:t>
            </a:r>
            <a:r>
              <a:rPr spc="220" dirty="0">
                <a:solidFill>
                  <a:srgbClr val="FFFFFF"/>
                </a:solidFill>
              </a:rPr>
              <a:t>-</a:t>
            </a:r>
            <a:r>
              <a:rPr cap="small" spc="270" dirty="0">
                <a:solidFill>
                  <a:srgbClr val="FFFFFF"/>
                </a:solidFill>
              </a:rPr>
              <a:t>by</a:t>
            </a:r>
            <a:r>
              <a:rPr spc="270" dirty="0">
                <a:solidFill>
                  <a:srgbClr val="FFFFFF"/>
                </a:solidFill>
              </a:rPr>
              <a:t>-</a:t>
            </a:r>
            <a:r>
              <a:rPr spc="140" dirty="0">
                <a:solidFill>
                  <a:srgbClr val="FFFFFF"/>
                </a:solidFill>
              </a:rPr>
              <a:t>S</a:t>
            </a:r>
            <a:r>
              <a:rPr cap="small" spc="140" dirty="0">
                <a:solidFill>
                  <a:srgbClr val="FFFFFF"/>
                </a:solidFill>
              </a:rPr>
              <a:t>ide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67058" y="807496"/>
            <a:ext cx="1099820" cy="257175"/>
            <a:chOff x="967058" y="807496"/>
            <a:chExt cx="1099820" cy="2571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598" y="810036"/>
              <a:ext cx="252003" cy="25200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69598" y="810036"/>
              <a:ext cx="252095" cy="252095"/>
            </a:xfrm>
            <a:custGeom>
              <a:avLst/>
              <a:gdLst/>
              <a:ahLst/>
              <a:cxnLst/>
              <a:rect l="l" t="t" r="r" b="b"/>
              <a:pathLst>
                <a:path w="252094" h="252094">
                  <a:moveTo>
                    <a:pt x="252003" y="126002"/>
                  </a:moveTo>
                  <a:lnTo>
                    <a:pt x="242102" y="76956"/>
                  </a:lnTo>
                  <a:lnTo>
                    <a:pt x="215099" y="36904"/>
                  </a:lnTo>
                  <a:lnTo>
                    <a:pt x="175047" y="9901"/>
                  </a:lnTo>
                  <a:lnTo>
                    <a:pt x="126001" y="0"/>
                  </a:lnTo>
                  <a:lnTo>
                    <a:pt x="76955" y="9901"/>
                  </a:lnTo>
                  <a:lnTo>
                    <a:pt x="36904" y="36904"/>
                  </a:lnTo>
                  <a:lnTo>
                    <a:pt x="9901" y="76956"/>
                  </a:lnTo>
                  <a:lnTo>
                    <a:pt x="0" y="126002"/>
                  </a:lnTo>
                  <a:lnTo>
                    <a:pt x="9901" y="175047"/>
                  </a:lnTo>
                  <a:lnTo>
                    <a:pt x="36904" y="215099"/>
                  </a:lnTo>
                  <a:lnTo>
                    <a:pt x="76955" y="242102"/>
                  </a:lnTo>
                  <a:lnTo>
                    <a:pt x="126001" y="252003"/>
                  </a:lnTo>
                  <a:lnTo>
                    <a:pt x="175047" y="242102"/>
                  </a:lnTo>
                  <a:lnTo>
                    <a:pt x="215099" y="215099"/>
                  </a:lnTo>
                  <a:lnTo>
                    <a:pt x="242102" y="175047"/>
                  </a:lnTo>
                  <a:lnTo>
                    <a:pt x="252003" y="126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0405" y="810036"/>
              <a:ext cx="252003" cy="2520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50405" y="810036"/>
              <a:ext cx="252095" cy="252095"/>
            </a:xfrm>
            <a:custGeom>
              <a:avLst/>
              <a:gdLst/>
              <a:ahLst/>
              <a:cxnLst/>
              <a:rect l="l" t="t" r="r" b="b"/>
              <a:pathLst>
                <a:path w="252094" h="252094">
                  <a:moveTo>
                    <a:pt x="252003" y="126002"/>
                  </a:moveTo>
                  <a:lnTo>
                    <a:pt x="242102" y="76956"/>
                  </a:lnTo>
                  <a:lnTo>
                    <a:pt x="215099" y="36904"/>
                  </a:lnTo>
                  <a:lnTo>
                    <a:pt x="175048" y="9901"/>
                  </a:lnTo>
                  <a:lnTo>
                    <a:pt x="126002" y="0"/>
                  </a:lnTo>
                  <a:lnTo>
                    <a:pt x="76956" y="9901"/>
                  </a:lnTo>
                  <a:lnTo>
                    <a:pt x="36904" y="36904"/>
                  </a:lnTo>
                  <a:lnTo>
                    <a:pt x="9901" y="76956"/>
                  </a:lnTo>
                  <a:lnTo>
                    <a:pt x="0" y="126002"/>
                  </a:lnTo>
                  <a:lnTo>
                    <a:pt x="9901" y="175047"/>
                  </a:lnTo>
                  <a:lnTo>
                    <a:pt x="36904" y="215099"/>
                  </a:lnTo>
                  <a:lnTo>
                    <a:pt x="76956" y="242102"/>
                  </a:lnTo>
                  <a:lnTo>
                    <a:pt x="126002" y="252003"/>
                  </a:lnTo>
                  <a:lnTo>
                    <a:pt x="175048" y="242102"/>
                  </a:lnTo>
                  <a:lnTo>
                    <a:pt x="215099" y="215099"/>
                  </a:lnTo>
                  <a:lnTo>
                    <a:pt x="242102" y="175047"/>
                  </a:lnTo>
                  <a:lnTo>
                    <a:pt x="252003" y="126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1212" y="810036"/>
              <a:ext cx="252004" cy="25200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531212" y="810036"/>
              <a:ext cx="252095" cy="252095"/>
            </a:xfrm>
            <a:custGeom>
              <a:avLst/>
              <a:gdLst/>
              <a:ahLst/>
              <a:cxnLst/>
              <a:rect l="l" t="t" r="r" b="b"/>
              <a:pathLst>
                <a:path w="252094" h="252094">
                  <a:moveTo>
                    <a:pt x="252004" y="126002"/>
                  </a:moveTo>
                  <a:lnTo>
                    <a:pt x="242102" y="76956"/>
                  </a:lnTo>
                  <a:lnTo>
                    <a:pt x="215099" y="36904"/>
                  </a:lnTo>
                  <a:lnTo>
                    <a:pt x="175048" y="9901"/>
                  </a:lnTo>
                  <a:lnTo>
                    <a:pt x="126002" y="0"/>
                  </a:lnTo>
                  <a:lnTo>
                    <a:pt x="76956" y="9901"/>
                  </a:lnTo>
                  <a:lnTo>
                    <a:pt x="36904" y="36904"/>
                  </a:lnTo>
                  <a:lnTo>
                    <a:pt x="9901" y="76956"/>
                  </a:lnTo>
                  <a:lnTo>
                    <a:pt x="0" y="126002"/>
                  </a:lnTo>
                  <a:lnTo>
                    <a:pt x="9901" y="175047"/>
                  </a:lnTo>
                  <a:lnTo>
                    <a:pt x="36904" y="215099"/>
                  </a:lnTo>
                  <a:lnTo>
                    <a:pt x="76956" y="242102"/>
                  </a:lnTo>
                  <a:lnTo>
                    <a:pt x="126002" y="252003"/>
                  </a:lnTo>
                  <a:lnTo>
                    <a:pt x="175048" y="242102"/>
                  </a:lnTo>
                  <a:lnTo>
                    <a:pt x="215099" y="215099"/>
                  </a:lnTo>
                  <a:lnTo>
                    <a:pt x="242102" y="175047"/>
                  </a:lnTo>
                  <a:lnTo>
                    <a:pt x="252004" y="126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2019" y="810036"/>
              <a:ext cx="252004" cy="25200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812019" y="810036"/>
              <a:ext cx="252095" cy="252095"/>
            </a:xfrm>
            <a:custGeom>
              <a:avLst/>
              <a:gdLst/>
              <a:ahLst/>
              <a:cxnLst/>
              <a:rect l="l" t="t" r="r" b="b"/>
              <a:pathLst>
                <a:path w="252094" h="252094">
                  <a:moveTo>
                    <a:pt x="252004" y="126002"/>
                  </a:moveTo>
                  <a:lnTo>
                    <a:pt x="242102" y="76956"/>
                  </a:lnTo>
                  <a:lnTo>
                    <a:pt x="215099" y="36904"/>
                  </a:lnTo>
                  <a:lnTo>
                    <a:pt x="175048" y="9901"/>
                  </a:lnTo>
                  <a:lnTo>
                    <a:pt x="126002" y="0"/>
                  </a:lnTo>
                  <a:lnTo>
                    <a:pt x="76956" y="9901"/>
                  </a:lnTo>
                  <a:lnTo>
                    <a:pt x="36904" y="36904"/>
                  </a:lnTo>
                  <a:lnTo>
                    <a:pt x="9901" y="76956"/>
                  </a:lnTo>
                  <a:lnTo>
                    <a:pt x="0" y="126002"/>
                  </a:lnTo>
                  <a:lnTo>
                    <a:pt x="9901" y="175047"/>
                  </a:lnTo>
                  <a:lnTo>
                    <a:pt x="36904" y="215099"/>
                  </a:lnTo>
                  <a:lnTo>
                    <a:pt x="76956" y="242102"/>
                  </a:lnTo>
                  <a:lnTo>
                    <a:pt x="126002" y="252003"/>
                  </a:lnTo>
                  <a:lnTo>
                    <a:pt x="175048" y="242102"/>
                  </a:lnTo>
                  <a:lnTo>
                    <a:pt x="215099" y="215099"/>
                  </a:lnTo>
                  <a:lnTo>
                    <a:pt x="242102" y="175047"/>
                  </a:lnTo>
                  <a:lnTo>
                    <a:pt x="252004" y="126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97318" y="858531"/>
            <a:ext cx="105854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331470" algn="l"/>
                <a:tab pos="612140" algn="l"/>
                <a:tab pos="892810" algn="l"/>
              </a:tabLst>
            </a:pPr>
            <a:r>
              <a:rPr sz="700" i="1" spc="-25" dirty="0">
                <a:latin typeface="Arial"/>
                <a:cs typeface="Arial"/>
              </a:rPr>
              <a:t>h</a:t>
            </a:r>
            <a:r>
              <a:rPr sz="750" spc="-37" baseline="-11111" dirty="0">
                <a:latin typeface="Arial MT"/>
                <a:cs typeface="Arial MT"/>
              </a:rPr>
              <a:t>1</a:t>
            </a:r>
            <a:r>
              <a:rPr sz="750" baseline="-11111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h</a:t>
            </a:r>
            <a:r>
              <a:rPr sz="750" spc="-37" baseline="-11111" dirty="0">
                <a:latin typeface="Arial MT"/>
                <a:cs typeface="Arial MT"/>
              </a:rPr>
              <a:t>2</a:t>
            </a:r>
            <a:r>
              <a:rPr sz="750" baseline="-11111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h</a:t>
            </a:r>
            <a:r>
              <a:rPr sz="750" spc="-37" baseline="-11111" dirty="0">
                <a:latin typeface="Arial MT"/>
                <a:cs typeface="Arial MT"/>
              </a:rPr>
              <a:t>3</a:t>
            </a:r>
            <a:r>
              <a:rPr sz="750" baseline="-11111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h</a:t>
            </a:r>
            <a:r>
              <a:rPr sz="750" spc="-37" baseline="-11111" dirty="0">
                <a:latin typeface="Arial MT"/>
                <a:cs typeface="Arial MT"/>
              </a:rPr>
              <a:t>4</a:t>
            </a:r>
            <a:endParaRPr sz="750" baseline="-11111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44007" y="1201440"/>
            <a:ext cx="324485" cy="160655"/>
          </a:xfrm>
          <a:prstGeom prst="rect">
            <a:avLst/>
          </a:prstGeom>
          <a:solidFill>
            <a:srgbClr val="F4797D"/>
          </a:solidFill>
          <a:ln w="506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085"/>
              </a:lnSpc>
            </a:pPr>
            <a:r>
              <a:rPr sz="950" b="1" spc="-50" dirty="0">
                <a:latin typeface="Arial"/>
                <a:cs typeface="Arial"/>
              </a:rPr>
              <a:t>c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84691" y="1006177"/>
            <a:ext cx="463550" cy="721360"/>
            <a:chOff x="1384691" y="1006177"/>
            <a:chExt cx="463550" cy="72136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5941" y="1006177"/>
              <a:ext cx="241903" cy="21381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387231" y="1486878"/>
              <a:ext cx="238125" cy="238125"/>
            </a:xfrm>
            <a:custGeom>
              <a:avLst/>
              <a:gdLst/>
              <a:ahLst/>
              <a:cxnLst/>
              <a:rect l="l" t="t" r="r" b="b"/>
              <a:pathLst>
                <a:path w="238125" h="238125">
                  <a:moveTo>
                    <a:pt x="118776" y="0"/>
                  </a:moveTo>
                  <a:lnTo>
                    <a:pt x="72543" y="9333"/>
                  </a:lnTo>
                  <a:lnTo>
                    <a:pt x="34788" y="34788"/>
                  </a:lnTo>
                  <a:lnTo>
                    <a:pt x="9333" y="72543"/>
                  </a:lnTo>
                  <a:lnTo>
                    <a:pt x="0" y="118776"/>
                  </a:lnTo>
                  <a:lnTo>
                    <a:pt x="9333" y="165010"/>
                  </a:lnTo>
                  <a:lnTo>
                    <a:pt x="34788" y="202764"/>
                  </a:lnTo>
                  <a:lnTo>
                    <a:pt x="72543" y="228219"/>
                  </a:lnTo>
                  <a:lnTo>
                    <a:pt x="118776" y="237553"/>
                  </a:lnTo>
                  <a:lnTo>
                    <a:pt x="165010" y="228219"/>
                  </a:lnTo>
                  <a:lnTo>
                    <a:pt x="202764" y="202764"/>
                  </a:lnTo>
                  <a:lnTo>
                    <a:pt x="228219" y="165010"/>
                  </a:lnTo>
                  <a:lnTo>
                    <a:pt x="237553" y="118776"/>
                  </a:lnTo>
                  <a:lnTo>
                    <a:pt x="228219" y="72543"/>
                  </a:lnTo>
                  <a:lnTo>
                    <a:pt x="202764" y="34788"/>
                  </a:lnTo>
                  <a:lnTo>
                    <a:pt x="165010" y="9333"/>
                  </a:lnTo>
                  <a:lnTo>
                    <a:pt x="118776" y="0"/>
                  </a:lnTo>
                  <a:close/>
                </a:path>
              </a:pathLst>
            </a:custGeom>
            <a:solidFill>
              <a:srgbClr val="D2E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87231" y="1486878"/>
              <a:ext cx="238125" cy="238125"/>
            </a:xfrm>
            <a:custGeom>
              <a:avLst/>
              <a:gdLst/>
              <a:ahLst/>
              <a:cxnLst/>
              <a:rect l="l" t="t" r="r" b="b"/>
              <a:pathLst>
                <a:path w="238125" h="238125">
                  <a:moveTo>
                    <a:pt x="237553" y="118776"/>
                  </a:moveTo>
                  <a:lnTo>
                    <a:pt x="228219" y="72543"/>
                  </a:lnTo>
                  <a:lnTo>
                    <a:pt x="202764" y="34788"/>
                  </a:lnTo>
                  <a:lnTo>
                    <a:pt x="165010" y="9333"/>
                  </a:lnTo>
                  <a:lnTo>
                    <a:pt x="118776" y="0"/>
                  </a:lnTo>
                  <a:lnTo>
                    <a:pt x="72543" y="9333"/>
                  </a:lnTo>
                  <a:lnTo>
                    <a:pt x="34788" y="34788"/>
                  </a:lnTo>
                  <a:lnTo>
                    <a:pt x="9333" y="72543"/>
                  </a:lnTo>
                  <a:lnTo>
                    <a:pt x="0" y="118776"/>
                  </a:lnTo>
                  <a:lnTo>
                    <a:pt x="9333" y="165010"/>
                  </a:lnTo>
                  <a:lnTo>
                    <a:pt x="34788" y="202764"/>
                  </a:lnTo>
                  <a:lnTo>
                    <a:pt x="72543" y="228219"/>
                  </a:lnTo>
                  <a:lnTo>
                    <a:pt x="118776" y="237553"/>
                  </a:lnTo>
                  <a:lnTo>
                    <a:pt x="165010" y="228219"/>
                  </a:lnTo>
                  <a:lnTo>
                    <a:pt x="202764" y="202764"/>
                  </a:lnTo>
                  <a:lnTo>
                    <a:pt x="228219" y="165010"/>
                  </a:lnTo>
                  <a:lnTo>
                    <a:pt x="237553" y="11877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06062" y="1364375"/>
              <a:ext cx="635" cy="109855"/>
            </a:xfrm>
            <a:custGeom>
              <a:avLst/>
              <a:gdLst/>
              <a:ahLst/>
              <a:cxnLst/>
              <a:rect l="l" t="t" r="r" b="b"/>
              <a:pathLst>
                <a:path w="634" h="109855">
                  <a:moveTo>
                    <a:pt x="8" y="0"/>
                  </a:moveTo>
                  <a:lnTo>
                    <a:pt x="0" y="10984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66556" y="1446892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79016" y="6"/>
                  </a:moveTo>
                  <a:lnTo>
                    <a:pt x="63490" y="5694"/>
                  </a:lnTo>
                  <a:lnTo>
                    <a:pt x="52100" y="13436"/>
                  </a:lnTo>
                  <a:lnTo>
                    <a:pt x="44290" y="22560"/>
                  </a:lnTo>
                  <a:lnTo>
                    <a:pt x="39505" y="32393"/>
                  </a:lnTo>
                  <a:lnTo>
                    <a:pt x="34722" y="22559"/>
                  </a:lnTo>
                  <a:lnTo>
                    <a:pt x="26914" y="13434"/>
                  </a:lnTo>
                  <a:lnTo>
                    <a:pt x="15525" y="5690"/>
                  </a:lnTo>
                  <a:lnTo>
                    <a:pt x="0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280744" y="1519883"/>
            <a:ext cx="450850" cy="3943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700" i="1" spc="-25" dirty="0">
                <a:latin typeface="Arial"/>
                <a:cs typeface="Arial"/>
              </a:rPr>
              <a:t>s</a:t>
            </a:r>
            <a:r>
              <a:rPr sz="750" spc="-37" baseline="-11111" dirty="0">
                <a:latin typeface="Arial MT"/>
                <a:cs typeface="Arial MT"/>
              </a:rPr>
              <a:t>1</a:t>
            </a:r>
            <a:endParaRPr sz="750" baseline="-11111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950" spc="-10" dirty="0">
                <a:latin typeface="Arial MT"/>
                <a:cs typeface="Arial MT"/>
              </a:rPr>
              <a:t>Output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4513" y="1892381"/>
            <a:ext cx="45847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10" dirty="0">
                <a:solidFill>
                  <a:srgbClr val="EC2027"/>
                </a:solidFill>
                <a:latin typeface="Arial MT"/>
                <a:cs typeface="Arial MT"/>
              </a:rPr>
              <a:t>Issues: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60921" y="807496"/>
            <a:ext cx="4332605" cy="1896110"/>
            <a:chOff x="460921" y="807496"/>
            <a:chExt cx="4332605" cy="189611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0921" y="2191334"/>
              <a:ext cx="69291" cy="6929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0921" y="2412745"/>
              <a:ext cx="69291" cy="6929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0921" y="2634170"/>
              <a:ext cx="69291" cy="6929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5996" y="810036"/>
              <a:ext cx="252003" cy="25200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695996" y="810036"/>
              <a:ext cx="252095" cy="252095"/>
            </a:xfrm>
            <a:custGeom>
              <a:avLst/>
              <a:gdLst/>
              <a:ahLst/>
              <a:cxnLst/>
              <a:rect l="l" t="t" r="r" b="b"/>
              <a:pathLst>
                <a:path w="252095" h="252094">
                  <a:moveTo>
                    <a:pt x="252003" y="126002"/>
                  </a:moveTo>
                  <a:lnTo>
                    <a:pt x="242102" y="76956"/>
                  </a:lnTo>
                  <a:lnTo>
                    <a:pt x="215099" y="36904"/>
                  </a:lnTo>
                  <a:lnTo>
                    <a:pt x="175047" y="9901"/>
                  </a:lnTo>
                  <a:lnTo>
                    <a:pt x="126001" y="0"/>
                  </a:lnTo>
                  <a:lnTo>
                    <a:pt x="76955" y="9901"/>
                  </a:lnTo>
                  <a:lnTo>
                    <a:pt x="36904" y="36904"/>
                  </a:lnTo>
                  <a:lnTo>
                    <a:pt x="9901" y="76956"/>
                  </a:lnTo>
                  <a:lnTo>
                    <a:pt x="0" y="126002"/>
                  </a:lnTo>
                  <a:lnTo>
                    <a:pt x="9901" y="175047"/>
                  </a:lnTo>
                  <a:lnTo>
                    <a:pt x="36904" y="215099"/>
                  </a:lnTo>
                  <a:lnTo>
                    <a:pt x="76955" y="242102"/>
                  </a:lnTo>
                  <a:lnTo>
                    <a:pt x="126001" y="252003"/>
                  </a:lnTo>
                  <a:lnTo>
                    <a:pt x="175047" y="242102"/>
                  </a:lnTo>
                  <a:lnTo>
                    <a:pt x="215099" y="215099"/>
                  </a:lnTo>
                  <a:lnTo>
                    <a:pt x="242102" y="175047"/>
                  </a:lnTo>
                  <a:lnTo>
                    <a:pt x="252003" y="126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76803" y="810036"/>
              <a:ext cx="252003" cy="25200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976803" y="810036"/>
              <a:ext cx="252095" cy="252095"/>
            </a:xfrm>
            <a:custGeom>
              <a:avLst/>
              <a:gdLst/>
              <a:ahLst/>
              <a:cxnLst/>
              <a:rect l="l" t="t" r="r" b="b"/>
              <a:pathLst>
                <a:path w="252095" h="252094">
                  <a:moveTo>
                    <a:pt x="252003" y="126002"/>
                  </a:moveTo>
                  <a:lnTo>
                    <a:pt x="242102" y="76956"/>
                  </a:lnTo>
                  <a:lnTo>
                    <a:pt x="215099" y="36904"/>
                  </a:lnTo>
                  <a:lnTo>
                    <a:pt x="175048" y="9901"/>
                  </a:lnTo>
                  <a:lnTo>
                    <a:pt x="126002" y="0"/>
                  </a:lnTo>
                  <a:lnTo>
                    <a:pt x="76956" y="9901"/>
                  </a:lnTo>
                  <a:lnTo>
                    <a:pt x="36904" y="36904"/>
                  </a:lnTo>
                  <a:lnTo>
                    <a:pt x="9901" y="76956"/>
                  </a:lnTo>
                  <a:lnTo>
                    <a:pt x="0" y="126002"/>
                  </a:lnTo>
                  <a:lnTo>
                    <a:pt x="9901" y="175047"/>
                  </a:lnTo>
                  <a:lnTo>
                    <a:pt x="36904" y="215099"/>
                  </a:lnTo>
                  <a:lnTo>
                    <a:pt x="76956" y="242102"/>
                  </a:lnTo>
                  <a:lnTo>
                    <a:pt x="126002" y="252003"/>
                  </a:lnTo>
                  <a:lnTo>
                    <a:pt x="175048" y="242102"/>
                  </a:lnTo>
                  <a:lnTo>
                    <a:pt x="215099" y="215099"/>
                  </a:lnTo>
                  <a:lnTo>
                    <a:pt x="242102" y="175047"/>
                  </a:lnTo>
                  <a:lnTo>
                    <a:pt x="252003" y="126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7610" y="810036"/>
              <a:ext cx="252004" cy="25200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257610" y="810036"/>
              <a:ext cx="252095" cy="252095"/>
            </a:xfrm>
            <a:custGeom>
              <a:avLst/>
              <a:gdLst/>
              <a:ahLst/>
              <a:cxnLst/>
              <a:rect l="l" t="t" r="r" b="b"/>
              <a:pathLst>
                <a:path w="252095" h="252094">
                  <a:moveTo>
                    <a:pt x="252004" y="126002"/>
                  </a:moveTo>
                  <a:lnTo>
                    <a:pt x="242102" y="76956"/>
                  </a:lnTo>
                  <a:lnTo>
                    <a:pt x="215099" y="36904"/>
                  </a:lnTo>
                  <a:lnTo>
                    <a:pt x="175048" y="9901"/>
                  </a:lnTo>
                  <a:lnTo>
                    <a:pt x="126002" y="0"/>
                  </a:lnTo>
                  <a:lnTo>
                    <a:pt x="76956" y="9901"/>
                  </a:lnTo>
                  <a:lnTo>
                    <a:pt x="36904" y="36904"/>
                  </a:lnTo>
                  <a:lnTo>
                    <a:pt x="9901" y="76956"/>
                  </a:lnTo>
                  <a:lnTo>
                    <a:pt x="0" y="126002"/>
                  </a:lnTo>
                  <a:lnTo>
                    <a:pt x="9901" y="175047"/>
                  </a:lnTo>
                  <a:lnTo>
                    <a:pt x="36904" y="215099"/>
                  </a:lnTo>
                  <a:lnTo>
                    <a:pt x="76956" y="242102"/>
                  </a:lnTo>
                  <a:lnTo>
                    <a:pt x="126002" y="252003"/>
                  </a:lnTo>
                  <a:lnTo>
                    <a:pt x="175048" y="242102"/>
                  </a:lnTo>
                  <a:lnTo>
                    <a:pt x="215099" y="215099"/>
                  </a:lnTo>
                  <a:lnTo>
                    <a:pt x="242102" y="175047"/>
                  </a:lnTo>
                  <a:lnTo>
                    <a:pt x="252004" y="126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8417" y="810036"/>
              <a:ext cx="252004" cy="25200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538417" y="810036"/>
              <a:ext cx="252095" cy="252095"/>
            </a:xfrm>
            <a:custGeom>
              <a:avLst/>
              <a:gdLst/>
              <a:ahLst/>
              <a:cxnLst/>
              <a:rect l="l" t="t" r="r" b="b"/>
              <a:pathLst>
                <a:path w="252095" h="252094">
                  <a:moveTo>
                    <a:pt x="252004" y="126002"/>
                  </a:moveTo>
                  <a:lnTo>
                    <a:pt x="242102" y="76956"/>
                  </a:lnTo>
                  <a:lnTo>
                    <a:pt x="215099" y="36904"/>
                  </a:lnTo>
                  <a:lnTo>
                    <a:pt x="175048" y="9901"/>
                  </a:lnTo>
                  <a:lnTo>
                    <a:pt x="126002" y="0"/>
                  </a:lnTo>
                  <a:lnTo>
                    <a:pt x="76956" y="9901"/>
                  </a:lnTo>
                  <a:lnTo>
                    <a:pt x="36904" y="36904"/>
                  </a:lnTo>
                  <a:lnTo>
                    <a:pt x="9901" y="76956"/>
                  </a:lnTo>
                  <a:lnTo>
                    <a:pt x="0" y="126002"/>
                  </a:lnTo>
                  <a:lnTo>
                    <a:pt x="9901" y="175047"/>
                  </a:lnTo>
                  <a:lnTo>
                    <a:pt x="36904" y="215099"/>
                  </a:lnTo>
                  <a:lnTo>
                    <a:pt x="76956" y="242102"/>
                  </a:lnTo>
                  <a:lnTo>
                    <a:pt x="126002" y="252003"/>
                  </a:lnTo>
                  <a:lnTo>
                    <a:pt x="175048" y="242102"/>
                  </a:lnTo>
                  <a:lnTo>
                    <a:pt x="215099" y="215099"/>
                  </a:lnTo>
                  <a:lnTo>
                    <a:pt x="242102" y="175047"/>
                  </a:lnTo>
                  <a:lnTo>
                    <a:pt x="252004" y="126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91845" y="2056357"/>
            <a:ext cx="1302385" cy="690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8400"/>
              </a:lnSpc>
              <a:spcBef>
                <a:spcPts val="95"/>
              </a:spcBef>
            </a:pPr>
            <a:r>
              <a:rPr sz="1050" dirty="0">
                <a:latin typeface="Arial MT"/>
                <a:cs typeface="Arial MT"/>
              </a:rPr>
              <a:t>Fixed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bottleneck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b="1" spc="-50" dirty="0">
                <a:latin typeface="Arial"/>
                <a:cs typeface="Arial"/>
              </a:rPr>
              <a:t>c </a:t>
            </a:r>
            <a:r>
              <a:rPr sz="1050" dirty="0">
                <a:latin typeface="Arial MT"/>
                <a:cs typeface="Arial MT"/>
              </a:rPr>
              <a:t>Information</a:t>
            </a:r>
            <a:r>
              <a:rPr sz="1050" spc="10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loss</a:t>
            </a:r>
            <a:r>
              <a:rPr sz="1050" spc="50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Poor long </a:t>
            </a:r>
            <a:r>
              <a:rPr sz="1050" spc="-10" dirty="0">
                <a:latin typeface="Arial MT"/>
                <a:cs typeface="Arial MT"/>
              </a:rPr>
              <a:t>sequences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4513" y="516742"/>
            <a:ext cx="3640454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738755" algn="l"/>
              </a:tabLst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Without</a:t>
            </a:r>
            <a:r>
              <a:rPr sz="1050" spc="7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Attention: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	With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Attention: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723703" y="858531"/>
            <a:ext cx="105854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331470" algn="l"/>
                <a:tab pos="612140" algn="l"/>
                <a:tab pos="892810" algn="l"/>
              </a:tabLst>
            </a:pPr>
            <a:r>
              <a:rPr sz="700" i="1" spc="-25" dirty="0">
                <a:latin typeface="Arial"/>
                <a:cs typeface="Arial"/>
              </a:rPr>
              <a:t>h</a:t>
            </a:r>
            <a:r>
              <a:rPr sz="750" spc="-37" baseline="-11111" dirty="0">
                <a:latin typeface="Arial MT"/>
                <a:cs typeface="Arial MT"/>
              </a:rPr>
              <a:t>1</a:t>
            </a:r>
            <a:r>
              <a:rPr sz="750" baseline="-11111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h</a:t>
            </a:r>
            <a:r>
              <a:rPr sz="750" spc="-37" baseline="-11111" dirty="0">
                <a:latin typeface="Arial MT"/>
                <a:cs typeface="Arial MT"/>
              </a:rPr>
              <a:t>2</a:t>
            </a:r>
            <a:r>
              <a:rPr sz="750" baseline="-11111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h</a:t>
            </a:r>
            <a:r>
              <a:rPr sz="750" spc="-37" baseline="-11111" dirty="0">
                <a:latin typeface="Arial MT"/>
                <a:cs typeface="Arial MT"/>
              </a:rPr>
              <a:t>3</a:t>
            </a:r>
            <a:r>
              <a:rPr sz="750" baseline="-11111" dirty="0">
                <a:latin typeface="Arial MT"/>
                <a:cs typeface="Arial MT"/>
              </a:rPr>
              <a:t>	</a:t>
            </a:r>
            <a:r>
              <a:rPr sz="700" i="1" spc="-25" dirty="0">
                <a:latin typeface="Arial"/>
                <a:cs typeface="Arial"/>
              </a:rPr>
              <a:t>h</a:t>
            </a:r>
            <a:r>
              <a:rPr sz="750" spc="-37" baseline="-11111" dirty="0">
                <a:latin typeface="Arial MT"/>
                <a:cs typeface="Arial MT"/>
              </a:rPr>
              <a:t>4</a:t>
            </a:r>
            <a:endParaRPr sz="750" baseline="-11111">
              <a:latin typeface="Arial MT"/>
              <a:cs typeface="Arial MT"/>
            </a:endParaRPr>
          </a:p>
        </p:txBody>
      </p:sp>
      <p:pic>
        <p:nvPicPr>
          <p:cNvPr id="37" name="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11099" y="1484347"/>
            <a:ext cx="242614" cy="242614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4070405" y="1234872"/>
            <a:ext cx="324485" cy="180340"/>
          </a:xfrm>
          <a:prstGeom prst="rect">
            <a:avLst/>
          </a:prstGeom>
          <a:solidFill>
            <a:srgbClr val="FCDF80"/>
          </a:solidFill>
          <a:ln w="506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8425">
              <a:lnSpc>
                <a:spcPts val="1085"/>
              </a:lnSpc>
            </a:pPr>
            <a:r>
              <a:rPr sz="950" b="1" spc="-25" dirty="0">
                <a:latin typeface="Arial"/>
                <a:cs typeface="Arial"/>
              </a:rPr>
              <a:t>c</a:t>
            </a:r>
            <a:r>
              <a:rPr sz="1050" spc="-37" baseline="-11904" dirty="0">
                <a:latin typeface="Arial MT"/>
                <a:cs typeface="Arial MT"/>
              </a:rPr>
              <a:t>1</a:t>
            </a:r>
            <a:endParaRPr sz="1050" baseline="-11904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912794" y="1016909"/>
            <a:ext cx="661670" cy="467995"/>
            <a:chOff x="3912794" y="1016909"/>
            <a:chExt cx="661670" cy="467995"/>
          </a:xfrm>
        </p:grpSpPr>
        <p:sp>
          <p:nvSpPr>
            <p:cNvPr id="40" name="object 40"/>
            <p:cNvSpPr/>
            <p:nvPr/>
          </p:nvSpPr>
          <p:spPr>
            <a:xfrm>
              <a:off x="3915334" y="1024386"/>
              <a:ext cx="215900" cy="204470"/>
            </a:xfrm>
            <a:custGeom>
              <a:avLst/>
              <a:gdLst/>
              <a:ahLst/>
              <a:cxnLst/>
              <a:rect l="l" t="t" r="r" b="b"/>
              <a:pathLst>
                <a:path w="215900" h="204469">
                  <a:moveTo>
                    <a:pt x="0" y="0"/>
                  </a:moveTo>
                  <a:lnTo>
                    <a:pt x="215823" y="204457"/>
                  </a:lnTo>
                </a:path>
              </a:pathLst>
            </a:custGeom>
            <a:ln w="5060">
              <a:solidFill>
                <a:srgbClr val="F7A6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093008" y="1190442"/>
              <a:ext cx="41910" cy="44450"/>
            </a:xfrm>
            <a:custGeom>
              <a:avLst/>
              <a:gdLst/>
              <a:ahLst/>
              <a:cxnLst/>
              <a:rect l="l" t="t" r="r" b="b"/>
              <a:pathLst>
                <a:path w="41910" h="44450">
                  <a:moveTo>
                    <a:pt x="41764" y="0"/>
                  </a:moveTo>
                  <a:lnTo>
                    <a:pt x="36913" y="11841"/>
                  </a:lnTo>
                  <a:lnTo>
                    <a:pt x="35460" y="22522"/>
                  </a:lnTo>
                  <a:lnTo>
                    <a:pt x="36715" y="31977"/>
                  </a:lnTo>
                  <a:lnTo>
                    <a:pt x="39986" y="40141"/>
                  </a:lnTo>
                  <a:lnTo>
                    <a:pt x="31657" y="37316"/>
                  </a:lnTo>
                  <a:lnTo>
                    <a:pt x="22148" y="36574"/>
                  </a:lnTo>
                  <a:lnTo>
                    <a:pt x="11561" y="38603"/>
                  </a:lnTo>
                  <a:lnTo>
                    <a:pt x="0" y="44086"/>
                  </a:lnTo>
                </a:path>
              </a:pathLst>
            </a:custGeom>
            <a:ln w="5060">
              <a:solidFill>
                <a:srgbClr val="F7A6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143505" y="1057933"/>
              <a:ext cx="52069" cy="155575"/>
            </a:xfrm>
            <a:custGeom>
              <a:avLst/>
              <a:gdLst/>
              <a:ahLst/>
              <a:cxnLst/>
              <a:rect l="l" t="t" r="r" b="b"/>
              <a:pathLst>
                <a:path w="52070" h="155575">
                  <a:moveTo>
                    <a:pt x="0" y="0"/>
                  </a:moveTo>
                  <a:lnTo>
                    <a:pt x="51723" y="155185"/>
                  </a:lnTo>
                </a:path>
              </a:pathLst>
            </a:custGeom>
            <a:ln w="20244">
              <a:solidFill>
                <a:srgbClr val="F04D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129519" y="1162197"/>
              <a:ext cx="109855" cy="60960"/>
            </a:xfrm>
            <a:custGeom>
              <a:avLst/>
              <a:gdLst/>
              <a:ahLst/>
              <a:cxnLst/>
              <a:rect l="l" t="t" r="r" b="b"/>
              <a:pathLst>
                <a:path w="109854" h="60959">
                  <a:moveTo>
                    <a:pt x="109655" y="0"/>
                  </a:moveTo>
                  <a:lnTo>
                    <a:pt x="90582" y="14601"/>
                  </a:lnTo>
                  <a:lnTo>
                    <a:pt x="78142" y="29969"/>
                  </a:lnTo>
                  <a:lnTo>
                    <a:pt x="71272" y="45483"/>
                  </a:lnTo>
                  <a:lnTo>
                    <a:pt x="68908" y="60523"/>
                  </a:lnTo>
                  <a:lnTo>
                    <a:pt x="57994" y="49908"/>
                  </a:lnTo>
                  <a:lnTo>
                    <a:pt x="43190" y="41617"/>
                  </a:lnTo>
                  <a:lnTo>
                    <a:pt x="24018" y="36785"/>
                  </a:lnTo>
                  <a:lnTo>
                    <a:pt x="0" y="36544"/>
                  </a:lnTo>
                </a:path>
              </a:pathLst>
            </a:custGeom>
            <a:ln w="20243">
              <a:solidFill>
                <a:srgbClr val="F04D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272092" y="1055801"/>
              <a:ext cx="65405" cy="167640"/>
            </a:xfrm>
            <a:custGeom>
              <a:avLst/>
              <a:gdLst/>
              <a:ahLst/>
              <a:cxnLst/>
              <a:rect l="l" t="t" r="r" b="b"/>
              <a:pathLst>
                <a:path w="65404" h="167640">
                  <a:moveTo>
                    <a:pt x="64994" y="0"/>
                  </a:moveTo>
                  <a:lnTo>
                    <a:pt x="0" y="167089"/>
                  </a:lnTo>
                </a:path>
              </a:pathLst>
            </a:custGeom>
            <a:ln w="10122">
              <a:solidFill>
                <a:srgbClr val="F47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245179" y="1183099"/>
              <a:ext cx="73660" cy="45085"/>
            </a:xfrm>
            <a:custGeom>
              <a:avLst/>
              <a:gdLst/>
              <a:ahLst/>
              <a:cxnLst/>
              <a:rect l="l" t="t" r="r" b="b"/>
              <a:pathLst>
                <a:path w="73660" h="45084">
                  <a:moveTo>
                    <a:pt x="73639" y="28644"/>
                  </a:moveTo>
                  <a:lnTo>
                    <a:pt x="57107" y="28317"/>
                  </a:lnTo>
                  <a:lnTo>
                    <a:pt x="43686" y="31405"/>
                  </a:lnTo>
                  <a:lnTo>
                    <a:pt x="33101" y="37077"/>
                  </a:lnTo>
                  <a:lnTo>
                    <a:pt x="25078" y="44508"/>
                  </a:lnTo>
                  <a:lnTo>
                    <a:pt x="24184" y="33609"/>
                  </a:lnTo>
                  <a:lnTo>
                    <a:pt x="20214" y="22274"/>
                  </a:lnTo>
                  <a:lnTo>
                    <a:pt x="12406" y="10930"/>
                  </a:lnTo>
                  <a:lnTo>
                    <a:pt x="0" y="0"/>
                  </a:lnTo>
                </a:path>
              </a:pathLst>
            </a:custGeom>
            <a:ln w="10121">
              <a:solidFill>
                <a:srgbClr val="F47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342743" y="1021989"/>
              <a:ext cx="226695" cy="203835"/>
            </a:xfrm>
            <a:custGeom>
              <a:avLst/>
              <a:gdLst/>
              <a:ahLst/>
              <a:cxnLst/>
              <a:rect l="l" t="t" r="r" b="b"/>
              <a:pathLst>
                <a:path w="226695" h="203834">
                  <a:moveTo>
                    <a:pt x="226201" y="0"/>
                  </a:moveTo>
                  <a:lnTo>
                    <a:pt x="0" y="203563"/>
                  </a:lnTo>
                </a:path>
              </a:pathLst>
            </a:custGeom>
            <a:ln w="10122">
              <a:solidFill>
                <a:srgbClr val="F47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336629" y="1177904"/>
              <a:ext cx="53340" cy="59055"/>
            </a:xfrm>
            <a:custGeom>
              <a:avLst/>
              <a:gdLst/>
              <a:ahLst/>
              <a:cxnLst/>
              <a:rect l="l" t="t" r="r" b="b"/>
              <a:pathLst>
                <a:path w="53339" h="59055">
                  <a:moveTo>
                    <a:pt x="52856" y="58734"/>
                  </a:moveTo>
                  <a:lnTo>
                    <a:pt x="38241" y="50999"/>
                  </a:lnTo>
                  <a:lnTo>
                    <a:pt x="24867" y="47712"/>
                  </a:lnTo>
                  <a:lnTo>
                    <a:pt x="12861" y="48011"/>
                  </a:lnTo>
                  <a:lnTo>
                    <a:pt x="2351" y="51033"/>
                  </a:lnTo>
                  <a:lnTo>
                    <a:pt x="6461" y="40899"/>
                  </a:lnTo>
                  <a:lnTo>
                    <a:pt x="8019" y="28991"/>
                  </a:lnTo>
                  <a:lnTo>
                    <a:pt x="6156" y="15346"/>
                  </a:lnTo>
                  <a:lnTo>
                    <a:pt x="0" y="0"/>
                  </a:lnTo>
                </a:path>
              </a:pathLst>
            </a:custGeom>
            <a:ln w="10121">
              <a:solidFill>
                <a:srgbClr val="F47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232465" y="1417347"/>
              <a:ext cx="635" cy="57150"/>
            </a:xfrm>
            <a:custGeom>
              <a:avLst/>
              <a:gdLst/>
              <a:ahLst/>
              <a:cxnLst/>
              <a:rect l="l" t="t" r="r" b="b"/>
              <a:pathLst>
                <a:path w="635" h="57150">
                  <a:moveTo>
                    <a:pt x="13" y="0"/>
                  </a:moveTo>
                  <a:lnTo>
                    <a:pt x="0" y="56877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192964" y="1446886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79016" y="18"/>
                  </a:moveTo>
                  <a:lnTo>
                    <a:pt x="63489" y="5703"/>
                  </a:lnTo>
                  <a:lnTo>
                    <a:pt x="52098" y="13444"/>
                  </a:lnTo>
                  <a:lnTo>
                    <a:pt x="44287" y="22566"/>
                  </a:lnTo>
                  <a:lnTo>
                    <a:pt x="39500" y="32399"/>
                  </a:lnTo>
                  <a:lnTo>
                    <a:pt x="34718" y="22564"/>
                  </a:lnTo>
                  <a:lnTo>
                    <a:pt x="26912" y="13438"/>
                  </a:lnTo>
                  <a:lnTo>
                    <a:pt x="15524" y="5692"/>
                  </a:lnTo>
                  <a:lnTo>
                    <a:pt x="0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007142" y="1519883"/>
            <a:ext cx="450850" cy="3943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700" i="1" spc="-25" dirty="0">
                <a:latin typeface="Arial"/>
                <a:cs typeface="Arial"/>
              </a:rPr>
              <a:t>s</a:t>
            </a:r>
            <a:r>
              <a:rPr sz="750" spc="-37" baseline="-11111" dirty="0">
                <a:latin typeface="Arial MT"/>
                <a:cs typeface="Arial MT"/>
              </a:rPr>
              <a:t>1</a:t>
            </a:r>
            <a:endParaRPr sz="750" baseline="-11111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950" spc="-10" dirty="0">
                <a:latin typeface="Arial MT"/>
                <a:cs typeface="Arial MT"/>
              </a:rPr>
              <a:t>Output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020910" y="1892381"/>
            <a:ext cx="55753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10" dirty="0">
                <a:solidFill>
                  <a:srgbClr val="218B21"/>
                </a:solidFill>
                <a:latin typeface="Arial MT"/>
                <a:cs typeface="Arial MT"/>
              </a:rPr>
              <a:t>Benefits: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187319" y="2191334"/>
            <a:ext cx="69850" cy="512445"/>
            <a:chOff x="3187319" y="2191334"/>
            <a:chExt cx="69850" cy="512445"/>
          </a:xfrm>
        </p:grpSpPr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87319" y="2191334"/>
              <a:ext cx="69291" cy="69291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87319" y="2412745"/>
              <a:ext cx="69291" cy="69291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87319" y="2634170"/>
              <a:ext cx="69291" cy="69291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3292843" y="2056357"/>
            <a:ext cx="1572895" cy="69024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75"/>
              </a:spcBef>
            </a:pPr>
            <a:r>
              <a:rPr sz="1050" dirty="0">
                <a:latin typeface="Arial MT"/>
                <a:cs typeface="Arial MT"/>
              </a:rPr>
              <a:t>Dynamic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context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b="1" spc="-25" dirty="0">
                <a:latin typeface="Arial"/>
                <a:cs typeface="Arial"/>
              </a:rPr>
              <a:t>c</a:t>
            </a:r>
            <a:r>
              <a:rPr sz="1050" i="1" spc="-37" baseline="-15873" dirty="0">
                <a:latin typeface="Arial"/>
                <a:cs typeface="Arial"/>
              </a:rPr>
              <a:t>t</a:t>
            </a:r>
            <a:endParaRPr sz="1050" baseline="-15873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484"/>
              </a:spcBef>
            </a:pPr>
            <a:r>
              <a:rPr sz="1050" dirty="0">
                <a:latin typeface="Arial MT"/>
                <a:cs typeface="Arial MT"/>
              </a:rPr>
              <a:t>Selective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focus</a:t>
            </a:r>
            <a:endParaRPr sz="10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484"/>
              </a:spcBef>
            </a:pPr>
            <a:r>
              <a:rPr sz="1050" dirty="0">
                <a:latin typeface="Arial MT"/>
                <a:cs typeface="Arial MT"/>
              </a:rPr>
              <a:t>Handles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long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sequences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47294" y="2844411"/>
            <a:ext cx="415036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Key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Difference:</a:t>
            </a:r>
            <a:r>
              <a:rPr sz="1050" spc="114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Context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adapts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what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decoder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needs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each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step!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59" name="object 5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12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12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12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12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12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12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41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00" dirty="0">
                <a:solidFill>
                  <a:srgbClr val="FFFFFF"/>
                </a:solidFill>
              </a:rPr>
              <a:t>T</a:t>
            </a:r>
            <a:r>
              <a:rPr cap="small" spc="300" dirty="0">
                <a:solidFill>
                  <a:srgbClr val="FFFFFF"/>
                </a:solidFill>
              </a:rPr>
              <a:t>able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cap="small" spc="250" dirty="0">
                <a:solidFill>
                  <a:srgbClr val="FFFFFF"/>
                </a:solidFill>
              </a:rPr>
              <a:t>of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10" dirty="0">
                <a:solidFill>
                  <a:srgbClr val="FFFFFF"/>
                </a:solidFill>
              </a:rPr>
              <a:t>C</a:t>
            </a:r>
            <a:r>
              <a:rPr cap="small" spc="210" dirty="0">
                <a:solidFill>
                  <a:srgbClr val="FFFFFF"/>
                </a:solidFill>
              </a:rPr>
              <a:t>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591032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2" y="859612"/>
            <a:ext cx="169964" cy="1699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128179"/>
            <a:ext cx="169964" cy="1699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2" y="1396758"/>
            <a:ext cx="169964" cy="169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62" y="1665338"/>
            <a:ext cx="169964" cy="1699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1933905"/>
            <a:ext cx="169964" cy="169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02484"/>
            <a:ext cx="169964" cy="16996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471064"/>
            <a:ext cx="169964" cy="1699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3649" y="2739631"/>
            <a:ext cx="169964" cy="16996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9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3029" y="476951"/>
            <a:ext cx="3728720" cy="2442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899"/>
              </a:lnSpc>
              <a:spcBef>
                <a:spcPts val="90"/>
              </a:spcBef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ncoder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-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D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ecoder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18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F</a:t>
            </a:r>
            <a:r>
              <a:rPr sz="1400" cap="small" spc="18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oundation</a:t>
            </a:r>
            <a:r>
              <a:rPr sz="1400" spc="18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I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ntroduction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cap="small" spc="23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to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ttention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15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M</a:t>
            </a:r>
            <a:r>
              <a:rPr sz="1400" cap="small" spc="15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echanisms</a:t>
            </a:r>
            <a:r>
              <a:rPr sz="1400" spc="15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C</a:t>
            </a:r>
            <a:r>
              <a:rPr sz="1400" cap="small" spc="26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ore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ttention</a:t>
            </a:r>
            <a:r>
              <a:rPr sz="1400" spc="23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C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oncepts</a:t>
            </a:r>
            <a:endParaRPr sz="1400">
              <a:latin typeface="Calibri"/>
              <a:cs typeface="Calibri"/>
            </a:endParaRPr>
          </a:p>
          <a:p>
            <a:pPr marL="12700" marR="556260">
              <a:lnSpc>
                <a:spcPct val="125899"/>
              </a:lnSpc>
            </a:pPr>
            <a:r>
              <a:rPr sz="1400" spc="229" dirty="0">
                <a:solidFill>
                  <a:srgbClr val="3333B2"/>
                </a:solidFill>
                <a:latin typeface="Calibri"/>
                <a:cs typeface="Calibri"/>
                <a:hlinkClick r:id="rId14" action="ppaction://hlinksldjump"/>
              </a:rPr>
              <a:t>Q</a:t>
            </a:r>
            <a:r>
              <a:rPr sz="1400" cap="small" spc="229" dirty="0">
                <a:solidFill>
                  <a:srgbClr val="3333B2"/>
                </a:solidFill>
                <a:latin typeface="Calibri"/>
                <a:cs typeface="Calibri"/>
                <a:hlinkClick r:id="rId14" action="ppaction://hlinksldjump"/>
              </a:rPr>
              <a:t>uery</a:t>
            </a:r>
            <a:r>
              <a:rPr sz="1400" spc="229" dirty="0">
                <a:solidFill>
                  <a:srgbClr val="3333B2"/>
                </a:solidFill>
                <a:latin typeface="Calibri"/>
                <a:cs typeface="Calibri"/>
                <a:hlinkClick r:id="rId14" action="ppaction://hlinksldjump"/>
              </a:rPr>
              <a:t>-</a:t>
            </a:r>
            <a:r>
              <a:rPr sz="1400" spc="270" dirty="0">
                <a:solidFill>
                  <a:srgbClr val="3333B2"/>
                </a:solidFill>
                <a:latin typeface="Calibri"/>
                <a:cs typeface="Calibri"/>
                <a:hlinkClick r:id="rId14" action="ppaction://hlinksldjump"/>
              </a:rPr>
              <a:t>K</a:t>
            </a:r>
            <a:r>
              <a:rPr sz="1400" cap="small" spc="270" dirty="0">
                <a:solidFill>
                  <a:srgbClr val="3333B2"/>
                </a:solidFill>
                <a:latin typeface="Calibri"/>
                <a:cs typeface="Calibri"/>
                <a:hlinkClick r:id="rId14" action="ppaction://hlinksldjump"/>
              </a:rPr>
              <a:t>ey</a:t>
            </a:r>
            <a:r>
              <a:rPr sz="1400" spc="270" dirty="0">
                <a:solidFill>
                  <a:srgbClr val="3333B2"/>
                </a:solidFill>
                <a:latin typeface="Calibri"/>
                <a:cs typeface="Calibri"/>
                <a:hlinkClick r:id="rId14" action="ppaction://hlinksldjump"/>
              </a:rPr>
              <a:t>-</a:t>
            </a:r>
            <a:r>
              <a:rPr sz="1400" spc="220" dirty="0">
                <a:solidFill>
                  <a:srgbClr val="3333B2"/>
                </a:solidFill>
                <a:latin typeface="Calibri"/>
                <a:cs typeface="Calibri"/>
                <a:hlinkClick r:id="rId14" action="ppaction://hlinksldjump"/>
              </a:rPr>
              <a:t>V</a:t>
            </a:r>
            <a:r>
              <a:rPr sz="1400" cap="small" spc="220" dirty="0">
                <a:solidFill>
                  <a:srgbClr val="3333B2"/>
                </a:solidFill>
                <a:latin typeface="Calibri"/>
                <a:cs typeface="Calibri"/>
                <a:hlinkClick r:id="rId14" action="ppaction://hlinksldjump"/>
              </a:rPr>
              <a:t>alue</a:t>
            </a:r>
            <a:r>
              <a:rPr sz="1400" spc="265" dirty="0">
                <a:solidFill>
                  <a:srgbClr val="3333B2"/>
                </a:solid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1400" spc="229" dirty="0">
                <a:solidFill>
                  <a:srgbClr val="3333B2"/>
                </a:solidFill>
                <a:latin typeface="Calibri"/>
                <a:cs typeface="Calibri"/>
                <a:hlinkClick r:id="rId14" action="ppaction://hlinksldjump"/>
              </a:rPr>
              <a:t>F</a:t>
            </a:r>
            <a:r>
              <a:rPr sz="1400" cap="small" spc="229" dirty="0">
                <a:solidFill>
                  <a:srgbClr val="3333B2"/>
                </a:solidFill>
                <a:latin typeface="Calibri"/>
                <a:cs typeface="Calibri"/>
                <a:hlinkClick r:id="rId14" action="ppaction://hlinksldjump"/>
              </a:rPr>
              <a:t>ramework</a:t>
            </a:r>
            <a:r>
              <a:rPr sz="1400" spc="229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ttention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S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coring</a:t>
            </a:r>
            <a:r>
              <a:rPr sz="1400" spc="25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F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unctions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B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ahdanau</a:t>
            </a:r>
            <a:r>
              <a:rPr sz="1400" spc="23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ttention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for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S</a:t>
            </a:r>
            <a:r>
              <a:rPr sz="1400" cap="small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eq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2S</a:t>
            </a:r>
            <a:r>
              <a:rPr sz="1400" cap="small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eq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8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T</a:t>
            </a:r>
            <a:r>
              <a:rPr sz="1400" cap="small" spc="28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ypes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of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 A</a:t>
            </a:r>
            <a:r>
              <a:rPr sz="1400" cap="small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ttention</a:t>
            </a:r>
            <a:endParaRPr sz="1400">
              <a:latin typeface="Calibri"/>
              <a:cs typeface="Calibri"/>
            </a:endParaRPr>
          </a:p>
          <a:p>
            <a:pPr marL="12700" marR="70485">
              <a:lnSpc>
                <a:spcPct val="125899"/>
              </a:lnSpc>
            </a:pP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S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elf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-A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ttention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254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&amp;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P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ositional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16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E</a:t>
            </a:r>
            <a:r>
              <a:rPr sz="1400" cap="small" spc="16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ncoding</a:t>
            </a:r>
            <a:r>
              <a:rPr sz="1400" spc="16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19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S</a:t>
            </a:r>
            <a:r>
              <a:rPr sz="1400" cap="small" spc="19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ummary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25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&amp;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35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K</a:t>
            </a:r>
            <a:r>
              <a:rPr sz="1400" cap="small" spc="35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ey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T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akeaways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3" name="object 2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20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20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20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20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20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20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42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877A8E9-1401-F165-6518-6DE442197B70}"/>
                  </a:ext>
                </a:extLst>
              </p14:cNvPr>
              <p14:cNvContentPartPr/>
              <p14:nvPr/>
            </p14:nvContentPartPr>
            <p14:xfrm>
              <a:off x="883800" y="1363320"/>
              <a:ext cx="3472920" cy="2872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877A8E9-1401-F165-6518-6DE442197B7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74440" y="1353960"/>
                <a:ext cx="3491640" cy="30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Attention</a:t>
            </a:r>
            <a:r>
              <a:rPr lang="en-US" spc="-14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as</a:t>
            </a:r>
            <a:r>
              <a:rPr lang="en-US" spc="-5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en-US" spc="2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soft,</a:t>
            </a:r>
            <a:r>
              <a:rPr lang="en-US" spc="-7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averaging</a:t>
            </a:r>
            <a:r>
              <a:rPr lang="en-US" spc="-7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lookup</a:t>
            </a:r>
            <a:r>
              <a:rPr lang="en-US" spc="-7" dirty="0">
                <a:solidFill>
                  <a:schemeClr val="bg1"/>
                </a:solidFill>
              </a:rPr>
              <a:t> </a:t>
            </a:r>
            <a:r>
              <a:rPr lang="en-US" spc="-2" dirty="0">
                <a:solidFill>
                  <a:schemeClr val="bg1"/>
                </a:solidFill>
              </a:rPr>
              <a:t>table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3095407"/>
            <a:ext cx="120872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17">
              <a:lnSpc>
                <a:spcPts val="679"/>
              </a:lnSpc>
            </a:pPr>
            <a:fld id="{81D60167-4931-47E6-BA6A-407CBD079E47}" type="slidenum">
              <a:rPr dirty="0"/>
              <a:pPr marL="18017">
                <a:lnSpc>
                  <a:spcPts val="679"/>
                </a:lnSpc>
              </a:pPr>
              <a:t>43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010" y="1584785"/>
            <a:ext cx="1843790" cy="15331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2194" y="665582"/>
            <a:ext cx="4180505" cy="151920"/>
          </a:xfrm>
          <a:prstGeom prst="rect">
            <a:avLst/>
          </a:prstGeom>
        </p:spPr>
        <p:txBody>
          <a:bodyPr vert="horz" wrap="square" lIns="0" tIns="6306" rIns="0" bIns="0" rtlCol="0">
            <a:spAutoFit/>
          </a:bodyPr>
          <a:lstStyle/>
          <a:p>
            <a:pPr marL="6006">
              <a:spcBef>
                <a:spcPts val="50"/>
              </a:spcBef>
            </a:pPr>
            <a:r>
              <a:rPr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We</a:t>
            </a:r>
            <a:r>
              <a:rPr sz="946" spc="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can</a:t>
            </a:r>
            <a:r>
              <a:rPr sz="946" spc="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think</a:t>
            </a:r>
            <a:r>
              <a:rPr sz="946" spc="7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</a:t>
            </a:r>
            <a:r>
              <a:rPr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946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attention</a:t>
            </a:r>
            <a:r>
              <a:rPr sz="946" b="1" spc="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as</a:t>
            </a:r>
            <a:r>
              <a:rPr sz="946" spc="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performing fuzzy</a:t>
            </a:r>
            <a:r>
              <a:rPr sz="946" spc="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lookup</a:t>
            </a:r>
            <a:r>
              <a:rPr sz="946" spc="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</a:t>
            </a:r>
            <a:r>
              <a:rPr sz="946" spc="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</a:t>
            </a:r>
            <a:r>
              <a:rPr sz="946" spc="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key-value</a:t>
            </a:r>
            <a:r>
              <a:rPr sz="946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store.</a:t>
            </a:r>
            <a:endParaRPr sz="946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5333" y="1572942"/>
            <a:ext cx="2444699" cy="155003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0013" y="861375"/>
            <a:ext cx="2358272" cy="676038"/>
          </a:xfrm>
          <a:prstGeom prst="rect">
            <a:avLst/>
          </a:prstGeom>
        </p:spPr>
        <p:txBody>
          <a:bodyPr vert="horz" wrap="square" lIns="0" tIns="6306" rIns="0" bIns="0" rtlCol="0">
            <a:spAutoFit/>
          </a:bodyPr>
          <a:lstStyle/>
          <a:p>
            <a:pPr marL="6006" marR="2402">
              <a:spcBef>
                <a:spcPts val="50"/>
              </a:spcBef>
            </a:pP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 a</a:t>
            </a:r>
            <a:r>
              <a:rPr sz="1088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88" b="1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lookup</a:t>
            </a:r>
            <a:r>
              <a:rPr sz="1088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table</a:t>
            </a: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 </a:t>
            </a:r>
            <a:r>
              <a:rPr sz="1088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we</a:t>
            </a:r>
            <a:r>
              <a:rPr sz="1088" spc="7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88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have </a:t>
            </a: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 </a:t>
            </a:r>
            <a:r>
              <a:rPr sz="1088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table</a:t>
            </a:r>
            <a:r>
              <a:rPr sz="1088" spc="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</a:t>
            </a:r>
            <a:r>
              <a:rPr sz="1088" spc="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88" b="1" dirty="0">
                <a:solidFill>
                  <a:srgbClr val="BA792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keys </a:t>
            </a:r>
            <a:r>
              <a:rPr sz="1088" b="1" spc="-239" dirty="0">
                <a:solidFill>
                  <a:srgbClr val="BA792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that map </a:t>
            </a:r>
            <a:r>
              <a:rPr sz="1088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 </a:t>
            </a:r>
            <a:r>
              <a:rPr sz="1088" b="1" spc="-2" dirty="0">
                <a:solidFill>
                  <a:srgbClr val="609D9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values</a:t>
            </a:r>
            <a:r>
              <a:rPr sz="1088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 </a:t>
            </a: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sz="1088" b="1" dirty="0">
                <a:solidFill>
                  <a:srgbClr val="EA717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query </a:t>
            </a: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matches </a:t>
            </a:r>
            <a:r>
              <a:rPr sz="1088" spc="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88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one</a:t>
            </a: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88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 </a:t>
            </a: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keys, returning its</a:t>
            </a:r>
            <a:r>
              <a:rPr sz="1088" spc="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value.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886984" y="858937"/>
            <a:ext cx="2640256" cy="676038"/>
          </a:xfrm>
          <a:prstGeom prst="rect">
            <a:avLst/>
          </a:prstGeom>
        </p:spPr>
        <p:txBody>
          <a:bodyPr vert="horz" wrap="square" lIns="0" tIns="6306" rIns="0" bIns="0" rtlCol="0">
            <a:spAutoFit/>
          </a:bodyPr>
          <a:lstStyle/>
          <a:p>
            <a:pPr marL="6006" marR="2402" algn="just">
              <a:spcBef>
                <a:spcPts val="50"/>
              </a:spcBef>
            </a:pP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 </a:t>
            </a:r>
            <a:r>
              <a:rPr sz="1088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attention</a:t>
            </a: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 the </a:t>
            </a:r>
            <a:r>
              <a:rPr sz="1088" b="1" dirty="0">
                <a:solidFill>
                  <a:srgbClr val="EA717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query </a:t>
            </a: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matches all </a:t>
            </a:r>
            <a:r>
              <a:rPr sz="1088" b="1" dirty="0">
                <a:solidFill>
                  <a:srgbClr val="BA792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keys </a:t>
            </a:r>
            <a:r>
              <a:rPr sz="1088" i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softly</a:t>
            </a: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 </a:t>
            </a:r>
            <a:r>
              <a:rPr sz="1088" spc="-23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 a weight between 0 and </a:t>
            </a:r>
            <a:r>
              <a:rPr sz="1088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1. </a:t>
            </a: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sz="1088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keys’ </a:t>
            </a:r>
            <a:r>
              <a:rPr sz="1088" b="1" spc="-2" dirty="0">
                <a:solidFill>
                  <a:srgbClr val="609D9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values </a:t>
            </a:r>
            <a:r>
              <a:rPr sz="1088" b="1" dirty="0">
                <a:solidFill>
                  <a:srgbClr val="609D9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are</a:t>
            </a:r>
            <a:r>
              <a:rPr sz="1088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multiplied</a:t>
            </a:r>
            <a:r>
              <a:rPr sz="1088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by</a:t>
            </a:r>
            <a:r>
              <a:rPr sz="1088" spc="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sz="1088" spc="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weights</a:t>
            </a:r>
            <a:r>
              <a:rPr sz="1088" spc="7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8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sz="1088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summed.</a:t>
            </a:r>
            <a:endParaRPr sz="1088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80253" y="896647"/>
            <a:ext cx="42042" cy="2188301"/>
            <a:chOff x="5667496" y="1894314"/>
            <a:chExt cx="88900" cy="462724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67496" y="1894314"/>
              <a:ext cx="88847" cy="462693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714237" y="1907285"/>
              <a:ext cx="0" cy="4571365"/>
            </a:xfrm>
            <a:custGeom>
              <a:avLst/>
              <a:gdLst/>
              <a:ahLst/>
              <a:cxnLst/>
              <a:rect l="l" t="t" r="r" b="b"/>
              <a:pathLst>
                <a:path h="4571365">
                  <a:moveTo>
                    <a:pt x="0" y="0"/>
                  </a:moveTo>
                  <a:lnTo>
                    <a:pt x="0" y="457098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Rectangle 11"/>
          <p:cNvSpPr/>
          <p:nvPr/>
        </p:nvSpPr>
        <p:spPr>
          <a:xfrm>
            <a:off x="93411" y="3108071"/>
            <a:ext cx="2882900" cy="17235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520" dirty="0">
                <a:solidFill>
                  <a:srgbClr val="000000"/>
                </a:solidFill>
              </a:rPr>
              <a:t> Credits: Stanford CS224N</a:t>
            </a:r>
            <a:endParaRPr lang="en-IN" sz="52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E461D9D-52D5-9FA0-96DA-2284EDAE98B0}"/>
                  </a:ext>
                </a:extLst>
              </p14:cNvPr>
              <p14:cNvContentPartPr/>
              <p14:nvPr/>
            </p14:nvContentPartPr>
            <p14:xfrm>
              <a:off x="461160" y="821160"/>
              <a:ext cx="4951800" cy="2270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E461D9D-52D5-9FA0-96DA-2284EDAE98B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1800" y="811800"/>
                <a:ext cx="4970520" cy="228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35113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70" dirty="0">
                <a:solidFill>
                  <a:srgbClr val="FFFFFF"/>
                </a:solidFill>
              </a:rPr>
              <a:t>Q</a:t>
            </a:r>
            <a:r>
              <a:rPr cap="small" spc="270" dirty="0">
                <a:solidFill>
                  <a:srgbClr val="FFFFFF"/>
                </a:solidFill>
              </a:rPr>
              <a:t>uery</a:t>
            </a:r>
            <a:r>
              <a:rPr spc="270" dirty="0">
                <a:solidFill>
                  <a:srgbClr val="FFFFFF"/>
                </a:solidFill>
              </a:rPr>
              <a:t>-</a:t>
            </a:r>
            <a:r>
              <a:rPr spc="310" dirty="0">
                <a:solidFill>
                  <a:srgbClr val="FFFFFF"/>
                </a:solidFill>
              </a:rPr>
              <a:t>K</a:t>
            </a:r>
            <a:r>
              <a:rPr cap="small" spc="310" dirty="0">
                <a:solidFill>
                  <a:srgbClr val="FFFFFF"/>
                </a:solidFill>
              </a:rPr>
              <a:t>ey</a:t>
            </a:r>
            <a:r>
              <a:rPr spc="310" dirty="0">
                <a:solidFill>
                  <a:srgbClr val="FFFFFF"/>
                </a:solidFill>
              </a:rPr>
              <a:t>-</a:t>
            </a:r>
            <a:r>
              <a:rPr spc="254" dirty="0">
                <a:solidFill>
                  <a:srgbClr val="FFFFFF"/>
                </a:solidFill>
              </a:rPr>
              <a:t>V</a:t>
            </a:r>
            <a:r>
              <a:rPr cap="small" spc="254" dirty="0">
                <a:solidFill>
                  <a:srgbClr val="FFFFFF"/>
                </a:solidFill>
              </a:rPr>
              <a:t>alue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305" dirty="0">
                <a:solidFill>
                  <a:srgbClr val="FFFFFF"/>
                </a:solidFill>
              </a:rPr>
              <a:t>(QKV):</a:t>
            </a:r>
            <a:r>
              <a:rPr spc="285" dirty="0">
                <a:solidFill>
                  <a:srgbClr val="FFFFFF"/>
                </a:solidFill>
              </a:rPr>
              <a:t> </a:t>
            </a:r>
            <a:r>
              <a:rPr spc="200" dirty="0">
                <a:solidFill>
                  <a:srgbClr val="FFFFFF"/>
                </a:solidFill>
              </a:rPr>
              <a:t>C</a:t>
            </a:r>
            <a:r>
              <a:rPr cap="small" spc="200" dirty="0">
                <a:solidFill>
                  <a:srgbClr val="FFFFFF"/>
                </a:solidFill>
              </a:rPr>
              <a:t>omponents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765771"/>
            <a:ext cx="69850" cy="1536700"/>
            <a:chOff x="513702" y="765771"/>
            <a:chExt cx="69850" cy="1536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765771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499362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232952"/>
              <a:ext cx="69291" cy="6929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71094" y="416787"/>
            <a:ext cx="5048250" cy="2676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6080" marR="2315845" indent="-297815">
              <a:lnSpc>
                <a:spcPct val="136100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Three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distinct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roles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attention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mechanism: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Query</a:t>
            </a:r>
            <a:r>
              <a:rPr sz="1050" spc="9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1B1472"/>
                </a:solidFill>
                <a:latin typeface="Arial MT"/>
                <a:cs typeface="Arial MT"/>
              </a:rPr>
              <a:t>(</a:t>
            </a:r>
            <a:r>
              <a:rPr sz="1050" b="1" spc="-20" dirty="0">
                <a:solidFill>
                  <a:srgbClr val="1B1472"/>
                </a:solidFill>
                <a:latin typeface="Arial"/>
                <a:cs typeface="Arial"/>
              </a:rPr>
              <a:t>q</a:t>
            </a:r>
            <a:r>
              <a:rPr sz="1050" spc="-20" dirty="0">
                <a:solidFill>
                  <a:srgbClr val="1B1472"/>
                </a:solidFill>
                <a:latin typeface="Arial MT"/>
                <a:cs typeface="Arial MT"/>
              </a:rPr>
              <a:t>):</a:t>
            </a:r>
            <a:endParaRPr sz="1050">
              <a:latin typeface="Arial MT"/>
              <a:cs typeface="Arial MT"/>
            </a:endParaRPr>
          </a:p>
          <a:p>
            <a:pPr marL="54102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8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What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information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are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we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seeking?</a:t>
            </a:r>
            <a:endParaRPr sz="950">
              <a:latin typeface="Arial MT"/>
              <a:cs typeface="Arial MT"/>
            </a:endParaRPr>
          </a:p>
          <a:p>
            <a:pPr marL="54102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9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Comes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from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decoder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state:</a:t>
            </a:r>
            <a:r>
              <a:rPr sz="950" spc="1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”I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need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generate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next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word”</a:t>
            </a:r>
            <a:endParaRPr sz="950">
              <a:latin typeface="Arial MT"/>
              <a:cs typeface="Arial MT"/>
            </a:endParaRPr>
          </a:p>
          <a:p>
            <a:pPr marL="54102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2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Example:</a:t>
            </a:r>
            <a:r>
              <a:rPr sz="950" spc="1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Decoder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state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when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generating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”Delhi”</a:t>
            </a:r>
            <a:endParaRPr sz="950">
              <a:latin typeface="Arial MT"/>
              <a:cs typeface="Arial MT"/>
            </a:endParaRPr>
          </a:p>
          <a:p>
            <a:pPr marL="386080">
              <a:lnSpc>
                <a:spcPct val="100000"/>
              </a:lnSpc>
              <a:spcBef>
                <a:spcPts val="300"/>
              </a:spcBef>
            </a:pPr>
            <a:r>
              <a:rPr sz="1050" spc="10" dirty="0">
                <a:solidFill>
                  <a:srgbClr val="1B1472"/>
                </a:solidFill>
                <a:latin typeface="Arial MT"/>
                <a:cs typeface="Arial MT"/>
              </a:rPr>
              <a:t>Keys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10" dirty="0">
                <a:solidFill>
                  <a:srgbClr val="1B1472"/>
                </a:solidFill>
                <a:latin typeface="Arial MT"/>
                <a:cs typeface="Arial MT"/>
              </a:rPr>
              <a:t>(</a:t>
            </a:r>
            <a:r>
              <a:rPr sz="1200" spc="10" dirty="0">
                <a:solidFill>
                  <a:srgbClr val="1B1472"/>
                </a:solidFill>
                <a:latin typeface="Cambria"/>
                <a:cs typeface="Cambria"/>
              </a:rPr>
              <a:t>{</a:t>
            </a:r>
            <a:r>
              <a:rPr sz="1050" b="1" spc="10" dirty="0">
                <a:solidFill>
                  <a:srgbClr val="1B1472"/>
                </a:solidFill>
                <a:latin typeface="Arial"/>
                <a:cs typeface="Arial"/>
              </a:rPr>
              <a:t>k</a:t>
            </a:r>
            <a:r>
              <a:rPr sz="1050" i="1" spc="15" baseline="-15873" dirty="0">
                <a:solidFill>
                  <a:srgbClr val="1B1472"/>
                </a:solidFill>
                <a:latin typeface="Arial"/>
                <a:cs typeface="Arial"/>
              </a:rPr>
              <a:t>i</a:t>
            </a:r>
            <a:r>
              <a:rPr sz="1050" i="1" spc="-104" baseline="-15873" dirty="0">
                <a:solidFill>
                  <a:srgbClr val="1B1472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1B1472"/>
                </a:solidFill>
                <a:latin typeface="Cambria"/>
                <a:cs typeface="Cambria"/>
              </a:rPr>
              <a:t>}</a:t>
            </a:r>
            <a:r>
              <a:rPr sz="1050" spc="-25" dirty="0">
                <a:solidFill>
                  <a:srgbClr val="1B1472"/>
                </a:solidFill>
                <a:latin typeface="Arial MT"/>
                <a:cs typeface="Arial MT"/>
              </a:rPr>
              <a:t>):</a:t>
            </a:r>
            <a:endParaRPr sz="1050">
              <a:latin typeface="Arial MT"/>
              <a:cs typeface="Arial MT"/>
            </a:endParaRPr>
          </a:p>
          <a:p>
            <a:pPr marL="541020">
              <a:lnSpc>
                <a:spcPct val="100000"/>
              </a:lnSpc>
              <a:spcBef>
                <a:spcPts val="18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6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What’s</a:t>
            </a:r>
            <a:r>
              <a:rPr sz="950" spc="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available</a:t>
            </a:r>
            <a:r>
              <a:rPr sz="950" spc="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match</a:t>
            </a:r>
            <a:r>
              <a:rPr sz="950" spc="3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against?</a:t>
            </a:r>
            <a:endParaRPr sz="950">
              <a:latin typeface="Arial MT"/>
              <a:cs typeface="Arial MT"/>
            </a:endParaRPr>
          </a:p>
          <a:p>
            <a:pPr marL="54102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2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Comes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from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encoder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states:</a:t>
            </a:r>
            <a:r>
              <a:rPr sz="950" spc="1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representations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of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input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tokens</a:t>
            </a:r>
            <a:endParaRPr sz="950">
              <a:latin typeface="Arial MT"/>
              <a:cs typeface="Arial MT"/>
            </a:endParaRPr>
          </a:p>
          <a:p>
            <a:pPr marL="54102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3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Example:</a:t>
            </a:r>
            <a:r>
              <a:rPr sz="950" spc="1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Encoded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representations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of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[Mumbai,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is,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financial,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capital,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Delhi,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...]</a:t>
            </a:r>
            <a:endParaRPr sz="950">
              <a:latin typeface="Arial MT"/>
              <a:cs typeface="Arial MT"/>
            </a:endParaRPr>
          </a:p>
          <a:p>
            <a:pPr marL="386080">
              <a:lnSpc>
                <a:spcPct val="100000"/>
              </a:lnSpc>
              <a:spcBef>
                <a:spcPts val="30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Values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10" dirty="0">
                <a:solidFill>
                  <a:srgbClr val="1B1472"/>
                </a:solidFill>
                <a:latin typeface="Arial MT"/>
                <a:cs typeface="Arial MT"/>
              </a:rPr>
              <a:t>(</a:t>
            </a:r>
            <a:r>
              <a:rPr sz="1200" spc="10" dirty="0">
                <a:solidFill>
                  <a:srgbClr val="1B1472"/>
                </a:solidFill>
                <a:latin typeface="Cambria"/>
                <a:cs typeface="Cambria"/>
              </a:rPr>
              <a:t>{</a:t>
            </a:r>
            <a:r>
              <a:rPr sz="1050" b="1" spc="10" dirty="0">
                <a:solidFill>
                  <a:srgbClr val="1B1472"/>
                </a:solidFill>
                <a:latin typeface="Arial"/>
                <a:cs typeface="Arial"/>
              </a:rPr>
              <a:t>v</a:t>
            </a:r>
            <a:r>
              <a:rPr sz="1050" i="1" spc="15" baseline="-15873" dirty="0">
                <a:solidFill>
                  <a:srgbClr val="1B1472"/>
                </a:solidFill>
                <a:latin typeface="Arial"/>
                <a:cs typeface="Arial"/>
              </a:rPr>
              <a:t>i</a:t>
            </a:r>
            <a:r>
              <a:rPr sz="1050" i="1" spc="-89" baseline="-15873" dirty="0">
                <a:solidFill>
                  <a:srgbClr val="1B1472"/>
                </a:solidFill>
                <a:latin typeface="Arial"/>
                <a:cs typeface="Arial"/>
              </a:rPr>
              <a:t> </a:t>
            </a:r>
            <a:r>
              <a:rPr sz="1200" spc="25" dirty="0">
                <a:solidFill>
                  <a:srgbClr val="1B1472"/>
                </a:solidFill>
                <a:latin typeface="Cambria"/>
                <a:cs typeface="Cambria"/>
              </a:rPr>
              <a:t>}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):</a:t>
            </a:r>
            <a:endParaRPr sz="1050">
              <a:latin typeface="Arial MT"/>
              <a:cs typeface="Arial MT"/>
            </a:endParaRPr>
          </a:p>
          <a:p>
            <a:pPr marL="541020">
              <a:lnSpc>
                <a:spcPct val="100000"/>
              </a:lnSpc>
              <a:spcBef>
                <a:spcPts val="18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6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What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actual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content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do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we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retrieve?</a:t>
            </a:r>
            <a:endParaRPr sz="950">
              <a:latin typeface="Arial MT"/>
              <a:cs typeface="Arial MT"/>
            </a:endParaRPr>
          </a:p>
          <a:p>
            <a:pPr marL="54102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Also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from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encoder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states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(often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same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as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keys)</a:t>
            </a:r>
            <a:endParaRPr sz="950">
              <a:latin typeface="Arial MT"/>
              <a:cs typeface="Arial MT"/>
            </a:endParaRPr>
          </a:p>
          <a:p>
            <a:pPr marL="54102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15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Example:</a:t>
            </a:r>
            <a:r>
              <a:rPr sz="950" spc="1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Contextual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embeddings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of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input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words</a:t>
            </a:r>
            <a:endParaRPr sz="950">
              <a:latin typeface="Arial MT"/>
              <a:cs typeface="Arial MT"/>
            </a:endParaRPr>
          </a:p>
          <a:p>
            <a:pPr marL="88265">
              <a:lnSpc>
                <a:spcPct val="100000"/>
              </a:lnSpc>
              <a:spcBef>
                <a:spcPts val="56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Intuition:</a:t>
            </a:r>
            <a:r>
              <a:rPr sz="1050" spc="1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Query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searches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Keys,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retrieves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matching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Values.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9" name="object 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5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5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5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5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44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3AF1A30-005D-81DB-A5E2-0153BBA53FF2}"/>
                  </a:ext>
                </a:extLst>
              </p14:cNvPr>
              <p14:cNvContentPartPr/>
              <p14:nvPr/>
            </p14:nvContentPartPr>
            <p14:xfrm>
              <a:off x="1067400" y="582120"/>
              <a:ext cx="4561200" cy="2350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3AF1A30-005D-81DB-A5E2-0153BBA53FF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8040" y="572760"/>
                <a:ext cx="4579920" cy="236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8087039"/>
      </p:ext>
    </p:extLst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4850" y="622661"/>
            <a:ext cx="5700950" cy="593881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cs typeface="Calibri"/>
              </a:rPr>
              <a:t>1. Transform</a:t>
            </a:r>
            <a:r>
              <a:rPr lang="en-US" b="1" spc="-9" dirty="0">
                <a:solidFill>
                  <a:srgbClr val="C00000"/>
                </a:solidFill>
                <a:cs typeface="Calibri"/>
              </a:rPr>
              <a:t> </a:t>
            </a:r>
            <a:r>
              <a:rPr lang="en-US" b="1" dirty="0">
                <a:solidFill>
                  <a:srgbClr val="C00000"/>
                </a:solidFill>
                <a:cs typeface="Calibri"/>
              </a:rPr>
              <a:t>each</a:t>
            </a:r>
            <a:r>
              <a:rPr lang="en-US" b="1" spc="2" dirty="0">
                <a:solidFill>
                  <a:srgbClr val="C00000"/>
                </a:solidFill>
                <a:cs typeface="Calibri"/>
              </a:rPr>
              <a:t> </a:t>
            </a:r>
            <a:r>
              <a:rPr lang="en-US" b="1" spc="-2" dirty="0">
                <a:solidFill>
                  <a:srgbClr val="C00000"/>
                </a:solidFill>
                <a:cs typeface="Calibri"/>
              </a:rPr>
              <a:t>word</a:t>
            </a:r>
            <a:r>
              <a:rPr lang="en-US" b="1" dirty="0">
                <a:solidFill>
                  <a:srgbClr val="C00000"/>
                </a:solidFill>
                <a:cs typeface="Calibri"/>
              </a:rPr>
              <a:t> embedding</a:t>
            </a:r>
            <a:r>
              <a:rPr lang="en-US" b="1" spc="2" dirty="0">
                <a:solidFill>
                  <a:srgbClr val="C00000"/>
                </a:solidFill>
                <a:cs typeface="Calibri"/>
              </a:rPr>
              <a:t> </a:t>
            </a:r>
            <a:r>
              <a:rPr lang="en-US" b="1" dirty="0">
                <a:solidFill>
                  <a:srgbClr val="C00000"/>
                </a:solidFill>
                <a:cs typeface="Calibri"/>
              </a:rPr>
              <a:t>with</a:t>
            </a:r>
            <a:r>
              <a:rPr lang="en-US" b="1" spc="7" dirty="0">
                <a:solidFill>
                  <a:srgbClr val="C00000"/>
                </a:solidFill>
                <a:cs typeface="Calibri"/>
              </a:rPr>
              <a:t> </a:t>
            </a:r>
            <a:r>
              <a:rPr lang="en-US" b="1" spc="-2" dirty="0">
                <a:solidFill>
                  <a:srgbClr val="C00000"/>
                </a:solidFill>
                <a:cs typeface="Calibri"/>
              </a:rPr>
              <a:t>weight</a:t>
            </a:r>
            <a:r>
              <a:rPr lang="en-US" b="1" spc="7" dirty="0">
                <a:solidFill>
                  <a:srgbClr val="C00000"/>
                </a:solidFill>
                <a:cs typeface="Calibri"/>
              </a:rPr>
              <a:t> </a:t>
            </a:r>
            <a:r>
              <a:rPr lang="en-US" b="1" dirty="0">
                <a:solidFill>
                  <a:srgbClr val="C00000"/>
                </a:solidFill>
                <a:cs typeface="Calibri"/>
              </a:rPr>
              <a:t>matrices</a:t>
            </a:r>
            <a:r>
              <a:rPr lang="en-US" b="1" spc="2" dirty="0">
                <a:solidFill>
                  <a:srgbClr val="C00000"/>
                </a:solidFill>
                <a:cs typeface="Calibri"/>
              </a:rPr>
              <a:t> W</a:t>
            </a:r>
            <a:r>
              <a:rPr lang="en-US" b="1" spc="-2" baseline="30000" dirty="0">
                <a:solidFill>
                  <a:srgbClr val="C00000"/>
                </a:solidFill>
                <a:cs typeface="Cambria Math"/>
              </a:rPr>
              <a:t>Q</a:t>
            </a:r>
            <a:r>
              <a:rPr lang="en-US" b="1" spc="-2" dirty="0">
                <a:solidFill>
                  <a:srgbClr val="C00000"/>
                </a:solidFill>
                <a:cs typeface="Cambria Math"/>
              </a:rPr>
              <a:t>,</a:t>
            </a:r>
            <a:r>
              <a:rPr lang="en-US" b="1" spc="-61" dirty="0">
                <a:solidFill>
                  <a:srgbClr val="C00000"/>
                </a:solidFill>
                <a:cs typeface="Cambria Math"/>
              </a:rPr>
              <a:t> W</a:t>
            </a:r>
            <a:r>
              <a:rPr lang="en-US" b="1" baseline="30000" dirty="0">
                <a:solidFill>
                  <a:srgbClr val="C00000"/>
                </a:solidFill>
                <a:cs typeface="Cambria Math"/>
              </a:rPr>
              <a:t>K</a:t>
            </a:r>
            <a:r>
              <a:rPr lang="en-US" b="1" dirty="0">
                <a:solidFill>
                  <a:srgbClr val="C00000"/>
                </a:solidFill>
                <a:cs typeface="Cambria Math"/>
              </a:rPr>
              <a:t>,</a:t>
            </a:r>
            <a:r>
              <a:rPr lang="en-US" b="1" spc="-59" dirty="0">
                <a:solidFill>
                  <a:srgbClr val="C00000"/>
                </a:solidFill>
                <a:cs typeface="Cambria Math"/>
              </a:rPr>
              <a:t> W</a:t>
            </a:r>
            <a:r>
              <a:rPr lang="en-US" b="1" baseline="30000" dirty="0">
                <a:solidFill>
                  <a:srgbClr val="C00000"/>
                </a:solidFill>
                <a:cs typeface="Cambria Math"/>
              </a:rPr>
              <a:t>V</a:t>
            </a:r>
            <a:r>
              <a:rPr lang="en-US" b="1" spc="14" dirty="0">
                <a:solidFill>
                  <a:srgbClr val="C00000"/>
                </a:solidFill>
                <a:cs typeface="Cambria Math"/>
              </a:rPr>
              <a:t> </a:t>
            </a:r>
            <a:r>
              <a:rPr lang="en-US" b="1" dirty="0">
                <a:solidFill>
                  <a:srgbClr val="C00000"/>
                </a:solidFill>
                <a:cs typeface="Calibri"/>
              </a:rPr>
              <a:t>,</a:t>
            </a:r>
            <a:r>
              <a:rPr lang="en-US" b="1" spc="2" dirty="0">
                <a:solidFill>
                  <a:srgbClr val="C00000"/>
                </a:solidFill>
                <a:cs typeface="Calibri"/>
              </a:rPr>
              <a:t> </a:t>
            </a:r>
            <a:r>
              <a:rPr lang="en-US" b="1" dirty="0">
                <a:solidFill>
                  <a:srgbClr val="C00000"/>
                </a:solidFill>
                <a:cs typeface="Calibri"/>
              </a:rPr>
              <a:t>each</a:t>
            </a:r>
            <a:r>
              <a:rPr lang="en-US" b="1" spc="2" dirty="0">
                <a:solidFill>
                  <a:srgbClr val="C00000"/>
                </a:solidFill>
                <a:cs typeface="Calibri"/>
              </a:rPr>
              <a:t> </a:t>
            </a:r>
            <a:r>
              <a:rPr lang="en-US" b="1" dirty="0">
                <a:solidFill>
                  <a:srgbClr val="C00000"/>
                </a:solidFill>
                <a:cs typeface="Calibri"/>
              </a:rPr>
              <a:t>in </a:t>
            </a:r>
            <a:r>
              <a:rPr lang="en-US" b="1" spc="33" dirty="0">
                <a:solidFill>
                  <a:srgbClr val="C00000"/>
                </a:solidFill>
                <a:cs typeface="Cambria Math"/>
              </a:rPr>
              <a:t>ℝ</a:t>
            </a:r>
            <a:r>
              <a:rPr lang="en-US" b="1" spc="49" baseline="28619" dirty="0">
                <a:solidFill>
                  <a:srgbClr val="C00000"/>
                </a:solidFill>
                <a:cs typeface="Cambria Math"/>
              </a:rPr>
              <a:t>𝑑×𝑑</a:t>
            </a:r>
          </a:p>
          <a:p>
            <a:endParaRPr lang="en-US" dirty="0">
              <a:latin typeface="Calibri"/>
              <a:cs typeface="Calibri"/>
            </a:endParaRP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2994" y="20283"/>
            <a:ext cx="5495435" cy="516280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Scaled – Dot product Attention</a:t>
            </a:r>
            <a:endParaRPr lang="en-IN" dirty="0">
              <a:solidFill>
                <a:schemeClr val="bg1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92193" y="1725484"/>
            <a:ext cx="3671493" cy="1215874"/>
            <a:chOff x="2213601" y="3573821"/>
            <a:chExt cx="7763509" cy="2571012"/>
          </a:xfrm>
        </p:grpSpPr>
        <p:sp>
          <p:nvSpPr>
            <p:cNvPr id="5" name="object 4"/>
            <p:cNvSpPr/>
            <p:nvPr/>
          </p:nvSpPr>
          <p:spPr>
            <a:xfrm>
              <a:off x="2271704" y="3574053"/>
              <a:ext cx="2590800" cy="1833245"/>
            </a:xfrm>
            <a:custGeom>
              <a:avLst/>
              <a:gdLst/>
              <a:ahLst/>
              <a:cxnLst/>
              <a:rect l="l" t="t" r="r" b="b"/>
              <a:pathLst>
                <a:path w="2590800" h="1833245">
                  <a:moveTo>
                    <a:pt x="2590335" y="1832978"/>
                  </a:moveTo>
                  <a:lnTo>
                    <a:pt x="0" y="1832978"/>
                  </a:lnTo>
                  <a:lnTo>
                    <a:pt x="0" y="0"/>
                  </a:lnTo>
                  <a:lnTo>
                    <a:pt x="2270553" y="0"/>
                  </a:lnTo>
                  <a:lnTo>
                    <a:pt x="2320880" y="3983"/>
                  </a:lnTo>
                  <a:lnTo>
                    <a:pt x="2369515" y="15697"/>
                  </a:lnTo>
                  <a:lnTo>
                    <a:pt x="2415597" y="34785"/>
                  </a:lnTo>
                  <a:lnTo>
                    <a:pt x="2458270" y="60892"/>
                  </a:lnTo>
                  <a:lnTo>
                    <a:pt x="2496673" y="93661"/>
                  </a:lnTo>
                  <a:lnTo>
                    <a:pt x="2529442" y="132065"/>
                  </a:lnTo>
                  <a:lnTo>
                    <a:pt x="2555549" y="174737"/>
                  </a:lnTo>
                  <a:lnTo>
                    <a:pt x="2574637" y="220820"/>
                  </a:lnTo>
                  <a:lnTo>
                    <a:pt x="2586351" y="269454"/>
                  </a:lnTo>
                  <a:lnTo>
                    <a:pt x="2590335" y="319781"/>
                  </a:lnTo>
                  <a:lnTo>
                    <a:pt x="2590335" y="1832978"/>
                  </a:lnTo>
                  <a:close/>
                </a:path>
              </a:pathLst>
            </a:custGeom>
            <a:solidFill>
              <a:srgbClr val="307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"/>
            <p:cNvSpPr txBox="1"/>
            <p:nvPr/>
          </p:nvSpPr>
          <p:spPr>
            <a:xfrm>
              <a:off x="3102595" y="3951061"/>
              <a:ext cx="801894" cy="243588"/>
            </a:xfrm>
            <a:prstGeom prst="rect">
              <a:avLst/>
            </a:prstGeom>
          </p:spPr>
          <p:txBody>
            <a:bodyPr vert="horz" wrap="square" lIns="0" tIns="6006" rIns="0" bIns="0" rtlCol="0">
              <a:spAutoFit/>
            </a:bodyPr>
            <a:lstStyle/>
            <a:p>
              <a:pPr marL="6006">
                <a:spcBef>
                  <a:spcPts val="47"/>
                </a:spcBef>
              </a:pPr>
              <a:r>
                <a:rPr sz="709" b="1" dirty="0">
                  <a:solidFill>
                    <a:srgbClr val="FFFFFF"/>
                  </a:solidFill>
                  <a:latin typeface="Roboto"/>
                  <a:cs typeface="Roboto"/>
                </a:rPr>
                <a:t>Que</a:t>
              </a:r>
              <a:r>
                <a:rPr sz="709" b="1" spc="5" dirty="0">
                  <a:solidFill>
                    <a:srgbClr val="FFFFFF"/>
                  </a:solidFill>
                  <a:latin typeface="Roboto"/>
                  <a:cs typeface="Roboto"/>
                </a:rPr>
                <a:t>r</a:t>
              </a:r>
              <a:r>
                <a:rPr sz="709" b="1" spc="-66" dirty="0">
                  <a:solidFill>
                    <a:srgbClr val="FFFFFF"/>
                  </a:solidFill>
                  <a:latin typeface="Roboto"/>
                  <a:cs typeface="Roboto"/>
                </a:rPr>
                <a:t>y</a:t>
              </a:r>
              <a:r>
                <a:rPr sz="709" b="1" spc="-12" dirty="0">
                  <a:solidFill>
                    <a:srgbClr val="FFFFFF"/>
                  </a:solidFill>
                  <a:latin typeface="Roboto"/>
                  <a:cs typeface="Roboto"/>
                </a:rPr>
                <a:t>,</a:t>
              </a:r>
              <a:r>
                <a:rPr sz="709" b="1" spc="-2" dirty="0">
                  <a:solidFill>
                    <a:srgbClr val="FFFFFF"/>
                  </a:solidFill>
                  <a:latin typeface="Roboto"/>
                  <a:cs typeface="Roboto"/>
                </a:rPr>
                <a:t> </a:t>
              </a:r>
              <a:r>
                <a:rPr sz="709" b="1" spc="-9" dirty="0">
                  <a:solidFill>
                    <a:srgbClr val="FFFFFF"/>
                  </a:solidFill>
                  <a:latin typeface="Roboto"/>
                  <a:cs typeface="Roboto"/>
                </a:rPr>
                <a:t>Q</a:t>
              </a:r>
              <a:endParaRPr sz="709" dirty="0">
                <a:latin typeface="Roboto"/>
                <a:cs typeface="Roboto"/>
              </a:endParaRPr>
            </a:p>
          </p:txBody>
        </p:sp>
        <p:sp>
          <p:nvSpPr>
            <p:cNvPr id="7" name="object 6"/>
            <p:cNvSpPr txBox="1"/>
            <p:nvPr/>
          </p:nvSpPr>
          <p:spPr>
            <a:xfrm>
              <a:off x="2271704" y="4392012"/>
              <a:ext cx="2365374" cy="917443"/>
            </a:xfrm>
            <a:prstGeom prst="rect">
              <a:avLst/>
            </a:prstGeom>
          </p:spPr>
          <p:txBody>
            <a:bodyPr vert="horz" wrap="square" lIns="0" tIns="6006" rIns="0" bIns="0" rtlCol="0">
              <a:spAutoFit/>
            </a:bodyPr>
            <a:lstStyle/>
            <a:p>
              <a:pPr marL="6006" marR="2402">
                <a:lnSpc>
                  <a:spcPct val="115399"/>
                </a:lnSpc>
                <a:spcBef>
                  <a:spcPts val="47"/>
                </a:spcBef>
              </a:pPr>
              <a:r>
                <a:rPr sz="615" b="1" spc="9" dirty="0">
                  <a:solidFill>
                    <a:srgbClr val="FFF1CC"/>
                  </a:solidFill>
                  <a:latin typeface="Roboto"/>
                  <a:cs typeface="Roboto"/>
                </a:rPr>
                <a:t>As </a:t>
              </a:r>
              <a:r>
                <a:rPr sz="615" b="1" spc="-2" dirty="0">
                  <a:solidFill>
                    <a:srgbClr val="FFF1CC"/>
                  </a:solidFill>
                  <a:latin typeface="Roboto"/>
                  <a:cs typeface="Roboto"/>
                </a:rPr>
                <a:t>the current focus </a:t>
              </a:r>
              <a:r>
                <a:rPr sz="615" b="1" dirty="0">
                  <a:solidFill>
                    <a:srgbClr val="FFF1CC"/>
                  </a:solidFill>
                  <a:latin typeface="Roboto"/>
                  <a:cs typeface="Roboto"/>
                </a:rPr>
                <a:t>of </a:t>
              </a:r>
              <a:r>
                <a:rPr sz="615" b="1" spc="2" dirty="0">
                  <a:solidFill>
                    <a:srgbClr val="FFF1CC"/>
                  </a:solidFill>
                  <a:latin typeface="Roboto"/>
                  <a:cs typeface="Roboto"/>
                </a:rPr>
                <a:t> </a:t>
              </a:r>
              <a:r>
                <a:rPr sz="615" b="1" spc="-5" dirty="0">
                  <a:solidFill>
                    <a:srgbClr val="FFF1CC"/>
                  </a:solidFill>
                  <a:latin typeface="Roboto"/>
                  <a:cs typeface="Roboto"/>
                </a:rPr>
                <a:t>attention </a:t>
              </a:r>
              <a:r>
                <a:rPr sz="615" b="1" spc="-2" dirty="0">
                  <a:solidFill>
                    <a:srgbClr val="FFF1CC"/>
                  </a:solidFill>
                  <a:latin typeface="Roboto"/>
                  <a:cs typeface="Roboto"/>
                </a:rPr>
                <a:t>when </a:t>
              </a:r>
              <a:r>
                <a:rPr sz="615" b="1" dirty="0">
                  <a:solidFill>
                    <a:srgbClr val="FFF1CC"/>
                  </a:solidFill>
                  <a:latin typeface="Roboto"/>
                  <a:cs typeface="Roboto"/>
                </a:rPr>
                <a:t>being </a:t>
              </a:r>
              <a:r>
                <a:rPr sz="615" b="1" spc="-2" dirty="0">
                  <a:solidFill>
                    <a:srgbClr val="FFF1CC"/>
                  </a:solidFill>
                  <a:latin typeface="Roboto"/>
                  <a:cs typeface="Roboto"/>
                </a:rPr>
                <a:t>compared </a:t>
              </a:r>
              <a:r>
                <a:rPr sz="615" b="1" spc="-147" dirty="0">
                  <a:solidFill>
                    <a:srgbClr val="FFF1CC"/>
                  </a:solidFill>
                  <a:latin typeface="Roboto"/>
                  <a:cs typeface="Roboto"/>
                </a:rPr>
                <a:t> </a:t>
              </a:r>
              <a:r>
                <a:rPr sz="615" b="1" spc="-9" dirty="0">
                  <a:solidFill>
                    <a:srgbClr val="FFF1CC"/>
                  </a:solidFill>
                  <a:latin typeface="Roboto"/>
                  <a:cs typeface="Roboto"/>
                </a:rPr>
                <a:t>to </a:t>
              </a:r>
              <a:r>
                <a:rPr sz="615" b="1" spc="-5" dirty="0">
                  <a:solidFill>
                    <a:srgbClr val="FFF1CC"/>
                  </a:solidFill>
                  <a:latin typeface="Roboto"/>
                  <a:cs typeface="Roboto"/>
                </a:rPr>
                <a:t>all </a:t>
              </a:r>
              <a:r>
                <a:rPr sz="615" b="1" dirty="0">
                  <a:solidFill>
                    <a:srgbClr val="FFF1CC"/>
                  </a:solidFill>
                  <a:latin typeface="Roboto"/>
                  <a:cs typeface="Roboto"/>
                </a:rPr>
                <a:t>of </a:t>
              </a:r>
              <a:r>
                <a:rPr sz="615" b="1" spc="-2" dirty="0">
                  <a:solidFill>
                    <a:srgbClr val="FFF1CC"/>
                  </a:solidFill>
                  <a:latin typeface="Roboto"/>
                  <a:cs typeface="Roboto"/>
                </a:rPr>
                <a:t>the </a:t>
              </a:r>
              <a:r>
                <a:rPr sz="615" b="1" dirty="0">
                  <a:solidFill>
                    <a:srgbClr val="FFF1CC"/>
                  </a:solidFill>
                  <a:latin typeface="Roboto"/>
                  <a:cs typeface="Roboto"/>
                </a:rPr>
                <a:t>other preceding </a:t>
              </a:r>
              <a:r>
                <a:rPr sz="615" b="1" spc="2" dirty="0">
                  <a:solidFill>
                    <a:srgbClr val="FFF1CC"/>
                  </a:solidFill>
                  <a:latin typeface="Roboto"/>
                  <a:cs typeface="Roboto"/>
                </a:rPr>
                <a:t> </a:t>
              </a:r>
              <a:r>
                <a:rPr sz="615" b="1" spc="-5" dirty="0">
                  <a:solidFill>
                    <a:srgbClr val="FFF1CC"/>
                  </a:solidFill>
                  <a:latin typeface="Roboto"/>
                  <a:cs typeface="Roboto"/>
                </a:rPr>
                <a:t>inputs.</a:t>
              </a:r>
              <a:endParaRPr sz="615">
                <a:latin typeface="Roboto"/>
                <a:cs typeface="Roboto"/>
              </a:endParaRPr>
            </a:p>
          </p:txBody>
        </p:sp>
        <p:sp>
          <p:nvSpPr>
            <p:cNvPr id="8" name="object 7"/>
            <p:cNvSpPr/>
            <p:nvPr/>
          </p:nvSpPr>
          <p:spPr>
            <a:xfrm>
              <a:off x="4857981" y="3573821"/>
              <a:ext cx="2590800" cy="1833245"/>
            </a:xfrm>
            <a:custGeom>
              <a:avLst/>
              <a:gdLst/>
              <a:ahLst/>
              <a:cxnLst/>
              <a:rect l="l" t="t" r="r" b="b"/>
              <a:pathLst>
                <a:path w="2590800" h="1833245">
                  <a:moveTo>
                    <a:pt x="2590347" y="1833000"/>
                  </a:moveTo>
                  <a:lnTo>
                    <a:pt x="0" y="1832968"/>
                  </a:lnTo>
                  <a:lnTo>
                    <a:pt x="21" y="331732"/>
                  </a:lnTo>
                  <a:lnTo>
                    <a:pt x="3618" y="282711"/>
                  </a:lnTo>
                  <a:lnTo>
                    <a:pt x="14066" y="235923"/>
                  </a:lnTo>
                  <a:lnTo>
                    <a:pt x="30853" y="191882"/>
                  </a:lnTo>
                  <a:lnTo>
                    <a:pt x="53465" y="151100"/>
                  </a:lnTo>
                  <a:lnTo>
                    <a:pt x="81389" y="114091"/>
                  </a:lnTo>
                  <a:lnTo>
                    <a:pt x="114112" y="81368"/>
                  </a:lnTo>
                  <a:lnTo>
                    <a:pt x="151122" y="53444"/>
                  </a:lnTo>
                  <a:lnTo>
                    <a:pt x="191903" y="30832"/>
                  </a:lnTo>
                  <a:lnTo>
                    <a:pt x="235945" y="14045"/>
                  </a:lnTo>
                  <a:lnTo>
                    <a:pt x="282732" y="3596"/>
                  </a:lnTo>
                  <a:lnTo>
                    <a:pt x="331753" y="0"/>
                  </a:lnTo>
                  <a:lnTo>
                    <a:pt x="2258623" y="0"/>
                  </a:lnTo>
                  <a:lnTo>
                    <a:pt x="2310831" y="4132"/>
                  </a:lnTo>
                  <a:lnTo>
                    <a:pt x="2361283" y="16284"/>
                  </a:lnTo>
                  <a:lnTo>
                    <a:pt x="2409088" y="36085"/>
                  </a:lnTo>
                  <a:lnTo>
                    <a:pt x="2453355" y="63168"/>
                  </a:lnTo>
                  <a:lnTo>
                    <a:pt x="2493193" y="97162"/>
                  </a:lnTo>
                  <a:lnTo>
                    <a:pt x="2527188" y="137000"/>
                  </a:lnTo>
                  <a:lnTo>
                    <a:pt x="2554270" y="181267"/>
                  </a:lnTo>
                  <a:lnTo>
                    <a:pt x="2574072" y="229073"/>
                  </a:lnTo>
                  <a:lnTo>
                    <a:pt x="2586223" y="279524"/>
                  </a:lnTo>
                  <a:lnTo>
                    <a:pt x="2590356" y="331732"/>
                  </a:lnTo>
                  <a:lnTo>
                    <a:pt x="2590347" y="1833000"/>
                  </a:lnTo>
                  <a:close/>
                </a:path>
              </a:pathLst>
            </a:custGeom>
            <a:solidFill>
              <a:srgbClr val="0D65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8"/>
            <p:cNvSpPr txBox="1"/>
            <p:nvPr/>
          </p:nvSpPr>
          <p:spPr>
            <a:xfrm>
              <a:off x="5789313" y="3951122"/>
              <a:ext cx="633890" cy="243588"/>
            </a:xfrm>
            <a:prstGeom prst="rect">
              <a:avLst/>
            </a:prstGeom>
          </p:spPr>
          <p:txBody>
            <a:bodyPr vert="horz" wrap="square" lIns="0" tIns="6006" rIns="0" bIns="0" rtlCol="0">
              <a:spAutoFit/>
            </a:bodyPr>
            <a:lstStyle/>
            <a:p>
              <a:pPr marL="6006">
                <a:spcBef>
                  <a:spcPts val="47"/>
                </a:spcBef>
              </a:pPr>
              <a:r>
                <a:rPr sz="709" b="1" spc="-12" dirty="0">
                  <a:solidFill>
                    <a:srgbClr val="FFFFFF"/>
                  </a:solidFill>
                  <a:latin typeface="Roboto"/>
                  <a:cs typeface="Roboto"/>
                </a:rPr>
                <a:t>K</a:t>
              </a:r>
              <a:r>
                <a:rPr sz="709" b="1" spc="7" dirty="0">
                  <a:solidFill>
                    <a:srgbClr val="FFFFFF"/>
                  </a:solidFill>
                  <a:latin typeface="Roboto"/>
                  <a:cs typeface="Roboto"/>
                </a:rPr>
                <a:t>e</a:t>
              </a:r>
              <a:r>
                <a:rPr sz="709" b="1" spc="-66" dirty="0">
                  <a:solidFill>
                    <a:srgbClr val="FFFFFF"/>
                  </a:solidFill>
                  <a:latin typeface="Roboto"/>
                  <a:cs typeface="Roboto"/>
                </a:rPr>
                <a:t>y</a:t>
              </a:r>
              <a:r>
                <a:rPr sz="709" b="1" spc="-12" dirty="0">
                  <a:solidFill>
                    <a:srgbClr val="FFFFFF"/>
                  </a:solidFill>
                  <a:latin typeface="Roboto"/>
                  <a:cs typeface="Roboto"/>
                </a:rPr>
                <a:t>,</a:t>
              </a:r>
              <a:r>
                <a:rPr sz="709" b="1" spc="-2" dirty="0">
                  <a:solidFill>
                    <a:srgbClr val="FFFFFF"/>
                  </a:solidFill>
                  <a:latin typeface="Roboto"/>
                  <a:cs typeface="Roboto"/>
                </a:rPr>
                <a:t> K</a:t>
              </a:r>
              <a:endParaRPr sz="709" dirty="0">
                <a:latin typeface="Roboto"/>
                <a:cs typeface="Roboto"/>
              </a:endParaRPr>
            </a:p>
          </p:txBody>
        </p:sp>
        <p:sp>
          <p:nvSpPr>
            <p:cNvPr id="10" name="object 9"/>
            <p:cNvSpPr txBox="1"/>
            <p:nvPr/>
          </p:nvSpPr>
          <p:spPr>
            <a:xfrm>
              <a:off x="5005655" y="4397835"/>
              <a:ext cx="2105661" cy="687358"/>
            </a:xfrm>
            <a:prstGeom prst="rect">
              <a:avLst/>
            </a:prstGeom>
          </p:spPr>
          <p:txBody>
            <a:bodyPr vert="horz" wrap="square" lIns="0" tIns="6006" rIns="0" bIns="0" rtlCol="0">
              <a:spAutoFit/>
            </a:bodyPr>
            <a:lstStyle/>
            <a:p>
              <a:pPr marL="6006" marR="2402">
                <a:lnSpc>
                  <a:spcPct val="115399"/>
                </a:lnSpc>
                <a:spcBef>
                  <a:spcPts val="47"/>
                </a:spcBef>
              </a:pPr>
              <a:r>
                <a:rPr sz="615" b="1" spc="-5" dirty="0">
                  <a:solidFill>
                    <a:srgbClr val="FCE4CD"/>
                  </a:solidFill>
                  <a:latin typeface="Roboto"/>
                  <a:cs typeface="Roboto"/>
                </a:rPr>
                <a:t>In its </a:t>
              </a:r>
              <a:r>
                <a:rPr sz="615" b="1" dirty="0">
                  <a:solidFill>
                    <a:srgbClr val="FCE4CD"/>
                  </a:solidFill>
                  <a:latin typeface="Roboto"/>
                  <a:cs typeface="Roboto"/>
                </a:rPr>
                <a:t>role </a:t>
              </a:r>
              <a:r>
                <a:rPr sz="615" b="1" spc="-2" dirty="0">
                  <a:solidFill>
                    <a:srgbClr val="FCE4CD"/>
                  </a:solidFill>
                  <a:latin typeface="Roboto"/>
                  <a:cs typeface="Roboto"/>
                </a:rPr>
                <a:t>as a </a:t>
              </a:r>
              <a:r>
                <a:rPr sz="615" b="1" dirty="0">
                  <a:solidFill>
                    <a:srgbClr val="FCE4CD"/>
                  </a:solidFill>
                  <a:latin typeface="Roboto"/>
                  <a:cs typeface="Roboto"/>
                </a:rPr>
                <a:t>preceding </a:t>
              </a:r>
              <a:r>
                <a:rPr sz="615" b="1" spc="2" dirty="0">
                  <a:solidFill>
                    <a:srgbClr val="FCE4CD"/>
                  </a:solidFill>
                  <a:latin typeface="Roboto"/>
                  <a:cs typeface="Roboto"/>
                </a:rPr>
                <a:t> </a:t>
              </a:r>
              <a:r>
                <a:rPr sz="615" b="1" spc="-5" dirty="0">
                  <a:solidFill>
                    <a:srgbClr val="FCE4CD"/>
                  </a:solidFill>
                  <a:latin typeface="Roboto"/>
                  <a:cs typeface="Roboto"/>
                </a:rPr>
                <a:t>input </a:t>
              </a:r>
              <a:r>
                <a:rPr sz="615" b="1" dirty="0">
                  <a:solidFill>
                    <a:srgbClr val="FCE4CD"/>
                  </a:solidFill>
                  <a:latin typeface="Roboto"/>
                  <a:cs typeface="Roboto"/>
                </a:rPr>
                <a:t>being </a:t>
              </a:r>
              <a:r>
                <a:rPr sz="615" b="1" spc="-2" dirty="0">
                  <a:solidFill>
                    <a:srgbClr val="FCE4CD"/>
                  </a:solidFill>
                  <a:latin typeface="Roboto"/>
                  <a:cs typeface="Roboto"/>
                </a:rPr>
                <a:t>compared </a:t>
              </a:r>
              <a:r>
                <a:rPr sz="615" b="1" spc="-9" dirty="0">
                  <a:solidFill>
                    <a:srgbClr val="FCE4CD"/>
                  </a:solidFill>
                  <a:latin typeface="Roboto"/>
                  <a:cs typeface="Roboto"/>
                </a:rPr>
                <a:t>to </a:t>
              </a:r>
              <a:r>
                <a:rPr sz="615" b="1" spc="-2" dirty="0">
                  <a:solidFill>
                    <a:srgbClr val="FCE4CD"/>
                  </a:solidFill>
                  <a:latin typeface="Roboto"/>
                  <a:cs typeface="Roboto"/>
                </a:rPr>
                <a:t>the </a:t>
              </a:r>
              <a:r>
                <a:rPr sz="615" b="1" spc="-147" dirty="0">
                  <a:solidFill>
                    <a:srgbClr val="FCE4CD"/>
                  </a:solidFill>
                  <a:latin typeface="Roboto"/>
                  <a:cs typeface="Roboto"/>
                </a:rPr>
                <a:t> </a:t>
              </a:r>
              <a:r>
                <a:rPr sz="615" b="1" spc="-2" dirty="0">
                  <a:solidFill>
                    <a:srgbClr val="FCE4CD"/>
                  </a:solidFill>
                  <a:latin typeface="Roboto"/>
                  <a:cs typeface="Roboto"/>
                </a:rPr>
                <a:t>current</a:t>
              </a:r>
              <a:r>
                <a:rPr sz="615" b="1" spc="-5" dirty="0">
                  <a:solidFill>
                    <a:srgbClr val="FCE4CD"/>
                  </a:solidFill>
                  <a:latin typeface="Roboto"/>
                  <a:cs typeface="Roboto"/>
                </a:rPr>
                <a:t> </a:t>
              </a:r>
              <a:r>
                <a:rPr sz="615" b="1" spc="-2" dirty="0">
                  <a:solidFill>
                    <a:srgbClr val="FCE4CD"/>
                  </a:solidFill>
                  <a:latin typeface="Roboto"/>
                  <a:cs typeface="Roboto"/>
                </a:rPr>
                <a:t>focus</a:t>
              </a:r>
              <a:r>
                <a:rPr sz="615" b="1" spc="-5" dirty="0">
                  <a:solidFill>
                    <a:srgbClr val="FCE4CD"/>
                  </a:solidFill>
                  <a:latin typeface="Roboto"/>
                  <a:cs typeface="Roboto"/>
                </a:rPr>
                <a:t> </a:t>
              </a:r>
              <a:r>
                <a:rPr sz="615" b="1" dirty="0">
                  <a:solidFill>
                    <a:srgbClr val="FCE4CD"/>
                  </a:solidFill>
                  <a:latin typeface="Roboto"/>
                  <a:cs typeface="Roboto"/>
                </a:rPr>
                <a:t>of</a:t>
              </a:r>
              <a:r>
                <a:rPr sz="615" b="1" spc="-2" dirty="0">
                  <a:solidFill>
                    <a:srgbClr val="FCE4CD"/>
                  </a:solidFill>
                  <a:latin typeface="Roboto"/>
                  <a:cs typeface="Roboto"/>
                </a:rPr>
                <a:t> </a:t>
              </a:r>
              <a:r>
                <a:rPr sz="615" b="1" spc="-5" dirty="0">
                  <a:solidFill>
                    <a:srgbClr val="FCE4CD"/>
                  </a:solidFill>
                  <a:latin typeface="Roboto"/>
                  <a:cs typeface="Roboto"/>
                </a:rPr>
                <a:t>attention.</a:t>
              </a:r>
              <a:endParaRPr sz="615">
                <a:latin typeface="Roboto"/>
                <a:cs typeface="Roboto"/>
              </a:endParaRPr>
            </a:p>
          </p:txBody>
        </p:sp>
        <p:sp>
          <p:nvSpPr>
            <p:cNvPr id="11" name="object 10"/>
            <p:cNvSpPr/>
            <p:nvPr/>
          </p:nvSpPr>
          <p:spPr>
            <a:xfrm>
              <a:off x="7373075" y="3573821"/>
              <a:ext cx="2590800" cy="1833245"/>
            </a:xfrm>
            <a:custGeom>
              <a:avLst/>
              <a:gdLst/>
              <a:ahLst/>
              <a:cxnLst/>
              <a:rect l="l" t="t" r="r" b="b"/>
              <a:pathLst>
                <a:path w="2590800" h="1833245">
                  <a:moveTo>
                    <a:pt x="2590335" y="1832978"/>
                  </a:moveTo>
                  <a:lnTo>
                    <a:pt x="0" y="1832978"/>
                  </a:lnTo>
                  <a:lnTo>
                    <a:pt x="0" y="319781"/>
                  </a:lnTo>
                  <a:lnTo>
                    <a:pt x="3983" y="269454"/>
                  </a:lnTo>
                  <a:lnTo>
                    <a:pt x="15697" y="220820"/>
                  </a:lnTo>
                  <a:lnTo>
                    <a:pt x="34785" y="174737"/>
                  </a:lnTo>
                  <a:lnTo>
                    <a:pt x="60892" y="132065"/>
                  </a:lnTo>
                  <a:lnTo>
                    <a:pt x="93661" y="93662"/>
                  </a:lnTo>
                  <a:lnTo>
                    <a:pt x="132065" y="60892"/>
                  </a:lnTo>
                  <a:lnTo>
                    <a:pt x="174737" y="34785"/>
                  </a:lnTo>
                  <a:lnTo>
                    <a:pt x="220820" y="15697"/>
                  </a:lnTo>
                  <a:lnTo>
                    <a:pt x="269454" y="3983"/>
                  </a:lnTo>
                  <a:lnTo>
                    <a:pt x="319781" y="0"/>
                  </a:lnTo>
                  <a:lnTo>
                    <a:pt x="2590335" y="0"/>
                  </a:lnTo>
                  <a:lnTo>
                    <a:pt x="2590335" y="1832978"/>
                  </a:lnTo>
                  <a:close/>
                </a:path>
              </a:pathLst>
            </a:custGeom>
            <a:solidFill>
              <a:srgbClr val="0C5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/>
            <p:cNvSpPr txBox="1"/>
            <p:nvPr/>
          </p:nvSpPr>
          <p:spPr>
            <a:xfrm>
              <a:off x="8287563" y="3950959"/>
              <a:ext cx="848486" cy="243588"/>
            </a:xfrm>
            <a:prstGeom prst="rect">
              <a:avLst/>
            </a:prstGeom>
          </p:spPr>
          <p:txBody>
            <a:bodyPr vert="horz" wrap="square" lIns="0" tIns="6006" rIns="0" bIns="0" rtlCol="0">
              <a:spAutoFit/>
            </a:bodyPr>
            <a:lstStyle/>
            <a:p>
              <a:pPr marL="6006">
                <a:spcBef>
                  <a:spcPts val="47"/>
                </a:spcBef>
              </a:pPr>
              <a:r>
                <a:rPr sz="709" b="1" spc="-5" dirty="0">
                  <a:solidFill>
                    <a:srgbClr val="FFFFFF"/>
                  </a:solidFill>
                  <a:latin typeface="Roboto"/>
                  <a:cs typeface="Roboto"/>
                </a:rPr>
                <a:t>Value,</a:t>
              </a:r>
              <a:r>
                <a:rPr sz="709" b="1" spc="-28" dirty="0">
                  <a:solidFill>
                    <a:srgbClr val="FFFFFF"/>
                  </a:solidFill>
                  <a:latin typeface="Roboto"/>
                  <a:cs typeface="Roboto"/>
                </a:rPr>
                <a:t> </a:t>
              </a:r>
              <a:r>
                <a:rPr sz="709" b="1" spc="12" dirty="0">
                  <a:solidFill>
                    <a:srgbClr val="FFFFFF"/>
                  </a:solidFill>
                  <a:latin typeface="Roboto"/>
                  <a:cs typeface="Roboto"/>
                </a:rPr>
                <a:t>V</a:t>
              </a:r>
              <a:endParaRPr sz="709" dirty="0">
                <a:latin typeface="Roboto"/>
                <a:cs typeface="Roboto"/>
              </a:endParaRPr>
            </a:p>
          </p:txBody>
        </p:sp>
        <p:sp>
          <p:nvSpPr>
            <p:cNvPr id="13" name="object 12"/>
            <p:cNvSpPr txBox="1"/>
            <p:nvPr/>
          </p:nvSpPr>
          <p:spPr>
            <a:xfrm>
              <a:off x="7547847" y="4389513"/>
              <a:ext cx="2068195" cy="687358"/>
            </a:xfrm>
            <a:prstGeom prst="rect">
              <a:avLst/>
            </a:prstGeom>
          </p:spPr>
          <p:txBody>
            <a:bodyPr vert="horz" wrap="square" lIns="0" tIns="6006" rIns="0" bIns="0" rtlCol="0">
              <a:spAutoFit/>
            </a:bodyPr>
            <a:lstStyle/>
            <a:p>
              <a:pPr marL="6006" marR="2402">
                <a:lnSpc>
                  <a:spcPct val="115399"/>
                </a:lnSpc>
                <a:spcBef>
                  <a:spcPts val="47"/>
                </a:spcBef>
              </a:pPr>
              <a:r>
                <a:rPr sz="615" b="1" spc="9" dirty="0">
                  <a:solidFill>
                    <a:srgbClr val="FCE4CD"/>
                  </a:solidFill>
                  <a:latin typeface="Roboto"/>
                  <a:cs typeface="Roboto"/>
                </a:rPr>
                <a:t>As </a:t>
              </a:r>
              <a:r>
                <a:rPr sz="615" b="1" spc="-2" dirty="0">
                  <a:solidFill>
                    <a:srgbClr val="FCE4CD"/>
                  </a:solidFill>
                  <a:latin typeface="Roboto"/>
                  <a:cs typeface="Roboto"/>
                </a:rPr>
                <a:t>a value used </a:t>
              </a:r>
              <a:r>
                <a:rPr sz="615" b="1" spc="-9" dirty="0">
                  <a:solidFill>
                    <a:srgbClr val="FCE4CD"/>
                  </a:solidFill>
                  <a:latin typeface="Roboto"/>
                  <a:cs typeface="Roboto"/>
                </a:rPr>
                <a:t>to </a:t>
              </a:r>
              <a:r>
                <a:rPr sz="615" b="1" spc="-2" dirty="0">
                  <a:solidFill>
                    <a:srgbClr val="FCE4CD"/>
                  </a:solidFill>
                  <a:latin typeface="Roboto"/>
                  <a:cs typeface="Roboto"/>
                </a:rPr>
                <a:t>compute </a:t>
              </a:r>
              <a:r>
                <a:rPr sz="615" b="1" spc="-147" dirty="0">
                  <a:solidFill>
                    <a:srgbClr val="FCE4CD"/>
                  </a:solidFill>
                  <a:latin typeface="Roboto"/>
                  <a:cs typeface="Roboto"/>
                </a:rPr>
                <a:t> </a:t>
              </a:r>
              <a:r>
                <a:rPr sz="615" b="1" spc="-2" dirty="0">
                  <a:solidFill>
                    <a:srgbClr val="FCE4CD"/>
                  </a:solidFill>
                  <a:latin typeface="Roboto"/>
                  <a:cs typeface="Roboto"/>
                </a:rPr>
                <a:t>the </a:t>
              </a:r>
              <a:r>
                <a:rPr sz="615" b="1" spc="-7" dirty="0">
                  <a:solidFill>
                    <a:srgbClr val="FCE4CD"/>
                  </a:solidFill>
                  <a:latin typeface="Roboto"/>
                  <a:cs typeface="Roboto"/>
                </a:rPr>
                <a:t>output </a:t>
              </a:r>
              <a:r>
                <a:rPr sz="615" b="1" spc="2" dirty="0">
                  <a:solidFill>
                    <a:srgbClr val="FCE4CD"/>
                  </a:solidFill>
                  <a:latin typeface="Roboto"/>
                  <a:cs typeface="Roboto"/>
                </a:rPr>
                <a:t>for </a:t>
              </a:r>
              <a:r>
                <a:rPr sz="615" b="1" spc="-2" dirty="0">
                  <a:solidFill>
                    <a:srgbClr val="FCE4CD"/>
                  </a:solidFill>
                  <a:latin typeface="Roboto"/>
                  <a:cs typeface="Roboto"/>
                </a:rPr>
                <a:t>the current </a:t>
              </a:r>
              <a:r>
                <a:rPr sz="615" b="1" dirty="0">
                  <a:solidFill>
                    <a:srgbClr val="FCE4CD"/>
                  </a:solidFill>
                  <a:latin typeface="Roboto"/>
                  <a:cs typeface="Roboto"/>
                </a:rPr>
                <a:t> </a:t>
              </a:r>
              <a:r>
                <a:rPr sz="615" b="1" spc="-2" dirty="0">
                  <a:solidFill>
                    <a:srgbClr val="FCE4CD"/>
                  </a:solidFill>
                  <a:latin typeface="Roboto"/>
                  <a:cs typeface="Roboto"/>
                </a:rPr>
                <a:t>focus</a:t>
              </a:r>
              <a:r>
                <a:rPr sz="615" b="1" spc="-5" dirty="0">
                  <a:solidFill>
                    <a:srgbClr val="FCE4CD"/>
                  </a:solidFill>
                  <a:latin typeface="Roboto"/>
                  <a:cs typeface="Roboto"/>
                </a:rPr>
                <a:t> </a:t>
              </a:r>
              <a:r>
                <a:rPr sz="615" b="1" dirty="0">
                  <a:solidFill>
                    <a:srgbClr val="FCE4CD"/>
                  </a:solidFill>
                  <a:latin typeface="Roboto"/>
                  <a:cs typeface="Roboto"/>
                </a:rPr>
                <a:t>of</a:t>
              </a:r>
              <a:r>
                <a:rPr sz="615" b="1" spc="-5" dirty="0">
                  <a:solidFill>
                    <a:srgbClr val="FCE4CD"/>
                  </a:solidFill>
                  <a:latin typeface="Roboto"/>
                  <a:cs typeface="Roboto"/>
                </a:rPr>
                <a:t> attention</a:t>
              </a:r>
              <a:endParaRPr sz="615">
                <a:latin typeface="Roboto"/>
                <a:cs typeface="Roboto"/>
              </a:endParaRPr>
            </a:p>
          </p:txBody>
        </p:sp>
        <p:sp>
          <p:nvSpPr>
            <p:cNvPr id="14" name="object 13"/>
            <p:cNvSpPr/>
            <p:nvPr/>
          </p:nvSpPr>
          <p:spPr>
            <a:xfrm>
              <a:off x="2213601" y="5384347"/>
              <a:ext cx="7763509" cy="760486"/>
            </a:xfrm>
            <a:custGeom>
              <a:avLst/>
              <a:gdLst/>
              <a:ahLst/>
              <a:cxnLst/>
              <a:rect l="l" t="t" r="r" b="b"/>
              <a:pathLst>
                <a:path w="7763509" h="1344295">
                  <a:moveTo>
                    <a:pt x="7519838" y="1343683"/>
                  </a:moveTo>
                  <a:lnTo>
                    <a:pt x="243167" y="1343683"/>
                  </a:lnTo>
                  <a:lnTo>
                    <a:pt x="195506" y="1338968"/>
                  </a:lnTo>
                  <a:lnTo>
                    <a:pt x="150111" y="1325173"/>
                  </a:lnTo>
                  <a:lnTo>
                    <a:pt x="108258" y="1302828"/>
                  </a:lnTo>
                  <a:lnTo>
                    <a:pt x="71222" y="1272460"/>
                  </a:lnTo>
                  <a:lnTo>
                    <a:pt x="40855" y="1235424"/>
                  </a:lnTo>
                  <a:lnTo>
                    <a:pt x="18509" y="1193571"/>
                  </a:lnTo>
                  <a:lnTo>
                    <a:pt x="4715" y="1148176"/>
                  </a:lnTo>
                  <a:lnTo>
                    <a:pt x="0" y="1100515"/>
                  </a:lnTo>
                  <a:lnTo>
                    <a:pt x="28" y="0"/>
                  </a:lnTo>
                  <a:lnTo>
                    <a:pt x="7763005" y="64"/>
                  </a:lnTo>
                  <a:lnTo>
                    <a:pt x="7763005" y="1100515"/>
                  </a:lnTo>
                  <a:lnTo>
                    <a:pt x="7758065" y="1149522"/>
                  </a:lnTo>
                  <a:lnTo>
                    <a:pt x="7743896" y="1195167"/>
                  </a:lnTo>
                  <a:lnTo>
                    <a:pt x="7721476" y="1236473"/>
                  </a:lnTo>
                  <a:lnTo>
                    <a:pt x="7691783" y="1272461"/>
                  </a:lnTo>
                  <a:lnTo>
                    <a:pt x="7655795" y="1302154"/>
                  </a:lnTo>
                  <a:lnTo>
                    <a:pt x="7614489" y="1324574"/>
                  </a:lnTo>
                  <a:lnTo>
                    <a:pt x="7568844" y="1338743"/>
                  </a:lnTo>
                  <a:lnTo>
                    <a:pt x="7519838" y="1343683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4"/>
            <p:cNvSpPr txBox="1"/>
            <p:nvPr/>
          </p:nvSpPr>
          <p:spPr>
            <a:xfrm>
              <a:off x="2368529" y="5411308"/>
              <a:ext cx="7395317" cy="621579"/>
            </a:xfrm>
            <a:prstGeom prst="rect">
              <a:avLst/>
            </a:prstGeom>
          </p:spPr>
          <p:txBody>
            <a:bodyPr vert="horz" wrap="square" lIns="0" tIns="11712" rIns="0" bIns="0" rtlCol="0">
              <a:spAutoFit/>
            </a:bodyPr>
            <a:lstStyle/>
            <a:p>
              <a:pPr marL="18017" marR="14414">
                <a:lnSpc>
                  <a:spcPts val="1126"/>
                </a:lnSpc>
                <a:spcBef>
                  <a:spcPts val="92"/>
                </a:spcBef>
              </a:pPr>
              <a:r>
                <a:rPr sz="946" spc="-5" dirty="0">
                  <a:solidFill>
                    <a:srgbClr val="FFE499"/>
                  </a:solidFill>
                  <a:latin typeface="Calibri"/>
                  <a:cs typeface="Calibri"/>
                </a:rPr>
                <a:t>Three </a:t>
              </a:r>
              <a:r>
                <a:rPr sz="946" spc="-9" dirty="0">
                  <a:solidFill>
                    <a:srgbClr val="FFE499"/>
                  </a:solidFill>
                  <a:latin typeface="Calibri"/>
                  <a:cs typeface="Calibri"/>
                </a:rPr>
                <a:t>different </a:t>
              </a:r>
              <a:r>
                <a:rPr sz="946" spc="-5" dirty="0">
                  <a:solidFill>
                    <a:srgbClr val="FFE499"/>
                  </a:solidFill>
                  <a:latin typeface="Calibri"/>
                  <a:cs typeface="Calibri"/>
                </a:rPr>
                <a:t>roles </a:t>
              </a:r>
              <a:r>
                <a:rPr sz="946" spc="-2" dirty="0">
                  <a:solidFill>
                    <a:srgbClr val="FFE499"/>
                  </a:solidFill>
                  <a:latin typeface="Calibri"/>
                  <a:cs typeface="Calibri"/>
                </a:rPr>
                <a:t>each </a:t>
              </a:r>
              <a:r>
                <a:rPr sz="946" spc="5" dirty="0">
                  <a:solidFill>
                    <a:srgbClr val="FFE499"/>
                  </a:solidFill>
                  <a:latin typeface="Calibri"/>
                  <a:cs typeface="Calibri"/>
                </a:rPr>
                <a:t>x</a:t>
              </a:r>
              <a:r>
                <a:rPr sz="922" spc="7" baseline="-32051" dirty="0">
                  <a:solidFill>
                    <a:srgbClr val="FFE499"/>
                  </a:solidFill>
                  <a:latin typeface="Calibri"/>
                  <a:cs typeface="Calibri"/>
                </a:rPr>
                <a:t>i</a:t>
              </a:r>
              <a:r>
                <a:rPr sz="922" spc="10" baseline="-32051" dirty="0">
                  <a:solidFill>
                    <a:srgbClr val="FFE499"/>
                  </a:solidFill>
                  <a:latin typeface="Calibri"/>
                  <a:cs typeface="Calibri"/>
                </a:rPr>
                <a:t> </a:t>
              </a:r>
              <a:r>
                <a:rPr sz="946" spc="-2" dirty="0">
                  <a:solidFill>
                    <a:srgbClr val="FFE499"/>
                  </a:solidFill>
                  <a:latin typeface="Calibri"/>
                  <a:cs typeface="Calibri"/>
                </a:rPr>
                <a:t>(</a:t>
              </a:r>
              <a:r>
                <a:rPr sz="946" spc="-2" dirty="0">
                  <a:solidFill>
                    <a:srgbClr val="EAD1DC"/>
                  </a:solidFill>
                  <a:latin typeface="Calibri"/>
                  <a:cs typeface="Calibri"/>
                </a:rPr>
                <a:t>input embedding</a:t>
              </a:r>
              <a:r>
                <a:rPr sz="946" spc="-2" dirty="0">
                  <a:solidFill>
                    <a:srgbClr val="FFE499"/>
                  </a:solidFill>
                  <a:latin typeface="Calibri"/>
                  <a:cs typeface="Calibri"/>
                </a:rPr>
                <a:t>) </a:t>
              </a:r>
              <a:r>
                <a:rPr sz="946" dirty="0">
                  <a:solidFill>
                    <a:srgbClr val="FFE499"/>
                  </a:solidFill>
                  <a:latin typeface="Calibri"/>
                  <a:cs typeface="Calibri"/>
                </a:rPr>
                <a:t>, </a:t>
              </a:r>
              <a:r>
                <a:rPr sz="946" spc="-2" dirty="0">
                  <a:solidFill>
                    <a:srgbClr val="FFE499"/>
                  </a:solidFill>
                  <a:latin typeface="Calibri"/>
                  <a:cs typeface="Calibri"/>
                </a:rPr>
                <a:t>in the </a:t>
              </a:r>
              <a:r>
                <a:rPr sz="946" spc="-5" dirty="0">
                  <a:solidFill>
                    <a:srgbClr val="FFE499"/>
                  </a:solidFill>
                  <a:latin typeface="Calibri"/>
                  <a:cs typeface="Calibri"/>
                </a:rPr>
                <a:t>computation </a:t>
              </a:r>
              <a:r>
                <a:rPr sz="946" spc="-208" dirty="0">
                  <a:solidFill>
                    <a:srgbClr val="FFE499"/>
                  </a:solidFill>
                  <a:latin typeface="Calibri"/>
                  <a:cs typeface="Calibri"/>
                </a:rPr>
                <a:t> </a:t>
              </a:r>
              <a:r>
                <a:rPr sz="946" spc="-2" dirty="0">
                  <a:solidFill>
                    <a:srgbClr val="FFE499"/>
                  </a:solidFill>
                  <a:latin typeface="Calibri"/>
                  <a:cs typeface="Calibri"/>
                </a:rPr>
                <a:t>of</a:t>
              </a:r>
              <a:r>
                <a:rPr sz="946" spc="-5" dirty="0">
                  <a:solidFill>
                    <a:srgbClr val="FFE499"/>
                  </a:solidFill>
                  <a:latin typeface="Calibri"/>
                  <a:cs typeface="Calibri"/>
                </a:rPr>
                <a:t> </a:t>
              </a:r>
              <a:r>
                <a:rPr sz="946" spc="-2" dirty="0">
                  <a:solidFill>
                    <a:srgbClr val="FFE499"/>
                  </a:solidFill>
                  <a:latin typeface="Calibri"/>
                  <a:cs typeface="Calibri"/>
                </a:rPr>
                <a:t>self </a:t>
              </a:r>
              <a:r>
                <a:rPr sz="946" spc="-7" dirty="0">
                  <a:solidFill>
                    <a:srgbClr val="FFE499"/>
                  </a:solidFill>
                  <a:latin typeface="Calibri"/>
                  <a:cs typeface="Calibri"/>
                </a:rPr>
                <a:t>attention</a:t>
              </a:r>
              <a:endParaRPr sz="946" dirty="0">
                <a:latin typeface="Calibri"/>
                <a:cs typeface="Calibri"/>
              </a:endParaRPr>
            </a:p>
          </p:txBody>
        </p:sp>
      </p:grpSp>
      <p:pic>
        <p:nvPicPr>
          <p:cNvPr id="16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817" y="1432771"/>
            <a:ext cx="893214" cy="265547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7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2602" y="1432772"/>
            <a:ext cx="893209" cy="244425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8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00503" y="1426267"/>
            <a:ext cx="909019" cy="254781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9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23992" y="898866"/>
            <a:ext cx="1040679" cy="228441"/>
          </a:xfrm>
          <a:prstGeom prst="rect">
            <a:avLst/>
          </a:prstGeom>
        </p:spPr>
      </p:pic>
      <p:pic>
        <p:nvPicPr>
          <p:cNvPr id="20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5802" y="893545"/>
            <a:ext cx="368190" cy="236678"/>
          </a:xfrm>
          <a:prstGeom prst="rect">
            <a:avLst/>
          </a:prstGeom>
        </p:spPr>
      </p:pic>
      <p:pic>
        <p:nvPicPr>
          <p:cNvPr id="21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7475" y="907241"/>
            <a:ext cx="371474" cy="23669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118170" y="1186201"/>
            <a:ext cx="1632142" cy="105926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32"/>
              </a:lnSpc>
            </a:pPr>
            <a:r>
              <a:rPr sz="662" spc="-2" dirty="0">
                <a:latin typeface="Arial MT"/>
                <a:cs typeface="Arial MT"/>
              </a:rPr>
              <a:t>In</a:t>
            </a:r>
            <a:r>
              <a:rPr sz="662" spc="-7" dirty="0">
                <a:latin typeface="Arial MT"/>
                <a:cs typeface="Arial MT"/>
              </a:rPr>
              <a:t> </a:t>
            </a:r>
            <a:r>
              <a:rPr sz="662" spc="-12" dirty="0">
                <a:latin typeface="Arial MT"/>
                <a:cs typeface="Arial MT"/>
              </a:rPr>
              <a:t>Vaswani</a:t>
            </a:r>
            <a:r>
              <a:rPr sz="662" spc="-7" dirty="0">
                <a:latin typeface="Arial MT"/>
                <a:cs typeface="Arial MT"/>
              </a:rPr>
              <a:t> </a:t>
            </a:r>
            <a:r>
              <a:rPr sz="662" spc="-2" dirty="0">
                <a:latin typeface="Arial MT"/>
                <a:cs typeface="Arial MT"/>
              </a:rPr>
              <a:t>et</a:t>
            </a:r>
            <a:r>
              <a:rPr sz="662" spc="-5" dirty="0">
                <a:latin typeface="Arial MT"/>
                <a:cs typeface="Arial MT"/>
              </a:rPr>
              <a:t> </a:t>
            </a:r>
            <a:r>
              <a:rPr sz="662" spc="-2" dirty="0">
                <a:latin typeface="Arial MT"/>
                <a:cs typeface="Arial MT"/>
              </a:rPr>
              <a:t>al.,</a:t>
            </a:r>
            <a:r>
              <a:rPr sz="662" spc="-7" dirty="0">
                <a:latin typeface="Arial MT"/>
                <a:cs typeface="Arial MT"/>
              </a:rPr>
              <a:t> </a:t>
            </a:r>
            <a:r>
              <a:rPr sz="662" spc="-2" dirty="0">
                <a:latin typeface="Arial MT"/>
                <a:cs typeface="Arial MT"/>
              </a:rPr>
              <a:t>2017,</a:t>
            </a:r>
            <a:r>
              <a:rPr sz="662" spc="-5" dirty="0">
                <a:latin typeface="Arial MT"/>
                <a:cs typeface="Arial MT"/>
              </a:rPr>
              <a:t> </a:t>
            </a:r>
            <a:r>
              <a:rPr sz="662" dirty="0">
                <a:latin typeface="Arial MT"/>
                <a:cs typeface="Arial MT"/>
              </a:rPr>
              <a:t>d</a:t>
            </a:r>
            <a:r>
              <a:rPr sz="662" spc="-7" dirty="0">
                <a:latin typeface="Arial MT"/>
                <a:cs typeface="Arial MT"/>
              </a:rPr>
              <a:t> </a:t>
            </a:r>
            <a:r>
              <a:rPr sz="662" spc="-2" dirty="0">
                <a:latin typeface="Arial MT"/>
                <a:cs typeface="Arial MT"/>
              </a:rPr>
              <a:t>was</a:t>
            </a:r>
            <a:r>
              <a:rPr sz="662" spc="-5" dirty="0">
                <a:latin typeface="Arial MT"/>
                <a:cs typeface="Arial MT"/>
              </a:rPr>
              <a:t> </a:t>
            </a:r>
            <a:r>
              <a:rPr sz="662" spc="-2" dirty="0">
                <a:latin typeface="Arial MT"/>
                <a:cs typeface="Arial MT"/>
              </a:rPr>
              <a:t>1024.</a:t>
            </a:r>
            <a:endParaRPr sz="662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D58B1A5-C16A-0792-1788-07A3B1F293A7}"/>
                  </a:ext>
                </a:extLst>
              </p14:cNvPr>
              <p14:cNvContentPartPr/>
              <p14:nvPr/>
            </p14:nvContentPartPr>
            <p14:xfrm>
              <a:off x="419400" y="371520"/>
              <a:ext cx="303480" cy="1663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D58B1A5-C16A-0792-1788-07A3B1F293A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0040" y="362160"/>
                <a:ext cx="32220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9DAE638-9BE1-2AC9-5D0A-A66AB5938D8C}"/>
                  </a:ext>
                </a:extLst>
              </p14:cNvPr>
              <p14:cNvContentPartPr/>
              <p14:nvPr/>
            </p14:nvContentPartPr>
            <p14:xfrm>
              <a:off x="324360" y="1041840"/>
              <a:ext cx="5403960" cy="18198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9DAE638-9BE1-2AC9-5D0A-A66AB5938D8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5000" y="1032480"/>
                <a:ext cx="5422680" cy="183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47839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>
                <a:solidFill>
                  <a:schemeClr val="bg1"/>
                </a:solidFill>
              </a:rPr>
              <a:t>Scaled – Dot product Attention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object 12"/>
          <p:cNvSpPr txBox="1"/>
          <p:nvPr/>
        </p:nvSpPr>
        <p:spPr>
          <a:xfrm>
            <a:off x="2284458" y="990618"/>
            <a:ext cx="2441156" cy="25356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 marR="2402">
              <a:spcBef>
                <a:spcPts val="47"/>
              </a:spcBef>
            </a:pPr>
            <a:r>
              <a:rPr sz="804" b="1" spc="-2" dirty="0">
                <a:solidFill>
                  <a:srgbClr val="274E13"/>
                </a:solidFill>
                <a:latin typeface="Arial"/>
                <a:cs typeface="Arial"/>
              </a:rPr>
              <a:t>The simple dot product can be an arbitrarily large; </a:t>
            </a:r>
            <a:r>
              <a:rPr sz="804" b="1" spc="-217" dirty="0">
                <a:solidFill>
                  <a:srgbClr val="274E13"/>
                </a:solidFill>
                <a:latin typeface="Arial"/>
                <a:cs typeface="Arial"/>
              </a:rPr>
              <a:t> </a:t>
            </a:r>
            <a:r>
              <a:rPr sz="804" b="1" spc="-2" dirty="0">
                <a:solidFill>
                  <a:srgbClr val="274E13"/>
                </a:solidFill>
                <a:latin typeface="Arial"/>
                <a:cs typeface="Arial"/>
              </a:rPr>
              <a:t>scaled</a:t>
            </a:r>
            <a:r>
              <a:rPr sz="804" b="1" spc="-5" dirty="0">
                <a:solidFill>
                  <a:srgbClr val="274E13"/>
                </a:solidFill>
                <a:latin typeface="Arial"/>
                <a:cs typeface="Arial"/>
              </a:rPr>
              <a:t> </a:t>
            </a:r>
            <a:r>
              <a:rPr sz="804" b="1" spc="-2" dirty="0">
                <a:solidFill>
                  <a:srgbClr val="274E13"/>
                </a:solidFill>
                <a:latin typeface="Arial"/>
                <a:cs typeface="Arial"/>
              </a:rPr>
              <a:t>dot-product</a:t>
            </a:r>
            <a:r>
              <a:rPr sz="804" b="1" spc="-5" dirty="0">
                <a:solidFill>
                  <a:srgbClr val="274E13"/>
                </a:solidFill>
                <a:latin typeface="Arial"/>
                <a:cs typeface="Arial"/>
              </a:rPr>
              <a:t> </a:t>
            </a:r>
            <a:r>
              <a:rPr sz="804" b="1" spc="-2" dirty="0">
                <a:solidFill>
                  <a:srgbClr val="274E13"/>
                </a:solidFill>
                <a:latin typeface="Arial"/>
                <a:cs typeface="Arial"/>
              </a:rPr>
              <a:t>is</a:t>
            </a:r>
            <a:r>
              <a:rPr sz="804" b="1" spc="-5" dirty="0">
                <a:solidFill>
                  <a:srgbClr val="274E13"/>
                </a:solidFill>
                <a:latin typeface="Arial"/>
                <a:cs typeface="Arial"/>
              </a:rPr>
              <a:t> </a:t>
            </a:r>
            <a:r>
              <a:rPr sz="804" b="1" spc="-2" dirty="0">
                <a:solidFill>
                  <a:srgbClr val="274E13"/>
                </a:solidFill>
                <a:latin typeface="Arial"/>
                <a:cs typeface="Arial"/>
              </a:rPr>
              <a:t>used</a:t>
            </a:r>
            <a:r>
              <a:rPr sz="804" b="1" spc="-5" dirty="0">
                <a:solidFill>
                  <a:srgbClr val="274E13"/>
                </a:solidFill>
                <a:latin typeface="Arial"/>
                <a:cs typeface="Arial"/>
              </a:rPr>
              <a:t> </a:t>
            </a:r>
            <a:r>
              <a:rPr sz="804" b="1" spc="-2" dirty="0">
                <a:solidFill>
                  <a:srgbClr val="274E13"/>
                </a:solidFill>
                <a:latin typeface="Arial"/>
                <a:cs typeface="Arial"/>
              </a:rPr>
              <a:t>in</a:t>
            </a:r>
            <a:r>
              <a:rPr sz="804" b="1" spc="-5" dirty="0">
                <a:solidFill>
                  <a:srgbClr val="274E13"/>
                </a:solidFill>
                <a:latin typeface="Arial"/>
                <a:cs typeface="Arial"/>
              </a:rPr>
              <a:t> </a:t>
            </a:r>
            <a:r>
              <a:rPr sz="804" b="1" dirty="0">
                <a:solidFill>
                  <a:srgbClr val="274E13"/>
                </a:solidFill>
                <a:latin typeface="Arial"/>
                <a:cs typeface="Arial"/>
              </a:rPr>
              <a:t>transformers</a:t>
            </a:r>
            <a:endParaRPr sz="804" dirty="0">
              <a:latin typeface="Arial"/>
              <a:cs typeface="Arial"/>
            </a:endParaRPr>
          </a:p>
        </p:txBody>
      </p:sp>
      <p:pic>
        <p:nvPicPr>
          <p:cNvPr id="6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300" y="940630"/>
            <a:ext cx="1361169" cy="317167"/>
          </a:xfrm>
          <a:prstGeom prst="rect">
            <a:avLst/>
          </a:prstGeom>
        </p:spPr>
      </p:pic>
      <p:pic>
        <p:nvPicPr>
          <p:cNvPr id="8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9556" y="1606753"/>
            <a:ext cx="2188297" cy="529470"/>
          </a:xfrm>
          <a:prstGeom prst="rect">
            <a:avLst/>
          </a:prstGeom>
        </p:spPr>
      </p:pic>
      <p:pic>
        <p:nvPicPr>
          <p:cNvPr id="10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6462" y="2615977"/>
            <a:ext cx="1229737" cy="441444"/>
          </a:xfrm>
          <a:prstGeom prst="rect">
            <a:avLst/>
          </a:prstGeom>
        </p:spPr>
      </p:pic>
      <p:pic>
        <p:nvPicPr>
          <p:cNvPr id="14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51951" y="354873"/>
            <a:ext cx="631056" cy="149980"/>
          </a:xfrm>
          <a:prstGeom prst="rect">
            <a:avLst/>
          </a:prstGeom>
        </p:spPr>
      </p:pic>
      <p:pic>
        <p:nvPicPr>
          <p:cNvPr id="15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23942" y="354873"/>
            <a:ext cx="530354" cy="168894"/>
          </a:xfrm>
          <a:prstGeom prst="rect">
            <a:avLst/>
          </a:prstGeom>
        </p:spPr>
      </p:pic>
      <p:pic>
        <p:nvPicPr>
          <p:cNvPr id="16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59307" y="360941"/>
            <a:ext cx="623726" cy="156181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6392" y="687948"/>
            <a:ext cx="5388013" cy="266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35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2. Compute pairwise similarities between keys and queries (alignment score) </a:t>
            </a:r>
            <a:endParaRPr lang="en-IN" sz="1135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1328620"/>
            <a:ext cx="1957587" cy="266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222">
              <a:spcBef>
                <a:spcPts val="790"/>
              </a:spcBef>
            </a:pPr>
            <a:r>
              <a:rPr lang="en-US" sz="1135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3. Normalize with </a:t>
            </a:r>
            <a:r>
              <a:rPr lang="en-US" sz="1135" b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softmax</a:t>
            </a:r>
            <a:endParaRPr lang="en-US" sz="1135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2247425"/>
            <a:ext cx="4168129" cy="266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222">
              <a:spcBef>
                <a:spcPts val="790"/>
              </a:spcBef>
            </a:pPr>
            <a:r>
              <a:rPr lang="en-US" sz="1135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4. Compute output for each word as weighted sum of values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76228" y="1866067"/>
            <a:ext cx="2000151" cy="25356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 marR="2402">
              <a:spcBef>
                <a:spcPts val="47"/>
              </a:spcBef>
            </a:pPr>
            <a:r>
              <a:rPr lang="en-US" sz="804" b="1" spc="-2" dirty="0">
                <a:solidFill>
                  <a:srgbClr val="274E13"/>
                </a:solidFill>
                <a:latin typeface="Arial"/>
                <a:cs typeface="Arial"/>
              </a:rPr>
              <a:t>Alignment scores measures of how well </a:t>
            </a:r>
          </a:p>
          <a:p>
            <a:pPr marL="6006" marR="2402">
              <a:spcBef>
                <a:spcPts val="47"/>
              </a:spcBef>
            </a:pPr>
            <a:r>
              <a:rPr lang="en-US" sz="804" b="1" spc="-2" dirty="0">
                <a:solidFill>
                  <a:srgbClr val="274E13"/>
                </a:solidFill>
                <a:latin typeface="Arial"/>
                <a:cs typeface="Arial"/>
              </a:rPr>
              <a:t>the query and keys match</a:t>
            </a:r>
          </a:p>
        </p:txBody>
      </p:sp>
      <p:sp>
        <p:nvSpPr>
          <p:cNvPr id="2" name="Rectangle 1"/>
          <p:cNvSpPr/>
          <p:nvPr/>
        </p:nvSpPr>
        <p:spPr>
          <a:xfrm>
            <a:off x="3505036" y="1265228"/>
            <a:ext cx="2000151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800" dirty="0" err="1">
                <a:latin typeface="Cambria" panose="02040503050406030204" pitchFamily="18" charset="0"/>
                <a:ea typeface="Cambria" panose="02040503050406030204" pitchFamily="18" charset="0"/>
              </a:rPr>
              <a:t>d</a:t>
            </a:r>
            <a:r>
              <a:rPr lang="en-US" sz="800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en-US" sz="8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800" dirty="0">
                <a:latin typeface="Cambria" panose="02040503050406030204" pitchFamily="18" charset="0"/>
                <a:ea typeface="Cambria" panose="02040503050406030204" pitchFamily="18" charset="0"/>
              </a:rPr>
              <a:t>=dimensionality of the query and key vectors acts as regularization  and improve performance of larger models</a:t>
            </a:r>
            <a:endParaRPr lang="en-IN" sz="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0E9A993-E273-EDE1-06DB-E2E5FD6DEA4C}"/>
                  </a:ext>
                </a:extLst>
              </p14:cNvPr>
              <p14:cNvContentPartPr/>
              <p14:nvPr/>
            </p14:nvContentPartPr>
            <p14:xfrm>
              <a:off x="71280" y="430200"/>
              <a:ext cx="5654880" cy="2642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0E9A993-E273-EDE1-06DB-E2E5FD6DEA4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920" y="420840"/>
                <a:ext cx="5673600" cy="266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7F21452-3A5F-73C4-DD59-D581F5460FDD}"/>
                  </a:ext>
                </a:extLst>
              </p14:cNvPr>
              <p14:cNvContentPartPr/>
              <p14:nvPr/>
            </p14:nvContentPartPr>
            <p14:xfrm>
              <a:off x="981720" y="2150640"/>
              <a:ext cx="1185840" cy="537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7F21452-3A5F-73C4-DD59-D581F5460FD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2360" y="2141280"/>
                <a:ext cx="1204560" cy="55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08373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198648" y="-31246"/>
            <a:ext cx="3988012" cy="443544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43244" tIns="21622" rIns="43244" bIns="21622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IN" dirty="0"/>
              <a:t>Self-Attention	| Transformers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74067" y="3072067"/>
            <a:ext cx="54955" cy="5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04"/>
              </a:lnSpc>
            </a:pPr>
            <a:r>
              <a:rPr sz="426" spc="-2" dirty="0">
                <a:solidFill>
                  <a:srgbClr val="888888"/>
                </a:solidFill>
                <a:latin typeface="Calibri"/>
                <a:cs typeface="Calibri"/>
              </a:rPr>
              <a:t>28</a:t>
            </a:r>
            <a:endParaRPr sz="426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373" y="1825973"/>
            <a:ext cx="2490237" cy="671119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162458" indent="-156452">
              <a:spcBef>
                <a:spcPts val="47"/>
              </a:spcBef>
              <a:buFont typeface="Arial MT"/>
              <a:buChar char="•"/>
              <a:tabLst>
                <a:tab pos="162157" algn="l"/>
                <a:tab pos="162458" algn="l"/>
              </a:tabLst>
            </a:pPr>
            <a:r>
              <a:rPr sz="1135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Each</a:t>
            </a:r>
            <a:r>
              <a:rPr sz="1135" spc="-1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135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output,</a:t>
            </a:r>
            <a:r>
              <a:rPr sz="1135" spc="-1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13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y</a:t>
            </a:r>
            <a:r>
              <a:rPr sz="1135" spc="15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13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135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135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is</a:t>
            </a:r>
            <a:endParaRPr lang="en-US" sz="1135" spc="-2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162157">
              <a:lnSpc>
                <a:spcPts val="1140"/>
              </a:lnSpc>
            </a:pPr>
            <a:r>
              <a:rPr lang="en-US" sz="1135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computed</a:t>
            </a:r>
            <a:r>
              <a:rPr lang="en-US" sz="1135" spc="-2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1135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independently</a:t>
            </a:r>
            <a:endParaRPr lang="en-US" sz="1135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162157" marR="227921" indent="-156452">
              <a:buFont typeface="Arial MT"/>
              <a:buChar char="•"/>
              <a:tabLst>
                <a:tab pos="162157" algn="l"/>
                <a:tab pos="162458" algn="l"/>
              </a:tabLst>
            </a:pPr>
            <a:r>
              <a:rPr lang="en-US" sz="1135" spc="-7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Entire </a:t>
            </a:r>
            <a:r>
              <a:rPr lang="en-US" sz="1135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process can </a:t>
            </a:r>
            <a:r>
              <a:rPr lang="en-US" sz="1135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be </a:t>
            </a:r>
            <a:r>
              <a:rPr lang="en-US" sz="1135" spc="-23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1135" spc="-7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parallelized</a:t>
            </a:r>
            <a:endParaRPr lang="en-US" sz="1135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162458" indent="-156452">
              <a:spcBef>
                <a:spcPts val="47"/>
              </a:spcBef>
              <a:buFont typeface="Arial MT"/>
              <a:buChar char="•"/>
              <a:tabLst>
                <a:tab pos="162157" algn="l"/>
                <a:tab pos="162458" algn="l"/>
              </a:tabLst>
            </a:pPr>
            <a:endParaRPr sz="1135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27143" y="362095"/>
            <a:ext cx="3341983" cy="272184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3033" y="2685414"/>
            <a:ext cx="2367882" cy="96308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8"/>
              </a:lnSpc>
            </a:pP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Calculating</a:t>
            </a:r>
            <a:r>
              <a:rPr sz="662" b="1" spc="-7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dirty="0">
                <a:solidFill>
                  <a:srgbClr val="0D65F0"/>
                </a:solidFill>
                <a:latin typeface="Arial"/>
                <a:cs typeface="Arial"/>
              </a:rPr>
              <a:t>the</a:t>
            </a:r>
            <a:r>
              <a:rPr sz="662" b="1" spc="-5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value</a:t>
            </a:r>
            <a:r>
              <a:rPr sz="662" b="1" spc="-5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of</a:t>
            </a:r>
            <a:r>
              <a:rPr sz="662" b="1" spc="-7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y3,</a:t>
            </a:r>
            <a:r>
              <a:rPr sz="662" b="1" spc="-5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dirty="0">
                <a:solidFill>
                  <a:srgbClr val="0D65F0"/>
                </a:solidFill>
                <a:latin typeface="Arial"/>
                <a:cs typeface="Arial"/>
              </a:rPr>
              <a:t>the</a:t>
            </a:r>
            <a:r>
              <a:rPr sz="662" b="1" spc="-5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dirty="0">
                <a:solidFill>
                  <a:srgbClr val="0D65F0"/>
                </a:solidFill>
                <a:latin typeface="Arial"/>
                <a:cs typeface="Arial"/>
              </a:rPr>
              <a:t>third</a:t>
            </a:r>
            <a:r>
              <a:rPr sz="662" b="1" spc="-7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element</a:t>
            </a:r>
            <a:r>
              <a:rPr sz="662" b="1" spc="-5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of</a:t>
            </a:r>
            <a:r>
              <a:rPr sz="662" b="1" spc="-5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dirty="0">
                <a:solidFill>
                  <a:srgbClr val="0D65F0"/>
                </a:solidFill>
                <a:latin typeface="Arial"/>
                <a:cs typeface="Arial"/>
              </a:rPr>
              <a:t>a</a:t>
            </a:r>
            <a:r>
              <a:rPr sz="662" b="1" spc="-7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sequence</a:t>
            </a:r>
            <a:endParaRPr sz="662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033" y="2786315"/>
            <a:ext cx="1587397" cy="96308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8"/>
              </a:lnSpc>
            </a:pP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using</a:t>
            </a:r>
            <a:r>
              <a:rPr sz="662" b="1" spc="-17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causal</a:t>
            </a:r>
            <a:r>
              <a:rPr sz="662" b="1" spc="-14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dirty="0">
                <a:solidFill>
                  <a:srgbClr val="0D65F0"/>
                </a:solidFill>
                <a:latin typeface="Arial"/>
                <a:cs typeface="Arial"/>
              </a:rPr>
              <a:t>(left-to-right)</a:t>
            </a:r>
            <a:r>
              <a:rPr sz="662" b="1" spc="-17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self-attention</a:t>
            </a:r>
            <a:endParaRPr sz="662" dirty="0">
              <a:latin typeface="Arial"/>
              <a:cs typeface="Arial"/>
            </a:endParaRPr>
          </a:p>
        </p:txBody>
      </p:sp>
      <p:pic>
        <p:nvPicPr>
          <p:cNvPr id="12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126" y="969640"/>
            <a:ext cx="1221288" cy="250051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14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126" y="662920"/>
            <a:ext cx="631056" cy="149980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15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8117" y="662920"/>
            <a:ext cx="530354" cy="168894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16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21435" y="675633"/>
            <a:ext cx="623726" cy="156181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4288" y="1011550"/>
            <a:ext cx="1769294" cy="181825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1560" y="1257710"/>
            <a:ext cx="1007045" cy="323760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9" name="Rounded Rectangle 18"/>
          <p:cNvSpPr/>
          <p:nvPr/>
        </p:nvSpPr>
        <p:spPr>
          <a:xfrm>
            <a:off x="21937" y="637904"/>
            <a:ext cx="3309546" cy="969665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" name="Ink 1"/>
              <p14:cNvContentPartPr/>
              <p14:nvPr/>
            </p14:nvContentPartPr>
            <p14:xfrm>
              <a:off x="5039911" y="2872230"/>
              <a:ext cx="197490" cy="168548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30558" y="2862886"/>
                <a:ext cx="216196" cy="1872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7633804-A4D4-B77E-6B8F-DAA6DD623186}"/>
                  </a:ext>
                </a:extLst>
              </p14:cNvPr>
              <p14:cNvContentPartPr/>
              <p14:nvPr/>
            </p14:nvContentPartPr>
            <p14:xfrm>
              <a:off x="415800" y="431640"/>
              <a:ext cx="5316480" cy="2251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7633804-A4D4-B77E-6B8F-DAA6DD62318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6440" y="422280"/>
                <a:ext cx="5335200" cy="22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BCC9AB4-564B-7333-6708-EB83244EBB29}"/>
                  </a:ext>
                </a:extLst>
              </p14:cNvPr>
              <p14:cNvContentPartPr/>
              <p14:nvPr/>
            </p14:nvContentPartPr>
            <p14:xfrm>
              <a:off x="4812840" y="2472120"/>
              <a:ext cx="918720" cy="702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BCC9AB4-564B-7333-6708-EB83244EBB2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03480" y="2462760"/>
                <a:ext cx="937440" cy="72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196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s://miro.medium.com/v2/resize:fit:700/1*Dwcgbm_Tn8XyTN6NsT3P3Q.pn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108" y="1004618"/>
            <a:ext cx="3271908" cy="177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192193" y="72866"/>
            <a:ext cx="5048661" cy="540544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Parallelized using</a:t>
            </a:r>
            <a:r>
              <a:rPr lang="fr-FR" dirty="0">
                <a:solidFill>
                  <a:schemeClr val="bg1"/>
                </a:solidFill>
              </a:rPr>
              <a:t> efficient matrix multiplication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40117" y="865301"/>
            <a:ext cx="2422497" cy="820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06">
              <a:spcBef>
                <a:spcPts val="331"/>
              </a:spcBef>
              <a:buClr>
                <a:srgbClr val="8C1515"/>
              </a:buClr>
              <a:tabLst>
                <a:tab pos="167863" algn="l"/>
                <a:tab pos="168163" algn="l"/>
              </a:tabLst>
            </a:pP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We</a:t>
            </a:r>
            <a:r>
              <a:rPr lang="en-US" sz="946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sometimes</a:t>
            </a:r>
            <a:r>
              <a:rPr lang="en-US" sz="946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say</a:t>
            </a:r>
            <a:r>
              <a:rPr lang="en-US" sz="946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that</a:t>
            </a:r>
            <a:r>
              <a:rPr lang="en-US" sz="946" spc="-7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lang="en-US" sz="946" spc="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dirty="0">
                <a:solidFill>
                  <a:srgbClr val="3A87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query</a:t>
            </a:r>
            <a:r>
              <a:rPr lang="en-US" sz="946" spc="-2" dirty="0">
                <a:solidFill>
                  <a:srgbClr val="3A87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i="1" dirty="0">
                <a:solidFill>
                  <a:srgbClr val="3A87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attends </a:t>
            </a:r>
            <a:r>
              <a:rPr lang="en-US" sz="946" i="1" spc="-2" dirty="0">
                <a:solidFill>
                  <a:srgbClr val="3A87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</a:t>
            </a:r>
            <a:r>
              <a:rPr lang="en-US" sz="946" i="1" spc="-5" dirty="0">
                <a:solidFill>
                  <a:srgbClr val="3A87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spc="-2" dirty="0">
                <a:solidFill>
                  <a:srgbClr val="3A87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lang="en-US" sz="946" dirty="0">
                <a:solidFill>
                  <a:srgbClr val="3A87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spc="-2" dirty="0">
                <a:solidFill>
                  <a:srgbClr val="3A87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values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 E.g.</a:t>
            </a: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 the</a:t>
            </a:r>
            <a:r>
              <a:rPr lang="en-US" sz="946" spc="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seq2seq</a:t>
            </a: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+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attention</a:t>
            </a: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model,</a:t>
            </a: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each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decoder hidden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state</a:t>
            </a: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(query) </a:t>
            </a:r>
            <a:r>
              <a:rPr lang="en-US" sz="946" i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attends</a:t>
            </a:r>
            <a:r>
              <a:rPr lang="en-US" sz="946" i="1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to</a:t>
            </a:r>
            <a:r>
              <a:rPr lang="en-US" sz="946" i="1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all</a:t>
            </a:r>
            <a:r>
              <a:rPr lang="en-US" sz="946" spc="-7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encoder</a:t>
            </a:r>
            <a:r>
              <a:rPr lang="en-US" sz="946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hidden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states</a:t>
            </a:r>
            <a:r>
              <a:rPr lang="en-US" sz="946" spc="-7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946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(values).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4896"/>
            <a:ext cx="37241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06">
              <a:spcBef>
                <a:spcPts val="331"/>
              </a:spcBef>
              <a:buClr>
                <a:srgbClr val="8C1515"/>
              </a:buClr>
              <a:tabLst>
                <a:tab pos="167863" algn="l"/>
                <a:tab pos="168163" algn="l"/>
              </a:tabLst>
            </a:pPr>
            <a:r>
              <a:rPr lang="en-US" sz="800" b="1" dirty="0"/>
              <a:t>Create three vectors from each of the encoder’s input values (query, key, value)</a:t>
            </a:r>
            <a:endParaRPr lang="en-US" sz="8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79646D0-EF7A-3B0E-6F4A-33CE7687F67D}"/>
                  </a:ext>
                </a:extLst>
              </p14:cNvPr>
              <p14:cNvContentPartPr/>
              <p14:nvPr/>
            </p14:nvContentPartPr>
            <p14:xfrm>
              <a:off x="855360" y="762480"/>
              <a:ext cx="2871000" cy="1678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79646D0-EF7A-3B0E-6F4A-33CE7687F6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6000" y="753120"/>
                <a:ext cx="2889720" cy="169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446D50C-8CAF-4BDB-9422-17FF2975F261}"/>
                  </a:ext>
                </a:extLst>
              </p14:cNvPr>
              <p14:cNvContentPartPr/>
              <p14:nvPr/>
            </p14:nvContentPartPr>
            <p14:xfrm>
              <a:off x="3063600" y="1297440"/>
              <a:ext cx="2444040" cy="1455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446D50C-8CAF-4BDB-9422-17FF2975F26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54240" y="1288080"/>
                <a:ext cx="2462760" cy="147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75128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1914" y="681438"/>
            <a:ext cx="5189220" cy="1362424"/>
          </a:xfrm>
        </p:spPr>
        <p:txBody>
          <a:bodyPr/>
          <a:lstStyle/>
          <a:p>
            <a:pPr marL="167863">
              <a:spcBef>
                <a:spcPts val="47"/>
              </a:spcBef>
              <a:buFont typeface="Arial" panose="020B0604020202020204" pitchFamily="34" charset="0"/>
              <a:buChar char="•"/>
              <a:tabLst>
                <a:tab pos="172668" algn="l"/>
                <a:tab pos="173268" algn="l"/>
              </a:tabLst>
            </a:pPr>
            <a:r>
              <a:rPr lang="en-US" spc="-9" dirty="0">
                <a:cs typeface="Calibri"/>
              </a:rPr>
              <a:t>Pack</a:t>
            </a:r>
            <a:r>
              <a:rPr lang="en-US" spc="-5" dirty="0">
                <a:cs typeface="Calibri"/>
              </a:rPr>
              <a:t> the </a:t>
            </a:r>
            <a:r>
              <a:rPr lang="en-US" spc="-2" dirty="0">
                <a:cs typeface="Calibri"/>
              </a:rPr>
              <a:t>input </a:t>
            </a:r>
            <a:r>
              <a:rPr lang="en-US" spc="-2" dirty="0" err="1">
                <a:cs typeface="Calibri"/>
              </a:rPr>
              <a:t>embeddings</a:t>
            </a:r>
            <a:r>
              <a:rPr lang="en-US" spc="-2" dirty="0">
                <a:cs typeface="Calibri"/>
              </a:rPr>
              <a:t> of </a:t>
            </a:r>
            <a:r>
              <a:rPr lang="en-US" spc="-5" dirty="0">
                <a:cs typeface="Calibri"/>
              </a:rPr>
              <a:t>the </a:t>
            </a:r>
            <a:r>
              <a:rPr lang="en-US" dirty="0">
                <a:cs typeface="Calibri"/>
              </a:rPr>
              <a:t>N</a:t>
            </a:r>
            <a:r>
              <a:rPr lang="en-US" spc="-5" dirty="0">
                <a:cs typeface="Calibri"/>
              </a:rPr>
              <a:t> </a:t>
            </a:r>
            <a:r>
              <a:rPr lang="en-US" spc="-2" dirty="0">
                <a:cs typeface="Calibri"/>
              </a:rPr>
              <a:t>input </a:t>
            </a:r>
            <a:r>
              <a:rPr lang="en-US" spc="-12" dirty="0">
                <a:cs typeface="Calibri"/>
              </a:rPr>
              <a:t>tokens</a:t>
            </a:r>
            <a:r>
              <a:rPr lang="en-US" spc="-2" dirty="0">
                <a:cs typeface="Calibri"/>
              </a:rPr>
              <a:t> </a:t>
            </a:r>
            <a:r>
              <a:rPr lang="en-US" spc="-9" dirty="0">
                <a:cs typeface="Calibri"/>
              </a:rPr>
              <a:t>into</a:t>
            </a:r>
            <a:r>
              <a:rPr lang="en-US" spc="-2" dirty="0">
                <a:cs typeface="Calibri"/>
              </a:rPr>
              <a:t> </a:t>
            </a:r>
            <a:r>
              <a:rPr lang="en-US" dirty="0">
                <a:cs typeface="Calibri"/>
              </a:rPr>
              <a:t>a</a:t>
            </a:r>
            <a:r>
              <a:rPr lang="en-US" spc="-2" dirty="0">
                <a:cs typeface="Calibri"/>
              </a:rPr>
              <a:t> single </a:t>
            </a:r>
            <a:r>
              <a:rPr lang="en-US" spc="-5" dirty="0">
                <a:cs typeface="Calibri"/>
              </a:rPr>
              <a:t>matrix</a:t>
            </a:r>
            <a:endParaRPr lang="en-US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cs typeface="Calibri"/>
            </a:endParaRPr>
          </a:p>
          <a:p>
            <a:pPr marL="567551" marR="48647" lvl="3" indent="-162157">
              <a:tabLst>
                <a:tab pos="714093" algn="l"/>
              </a:tabLst>
            </a:pPr>
            <a:r>
              <a:rPr lang="en-US" spc="-7" dirty="0">
                <a:cs typeface="Calibri"/>
              </a:rPr>
              <a:t>Each</a:t>
            </a:r>
            <a:r>
              <a:rPr lang="en-US" spc="-5" dirty="0">
                <a:cs typeface="Calibri"/>
              </a:rPr>
              <a:t> </a:t>
            </a:r>
            <a:r>
              <a:rPr lang="en-US" spc="-9" dirty="0">
                <a:cs typeface="Calibri"/>
              </a:rPr>
              <a:t>row</a:t>
            </a:r>
            <a:r>
              <a:rPr lang="en-US" spc="-5" dirty="0">
                <a:cs typeface="Calibri"/>
              </a:rPr>
              <a:t> </a:t>
            </a:r>
            <a:r>
              <a:rPr lang="en-US" spc="-2" dirty="0">
                <a:cs typeface="Calibri"/>
              </a:rPr>
              <a:t>of </a:t>
            </a:r>
            <a:r>
              <a:rPr lang="en-US" dirty="0">
                <a:cs typeface="Calibri"/>
              </a:rPr>
              <a:t>X</a:t>
            </a:r>
            <a:r>
              <a:rPr lang="en-US" spc="-5" dirty="0">
                <a:cs typeface="Calibri"/>
              </a:rPr>
              <a:t> </a:t>
            </a:r>
            <a:r>
              <a:rPr lang="en-US" spc="-2" dirty="0">
                <a:cs typeface="Calibri"/>
              </a:rPr>
              <a:t>is the</a:t>
            </a:r>
            <a:r>
              <a:rPr lang="en-US" spc="-5" dirty="0">
                <a:cs typeface="Calibri"/>
              </a:rPr>
              <a:t> </a:t>
            </a:r>
            <a:r>
              <a:rPr lang="en-US" spc="-2" dirty="0">
                <a:cs typeface="Calibri"/>
              </a:rPr>
              <a:t>embedding of</a:t>
            </a:r>
            <a:r>
              <a:rPr lang="en-US" spc="-5" dirty="0">
                <a:cs typeface="Calibri"/>
              </a:rPr>
              <a:t> </a:t>
            </a:r>
            <a:r>
              <a:rPr lang="en-US" spc="-2" dirty="0">
                <a:cs typeface="Calibri"/>
              </a:rPr>
              <a:t>one </a:t>
            </a:r>
            <a:r>
              <a:rPr lang="en-US" spc="-12" dirty="0">
                <a:cs typeface="Calibri"/>
              </a:rPr>
              <a:t>token</a:t>
            </a:r>
            <a:r>
              <a:rPr lang="en-US" spc="-5" dirty="0">
                <a:cs typeface="Calibri"/>
              </a:rPr>
              <a:t> </a:t>
            </a:r>
            <a:r>
              <a:rPr lang="en-US" spc="-2" dirty="0">
                <a:cs typeface="Calibri"/>
              </a:rPr>
              <a:t>of the</a:t>
            </a:r>
            <a:r>
              <a:rPr lang="en-US" spc="-5" dirty="0">
                <a:cs typeface="Calibri"/>
              </a:rPr>
              <a:t> </a:t>
            </a:r>
            <a:r>
              <a:rPr lang="en-US" spc="-2" dirty="0">
                <a:cs typeface="Calibri"/>
              </a:rPr>
              <a:t>input</a:t>
            </a:r>
            <a:endParaRPr lang="en-US" dirty="0">
              <a:cs typeface="Calibri"/>
            </a:endParaRPr>
          </a:p>
          <a:p>
            <a:pPr lvl="1">
              <a:spcBef>
                <a:spcPts val="17"/>
              </a:spcBef>
            </a:pPr>
            <a:endParaRPr lang="en-US" dirty="0">
              <a:cs typeface="Calibri"/>
            </a:endParaRPr>
          </a:p>
          <a:p>
            <a:pPr marL="167863">
              <a:buFont typeface="Arial" panose="020B0604020202020204" pitchFamily="34" charset="0"/>
              <a:buChar char="•"/>
              <a:tabLst>
                <a:tab pos="172668" algn="l"/>
                <a:tab pos="173268" algn="l"/>
              </a:tabLst>
            </a:pPr>
            <a:r>
              <a:rPr lang="en-US" spc="-5" dirty="0">
                <a:cs typeface="Calibri"/>
              </a:rPr>
              <a:t>Multiply</a:t>
            </a:r>
            <a:r>
              <a:rPr lang="en-US" spc="-9" dirty="0">
                <a:cs typeface="Calibri"/>
              </a:rPr>
              <a:t> </a:t>
            </a:r>
            <a:r>
              <a:rPr lang="en-US" dirty="0">
                <a:cs typeface="Calibri"/>
              </a:rPr>
              <a:t>X</a:t>
            </a:r>
            <a:r>
              <a:rPr lang="en-US" spc="-5" dirty="0">
                <a:cs typeface="Calibri"/>
              </a:rPr>
              <a:t> by the</a:t>
            </a:r>
            <a:r>
              <a:rPr lang="en-US" spc="-7" dirty="0">
                <a:cs typeface="Calibri"/>
              </a:rPr>
              <a:t> </a:t>
            </a:r>
            <a:r>
              <a:rPr lang="en-US" spc="-38" dirty="0">
                <a:cs typeface="Calibri"/>
              </a:rPr>
              <a:t>key,</a:t>
            </a:r>
            <a:r>
              <a:rPr lang="en-US" spc="-5" dirty="0">
                <a:cs typeface="Calibri"/>
              </a:rPr>
              <a:t> </a:t>
            </a:r>
            <a:r>
              <a:rPr lang="en-US" spc="-17" dirty="0">
                <a:cs typeface="Calibri"/>
              </a:rPr>
              <a:t>query,</a:t>
            </a:r>
            <a:r>
              <a:rPr lang="en-US" spc="-5" dirty="0">
                <a:cs typeface="Calibri"/>
              </a:rPr>
              <a:t> </a:t>
            </a:r>
            <a:r>
              <a:rPr lang="en-US" dirty="0">
                <a:cs typeface="Calibri"/>
              </a:rPr>
              <a:t>and</a:t>
            </a:r>
            <a:r>
              <a:rPr lang="en-US" spc="-5" dirty="0">
                <a:cs typeface="Calibri"/>
              </a:rPr>
              <a:t> value </a:t>
            </a:r>
            <a:r>
              <a:rPr lang="en-US" spc="-7" dirty="0">
                <a:cs typeface="Calibri"/>
              </a:rPr>
              <a:t>(</a:t>
            </a:r>
            <a:r>
              <a:rPr lang="en-US" spc="-7" dirty="0" err="1">
                <a:cs typeface="Calibri"/>
              </a:rPr>
              <a:t>dxd</a:t>
            </a:r>
            <a:r>
              <a:rPr lang="en-US" spc="-7" dirty="0">
                <a:cs typeface="Calibri"/>
              </a:rPr>
              <a:t>)</a:t>
            </a:r>
            <a:r>
              <a:rPr lang="en-US" spc="-5" dirty="0">
                <a:cs typeface="Calibri"/>
              </a:rPr>
              <a:t> matrices</a:t>
            </a:r>
            <a:endParaRPr lang="en-US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192193" y="72108"/>
            <a:ext cx="3988012" cy="321756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43244" tIns="21622" rIns="43244" bIns="21622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Scaled – Dot product Attention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4420447" y="3006818"/>
            <a:ext cx="1345353" cy="684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17">
              <a:lnSpc>
                <a:spcPts val="452"/>
              </a:lnSpc>
            </a:pPr>
            <a:fld id="{81D60167-4931-47E6-BA6A-407CBD079E47}" type="slidenum">
              <a:rPr dirty="0"/>
              <a:pPr marL="18017">
                <a:lnSpc>
                  <a:spcPts val="452"/>
                </a:lnSpc>
              </a:pPr>
              <a:t>49</a:t>
            </a:fld>
            <a:endParaRPr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24" y="926067"/>
            <a:ext cx="822971" cy="2108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2209" y="2034061"/>
            <a:ext cx="2887996" cy="2379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37778" y="2457011"/>
            <a:ext cx="3982669" cy="576916"/>
          </a:xfrm>
          <a:prstGeom prst="rect">
            <a:avLst/>
          </a:prstGeom>
          <a:ln w="88900" cap="sq" cmpd="thickThin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7EC566-D15A-E810-F537-209941912A86}"/>
              </a:ext>
            </a:extLst>
          </p:cNvPr>
          <p:cNvSpPr txBox="1"/>
          <p:nvPr/>
        </p:nvSpPr>
        <p:spPr>
          <a:xfrm>
            <a:off x="1130300" y="428963"/>
            <a:ext cx="28823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rgbClr val="0070C0"/>
                </a:solidFill>
              </a:rPr>
              <a:t>For N tokens</a:t>
            </a:r>
            <a:endParaRPr lang="en-IN" sz="8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7E84DBC-E1E3-7455-F1CA-BDCF96BF1AA2}"/>
                  </a:ext>
                </a:extLst>
              </p14:cNvPr>
              <p14:cNvContentPartPr/>
              <p14:nvPr/>
            </p14:nvContentPartPr>
            <p14:xfrm>
              <a:off x="108000" y="858240"/>
              <a:ext cx="2842920" cy="304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7E84DBC-E1E3-7455-F1CA-BDCF96BF1A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640" y="848880"/>
                <a:ext cx="286164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BC99002-5EC9-AD24-26A2-7CC593E45CCE}"/>
                  </a:ext>
                </a:extLst>
              </p14:cNvPr>
              <p14:cNvContentPartPr/>
              <p14:nvPr/>
            </p14:nvContentPartPr>
            <p14:xfrm>
              <a:off x="838800" y="686160"/>
              <a:ext cx="4862520" cy="2211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BC99002-5EC9-AD24-26A2-7CC593E45CC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9440" y="676800"/>
                <a:ext cx="4881240" cy="223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27274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0" dirty="0">
                <a:solidFill>
                  <a:srgbClr val="FFFFFF"/>
                </a:solidFill>
              </a:rPr>
              <a:t>A</a:t>
            </a:r>
            <a:r>
              <a:rPr cap="small" spc="260" dirty="0">
                <a:solidFill>
                  <a:srgbClr val="FFFFFF"/>
                </a:solidFill>
              </a:rPr>
              <a:t>ttention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cap="small" spc="215" dirty="0">
                <a:solidFill>
                  <a:srgbClr val="FFFFFF"/>
                </a:solidFill>
              </a:rPr>
              <a:t>as</a:t>
            </a:r>
            <a:r>
              <a:rPr spc="285" dirty="0">
                <a:solidFill>
                  <a:srgbClr val="FFFFFF"/>
                </a:solidFill>
              </a:rPr>
              <a:t> </a:t>
            </a:r>
            <a:r>
              <a:rPr spc="215" dirty="0">
                <a:solidFill>
                  <a:srgbClr val="FFFFFF"/>
                </a:solidFill>
              </a:rPr>
              <a:t>I</a:t>
            </a:r>
            <a:r>
              <a:rPr cap="small" spc="215" dirty="0">
                <a:solidFill>
                  <a:srgbClr val="FFFFFF"/>
                </a:solidFill>
              </a:rPr>
              <a:t>nformation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40" dirty="0">
                <a:solidFill>
                  <a:srgbClr val="FFFFFF"/>
                </a:solidFill>
              </a:rPr>
              <a:t>R</a:t>
            </a:r>
            <a:r>
              <a:rPr cap="small" spc="240" dirty="0">
                <a:solidFill>
                  <a:srgbClr val="FFFFFF"/>
                </a:solidFill>
              </a:rPr>
              <a:t>etrieval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38041" y="1047970"/>
            <a:ext cx="797560" cy="720725"/>
            <a:chOff x="738041" y="1047970"/>
            <a:chExt cx="797560" cy="720725"/>
          </a:xfrm>
        </p:grpSpPr>
        <p:sp>
          <p:nvSpPr>
            <p:cNvPr id="4" name="object 4"/>
            <p:cNvSpPr/>
            <p:nvPr/>
          </p:nvSpPr>
          <p:spPr>
            <a:xfrm>
              <a:off x="740581" y="1050510"/>
              <a:ext cx="792480" cy="715645"/>
            </a:xfrm>
            <a:custGeom>
              <a:avLst/>
              <a:gdLst/>
              <a:ahLst/>
              <a:cxnLst/>
              <a:rect l="l" t="t" r="r" b="b"/>
              <a:pathLst>
                <a:path w="792480" h="715644">
                  <a:moveTo>
                    <a:pt x="395979" y="0"/>
                  </a:moveTo>
                  <a:lnTo>
                    <a:pt x="366628" y="5439"/>
                  </a:lnTo>
                  <a:lnTo>
                    <a:pt x="339873" y="20274"/>
                  </a:lnTo>
                  <a:lnTo>
                    <a:pt x="318617" y="42276"/>
                  </a:lnTo>
                  <a:lnTo>
                    <a:pt x="305765" y="69217"/>
                  </a:lnTo>
                  <a:lnTo>
                    <a:pt x="283099" y="51393"/>
                  </a:lnTo>
                  <a:lnTo>
                    <a:pt x="255273" y="41446"/>
                  </a:lnTo>
                  <a:lnTo>
                    <a:pt x="225755" y="40059"/>
                  </a:lnTo>
                  <a:lnTo>
                    <a:pt x="198012" y="47919"/>
                  </a:lnTo>
                  <a:lnTo>
                    <a:pt x="174922" y="65201"/>
                  </a:lnTo>
                  <a:lnTo>
                    <a:pt x="158098" y="89509"/>
                  </a:lnTo>
                  <a:lnTo>
                    <a:pt x="149105" y="117667"/>
                  </a:lnTo>
                  <a:lnTo>
                    <a:pt x="149510" y="146500"/>
                  </a:lnTo>
                  <a:lnTo>
                    <a:pt x="123098" y="142564"/>
                  </a:lnTo>
                  <a:lnTo>
                    <a:pt x="71768" y="159764"/>
                  </a:lnTo>
                  <a:lnTo>
                    <a:pt x="42418" y="203312"/>
                  </a:lnTo>
                  <a:lnTo>
                    <a:pt x="40044" y="230581"/>
                  </a:lnTo>
                  <a:lnTo>
                    <a:pt x="45736" y="257353"/>
                  </a:lnTo>
                  <a:lnTo>
                    <a:pt x="59296" y="280359"/>
                  </a:lnTo>
                  <a:lnTo>
                    <a:pt x="36216" y="291369"/>
                  </a:lnTo>
                  <a:lnTo>
                    <a:pt x="17368" y="309578"/>
                  </a:lnTo>
                  <a:lnTo>
                    <a:pt x="4660" y="332498"/>
                  </a:lnTo>
                  <a:lnTo>
                    <a:pt x="0" y="357642"/>
                  </a:lnTo>
                  <a:lnTo>
                    <a:pt x="4660" y="382786"/>
                  </a:lnTo>
                  <a:lnTo>
                    <a:pt x="17368" y="405706"/>
                  </a:lnTo>
                  <a:lnTo>
                    <a:pt x="36216" y="423915"/>
                  </a:lnTo>
                  <a:lnTo>
                    <a:pt x="59296" y="434925"/>
                  </a:lnTo>
                  <a:lnTo>
                    <a:pt x="45735" y="457929"/>
                  </a:lnTo>
                  <a:lnTo>
                    <a:pt x="40041" y="484698"/>
                  </a:lnTo>
                  <a:lnTo>
                    <a:pt x="42413" y="511963"/>
                  </a:lnTo>
                  <a:lnTo>
                    <a:pt x="53052" y="536456"/>
                  </a:lnTo>
                  <a:lnTo>
                    <a:pt x="71763" y="555511"/>
                  </a:lnTo>
                  <a:lnTo>
                    <a:pt x="96147" y="567946"/>
                  </a:lnTo>
                  <a:lnTo>
                    <a:pt x="123097" y="572718"/>
                  </a:lnTo>
                  <a:lnTo>
                    <a:pt x="149510" y="568784"/>
                  </a:lnTo>
                  <a:lnTo>
                    <a:pt x="149100" y="597615"/>
                  </a:lnTo>
                  <a:lnTo>
                    <a:pt x="158081" y="625768"/>
                  </a:lnTo>
                  <a:lnTo>
                    <a:pt x="174895" y="650070"/>
                  </a:lnTo>
                  <a:lnTo>
                    <a:pt x="197979" y="667349"/>
                  </a:lnTo>
                  <a:lnTo>
                    <a:pt x="225727" y="675212"/>
                  </a:lnTo>
                  <a:lnTo>
                    <a:pt x="255257" y="673831"/>
                  </a:lnTo>
                  <a:lnTo>
                    <a:pt x="283094" y="663889"/>
                  </a:lnTo>
                  <a:lnTo>
                    <a:pt x="305765" y="646067"/>
                  </a:lnTo>
                  <a:lnTo>
                    <a:pt x="318617" y="673008"/>
                  </a:lnTo>
                  <a:lnTo>
                    <a:pt x="339873" y="695010"/>
                  </a:lnTo>
                  <a:lnTo>
                    <a:pt x="366628" y="709845"/>
                  </a:lnTo>
                  <a:lnTo>
                    <a:pt x="395979" y="715285"/>
                  </a:lnTo>
                  <a:lnTo>
                    <a:pt x="425329" y="709845"/>
                  </a:lnTo>
                  <a:lnTo>
                    <a:pt x="452085" y="695010"/>
                  </a:lnTo>
                  <a:lnTo>
                    <a:pt x="473341" y="673008"/>
                  </a:lnTo>
                  <a:lnTo>
                    <a:pt x="486193" y="646067"/>
                  </a:lnTo>
                  <a:lnTo>
                    <a:pt x="508858" y="663891"/>
                  </a:lnTo>
                  <a:lnTo>
                    <a:pt x="536684" y="673838"/>
                  </a:lnTo>
                  <a:lnTo>
                    <a:pt x="566203" y="675225"/>
                  </a:lnTo>
                  <a:lnTo>
                    <a:pt x="593946" y="667365"/>
                  </a:lnTo>
                  <a:lnTo>
                    <a:pt x="617035" y="650083"/>
                  </a:lnTo>
                  <a:lnTo>
                    <a:pt x="633860" y="625776"/>
                  </a:lnTo>
                  <a:lnTo>
                    <a:pt x="642853" y="597618"/>
                  </a:lnTo>
                  <a:lnTo>
                    <a:pt x="642448" y="568784"/>
                  </a:lnTo>
                  <a:lnTo>
                    <a:pt x="668860" y="572720"/>
                  </a:lnTo>
                  <a:lnTo>
                    <a:pt x="720190" y="555520"/>
                  </a:lnTo>
                  <a:lnTo>
                    <a:pt x="749540" y="511972"/>
                  </a:lnTo>
                  <a:lnTo>
                    <a:pt x="751914" y="484703"/>
                  </a:lnTo>
                  <a:lnTo>
                    <a:pt x="746221" y="457931"/>
                  </a:lnTo>
                  <a:lnTo>
                    <a:pt x="732662" y="434925"/>
                  </a:lnTo>
                  <a:lnTo>
                    <a:pt x="755741" y="423915"/>
                  </a:lnTo>
                  <a:lnTo>
                    <a:pt x="774590" y="405706"/>
                  </a:lnTo>
                  <a:lnTo>
                    <a:pt x="787298" y="382786"/>
                  </a:lnTo>
                  <a:lnTo>
                    <a:pt x="791958" y="357642"/>
                  </a:lnTo>
                  <a:lnTo>
                    <a:pt x="787298" y="332498"/>
                  </a:lnTo>
                  <a:lnTo>
                    <a:pt x="774590" y="309578"/>
                  </a:lnTo>
                  <a:lnTo>
                    <a:pt x="755741" y="291369"/>
                  </a:lnTo>
                  <a:lnTo>
                    <a:pt x="732662" y="280359"/>
                  </a:lnTo>
                  <a:lnTo>
                    <a:pt x="746222" y="257355"/>
                  </a:lnTo>
                  <a:lnTo>
                    <a:pt x="751916" y="230586"/>
                  </a:lnTo>
                  <a:lnTo>
                    <a:pt x="749544" y="203321"/>
                  </a:lnTo>
                  <a:lnTo>
                    <a:pt x="738905" y="178828"/>
                  </a:lnTo>
                  <a:lnTo>
                    <a:pt x="720194" y="159773"/>
                  </a:lnTo>
                  <a:lnTo>
                    <a:pt x="695811" y="147338"/>
                  </a:lnTo>
                  <a:lnTo>
                    <a:pt x="668860" y="142566"/>
                  </a:lnTo>
                  <a:lnTo>
                    <a:pt x="642448" y="146500"/>
                  </a:lnTo>
                  <a:lnTo>
                    <a:pt x="642858" y="117669"/>
                  </a:lnTo>
                  <a:lnTo>
                    <a:pt x="633876" y="89516"/>
                  </a:lnTo>
                  <a:lnTo>
                    <a:pt x="617063" y="65214"/>
                  </a:lnTo>
                  <a:lnTo>
                    <a:pt x="593979" y="47935"/>
                  </a:lnTo>
                  <a:lnTo>
                    <a:pt x="566231" y="40073"/>
                  </a:lnTo>
                  <a:lnTo>
                    <a:pt x="536701" y="41453"/>
                  </a:lnTo>
                  <a:lnTo>
                    <a:pt x="508864" y="51396"/>
                  </a:lnTo>
                  <a:lnTo>
                    <a:pt x="486193" y="69217"/>
                  </a:lnTo>
                  <a:lnTo>
                    <a:pt x="473341" y="42276"/>
                  </a:lnTo>
                  <a:lnTo>
                    <a:pt x="452085" y="20274"/>
                  </a:lnTo>
                  <a:lnTo>
                    <a:pt x="425329" y="5439"/>
                  </a:lnTo>
                  <a:lnTo>
                    <a:pt x="395979" y="0"/>
                  </a:lnTo>
                  <a:close/>
                </a:path>
              </a:pathLst>
            </a:custGeom>
            <a:solidFill>
              <a:srgbClr val="BCD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0581" y="1050510"/>
              <a:ext cx="792480" cy="715645"/>
            </a:xfrm>
            <a:custGeom>
              <a:avLst/>
              <a:gdLst/>
              <a:ahLst/>
              <a:cxnLst/>
              <a:rect l="l" t="t" r="r" b="b"/>
              <a:pathLst>
                <a:path w="792480" h="715644">
                  <a:moveTo>
                    <a:pt x="486193" y="69217"/>
                  </a:moveTo>
                  <a:lnTo>
                    <a:pt x="473341" y="42276"/>
                  </a:lnTo>
                  <a:lnTo>
                    <a:pt x="452085" y="20274"/>
                  </a:lnTo>
                  <a:lnTo>
                    <a:pt x="425329" y="5439"/>
                  </a:lnTo>
                  <a:lnTo>
                    <a:pt x="395979" y="0"/>
                  </a:lnTo>
                  <a:lnTo>
                    <a:pt x="366628" y="5439"/>
                  </a:lnTo>
                  <a:lnTo>
                    <a:pt x="339873" y="20274"/>
                  </a:lnTo>
                  <a:lnTo>
                    <a:pt x="318617" y="42276"/>
                  </a:lnTo>
                  <a:lnTo>
                    <a:pt x="305765" y="69217"/>
                  </a:lnTo>
                  <a:lnTo>
                    <a:pt x="283099" y="51393"/>
                  </a:lnTo>
                  <a:lnTo>
                    <a:pt x="255273" y="41446"/>
                  </a:lnTo>
                  <a:lnTo>
                    <a:pt x="225755" y="40059"/>
                  </a:lnTo>
                  <a:lnTo>
                    <a:pt x="198012" y="47919"/>
                  </a:lnTo>
                  <a:lnTo>
                    <a:pt x="174922" y="65201"/>
                  </a:lnTo>
                  <a:lnTo>
                    <a:pt x="158098" y="89509"/>
                  </a:lnTo>
                  <a:lnTo>
                    <a:pt x="149105" y="117667"/>
                  </a:lnTo>
                  <a:lnTo>
                    <a:pt x="149510" y="146500"/>
                  </a:lnTo>
                  <a:lnTo>
                    <a:pt x="123098" y="142564"/>
                  </a:lnTo>
                  <a:lnTo>
                    <a:pt x="71768" y="159764"/>
                  </a:lnTo>
                  <a:lnTo>
                    <a:pt x="42418" y="203312"/>
                  </a:lnTo>
                  <a:lnTo>
                    <a:pt x="40044" y="230581"/>
                  </a:lnTo>
                  <a:lnTo>
                    <a:pt x="45736" y="257353"/>
                  </a:lnTo>
                  <a:lnTo>
                    <a:pt x="59296" y="280359"/>
                  </a:lnTo>
                  <a:lnTo>
                    <a:pt x="36216" y="291369"/>
                  </a:lnTo>
                  <a:lnTo>
                    <a:pt x="17368" y="309578"/>
                  </a:lnTo>
                  <a:lnTo>
                    <a:pt x="4660" y="332498"/>
                  </a:lnTo>
                  <a:lnTo>
                    <a:pt x="0" y="357642"/>
                  </a:lnTo>
                  <a:lnTo>
                    <a:pt x="4660" y="382786"/>
                  </a:lnTo>
                  <a:lnTo>
                    <a:pt x="17368" y="405706"/>
                  </a:lnTo>
                  <a:lnTo>
                    <a:pt x="36216" y="423915"/>
                  </a:lnTo>
                  <a:lnTo>
                    <a:pt x="59296" y="434925"/>
                  </a:lnTo>
                  <a:lnTo>
                    <a:pt x="45735" y="457929"/>
                  </a:lnTo>
                  <a:lnTo>
                    <a:pt x="40041" y="484698"/>
                  </a:lnTo>
                  <a:lnTo>
                    <a:pt x="42413" y="511963"/>
                  </a:lnTo>
                  <a:lnTo>
                    <a:pt x="53052" y="536456"/>
                  </a:lnTo>
                  <a:lnTo>
                    <a:pt x="71763" y="555511"/>
                  </a:lnTo>
                  <a:lnTo>
                    <a:pt x="96147" y="567946"/>
                  </a:lnTo>
                  <a:lnTo>
                    <a:pt x="123097" y="572718"/>
                  </a:lnTo>
                  <a:lnTo>
                    <a:pt x="149510" y="568784"/>
                  </a:lnTo>
                  <a:lnTo>
                    <a:pt x="149100" y="597615"/>
                  </a:lnTo>
                  <a:lnTo>
                    <a:pt x="158081" y="625768"/>
                  </a:lnTo>
                  <a:lnTo>
                    <a:pt x="174895" y="650070"/>
                  </a:lnTo>
                  <a:lnTo>
                    <a:pt x="197979" y="667349"/>
                  </a:lnTo>
                  <a:lnTo>
                    <a:pt x="225727" y="675212"/>
                  </a:lnTo>
                  <a:lnTo>
                    <a:pt x="255257" y="673831"/>
                  </a:lnTo>
                  <a:lnTo>
                    <a:pt x="283094" y="663889"/>
                  </a:lnTo>
                  <a:lnTo>
                    <a:pt x="305765" y="646067"/>
                  </a:lnTo>
                  <a:lnTo>
                    <a:pt x="318617" y="673008"/>
                  </a:lnTo>
                  <a:lnTo>
                    <a:pt x="339873" y="695010"/>
                  </a:lnTo>
                  <a:lnTo>
                    <a:pt x="366628" y="709845"/>
                  </a:lnTo>
                  <a:lnTo>
                    <a:pt x="395979" y="715285"/>
                  </a:lnTo>
                  <a:lnTo>
                    <a:pt x="425329" y="709845"/>
                  </a:lnTo>
                  <a:lnTo>
                    <a:pt x="452085" y="695010"/>
                  </a:lnTo>
                  <a:lnTo>
                    <a:pt x="473341" y="673008"/>
                  </a:lnTo>
                  <a:lnTo>
                    <a:pt x="486193" y="646067"/>
                  </a:lnTo>
                  <a:lnTo>
                    <a:pt x="508858" y="663891"/>
                  </a:lnTo>
                  <a:lnTo>
                    <a:pt x="536684" y="673838"/>
                  </a:lnTo>
                  <a:lnTo>
                    <a:pt x="566203" y="675225"/>
                  </a:lnTo>
                  <a:lnTo>
                    <a:pt x="593946" y="667365"/>
                  </a:lnTo>
                  <a:lnTo>
                    <a:pt x="617035" y="650083"/>
                  </a:lnTo>
                  <a:lnTo>
                    <a:pt x="633860" y="625776"/>
                  </a:lnTo>
                  <a:lnTo>
                    <a:pt x="642853" y="597618"/>
                  </a:lnTo>
                  <a:lnTo>
                    <a:pt x="642448" y="568784"/>
                  </a:lnTo>
                  <a:lnTo>
                    <a:pt x="668860" y="572720"/>
                  </a:lnTo>
                  <a:lnTo>
                    <a:pt x="720190" y="555520"/>
                  </a:lnTo>
                  <a:lnTo>
                    <a:pt x="749540" y="511972"/>
                  </a:lnTo>
                  <a:lnTo>
                    <a:pt x="751914" y="484703"/>
                  </a:lnTo>
                  <a:lnTo>
                    <a:pt x="746221" y="457931"/>
                  </a:lnTo>
                  <a:lnTo>
                    <a:pt x="732662" y="434925"/>
                  </a:lnTo>
                  <a:lnTo>
                    <a:pt x="755741" y="423915"/>
                  </a:lnTo>
                  <a:lnTo>
                    <a:pt x="774590" y="405706"/>
                  </a:lnTo>
                  <a:lnTo>
                    <a:pt x="787298" y="382786"/>
                  </a:lnTo>
                  <a:lnTo>
                    <a:pt x="791958" y="357642"/>
                  </a:lnTo>
                  <a:lnTo>
                    <a:pt x="787298" y="332498"/>
                  </a:lnTo>
                  <a:lnTo>
                    <a:pt x="774590" y="309578"/>
                  </a:lnTo>
                  <a:lnTo>
                    <a:pt x="755741" y="291369"/>
                  </a:lnTo>
                  <a:lnTo>
                    <a:pt x="732662" y="280359"/>
                  </a:lnTo>
                  <a:lnTo>
                    <a:pt x="746222" y="257355"/>
                  </a:lnTo>
                  <a:lnTo>
                    <a:pt x="751916" y="230586"/>
                  </a:lnTo>
                  <a:lnTo>
                    <a:pt x="749544" y="203321"/>
                  </a:lnTo>
                  <a:lnTo>
                    <a:pt x="738905" y="178828"/>
                  </a:lnTo>
                  <a:lnTo>
                    <a:pt x="720194" y="159773"/>
                  </a:lnTo>
                  <a:lnTo>
                    <a:pt x="695811" y="147338"/>
                  </a:lnTo>
                  <a:lnTo>
                    <a:pt x="668860" y="142566"/>
                  </a:lnTo>
                  <a:lnTo>
                    <a:pt x="642448" y="146500"/>
                  </a:lnTo>
                  <a:lnTo>
                    <a:pt x="642858" y="117669"/>
                  </a:lnTo>
                  <a:lnTo>
                    <a:pt x="633876" y="89516"/>
                  </a:lnTo>
                  <a:lnTo>
                    <a:pt x="617063" y="65214"/>
                  </a:lnTo>
                  <a:lnTo>
                    <a:pt x="593979" y="47935"/>
                  </a:lnTo>
                  <a:lnTo>
                    <a:pt x="566231" y="40073"/>
                  </a:lnTo>
                  <a:lnTo>
                    <a:pt x="536701" y="41453"/>
                  </a:lnTo>
                  <a:lnTo>
                    <a:pt x="508864" y="51396"/>
                  </a:lnTo>
                  <a:lnTo>
                    <a:pt x="486193" y="69217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52220" y="1303386"/>
            <a:ext cx="36893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latin typeface="Arial MT"/>
                <a:cs typeface="Arial MT"/>
              </a:rPr>
              <a:t>Query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7036" y="1713390"/>
            <a:ext cx="719455" cy="266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7165">
              <a:lnSpc>
                <a:spcPct val="112700"/>
              </a:lnSpc>
              <a:spcBef>
                <a:spcPts val="95"/>
              </a:spcBef>
            </a:pPr>
            <a:r>
              <a:rPr sz="700" dirty="0">
                <a:latin typeface="Arial MT"/>
                <a:cs typeface="Arial MT"/>
              </a:rPr>
              <a:t>”What</a:t>
            </a:r>
            <a:r>
              <a:rPr sz="700" spc="75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is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national</a:t>
            </a:r>
            <a:r>
              <a:rPr sz="700" spc="11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capital?”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77047" y="922417"/>
            <a:ext cx="1085215" cy="905510"/>
            <a:chOff x="2277047" y="922417"/>
            <a:chExt cx="1085215" cy="905510"/>
          </a:xfrm>
        </p:grpSpPr>
        <p:sp>
          <p:nvSpPr>
            <p:cNvPr id="9" name="object 9"/>
            <p:cNvSpPr/>
            <p:nvPr/>
          </p:nvSpPr>
          <p:spPr>
            <a:xfrm>
              <a:off x="2279587" y="924957"/>
              <a:ext cx="1080135" cy="900430"/>
            </a:xfrm>
            <a:custGeom>
              <a:avLst/>
              <a:gdLst/>
              <a:ahLst/>
              <a:cxnLst/>
              <a:rect l="l" t="t" r="r" b="b"/>
              <a:pathLst>
                <a:path w="1080135" h="900430">
                  <a:moveTo>
                    <a:pt x="0" y="45544"/>
                  </a:moveTo>
                  <a:lnTo>
                    <a:pt x="0" y="854467"/>
                  </a:lnTo>
                  <a:lnTo>
                    <a:pt x="5854" y="861197"/>
                  </a:lnTo>
                  <a:lnTo>
                    <a:pt x="50189" y="873667"/>
                  </a:lnTo>
                  <a:lnTo>
                    <a:pt x="132453" y="884347"/>
                  </a:lnTo>
                  <a:lnTo>
                    <a:pt x="185721" y="888840"/>
                  </a:lnTo>
                  <a:lnTo>
                    <a:pt x="245965" y="892674"/>
                  </a:lnTo>
                  <a:lnTo>
                    <a:pt x="312352" y="895778"/>
                  </a:lnTo>
                  <a:lnTo>
                    <a:pt x="384044" y="898083"/>
                  </a:lnTo>
                  <a:lnTo>
                    <a:pt x="460207" y="899517"/>
                  </a:lnTo>
                  <a:lnTo>
                    <a:pt x="540006" y="900011"/>
                  </a:lnTo>
                  <a:lnTo>
                    <a:pt x="619805" y="899517"/>
                  </a:lnTo>
                  <a:lnTo>
                    <a:pt x="695969" y="898083"/>
                  </a:lnTo>
                  <a:lnTo>
                    <a:pt x="767661" y="895778"/>
                  </a:lnTo>
                  <a:lnTo>
                    <a:pt x="834047" y="892674"/>
                  </a:lnTo>
                  <a:lnTo>
                    <a:pt x="894292" y="888840"/>
                  </a:lnTo>
                  <a:lnTo>
                    <a:pt x="947560" y="884347"/>
                  </a:lnTo>
                  <a:lnTo>
                    <a:pt x="993016" y="879266"/>
                  </a:lnTo>
                  <a:lnTo>
                    <a:pt x="1057150" y="867620"/>
                  </a:lnTo>
                  <a:lnTo>
                    <a:pt x="1080013" y="854467"/>
                  </a:lnTo>
                  <a:lnTo>
                    <a:pt x="1080013" y="91089"/>
                  </a:lnTo>
                  <a:lnTo>
                    <a:pt x="540006" y="91089"/>
                  </a:lnTo>
                  <a:lnTo>
                    <a:pt x="460207" y="90595"/>
                  </a:lnTo>
                  <a:lnTo>
                    <a:pt x="384044" y="89160"/>
                  </a:lnTo>
                  <a:lnTo>
                    <a:pt x="312352" y="86856"/>
                  </a:lnTo>
                  <a:lnTo>
                    <a:pt x="245965" y="83751"/>
                  </a:lnTo>
                  <a:lnTo>
                    <a:pt x="185721" y="79917"/>
                  </a:lnTo>
                  <a:lnTo>
                    <a:pt x="132453" y="75425"/>
                  </a:lnTo>
                  <a:lnTo>
                    <a:pt x="86997" y="70344"/>
                  </a:lnTo>
                  <a:lnTo>
                    <a:pt x="22863" y="58698"/>
                  </a:lnTo>
                  <a:lnTo>
                    <a:pt x="5854" y="52274"/>
                  </a:lnTo>
                  <a:lnTo>
                    <a:pt x="0" y="45544"/>
                  </a:lnTo>
                  <a:close/>
                </a:path>
                <a:path w="1080135" h="900430">
                  <a:moveTo>
                    <a:pt x="540006" y="0"/>
                  </a:moveTo>
                  <a:lnTo>
                    <a:pt x="460207" y="493"/>
                  </a:lnTo>
                  <a:lnTo>
                    <a:pt x="384044" y="1928"/>
                  </a:lnTo>
                  <a:lnTo>
                    <a:pt x="312352" y="4233"/>
                  </a:lnTo>
                  <a:lnTo>
                    <a:pt x="245965" y="7337"/>
                  </a:lnTo>
                  <a:lnTo>
                    <a:pt x="185721" y="11171"/>
                  </a:lnTo>
                  <a:lnTo>
                    <a:pt x="132453" y="15663"/>
                  </a:lnTo>
                  <a:lnTo>
                    <a:pt x="86997" y="20745"/>
                  </a:lnTo>
                  <a:lnTo>
                    <a:pt x="22863" y="32390"/>
                  </a:lnTo>
                  <a:lnTo>
                    <a:pt x="0" y="45544"/>
                  </a:lnTo>
                  <a:lnTo>
                    <a:pt x="5854" y="52274"/>
                  </a:lnTo>
                  <a:lnTo>
                    <a:pt x="50189" y="64745"/>
                  </a:lnTo>
                  <a:lnTo>
                    <a:pt x="132453" y="75425"/>
                  </a:lnTo>
                  <a:lnTo>
                    <a:pt x="185721" y="79917"/>
                  </a:lnTo>
                  <a:lnTo>
                    <a:pt x="245965" y="83751"/>
                  </a:lnTo>
                  <a:lnTo>
                    <a:pt x="312352" y="86856"/>
                  </a:lnTo>
                  <a:lnTo>
                    <a:pt x="384044" y="89160"/>
                  </a:lnTo>
                  <a:lnTo>
                    <a:pt x="460207" y="90595"/>
                  </a:lnTo>
                  <a:lnTo>
                    <a:pt x="540006" y="91089"/>
                  </a:lnTo>
                  <a:lnTo>
                    <a:pt x="619805" y="90595"/>
                  </a:lnTo>
                  <a:lnTo>
                    <a:pt x="695969" y="89160"/>
                  </a:lnTo>
                  <a:lnTo>
                    <a:pt x="767661" y="86856"/>
                  </a:lnTo>
                  <a:lnTo>
                    <a:pt x="834047" y="83751"/>
                  </a:lnTo>
                  <a:lnTo>
                    <a:pt x="894292" y="79917"/>
                  </a:lnTo>
                  <a:lnTo>
                    <a:pt x="947560" y="75425"/>
                  </a:lnTo>
                  <a:lnTo>
                    <a:pt x="993016" y="70344"/>
                  </a:lnTo>
                  <a:lnTo>
                    <a:pt x="1057150" y="58698"/>
                  </a:lnTo>
                  <a:lnTo>
                    <a:pt x="1080013" y="45544"/>
                  </a:lnTo>
                  <a:lnTo>
                    <a:pt x="1074158" y="38814"/>
                  </a:lnTo>
                  <a:lnTo>
                    <a:pt x="1029824" y="26344"/>
                  </a:lnTo>
                  <a:lnTo>
                    <a:pt x="947560" y="15663"/>
                  </a:lnTo>
                  <a:lnTo>
                    <a:pt x="894292" y="11171"/>
                  </a:lnTo>
                  <a:lnTo>
                    <a:pt x="834047" y="7337"/>
                  </a:lnTo>
                  <a:lnTo>
                    <a:pt x="767661" y="4233"/>
                  </a:lnTo>
                  <a:lnTo>
                    <a:pt x="695969" y="1928"/>
                  </a:lnTo>
                  <a:lnTo>
                    <a:pt x="619805" y="493"/>
                  </a:lnTo>
                  <a:lnTo>
                    <a:pt x="540006" y="0"/>
                  </a:lnTo>
                  <a:close/>
                </a:path>
                <a:path w="1080135" h="900430">
                  <a:moveTo>
                    <a:pt x="1080013" y="45544"/>
                  </a:moveTo>
                  <a:lnTo>
                    <a:pt x="1029824" y="64745"/>
                  </a:lnTo>
                  <a:lnTo>
                    <a:pt x="947560" y="75425"/>
                  </a:lnTo>
                  <a:lnTo>
                    <a:pt x="894292" y="79917"/>
                  </a:lnTo>
                  <a:lnTo>
                    <a:pt x="834047" y="83751"/>
                  </a:lnTo>
                  <a:lnTo>
                    <a:pt x="767661" y="86856"/>
                  </a:lnTo>
                  <a:lnTo>
                    <a:pt x="695969" y="89160"/>
                  </a:lnTo>
                  <a:lnTo>
                    <a:pt x="619805" y="90595"/>
                  </a:lnTo>
                  <a:lnTo>
                    <a:pt x="540006" y="91089"/>
                  </a:lnTo>
                  <a:lnTo>
                    <a:pt x="1080013" y="91089"/>
                  </a:lnTo>
                  <a:lnTo>
                    <a:pt x="1080013" y="45544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79587" y="924957"/>
              <a:ext cx="1080135" cy="900430"/>
            </a:xfrm>
            <a:custGeom>
              <a:avLst/>
              <a:gdLst/>
              <a:ahLst/>
              <a:cxnLst/>
              <a:rect l="l" t="t" r="r" b="b"/>
              <a:pathLst>
                <a:path w="1080135" h="900430">
                  <a:moveTo>
                    <a:pt x="0" y="854467"/>
                  </a:moveTo>
                  <a:lnTo>
                    <a:pt x="50189" y="873667"/>
                  </a:lnTo>
                  <a:lnTo>
                    <a:pt x="132453" y="884347"/>
                  </a:lnTo>
                  <a:lnTo>
                    <a:pt x="185721" y="888840"/>
                  </a:lnTo>
                  <a:lnTo>
                    <a:pt x="245965" y="892674"/>
                  </a:lnTo>
                  <a:lnTo>
                    <a:pt x="312352" y="895778"/>
                  </a:lnTo>
                  <a:lnTo>
                    <a:pt x="384044" y="898083"/>
                  </a:lnTo>
                  <a:lnTo>
                    <a:pt x="460207" y="899517"/>
                  </a:lnTo>
                  <a:lnTo>
                    <a:pt x="540006" y="900011"/>
                  </a:lnTo>
                  <a:lnTo>
                    <a:pt x="619805" y="899517"/>
                  </a:lnTo>
                  <a:lnTo>
                    <a:pt x="695969" y="898083"/>
                  </a:lnTo>
                  <a:lnTo>
                    <a:pt x="767661" y="895778"/>
                  </a:lnTo>
                  <a:lnTo>
                    <a:pt x="834047" y="892674"/>
                  </a:lnTo>
                  <a:lnTo>
                    <a:pt x="894292" y="888840"/>
                  </a:lnTo>
                  <a:lnTo>
                    <a:pt x="947560" y="884347"/>
                  </a:lnTo>
                  <a:lnTo>
                    <a:pt x="993016" y="879266"/>
                  </a:lnTo>
                  <a:lnTo>
                    <a:pt x="1057150" y="867620"/>
                  </a:lnTo>
                  <a:lnTo>
                    <a:pt x="1080013" y="854467"/>
                  </a:lnTo>
                  <a:lnTo>
                    <a:pt x="1080013" y="45544"/>
                  </a:lnTo>
                  <a:lnTo>
                    <a:pt x="1029824" y="26344"/>
                  </a:lnTo>
                  <a:lnTo>
                    <a:pt x="947560" y="15663"/>
                  </a:lnTo>
                  <a:lnTo>
                    <a:pt x="894292" y="11171"/>
                  </a:lnTo>
                  <a:lnTo>
                    <a:pt x="834047" y="7337"/>
                  </a:lnTo>
                  <a:lnTo>
                    <a:pt x="767661" y="4233"/>
                  </a:lnTo>
                  <a:lnTo>
                    <a:pt x="695969" y="1928"/>
                  </a:lnTo>
                  <a:lnTo>
                    <a:pt x="619805" y="493"/>
                  </a:lnTo>
                  <a:lnTo>
                    <a:pt x="540006" y="0"/>
                  </a:lnTo>
                  <a:lnTo>
                    <a:pt x="460207" y="493"/>
                  </a:lnTo>
                  <a:lnTo>
                    <a:pt x="384044" y="1928"/>
                  </a:lnTo>
                  <a:lnTo>
                    <a:pt x="312352" y="4233"/>
                  </a:lnTo>
                  <a:lnTo>
                    <a:pt x="245965" y="7337"/>
                  </a:lnTo>
                  <a:lnTo>
                    <a:pt x="185721" y="11171"/>
                  </a:lnTo>
                  <a:lnTo>
                    <a:pt x="132453" y="15663"/>
                  </a:lnTo>
                  <a:lnTo>
                    <a:pt x="86997" y="20745"/>
                  </a:lnTo>
                  <a:lnTo>
                    <a:pt x="22863" y="32390"/>
                  </a:lnTo>
                  <a:lnTo>
                    <a:pt x="0" y="45544"/>
                  </a:lnTo>
                  <a:lnTo>
                    <a:pt x="0" y="854467"/>
                  </a:lnTo>
                  <a:close/>
                </a:path>
                <a:path w="1080135" h="900430">
                  <a:moveTo>
                    <a:pt x="0" y="45544"/>
                  </a:moveTo>
                  <a:lnTo>
                    <a:pt x="50189" y="64745"/>
                  </a:lnTo>
                  <a:lnTo>
                    <a:pt x="132453" y="75425"/>
                  </a:lnTo>
                  <a:lnTo>
                    <a:pt x="185721" y="79917"/>
                  </a:lnTo>
                  <a:lnTo>
                    <a:pt x="245965" y="83751"/>
                  </a:lnTo>
                  <a:lnTo>
                    <a:pt x="312352" y="86856"/>
                  </a:lnTo>
                  <a:lnTo>
                    <a:pt x="384044" y="89160"/>
                  </a:lnTo>
                  <a:lnTo>
                    <a:pt x="460207" y="90595"/>
                  </a:lnTo>
                  <a:lnTo>
                    <a:pt x="540006" y="91089"/>
                  </a:lnTo>
                  <a:lnTo>
                    <a:pt x="619805" y="90595"/>
                  </a:lnTo>
                  <a:lnTo>
                    <a:pt x="695969" y="89160"/>
                  </a:lnTo>
                  <a:lnTo>
                    <a:pt x="767661" y="86856"/>
                  </a:lnTo>
                  <a:lnTo>
                    <a:pt x="834047" y="83751"/>
                  </a:lnTo>
                  <a:lnTo>
                    <a:pt x="894292" y="79917"/>
                  </a:lnTo>
                  <a:lnTo>
                    <a:pt x="947560" y="75425"/>
                  </a:lnTo>
                  <a:lnTo>
                    <a:pt x="993016" y="70344"/>
                  </a:lnTo>
                  <a:lnTo>
                    <a:pt x="1057150" y="58698"/>
                  </a:lnTo>
                  <a:lnTo>
                    <a:pt x="1074158" y="52274"/>
                  </a:lnTo>
                  <a:lnTo>
                    <a:pt x="1080013" y="45544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47294" y="470527"/>
            <a:ext cx="3442970" cy="4419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Analogy:</a:t>
            </a:r>
            <a:r>
              <a:rPr sz="1050" spc="1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Attention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works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like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database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lookup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system.</a:t>
            </a:r>
            <a:endParaRPr sz="1050">
              <a:latin typeface="Arial MT"/>
              <a:cs typeface="Arial MT"/>
            </a:endParaRPr>
          </a:p>
          <a:p>
            <a:pPr marL="1740535">
              <a:lnSpc>
                <a:spcPct val="100000"/>
              </a:lnSpc>
              <a:spcBef>
                <a:spcPts val="844"/>
              </a:spcBef>
            </a:pPr>
            <a:r>
              <a:rPr sz="950" dirty="0">
                <a:latin typeface="Arial MT"/>
                <a:cs typeface="Arial MT"/>
              </a:rPr>
              <a:t>Memory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(Key-Value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Store)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19070" y="1134172"/>
            <a:ext cx="12376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Arial MT"/>
                <a:cs typeface="Arial MT"/>
              </a:rPr>
              <a:t>Key:</a:t>
            </a:r>
            <a:r>
              <a:rPr sz="700" spc="170" dirty="0"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B1472"/>
                </a:solidFill>
                <a:latin typeface="Arial MT"/>
                <a:cs typeface="Arial MT"/>
              </a:rPr>
              <a:t>Mumbai</a:t>
            </a:r>
            <a:r>
              <a:rPr sz="70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800" spc="165" dirty="0">
                <a:latin typeface="Cambria"/>
                <a:cs typeface="Cambria"/>
              </a:rPr>
              <a:t>→</a:t>
            </a:r>
            <a:r>
              <a:rPr sz="800" spc="65" dirty="0">
                <a:latin typeface="Cambria"/>
                <a:cs typeface="Cambria"/>
              </a:rPr>
              <a:t> </a:t>
            </a:r>
            <a:r>
              <a:rPr sz="700" dirty="0">
                <a:latin typeface="Arial MT"/>
                <a:cs typeface="Arial MT"/>
              </a:rPr>
              <a:t>Value:</a:t>
            </a:r>
            <a:r>
              <a:rPr sz="700" spc="17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Info1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19070" y="1348370"/>
            <a:ext cx="11214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Arial MT"/>
                <a:cs typeface="Arial MT"/>
              </a:rPr>
              <a:t>Key:</a:t>
            </a:r>
            <a:r>
              <a:rPr sz="700" spc="170" dirty="0"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B1472"/>
                </a:solidFill>
                <a:latin typeface="Arial MT"/>
                <a:cs typeface="Arial MT"/>
              </a:rPr>
              <a:t>Delhi</a:t>
            </a:r>
            <a:r>
              <a:rPr sz="70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800" spc="165" dirty="0">
                <a:latin typeface="Cambria"/>
                <a:cs typeface="Cambria"/>
              </a:rPr>
              <a:t>→</a:t>
            </a:r>
            <a:r>
              <a:rPr sz="800" spc="65" dirty="0">
                <a:latin typeface="Cambria"/>
                <a:cs typeface="Cambria"/>
              </a:rPr>
              <a:t> </a:t>
            </a:r>
            <a:r>
              <a:rPr sz="700" dirty="0">
                <a:latin typeface="Arial MT"/>
                <a:cs typeface="Arial MT"/>
              </a:rPr>
              <a:t>Value:</a:t>
            </a:r>
            <a:r>
              <a:rPr sz="700" spc="17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Info2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19070" y="1562187"/>
            <a:ext cx="13290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Arial MT"/>
                <a:cs typeface="Arial MT"/>
              </a:rPr>
              <a:t>Key:</a:t>
            </a:r>
            <a:r>
              <a:rPr sz="700" spc="175" dirty="0"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B1472"/>
                </a:solidFill>
                <a:latin typeface="Arial MT"/>
                <a:cs typeface="Arial MT"/>
              </a:rPr>
              <a:t>Bangalore</a:t>
            </a:r>
            <a:r>
              <a:rPr sz="70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800" spc="165" dirty="0">
                <a:latin typeface="Cambria"/>
                <a:cs typeface="Cambria"/>
              </a:rPr>
              <a:t>→</a:t>
            </a:r>
            <a:r>
              <a:rPr sz="800" spc="70" dirty="0">
                <a:latin typeface="Cambria"/>
                <a:cs typeface="Cambria"/>
              </a:rPr>
              <a:t> </a:t>
            </a:r>
            <a:r>
              <a:rPr sz="700" dirty="0">
                <a:latin typeface="Arial MT"/>
                <a:cs typeface="Arial MT"/>
              </a:rPr>
              <a:t>Value:</a:t>
            </a:r>
            <a:r>
              <a:rPr sz="700" spc="17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Info3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384329" y="1625888"/>
            <a:ext cx="914400" cy="358140"/>
            <a:chOff x="1384329" y="1625888"/>
            <a:chExt cx="914400" cy="358140"/>
          </a:xfrm>
        </p:grpSpPr>
        <p:sp>
          <p:nvSpPr>
            <p:cNvPr id="16" name="object 16"/>
            <p:cNvSpPr/>
            <p:nvPr/>
          </p:nvSpPr>
          <p:spPr>
            <a:xfrm>
              <a:off x="1386869" y="1628428"/>
              <a:ext cx="388620" cy="342265"/>
            </a:xfrm>
            <a:custGeom>
              <a:avLst/>
              <a:gdLst/>
              <a:ahLst/>
              <a:cxnLst/>
              <a:rect l="l" t="t" r="r" b="b"/>
              <a:pathLst>
                <a:path w="388619" h="342264">
                  <a:moveTo>
                    <a:pt x="0" y="0"/>
                  </a:moveTo>
                  <a:lnTo>
                    <a:pt x="388356" y="34170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37310" y="1931626"/>
              <a:ext cx="40640" cy="45720"/>
            </a:xfrm>
            <a:custGeom>
              <a:avLst/>
              <a:gdLst/>
              <a:ahLst/>
              <a:cxnLst/>
              <a:rect l="l" t="t" r="r" b="b"/>
              <a:pathLst>
                <a:path w="40639" h="45719">
                  <a:moveTo>
                    <a:pt x="40116" y="0"/>
                  </a:moveTo>
                  <a:lnTo>
                    <a:pt x="35704" y="12011"/>
                  </a:lnTo>
                  <a:lnTo>
                    <a:pt x="34645" y="22739"/>
                  </a:lnTo>
                  <a:lnTo>
                    <a:pt x="36246" y="32142"/>
                  </a:lnTo>
                  <a:lnTo>
                    <a:pt x="39815" y="40180"/>
                  </a:lnTo>
                  <a:lnTo>
                    <a:pt x="31388" y="37663"/>
                  </a:lnTo>
                  <a:lnTo>
                    <a:pt x="21857" y="37271"/>
                  </a:lnTo>
                  <a:lnTo>
                    <a:pt x="11352" y="39687"/>
                  </a:lnTo>
                  <a:lnTo>
                    <a:pt x="0" y="45593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8104" y="1789510"/>
              <a:ext cx="250457" cy="193928"/>
            </a:xfrm>
            <a:prstGeom prst="rect">
              <a:avLst/>
            </a:prstGeom>
          </p:spPr>
        </p:pic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1329492" y="1973470"/>
          <a:ext cx="2796540" cy="209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9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775">
                <a:tc row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Similarity</a:t>
                      </a:r>
                      <a:r>
                        <a:rPr sz="950" spc="1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Matching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DE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Softmax</a:t>
                      </a:r>
                      <a:r>
                        <a:rPr sz="950" spc="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(weights)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8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DE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8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0" name="object 20"/>
          <p:cNvGrpSpPr/>
          <p:nvPr/>
        </p:nvGrpSpPr>
        <p:grpSpPr>
          <a:xfrm>
            <a:off x="3941534" y="1227957"/>
            <a:ext cx="816610" cy="360680"/>
            <a:chOff x="3941534" y="1227957"/>
            <a:chExt cx="816610" cy="360680"/>
          </a:xfrm>
        </p:grpSpPr>
        <p:sp>
          <p:nvSpPr>
            <p:cNvPr id="21" name="object 21"/>
            <p:cNvSpPr/>
            <p:nvPr/>
          </p:nvSpPr>
          <p:spPr>
            <a:xfrm>
              <a:off x="3944074" y="1230497"/>
              <a:ext cx="811530" cy="355600"/>
            </a:xfrm>
            <a:custGeom>
              <a:avLst/>
              <a:gdLst/>
              <a:ahLst/>
              <a:cxnLst/>
              <a:rect l="l" t="t" r="r" b="b"/>
              <a:pathLst>
                <a:path w="811529" h="355600">
                  <a:moveTo>
                    <a:pt x="811097" y="0"/>
                  </a:moveTo>
                  <a:lnTo>
                    <a:pt x="0" y="0"/>
                  </a:lnTo>
                  <a:lnTo>
                    <a:pt x="0" y="355310"/>
                  </a:lnTo>
                  <a:lnTo>
                    <a:pt x="811097" y="355310"/>
                  </a:lnTo>
                  <a:lnTo>
                    <a:pt x="811097" y="0"/>
                  </a:lnTo>
                  <a:close/>
                </a:path>
              </a:pathLst>
            </a:custGeom>
            <a:solidFill>
              <a:srgbClr val="F9BC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44074" y="1230497"/>
              <a:ext cx="811530" cy="355600"/>
            </a:xfrm>
            <a:custGeom>
              <a:avLst/>
              <a:gdLst/>
              <a:ahLst/>
              <a:cxnLst/>
              <a:rect l="l" t="t" r="r" b="b"/>
              <a:pathLst>
                <a:path w="811529" h="355600">
                  <a:moveTo>
                    <a:pt x="0" y="355310"/>
                  </a:moveTo>
                  <a:lnTo>
                    <a:pt x="811097" y="355310"/>
                  </a:lnTo>
                  <a:lnTo>
                    <a:pt x="811097" y="0"/>
                  </a:lnTo>
                  <a:lnTo>
                    <a:pt x="0" y="0"/>
                  </a:lnTo>
                  <a:lnTo>
                    <a:pt x="0" y="35531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075404" y="1206291"/>
            <a:ext cx="548640" cy="369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0960" marR="5080" indent="-48895">
              <a:lnSpc>
                <a:spcPct val="118900"/>
              </a:lnSpc>
              <a:spcBef>
                <a:spcPts val="90"/>
              </a:spcBef>
            </a:pPr>
            <a:r>
              <a:rPr sz="950" spc="-10" dirty="0">
                <a:latin typeface="Arial MT"/>
                <a:cs typeface="Arial MT"/>
              </a:rPr>
              <a:t>Weighted Context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56996" y="1375274"/>
            <a:ext cx="4413250" cy="1289685"/>
            <a:chOff x="456996" y="1375274"/>
            <a:chExt cx="4413250" cy="1289685"/>
          </a:xfrm>
        </p:grpSpPr>
        <p:sp>
          <p:nvSpPr>
            <p:cNvPr id="25" name="object 25"/>
            <p:cNvSpPr/>
            <p:nvPr/>
          </p:nvSpPr>
          <p:spPr>
            <a:xfrm>
              <a:off x="4130881" y="1408180"/>
              <a:ext cx="736600" cy="673735"/>
            </a:xfrm>
            <a:custGeom>
              <a:avLst/>
              <a:gdLst/>
              <a:ahLst/>
              <a:cxnLst/>
              <a:rect l="l" t="t" r="r" b="b"/>
              <a:pathLst>
                <a:path w="736600" h="673735">
                  <a:moveTo>
                    <a:pt x="0" y="673191"/>
                  </a:moveTo>
                  <a:lnTo>
                    <a:pt x="70124" y="665631"/>
                  </a:lnTo>
                  <a:lnTo>
                    <a:pt x="144698" y="644265"/>
                  </a:lnTo>
                  <a:lnTo>
                    <a:pt x="183082" y="629021"/>
                  </a:lnTo>
                  <a:lnTo>
                    <a:pt x="221892" y="611065"/>
                  </a:lnTo>
                  <a:lnTo>
                    <a:pt x="260900" y="590644"/>
                  </a:lnTo>
                  <a:lnTo>
                    <a:pt x="299878" y="568004"/>
                  </a:lnTo>
                  <a:lnTo>
                    <a:pt x="338597" y="543392"/>
                  </a:lnTo>
                  <a:lnTo>
                    <a:pt x="376827" y="517054"/>
                  </a:lnTo>
                  <a:lnTo>
                    <a:pt x="414342" y="489237"/>
                  </a:lnTo>
                  <a:lnTo>
                    <a:pt x="450911" y="460188"/>
                  </a:lnTo>
                  <a:lnTo>
                    <a:pt x="486306" y="430152"/>
                  </a:lnTo>
                  <a:lnTo>
                    <a:pt x="520300" y="399376"/>
                  </a:lnTo>
                  <a:lnTo>
                    <a:pt x="552662" y="368108"/>
                  </a:lnTo>
                  <a:lnTo>
                    <a:pt x="583166" y="336593"/>
                  </a:lnTo>
                  <a:lnTo>
                    <a:pt x="611581" y="305078"/>
                  </a:lnTo>
                  <a:lnTo>
                    <a:pt x="637679" y="273810"/>
                  </a:lnTo>
                  <a:lnTo>
                    <a:pt x="661233" y="243035"/>
                  </a:lnTo>
                  <a:lnTo>
                    <a:pt x="699790" y="183949"/>
                  </a:lnTo>
                  <a:lnTo>
                    <a:pt x="725423" y="129795"/>
                  </a:lnTo>
                  <a:lnTo>
                    <a:pt x="736304" y="82544"/>
                  </a:lnTo>
                  <a:lnTo>
                    <a:pt x="735640" y="62123"/>
                  </a:lnTo>
                  <a:lnTo>
                    <a:pt x="706492" y="16639"/>
                  </a:lnTo>
                  <a:lnTo>
                    <a:pt x="662142" y="1930"/>
                  </a:lnTo>
                  <a:lnTo>
                    <a:pt x="63180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760157" y="1377814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59">
                  <a:moveTo>
                    <a:pt x="26317" y="60732"/>
                  </a:moveTo>
                  <a:lnTo>
                    <a:pt x="21694" y="48799"/>
                  </a:lnTo>
                  <a:lnTo>
                    <a:pt x="15403" y="40045"/>
                  </a:lnTo>
                  <a:lnTo>
                    <a:pt x="7990" y="34043"/>
                  </a:lnTo>
                  <a:lnTo>
                    <a:pt x="0" y="30366"/>
                  </a:lnTo>
                  <a:lnTo>
                    <a:pt x="7990" y="26689"/>
                  </a:lnTo>
                  <a:lnTo>
                    <a:pt x="15403" y="20687"/>
                  </a:lnTo>
                  <a:lnTo>
                    <a:pt x="21694" y="11933"/>
                  </a:lnTo>
                  <a:lnTo>
                    <a:pt x="2631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362183" y="1408174"/>
              <a:ext cx="574675" cy="635"/>
            </a:xfrm>
            <a:custGeom>
              <a:avLst/>
              <a:gdLst/>
              <a:ahLst/>
              <a:cxnLst/>
              <a:rect l="l" t="t" r="r" b="b"/>
              <a:pathLst>
                <a:path w="574675" h="634">
                  <a:moveTo>
                    <a:pt x="0" y="0"/>
                  </a:moveTo>
                  <a:lnTo>
                    <a:pt x="59318" y="0"/>
                  </a:lnTo>
                  <a:lnTo>
                    <a:pt x="114619" y="0"/>
                  </a:lnTo>
                  <a:lnTo>
                    <a:pt x="166768" y="0"/>
                  </a:lnTo>
                  <a:lnTo>
                    <a:pt x="216630" y="0"/>
                  </a:lnTo>
                  <a:lnTo>
                    <a:pt x="265068" y="1"/>
                  </a:lnTo>
                  <a:lnTo>
                    <a:pt x="312949" y="1"/>
                  </a:lnTo>
                  <a:lnTo>
                    <a:pt x="361136" y="3"/>
                  </a:lnTo>
                  <a:lnTo>
                    <a:pt x="410494" y="4"/>
                  </a:lnTo>
                  <a:lnTo>
                    <a:pt x="461887" y="6"/>
                  </a:lnTo>
                  <a:lnTo>
                    <a:pt x="516181" y="9"/>
                  </a:lnTo>
                  <a:lnTo>
                    <a:pt x="574241" y="12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912637" y="137782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59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6996" y="2543200"/>
              <a:ext cx="121259" cy="12125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47294" y="2297422"/>
            <a:ext cx="55753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Process: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3946" y="2533337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6996" y="2738373"/>
            <a:ext cx="121259" cy="121259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483946" y="2728523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0" y="2933547"/>
            <a:ext cx="5760085" cy="300355"/>
            <a:chOff x="0" y="2933547"/>
            <a:chExt cx="5760085" cy="300355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6996" y="2933547"/>
              <a:ext cx="121259" cy="12125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83946" y="2923697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6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6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6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6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50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644626" y="2465754"/>
            <a:ext cx="3288665" cy="61150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050" dirty="0">
                <a:latin typeface="Arial MT"/>
                <a:cs typeface="Arial MT"/>
              </a:rPr>
              <a:t>Query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searches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memory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via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b="1" dirty="0">
                <a:latin typeface="Arial"/>
                <a:cs typeface="Arial"/>
              </a:rPr>
              <a:t>key</a:t>
            </a:r>
            <a:r>
              <a:rPr sz="1050" b="1" spc="60" dirty="0">
                <a:latin typeface="Arial"/>
                <a:cs typeface="Arial"/>
              </a:rPr>
              <a:t> </a:t>
            </a:r>
            <a:r>
              <a:rPr sz="1050" b="1" spc="-10" dirty="0">
                <a:latin typeface="Arial"/>
                <a:cs typeface="Arial"/>
              </a:rPr>
              <a:t>similarity</a:t>
            </a:r>
            <a:endParaRPr sz="1050">
              <a:latin typeface="Arial"/>
              <a:cs typeface="Arial"/>
            </a:endParaRPr>
          </a:p>
          <a:p>
            <a:pPr marL="12700" marR="5080">
              <a:lnSpc>
                <a:spcPct val="122000"/>
              </a:lnSpc>
            </a:pPr>
            <a:r>
              <a:rPr sz="1050" dirty="0">
                <a:latin typeface="Arial MT"/>
                <a:cs typeface="Arial MT"/>
              </a:rPr>
              <a:t>Compute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attention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weights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based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query-key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match </a:t>
            </a:r>
            <a:r>
              <a:rPr sz="1050" dirty="0">
                <a:latin typeface="Arial MT"/>
                <a:cs typeface="Arial MT"/>
              </a:rPr>
              <a:t>Retrieve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b="1" dirty="0">
                <a:latin typeface="Arial"/>
                <a:cs typeface="Arial"/>
              </a:rPr>
              <a:t>values</a:t>
            </a:r>
            <a:r>
              <a:rPr sz="1050" b="1" spc="20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weighted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by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attention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30" dirty="0">
                <a:solidFill>
                  <a:srgbClr val="FFFFFF"/>
                </a:solidFill>
              </a:rPr>
              <a:t>QKV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spc="215" dirty="0">
                <a:solidFill>
                  <a:srgbClr val="FFFFFF"/>
                </a:solidFill>
              </a:rPr>
              <a:t>P</a:t>
            </a:r>
            <a:r>
              <a:rPr cap="small" spc="215" dirty="0">
                <a:solidFill>
                  <a:srgbClr val="FFFFFF"/>
                </a:solidFill>
              </a:rPr>
              <a:t>aradigm</a:t>
            </a:r>
            <a:r>
              <a:rPr spc="215" dirty="0">
                <a:solidFill>
                  <a:srgbClr val="FFFFFF"/>
                </a:solidFill>
              </a:rPr>
              <a:t>:</a:t>
            </a:r>
            <a:r>
              <a:rPr spc="480" dirty="0">
                <a:solidFill>
                  <a:srgbClr val="FFFFFF"/>
                </a:solidFill>
              </a:rPr>
              <a:t> </a:t>
            </a:r>
            <a:r>
              <a:rPr spc="275" dirty="0">
                <a:solidFill>
                  <a:srgbClr val="FFFFFF"/>
                </a:solidFill>
              </a:rPr>
              <a:t>D</a:t>
            </a:r>
            <a:r>
              <a:rPr cap="small" spc="275" dirty="0">
                <a:solidFill>
                  <a:srgbClr val="FFFFFF"/>
                </a:solidFill>
              </a:rPr>
              <a:t>etailed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spc="200" dirty="0">
                <a:solidFill>
                  <a:srgbClr val="FFFFFF"/>
                </a:solidFill>
              </a:rPr>
              <a:t>M</a:t>
            </a:r>
            <a:r>
              <a:rPr cap="small" spc="200" dirty="0">
                <a:solidFill>
                  <a:srgbClr val="FFFFFF"/>
                </a:solidFill>
              </a:rPr>
              <a:t>echanics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70527"/>
            <a:ext cx="217995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Step-by-step</a:t>
            </a:r>
            <a:r>
              <a:rPr sz="1050" spc="8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attention</a:t>
            </a:r>
            <a:r>
              <a:rPr sz="1050" spc="9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computation: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996" y="732942"/>
            <a:ext cx="121259" cy="1212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3946" y="723079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626" y="686706"/>
            <a:ext cx="353949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Compute</a:t>
            </a:r>
            <a:r>
              <a:rPr sz="1050" spc="6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compatibility</a:t>
            </a:r>
            <a:r>
              <a:rPr sz="1050" spc="6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scores</a:t>
            </a:r>
            <a:r>
              <a:rPr sz="1050" spc="6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between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query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all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keys: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50669" y="992159"/>
            <a:ext cx="21539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195070" algn="l"/>
              </a:tabLst>
            </a:pPr>
            <a:r>
              <a:rPr sz="1050" i="1" dirty="0">
                <a:latin typeface="Arial"/>
                <a:cs typeface="Arial"/>
              </a:rPr>
              <a:t>e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419" baseline="-15873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050" spc="-10" dirty="0">
                <a:latin typeface="Arial MT"/>
                <a:cs typeface="Arial MT"/>
              </a:rPr>
              <a:t>score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b="1" spc="-10" dirty="0">
                <a:latin typeface="Arial"/>
                <a:cs typeface="Arial"/>
              </a:rPr>
              <a:t>q</a:t>
            </a:r>
            <a:r>
              <a:rPr sz="1200" i="1" spc="-10" dirty="0">
                <a:latin typeface="Verdana"/>
                <a:cs typeface="Verdana"/>
              </a:rPr>
              <a:t>,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050" b="1" dirty="0">
                <a:latin typeface="Arial"/>
                <a:cs typeface="Arial"/>
              </a:rPr>
              <a:t>k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1200" spc="-50" dirty="0">
                <a:latin typeface="Tahoma"/>
                <a:cs typeface="Tahoma"/>
              </a:rPr>
              <a:t>)</a:t>
            </a:r>
            <a:r>
              <a:rPr sz="1200" dirty="0">
                <a:latin typeface="Tahoma"/>
                <a:cs typeface="Tahoma"/>
              </a:rPr>
              <a:t>	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i</a:t>
            </a:r>
            <a:r>
              <a:rPr sz="1050" i="1" spc="14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050" spc="-60" dirty="0">
                <a:latin typeface="Arial MT"/>
                <a:cs typeface="Arial MT"/>
              </a:rPr>
              <a:t>1</a:t>
            </a:r>
            <a:r>
              <a:rPr sz="1200" i="1" spc="-60" dirty="0">
                <a:latin typeface="Verdana"/>
                <a:cs typeface="Verdana"/>
              </a:rPr>
              <a:t>,</a:t>
            </a:r>
            <a:r>
              <a:rPr sz="1200" i="1" spc="-215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20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20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20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,</a:t>
            </a:r>
            <a:r>
              <a:rPr sz="1200" i="1" spc="-220" dirty="0">
                <a:latin typeface="Verdana"/>
                <a:cs typeface="Verdana"/>
              </a:rPr>
              <a:t> </a:t>
            </a:r>
            <a:r>
              <a:rPr sz="1050" i="1" spc="-50" dirty="0">
                <a:latin typeface="Arial"/>
                <a:cs typeface="Arial"/>
              </a:rPr>
              <a:t>n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996" y="1374203"/>
            <a:ext cx="121259" cy="12125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83946" y="1364353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626" y="1327980"/>
            <a:ext cx="291909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Normalize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with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softmax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get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attention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weights: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22335" y="1793111"/>
            <a:ext cx="4572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93136" y="1690406"/>
            <a:ext cx="4572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49004" y="1606890"/>
            <a:ext cx="4616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60" dirty="0">
                <a:latin typeface="Tahoma"/>
                <a:cs typeface="Tahoma"/>
              </a:rPr>
              <a:t>exp(</a:t>
            </a:r>
            <a:r>
              <a:rPr sz="1050" i="1" spc="-60" dirty="0">
                <a:latin typeface="Arial"/>
                <a:cs typeface="Arial"/>
              </a:rPr>
              <a:t>e</a:t>
            </a:r>
            <a:r>
              <a:rPr sz="1050" i="1" spc="15" dirty="0">
                <a:latin typeface="Arial"/>
                <a:cs typeface="Arial"/>
              </a:rPr>
              <a:t> </a:t>
            </a:r>
            <a:r>
              <a:rPr sz="1200" spc="-5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84577" y="1836178"/>
            <a:ext cx="791210" cy="0"/>
          </a:xfrm>
          <a:custGeom>
            <a:avLst/>
            <a:gdLst/>
            <a:ahLst/>
            <a:cxnLst/>
            <a:rect l="l" t="t" r="r" b="b"/>
            <a:pathLst>
              <a:path w="791210">
                <a:moveTo>
                  <a:pt x="0" y="0"/>
                </a:moveTo>
                <a:lnTo>
                  <a:pt x="790587" y="0"/>
                </a:lnTo>
              </a:path>
            </a:pathLst>
          </a:custGeom>
          <a:ln w="60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27771" y="1709608"/>
            <a:ext cx="5302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latin typeface="Verdana"/>
                <a:cs typeface="Verdana"/>
              </a:rPr>
              <a:t>α</a:t>
            </a:r>
            <a:r>
              <a:rPr sz="1200" i="1" spc="190" dirty="0">
                <a:latin typeface="Verdana"/>
                <a:cs typeface="Verdan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80" dirty="0">
                <a:latin typeface="Tahoma"/>
                <a:cs typeface="Tahoma"/>
              </a:rPr>
              <a:t> </a:t>
            </a:r>
            <a:r>
              <a:rPr sz="1800" spc="742" baseline="2314" dirty="0">
                <a:latin typeface="Lucida Sans Unicode"/>
                <a:cs typeface="Lucida Sans Unicode"/>
              </a:rPr>
              <a:t>Σ</a:t>
            </a:r>
            <a:endParaRPr sz="1800" baseline="2314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32151" y="1802966"/>
            <a:ext cx="76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spc="-50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32151" y="1910942"/>
            <a:ext cx="187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j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00731" y="1816046"/>
            <a:ext cx="5124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latin typeface="Tahoma"/>
                <a:cs typeface="Tahoma"/>
              </a:rPr>
              <a:t>exp(</a:t>
            </a:r>
            <a:r>
              <a:rPr sz="1050" i="1" spc="-50" dirty="0">
                <a:latin typeface="Arial"/>
                <a:cs typeface="Arial"/>
              </a:rPr>
              <a:t>e</a:t>
            </a:r>
            <a:r>
              <a:rPr sz="1050" i="1" spc="-75" baseline="-15873" dirty="0">
                <a:latin typeface="Arial"/>
                <a:cs typeface="Arial"/>
              </a:rPr>
              <a:t>j</a:t>
            </a:r>
            <a:r>
              <a:rPr sz="1050" i="1" spc="-52" baseline="-15873" dirty="0">
                <a:latin typeface="Arial"/>
                <a:cs typeface="Arial"/>
              </a:rPr>
              <a:t> </a:t>
            </a:r>
            <a:r>
              <a:rPr sz="1200" spc="-5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09136" y="1565374"/>
            <a:ext cx="2451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960" dirty="0">
                <a:latin typeface="Lucida Sans Unicode"/>
                <a:cs typeface="Lucida Sans Unicode"/>
              </a:rPr>
              <a:t>Σ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04767" y="1944978"/>
            <a:ext cx="4572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48315" y="1793111"/>
            <a:ext cx="4572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14294" y="1709608"/>
            <a:ext cx="13157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1535" algn="l"/>
              </a:tabLst>
            </a:pPr>
            <a:r>
              <a:rPr sz="1050" spc="-10" dirty="0">
                <a:latin typeface="Arial MT"/>
                <a:cs typeface="Arial MT"/>
              </a:rPr>
              <a:t>(ensures</a:t>
            </a:r>
            <a:r>
              <a:rPr sz="1050" dirty="0">
                <a:latin typeface="Arial MT"/>
                <a:cs typeface="Arial MT"/>
              </a:rPr>
              <a:t>	</a:t>
            </a:r>
            <a:r>
              <a:rPr sz="1200" i="1" dirty="0">
                <a:latin typeface="Verdana"/>
                <a:cs typeface="Verdana"/>
              </a:rPr>
              <a:t>α</a:t>
            </a:r>
            <a:r>
              <a:rPr sz="1200" i="1" spc="190" dirty="0">
                <a:latin typeface="Verdana"/>
                <a:cs typeface="Verdan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050" spc="-25" dirty="0">
                <a:latin typeface="Arial MT"/>
                <a:cs typeface="Arial MT"/>
              </a:rPr>
              <a:t>1)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6996" y="2218524"/>
            <a:ext cx="121259" cy="12125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83946" y="2208674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4626" y="2172301"/>
            <a:ext cx="2078989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Compute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weighted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sum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values: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95561" y="2462592"/>
            <a:ext cx="76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spc="-50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11982" y="2447401"/>
            <a:ext cx="2451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960" dirty="0">
                <a:latin typeface="Lucida Sans Unicode"/>
                <a:cs typeface="Lucida Sans Unicode"/>
              </a:rPr>
              <a:t>Σ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40456" y="2816884"/>
            <a:ext cx="187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i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636024" y="2591648"/>
            <a:ext cx="7512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2765" algn="l"/>
              </a:tabLst>
            </a:pPr>
            <a:r>
              <a:rPr sz="1050" b="1" dirty="0">
                <a:latin typeface="Arial"/>
                <a:cs typeface="Arial"/>
              </a:rPr>
              <a:t>c</a:t>
            </a:r>
            <a:r>
              <a:rPr sz="1050" b="1" spc="45" dirty="0">
                <a:latin typeface="Arial"/>
                <a:cs typeface="Arial"/>
              </a:rPr>
              <a:t> </a:t>
            </a:r>
            <a:r>
              <a:rPr sz="1200" spc="-50" dirty="0">
                <a:latin typeface="Tahoma"/>
                <a:cs typeface="Tahoma"/>
              </a:rPr>
              <a:t>=</a:t>
            </a:r>
            <a:r>
              <a:rPr sz="1200" dirty="0">
                <a:latin typeface="Tahoma"/>
                <a:cs typeface="Tahoma"/>
              </a:rPr>
              <a:t>	</a:t>
            </a:r>
            <a:r>
              <a:rPr sz="1200" i="1" spc="-10" dirty="0">
                <a:latin typeface="Verdana"/>
                <a:cs typeface="Verdana"/>
              </a:rPr>
              <a:t>α</a:t>
            </a:r>
            <a:r>
              <a:rPr sz="1200" i="1" spc="-155" dirty="0">
                <a:latin typeface="Verdana"/>
                <a:cs typeface="Verdana"/>
              </a:rPr>
              <a:t> </a:t>
            </a:r>
            <a:r>
              <a:rPr sz="1050" b="1" spc="-50" dirty="0">
                <a:latin typeface="Arial"/>
                <a:cs typeface="Arial"/>
              </a:rPr>
              <a:t>v</a:t>
            </a:r>
            <a:endParaRPr sz="10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51161" y="2675152"/>
            <a:ext cx="15621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dirty="0">
                <a:latin typeface="Arial"/>
                <a:cs typeface="Arial"/>
              </a:rPr>
              <a:t>i</a:t>
            </a:r>
            <a:r>
              <a:rPr sz="700" i="1" spc="165" dirty="0">
                <a:latin typeface="Arial"/>
                <a:cs typeface="Arial"/>
              </a:rPr>
              <a:t>  </a:t>
            </a: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32" name="object 3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5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5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5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5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51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30" dirty="0">
                <a:solidFill>
                  <a:srgbClr val="FFFFFF"/>
                </a:solidFill>
              </a:rPr>
              <a:t>QKV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spc="215" dirty="0">
                <a:solidFill>
                  <a:srgbClr val="FFFFFF"/>
                </a:solidFill>
              </a:rPr>
              <a:t>P</a:t>
            </a:r>
            <a:r>
              <a:rPr cap="small" spc="215" dirty="0">
                <a:solidFill>
                  <a:srgbClr val="FFFFFF"/>
                </a:solidFill>
              </a:rPr>
              <a:t>aradigm</a:t>
            </a:r>
            <a:r>
              <a:rPr spc="215" dirty="0">
                <a:solidFill>
                  <a:srgbClr val="FFFFFF"/>
                </a:solidFill>
              </a:rPr>
              <a:t>:</a:t>
            </a:r>
            <a:r>
              <a:rPr spc="480" dirty="0">
                <a:solidFill>
                  <a:srgbClr val="FFFFFF"/>
                </a:solidFill>
              </a:rPr>
              <a:t> </a:t>
            </a:r>
            <a:r>
              <a:rPr spc="195" dirty="0">
                <a:solidFill>
                  <a:srgbClr val="FFFFFF"/>
                </a:solidFill>
              </a:rPr>
              <a:t>V</a:t>
            </a:r>
            <a:r>
              <a:rPr cap="small" spc="195" dirty="0">
                <a:solidFill>
                  <a:srgbClr val="FFFFFF"/>
                </a:solidFill>
              </a:rPr>
              <a:t>isual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565937"/>
            <a:ext cx="3374390" cy="1330960"/>
            <a:chOff x="513702" y="565937"/>
            <a:chExt cx="3374390" cy="13309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65937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763282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960628"/>
              <a:ext cx="69291" cy="692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47842" y="1379848"/>
              <a:ext cx="217804" cy="201295"/>
            </a:xfrm>
            <a:custGeom>
              <a:avLst/>
              <a:gdLst/>
              <a:ahLst/>
              <a:cxnLst/>
              <a:rect l="l" t="t" r="r" b="b"/>
              <a:pathLst>
                <a:path w="217805" h="201294">
                  <a:moveTo>
                    <a:pt x="217393" y="0"/>
                  </a:moveTo>
                  <a:lnTo>
                    <a:pt x="0" y="0"/>
                  </a:lnTo>
                  <a:lnTo>
                    <a:pt x="0" y="201149"/>
                  </a:lnTo>
                  <a:lnTo>
                    <a:pt x="217393" y="201149"/>
                  </a:lnTo>
                  <a:lnTo>
                    <a:pt x="217393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47842" y="1379848"/>
              <a:ext cx="217804" cy="201295"/>
            </a:xfrm>
            <a:custGeom>
              <a:avLst/>
              <a:gdLst/>
              <a:ahLst/>
              <a:cxnLst/>
              <a:rect l="l" t="t" r="r" b="b"/>
              <a:pathLst>
                <a:path w="217805" h="201294">
                  <a:moveTo>
                    <a:pt x="0" y="201149"/>
                  </a:moveTo>
                  <a:lnTo>
                    <a:pt x="217393" y="201149"/>
                  </a:lnTo>
                  <a:lnTo>
                    <a:pt x="217393" y="0"/>
                  </a:lnTo>
                  <a:lnTo>
                    <a:pt x="0" y="0"/>
                  </a:lnTo>
                  <a:lnTo>
                    <a:pt x="0" y="201149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47842" y="1715323"/>
              <a:ext cx="217804" cy="178435"/>
            </a:xfrm>
            <a:custGeom>
              <a:avLst/>
              <a:gdLst/>
              <a:ahLst/>
              <a:cxnLst/>
              <a:rect l="l" t="t" r="r" b="b"/>
              <a:pathLst>
                <a:path w="217805" h="178435">
                  <a:moveTo>
                    <a:pt x="217393" y="0"/>
                  </a:moveTo>
                  <a:lnTo>
                    <a:pt x="0" y="0"/>
                  </a:lnTo>
                  <a:lnTo>
                    <a:pt x="0" y="178205"/>
                  </a:lnTo>
                  <a:lnTo>
                    <a:pt x="217393" y="178205"/>
                  </a:lnTo>
                  <a:lnTo>
                    <a:pt x="217393" y="0"/>
                  </a:lnTo>
                  <a:close/>
                </a:path>
              </a:pathLst>
            </a:custGeom>
            <a:solidFill>
              <a:srgbClr val="FF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47842" y="1715323"/>
              <a:ext cx="217804" cy="178435"/>
            </a:xfrm>
            <a:custGeom>
              <a:avLst/>
              <a:gdLst/>
              <a:ahLst/>
              <a:cxnLst/>
              <a:rect l="l" t="t" r="r" b="b"/>
              <a:pathLst>
                <a:path w="217805" h="178435">
                  <a:moveTo>
                    <a:pt x="0" y="178205"/>
                  </a:moveTo>
                  <a:lnTo>
                    <a:pt x="217393" y="178205"/>
                  </a:lnTo>
                  <a:lnTo>
                    <a:pt x="217393" y="0"/>
                  </a:lnTo>
                  <a:lnTo>
                    <a:pt x="0" y="0"/>
                  </a:lnTo>
                  <a:lnTo>
                    <a:pt x="0" y="178205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87848" y="1379848"/>
              <a:ext cx="217804" cy="201295"/>
            </a:xfrm>
            <a:custGeom>
              <a:avLst/>
              <a:gdLst/>
              <a:ahLst/>
              <a:cxnLst/>
              <a:rect l="l" t="t" r="r" b="b"/>
              <a:pathLst>
                <a:path w="217805" h="201294">
                  <a:moveTo>
                    <a:pt x="217393" y="0"/>
                  </a:moveTo>
                  <a:lnTo>
                    <a:pt x="0" y="0"/>
                  </a:lnTo>
                  <a:lnTo>
                    <a:pt x="0" y="201149"/>
                  </a:lnTo>
                  <a:lnTo>
                    <a:pt x="217393" y="201149"/>
                  </a:lnTo>
                  <a:lnTo>
                    <a:pt x="217393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87848" y="1379848"/>
              <a:ext cx="217804" cy="201295"/>
            </a:xfrm>
            <a:custGeom>
              <a:avLst/>
              <a:gdLst/>
              <a:ahLst/>
              <a:cxnLst/>
              <a:rect l="l" t="t" r="r" b="b"/>
              <a:pathLst>
                <a:path w="217805" h="201294">
                  <a:moveTo>
                    <a:pt x="0" y="201149"/>
                  </a:moveTo>
                  <a:lnTo>
                    <a:pt x="217393" y="201149"/>
                  </a:lnTo>
                  <a:lnTo>
                    <a:pt x="217393" y="0"/>
                  </a:lnTo>
                  <a:lnTo>
                    <a:pt x="0" y="0"/>
                  </a:lnTo>
                  <a:lnTo>
                    <a:pt x="0" y="201149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87848" y="1715323"/>
              <a:ext cx="217804" cy="178435"/>
            </a:xfrm>
            <a:custGeom>
              <a:avLst/>
              <a:gdLst/>
              <a:ahLst/>
              <a:cxnLst/>
              <a:rect l="l" t="t" r="r" b="b"/>
              <a:pathLst>
                <a:path w="217805" h="178435">
                  <a:moveTo>
                    <a:pt x="217393" y="0"/>
                  </a:moveTo>
                  <a:lnTo>
                    <a:pt x="0" y="0"/>
                  </a:lnTo>
                  <a:lnTo>
                    <a:pt x="0" y="178205"/>
                  </a:lnTo>
                  <a:lnTo>
                    <a:pt x="217393" y="178205"/>
                  </a:lnTo>
                  <a:lnTo>
                    <a:pt x="217393" y="0"/>
                  </a:lnTo>
                  <a:close/>
                </a:path>
              </a:pathLst>
            </a:custGeom>
            <a:solidFill>
              <a:srgbClr val="FF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87848" y="1715323"/>
              <a:ext cx="217804" cy="178435"/>
            </a:xfrm>
            <a:custGeom>
              <a:avLst/>
              <a:gdLst/>
              <a:ahLst/>
              <a:cxnLst/>
              <a:rect l="l" t="t" r="r" b="b"/>
              <a:pathLst>
                <a:path w="217805" h="178435">
                  <a:moveTo>
                    <a:pt x="0" y="178205"/>
                  </a:moveTo>
                  <a:lnTo>
                    <a:pt x="217393" y="178205"/>
                  </a:lnTo>
                  <a:lnTo>
                    <a:pt x="217393" y="0"/>
                  </a:lnTo>
                  <a:lnTo>
                    <a:pt x="0" y="0"/>
                  </a:lnTo>
                  <a:lnTo>
                    <a:pt x="0" y="178205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7855" y="1379097"/>
              <a:ext cx="217804" cy="203200"/>
            </a:xfrm>
            <a:custGeom>
              <a:avLst/>
              <a:gdLst/>
              <a:ahLst/>
              <a:cxnLst/>
              <a:rect l="l" t="t" r="r" b="b"/>
              <a:pathLst>
                <a:path w="217804" h="203200">
                  <a:moveTo>
                    <a:pt x="217393" y="0"/>
                  </a:moveTo>
                  <a:lnTo>
                    <a:pt x="0" y="0"/>
                  </a:lnTo>
                  <a:lnTo>
                    <a:pt x="0" y="202651"/>
                  </a:lnTo>
                  <a:lnTo>
                    <a:pt x="217393" y="202651"/>
                  </a:lnTo>
                  <a:lnTo>
                    <a:pt x="217393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7855" y="1379097"/>
              <a:ext cx="217804" cy="203200"/>
            </a:xfrm>
            <a:custGeom>
              <a:avLst/>
              <a:gdLst/>
              <a:ahLst/>
              <a:cxnLst/>
              <a:rect l="l" t="t" r="r" b="b"/>
              <a:pathLst>
                <a:path w="217804" h="203200">
                  <a:moveTo>
                    <a:pt x="0" y="202651"/>
                  </a:moveTo>
                  <a:lnTo>
                    <a:pt x="217393" y="202651"/>
                  </a:lnTo>
                  <a:lnTo>
                    <a:pt x="217393" y="0"/>
                  </a:lnTo>
                  <a:lnTo>
                    <a:pt x="0" y="0"/>
                  </a:lnTo>
                  <a:lnTo>
                    <a:pt x="0" y="20265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27855" y="1714572"/>
              <a:ext cx="217804" cy="179705"/>
            </a:xfrm>
            <a:custGeom>
              <a:avLst/>
              <a:gdLst/>
              <a:ahLst/>
              <a:cxnLst/>
              <a:rect l="l" t="t" r="r" b="b"/>
              <a:pathLst>
                <a:path w="217804" h="179705">
                  <a:moveTo>
                    <a:pt x="217393" y="0"/>
                  </a:moveTo>
                  <a:lnTo>
                    <a:pt x="0" y="0"/>
                  </a:lnTo>
                  <a:lnTo>
                    <a:pt x="0" y="179708"/>
                  </a:lnTo>
                  <a:lnTo>
                    <a:pt x="217393" y="179708"/>
                  </a:lnTo>
                  <a:lnTo>
                    <a:pt x="217393" y="0"/>
                  </a:lnTo>
                  <a:close/>
                </a:path>
              </a:pathLst>
            </a:custGeom>
            <a:solidFill>
              <a:srgbClr val="FF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27855" y="1714572"/>
              <a:ext cx="217804" cy="179705"/>
            </a:xfrm>
            <a:custGeom>
              <a:avLst/>
              <a:gdLst/>
              <a:ahLst/>
              <a:cxnLst/>
              <a:rect l="l" t="t" r="r" b="b"/>
              <a:pathLst>
                <a:path w="217804" h="179705">
                  <a:moveTo>
                    <a:pt x="0" y="179708"/>
                  </a:moveTo>
                  <a:lnTo>
                    <a:pt x="217393" y="179708"/>
                  </a:lnTo>
                  <a:lnTo>
                    <a:pt x="217393" y="0"/>
                  </a:lnTo>
                  <a:lnTo>
                    <a:pt x="0" y="0"/>
                  </a:lnTo>
                  <a:lnTo>
                    <a:pt x="0" y="179708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67862" y="1379848"/>
              <a:ext cx="217804" cy="201295"/>
            </a:xfrm>
            <a:custGeom>
              <a:avLst/>
              <a:gdLst/>
              <a:ahLst/>
              <a:cxnLst/>
              <a:rect l="l" t="t" r="r" b="b"/>
              <a:pathLst>
                <a:path w="217804" h="201294">
                  <a:moveTo>
                    <a:pt x="217393" y="0"/>
                  </a:moveTo>
                  <a:lnTo>
                    <a:pt x="0" y="0"/>
                  </a:lnTo>
                  <a:lnTo>
                    <a:pt x="0" y="201149"/>
                  </a:lnTo>
                  <a:lnTo>
                    <a:pt x="217393" y="201149"/>
                  </a:lnTo>
                  <a:lnTo>
                    <a:pt x="217393" y="0"/>
                  </a:lnTo>
                  <a:close/>
                </a:path>
              </a:pathLst>
            </a:custGeom>
            <a:solidFill>
              <a:srgbClr val="D1D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67862" y="1379848"/>
              <a:ext cx="217804" cy="201295"/>
            </a:xfrm>
            <a:custGeom>
              <a:avLst/>
              <a:gdLst/>
              <a:ahLst/>
              <a:cxnLst/>
              <a:rect l="l" t="t" r="r" b="b"/>
              <a:pathLst>
                <a:path w="217804" h="201294">
                  <a:moveTo>
                    <a:pt x="0" y="201149"/>
                  </a:moveTo>
                  <a:lnTo>
                    <a:pt x="217393" y="201149"/>
                  </a:lnTo>
                  <a:lnTo>
                    <a:pt x="217393" y="0"/>
                  </a:lnTo>
                  <a:lnTo>
                    <a:pt x="0" y="0"/>
                  </a:lnTo>
                  <a:lnTo>
                    <a:pt x="0" y="201149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67862" y="1715323"/>
              <a:ext cx="217804" cy="178435"/>
            </a:xfrm>
            <a:custGeom>
              <a:avLst/>
              <a:gdLst/>
              <a:ahLst/>
              <a:cxnLst/>
              <a:rect l="l" t="t" r="r" b="b"/>
              <a:pathLst>
                <a:path w="217804" h="178435">
                  <a:moveTo>
                    <a:pt x="217393" y="0"/>
                  </a:moveTo>
                  <a:lnTo>
                    <a:pt x="0" y="0"/>
                  </a:lnTo>
                  <a:lnTo>
                    <a:pt x="0" y="178205"/>
                  </a:lnTo>
                  <a:lnTo>
                    <a:pt x="217393" y="178205"/>
                  </a:lnTo>
                  <a:lnTo>
                    <a:pt x="217393" y="0"/>
                  </a:lnTo>
                  <a:close/>
                </a:path>
              </a:pathLst>
            </a:custGeom>
            <a:solidFill>
              <a:srgbClr val="FF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67862" y="1715323"/>
              <a:ext cx="217804" cy="178435"/>
            </a:xfrm>
            <a:custGeom>
              <a:avLst/>
              <a:gdLst/>
              <a:ahLst/>
              <a:cxnLst/>
              <a:rect l="l" t="t" r="r" b="b"/>
              <a:pathLst>
                <a:path w="217804" h="178435">
                  <a:moveTo>
                    <a:pt x="0" y="178205"/>
                  </a:moveTo>
                  <a:lnTo>
                    <a:pt x="217393" y="178205"/>
                  </a:lnTo>
                  <a:lnTo>
                    <a:pt x="217393" y="0"/>
                  </a:lnTo>
                  <a:lnTo>
                    <a:pt x="0" y="0"/>
                  </a:lnTo>
                  <a:lnTo>
                    <a:pt x="0" y="178205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004479" y="1377288"/>
            <a:ext cx="1892935" cy="487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30"/>
              </a:spcBef>
              <a:tabLst>
                <a:tab pos="628650" algn="l"/>
                <a:tab pos="1168400" algn="l"/>
                <a:tab pos="1708785" algn="l"/>
              </a:tabLst>
            </a:pPr>
            <a:r>
              <a:rPr sz="950" b="1" spc="-25" dirty="0">
                <a:latin typeface="Arial"/>
                <a:cs typeface="Arial"/>
              </a:rPr>
              <a:t>k</a:t>
            </a:r>
            <a:r>
              <a:rPr sz="1050" spc="-37" baseline="-11904" dirty="0">
                <a:latin typeface="Arial MT"/>
                <a:cs typeface="Arial MT"/>
              </a:rPr>
              <a:t>1</a:t>
            </a:r>
            <a:r>
              <a:rPr sz="1050" baseline="-11904" dirty="0">
                <a:latin typeface="Arial MT"/>
                <a:cs typeface="Arial MT"/>
              </a:rPr>
              <a:t>	</a:t>
            </a:r>
            <a:r>
              <a:rPr sz="950" b="1" spc="-25" dirty="0">
                <a:latin typeface="Arial"/>
                <a:cs typeface="Arial"/>
              </a:rPr>
              <a:t>k</a:t>
            </a:r>
            <a:r>
              <a:rPr sz="1050" spc="-37" baseline="-11904" dirty="0">
                <a:latin typeface="Arial MT"/>
                <a:cs typeface="Arial MT"/>
              </a:rPr>
              <a:t>2</a:t>
            </a:r>
            <a:r>
              <a:rPr sz="1050" baseline="-11904" dirty="0">
                <a:latin typeface="Arial MT"/>
                <a:cs typeface="Arial MT"/>
              </a:rPr>
              <a:t>	</a:t>
            </a:r>
            <a:r>
              <a:rPr sz="950" b="1" spc="-25" dirty="0">
                <a:latin typeface="Arial"/>
                <a:cs typeface="Arial"/>
              </a:rPr>
              <a:t>k</a:t>
            </a:r>
            <a:r>
              <a:rPr sz="1050" spc="-37" baseline="-11904" dirty="0">
                <a:latin typeface="Arial MT"/>
                <a:cs typeface="Arial MT"/>
              </a:rPr>
              <a:t>3</a:t>
            </a:r>
            <a:r>
              <a:rPr sz="1050" baseline="-11904" dirty="0">
                <a:latin typeface="Arial MT"/>
                <a:cs typeface="Arial MT"/>
              </a:rPr>
              <a:t>	</a:t>
            </a:r>
            <a:r>
              <a:rPr sz="950" b="1" spc="-25" dirty="0">
                <a:latin typeface="Arial"/>
                <a:cs typeface="Arial"/>
              </a:rPr>
              <a:t>k</a:t>
            </a:r>
            <a:r>
              <a:rPr sz="1050" spc="-37" baseline="-11904" dirty="0">
                <a:latin typeface="Arial MT"/>
                <a:cs typeface="Arial MT"/>
              </a:rPr>
              <a:t>4</a:t>
            </a:r>
            <a:endParaRPr sz="1050" baseline="-11904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70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  <a:tabLst>
                <a:tab pos="628650" algn="l"/>
                <a:tab pos="1168400" algn="l"/>
                <a:tab pos="1708785" algn="l"/>
              </a:tabLst>
            </a:pPr>
            <a:r>
              <a:rPr sz="950" b="1" spc="-25" dirty="0">
                <a:latin typeface="Arial"/>
                <a:cs typeface="Arial"/>
              </a:rPr>
              <a:t>v</a:t>
            </a:r>
            <a:r>
              <a:rPr sz="1050" spc="-37" baseline="-11904" dirty="0">
                <a:latin typeface="Arial MT"/>
                <a:cs typeface="Arial MT"/>
              </a:rPr>
              <a:t>1</a:t>
            </a:r>
            <a:r>
              <a:rPr sz="1050" baseline="-11904" dirty="0">
                <a:latin typeface="Arial MT"/>
                <a:cs typeface="Arial MT"/>
              </a:rPr>
              <a:t>	</a:t>
            </a:r>
            <a:r>
              <a:rPr sz="950" b="1" spc="-25" dirty="0">
                <a:latin typeface="Arial"/>
                <a:cs typeface="Arial"/>
              </a:rPr>
              <a:t>v</a:t>
            </a:r>
            <a:r>
              <a:rPr sz="1050" spc="-37" baseline="-11904" dirty="0">
                <a:latin typeface="Arial MT"/>
                <a:cs typeface="Arial MT"/>
              </a:rPr>
              <a:t>2</a:t>
            </a:r>
            <a:r>
              <a:rPr sz="1050" baseline="-11904" dirty="0">
                <a:latin typeface="Arial MT"/>
                <a:cs typeface="Arial MT"/>
              </a:rPr>
              <a:t>	</a:t>
            </a:r>
            <a:r>
              <a:rPr sz="950" b="1" spc="-25" dirty="0">
                <a:latin typeface="Arial"/>
                <a:cs typeface="Arial"/>
              </a:rPr>
              <a:t>v</a:t>
            </a:r>
            <a:r>
              <a:rPr sz="1050" spc="-37" baseline="-11904" dirty="0">
                <a:latin typeface="Arial MT"/>
                <a:cs typeface="Arial MT"/>
              </a:rPr>
              <a:t>3</a:t>
            </a:r>
            <a:r>
              <a:rPr sz="1050" baseline="-11904" dirty="0">
                <a:latin typeface="Arial MT"/>
                <a:cs typeface="Arial MT"/>
              </a:rPr>
              <a:t>	</a:t>
            </a:r>
            <a:r>
              <a:rPr sz="950" b="1" spc="-25" dirty="0">
                <a:latin typeface="Arial"/>
                <a:cs typeface="Arial"/>
              </a:rPr>
              <a:t>v</a:t>
            </a:r>
            <a:r>
              <a:rPr sz="1050" spc="-37" baseline="-11904" dirty="0">
                <a:latin typeface="Arial MT"/>
                <a:cs typeface="Arial MT"/>
              </a:rPr>
              <a:t>4</a:t>
            </a:r>
            <a:endParaRPr sz="1050" baseline="-11904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95710" y="1508773"/>
            <a:ext cx="241935" cy="267335"/>
            <a:chOff x="1495710" y="1508773"/>
            <a:chExt cx="241935" cy="267335"/>
          </a:xfrm>
        </p:grpSpPr>
        <p:sp>
          <p:nvSpPr>
            <p:cNvPr id="25" name="object 25"/>
            <p:cNvSpPr/>
            <p:nvPr/>
          </p:nvSpPr>
          <p:spPr>
            <a:xfrm>
              <a:off x="1498250" y="1511313"/>
              <a:ext cx="236854" cy="262255"/>
            </a:xfrm>
            <a:custGeom>
              <a:avLst/>
              <a:gdLst/>
              <a:ahLst/>
              <a:cxnLst/>
              <a:rect l="l" t="t" r="r" b="b"/>
              <a:pathLst>
                <a:path w="236855" h="262255">
                  <a:moveTo>
                    <a:pt x="118281" y="0"/>
                  </a:moveTo>
                  <a:lnTo>
                    <a:pt x="72240" y="10303"/>
                  </a:lnTo>
                  <a:lnTo>
                    <a:pt x="34643" y="38400"/>
                  </a:lnTo>
                  <a:lnTo>
                    <a:pt x="9295" y="80075"/>
                  </a:lnTo>
                  <a:lnTo>
                    <a:pt x="0" y="131109"/>
                  </a:lnTo>
                  <a:lnTo>
                    <a:pt x="9295" y="182143"/>
                  </a:lnTo>
                  <a:lnTo>
                    <a:pt x="34643" y="223817"/>
                  </a:lnTo>
                  <a:lnTo>
                    <a:pt x="72240" y="251915"/>
                  </a:lnTo>
                  <a:lnTo>
                    <a:pt x="118281" y="262218"/>
                  </a:lnTo>
                  <a:lnTo>
                    <a:pt x="164322" y="251915"/>
                  </a:lnTo>
                  <a:lnTo>
                    <a:pt x="201919" y="223817"/>
                  </a:lnTo>
                  <a:lnTo>
                    <a:pt x="227267" y="182143"/>
                  </a:lnTo>
                  <a:lnTo>
                    <a:pt x="236562" y="131109"/>
                  </a:lnTo>
                  <a:lnTo>
                    <a:pt x="227267" y="80075"/>
                  </a:lnTo>
                  <a:lnTo>
                    <a:pt x="201919" y="38400"/>
                  </a:lnTo>
                  <a:lnTo>
                    <a:pt x="164322" y="10303"/>
                  </a:lnTo>
                  <a:lnTo>
                    <a:pt x="118281" y="0"/>
                  </a:lnTo>
                  <a:close/>
                </a:path>
              </a:pathLst>
            </a:custGeom>
            <a:solidFill>
              <a:srgbClr val="BCD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98250" y="1511313"/>
              <a:ext cx="236854" cy="262255"/>
            </a:xfrm>
            <a:custGeom>
              <a:avLst/>
              <a:gdLst/>
              <a:ahLst/>
              <a:cxnLst/>
              <a:rect l="l" t="t" r="r" b="b"/>
              <a:pathLst>
                <a:path w="236855" h="262255">
                  <a:moveTo>
                    <a:pt x="236562" y="131109"/>
                  </a:moveTo>
                  <a:lnTo>
                    <a:pt x="227267" y="80075"/>
                  </a:lnTo>
                  <a:lnTo>
                    <a:pt x="201919" y="38400"/>
                  </a:lnTo>
                  <a:lnTo>
                    <a:pt x="164322" y="10303"/>
                  </a:lnTo>
                  <a:lnTo>
                    <a:pt x="118281" y="0"/>
                  </a:lnTo>
                  <a:lnTo>
                    <a:pt x="72240" y="10303"/>
                  </a:lnTo>
                  <a:lnTo>
                    <a:pt x="34643" y="38400"/>
                  </a:lnTo>
                  <a:lnTo>
                    <a:pt x="9295" y="80075"/>
                  </a:lnTo>
                  <a:lnTo>
                    <a:pt x="0" y="131109"/>
                  </a:lnTo>
                  <a:lnTo>
                    <a:pt x="9295" y="182143"/>
                  </a:lnTo>
                  <a:lnTo>
                    <a:pt x="34643" y="223817"/>
                  </a:lnTo>
                  <a:lnTo>
                    <a:pt x="72240" y="251915"/>
                  </a:lnTo>
                  <a:lnTo>
                    <a:pt x="118281" y="262218"/>
                  </a:lnTo>
                  <a:lnTo>
                    <a:pt x="164322" y="251915"/>
                  </a:lnTo>
                  <a:lnTo>
                    <a:pt x="201919" y="223817"/>
                  </a:lnTo>
                  <a:lnTo>
                    <a:pt x="227267" y="182143"/>
                  </a:lnTo>
                  <a:lnTo>
                    <a:pt x="236562" y="131109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565744" y="1525954"/>
            <a:ext cx="10160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spc="-50" dirty="0">
                <a:latin typeface="Arial"/>
                <a:cs typeface="Arial"/>
              </a:rPr>
              <a:t>q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730587" y="1458055"/>
            <a:ext cx="2534285" cy="267335"/>
            <a:chOff x="1730587" y="1458055"/>
            <a:chExt cx="2534285" cy="267335"/>
          </a:xfrm>
        </p:grpSpPr>
        <p:sp>
          <p:nvSpPr>
            <p:cNvPr id="29" name="object 29"/>
            <p:cNvSpPr/>
            <p:nvPr/>
          </p:nvSpPr>
          <p:spPr>
            <a:xfrm>
              <a:off x="1733127" y="1515201"/>
              <a:ext cx="307975" cy="92710"/>
            </a:xfrm>
            <a:custGeom>
              <a:avLst/>
              <a:gdLst/>
              <a:ahLst/>
              <a:cxnLst/>
              <a:rect l="l" t="t" r="r" b="b"/>
              <a:pathLst>
                <a:path w="307975" h="92709">
                  <a:moveTo>
                    <a:pt x="0" y="92210"/>
                  </a:moveTo>
                  <a:lnTo>
                    <a:pt x="307349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08969" y="1492952"/>
              <a:ext cx="34290" cy="58419"/>
            </a:xfrm>
            <a:custGeom>
              <a:avLst/>
              <a:gdLst/>
              <a:ahLst/>
              <a:cxnLst/>
              <a:rect l="l" t="t" r="r" b="b"/>
              <a:pathLst>
                <a:path w="34289" h="58419">
                  <a:moveTo>
                    <a:pt x="0" y="0"/>
                  </a:moveTo>
                  <a:lnTo>
                    <a:pt x="7856" y="10100"/>
                  </a:lnTo>
                  <a:lnTo>
                    <a:pt x="16396" y="16677"/>
                  </a:lnTo>
                  <a:lnTo>
                    <a:pt x="25222" y="20295"/>
                  </a:lnTo>
                  <a:lnTo>
                    <a:pt x="33931" y="21521"/>
                  </a:lnTo>
                  <a:lnTo>
                    <a:pt x="27335" y="27339"/>
                  </a:lnTo>
                  <a:lnTo>
                    <a:pt x="21959" y="35217"/>
                  </a:lnTo>
                  <a:lnTo>
                    <a:pt x="18449" y="45409"/>
                  </a:lnTo>
                  <a:lnTo>
                    <a:pt x="17450" y="5816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36245" y="1497812"/>
              <a:ext cx="844550" cy="127000"/>
            </a:xfrm>
            <a:custGeom>
              <a:avLst/>
              <a:gdLst/>
              <a:ahLst/>
              <a:cxnLst/>
              <a:rect l="l" t="t" r="r" b="b"/>
              <a:pathLst>
                <a:path w="844550" h="127000">
                  <a:moveTo>
                    <a:pt x="0" y="126629"/>
                  </a:moveTo>
                  <a:lnTo>
                    <a:pt x="844098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52316" y="1471312"/>
              <a:ext cx="31115" cy="60325"/>
            </a:xfrm>
            <a:custGeom>
              <a:avLst/>
              <a:gdLst/>
              <a:ahLst/>
              <a:cxnLst/>
              <a:rect l="l" t="t" r="r" b="b"/>
              <a:pathLst>
                <a:path w="31114" h="60325">
                  <a:moveTo>
                    <a:pt x="0" y="0"/>
                  </a:moveTo>
                  <a:lnTo>
                    <a:pt x="6341" y="11114"/>
                  </a:lnTo>
                  <a:lnTo>
                    <a:pt x="13860" y="18838"/>
                  </a:lnTo>
                  <a:lnTo>
                    <a:pt x="22082" y="23673"/>
                  </a:lnTo>
                  <a:lnTo>
                    <a:pt x="30529" y="26124"/>
                  </a:lnTo>
                  <a:lnTo>
                    <a:pt x="23173" y="30946"/>
                  </a:lnTo>
                  <a:lnTo>
                    <a:pt x="16732" y="37981"/>
                  </a:lnTo>
                  <a:lnTo>
                    <a:pt x="11809" y="47570"/>
                  </a:lnTo>
                  <a:lnTo>
                    <a:pt x="9008" y="6005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36851" y="1492001"/>
              <a:ext cx="1383665" cy="138430"/>
            </a:xfrm>
            <a:custGeom>
              <a:avLst/>
              <a:gdLst/>
              <a:ahLst/>
              <a:cxnLst/>
              <a:rect l="l" t="t" r="r" b="b"/>
              <a:pathLst>
                <a:path w="1383664" h="138430">
                  <a:moveTo>
                    <a:pt x="0" y="138366"/>
                  </a:moveTo>
                  <a:lnTo>
                    <a:pt x="1383484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93646" y="1464154"/>
              <a:ext cx="29209" cy="60960"/>
            </a:xfrm>
            <a:custGeom>
              <a:avLst/>
              <a:gdLst/>
              <a:ahLst/>
              <a:cxnLst/>
              <a:rect l="l" t="t" r="r" b="b"/>
              <a:pathLst>
                <a:path w="29210" h="60959">
                  <a:moveTo>
                    <a:pt x="0" y="0"/>
                  </a:moveTo>
                  <a:lnTo>
                    <a:pt x="5786" y="11413"/>
                  </a:lnTo>
                  <a:lnTo>
                    <a:pt x="12917" y="19497"/>
                  </a:lnTo>
                  <a:lnTo>
                    <a:pt x="20890" y="24731"/>
                  </a:lnTo>
                  <a:lnTo>
                    <a:pt x="29206" y="27595"/>
                  </a:lnTo>
                  <a:lnTo>
                    <a:pt x="21622" y="32049"/>
                  </a:lnTo>
                  <a:lnTo>
                    <a:pt x="14843" y="38758"/>
                  </a:lnTo>
                  <a:lnTo>
                    <a:pt x="9454" y="48094"/>
                  </a:lnTo>
                  <a:lnTo>
                    <a:pt x="6042" y="6042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737067" y="1489096"/>
              <a:ext cx="1923414" cy="144780"/>
            </a:xfrm>
            <a:custGeom>
              <a:avLst/>
              <a:gdLst/>
              <a:ahLst/>
              <a:cxnLst/>
              <a:rect l="l" t="t" r="r" b="b"/>
              <a:pathLst>
                <a:path w="1923414" h="144780">
                  <a:moveTo>
                    <a:pt x="0" y="144260"/>
                  </a:moveTo>
                  <a:lnTo>
                    <a:pt x="192328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634357" y="1460595"/>
              <a:ext cx="28575" cy="60960"/>
            </a:xfrm>
            <a:custGeom>
              <a:avLst/>
              <a:gdLst/>
              <a:ahLst/>
              <a:cxnLst/>
              <a:rect l="l" t="t" r="r" b="b"/>
              <a:pathLst>
                <a:path w="28575" h="60959">
                  <a:moveTo>
                    <a:pt x="0" y="0"/>
                  </a:moveTo>
                  <a:lnTo>
                    <a:pt x="5501" y="11553"/>
                  </a:lnTo>
                  <a:lnTo>
                    <a:pt x="12429" y="19812"/>
                  </a:lnTo>
                  <a:lnTo>
                    <a:pt x="20270" y="25242"/>
                  </a:lnTo>
                  <a:lnTo>
                    <a:pt x="28513" y="28311"/>
                  </a:lnTo>
                  <a:lnTo>
                    <a:pt x="20820" y="32575"/>
                  </a:lnTo>
                  <a:lnTo>
                    <a:pt x="13877" y="39115"/>
                  </a:lnTo>
                  <a:lnTo>
                    <a:pt x="8258" y="48314"/>
                  </a:lnTo>
                  <a:lnTo>
                    <a:pt x="4541" y="60559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101355" y="1562214"/>
              <a:ext cx="160655" cy="160655"/>
            </a:xfrm>
            <a:custGeom>
              <a:avLst/>
              <a:gdLst/>
              <a:ahLst/>
              <a:cxnLst/>
              <a:rect l="l" t="t" r="r" b="b"/>
              <a:pathLst>
                <a:path w="160654" h="160655">
                  <a:moveTo>
                    <a:pt x="160416" y="0"/>
                  </a:moveTo>
                  <a:lnTo>
                    <a:pt x="0" y="0"/>
                  </a:lnTo>
                  <a:lnTo>
                    <a:pt x="0" y="160415"/>
                  </a:lnTo>
                  <a:lnTo>
                    <a:pt x="160416" y="160415"/>
                  </a:lnTo>
                  <a:lnTo>
                    <a:pt x="160416" y="0"/>
                  </a:lnTo>
                  <a:close/>
                </a:path>
              </a:pathLst>
            </a:custGeom>
            <a:solidFill>
              <a:srgbClr val="FDE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101355" y="1562214"/>
              <a:ext cx="160655" cy="160655"/>
            </a:xfrm>
            <a:custGeom>
              <a:avLst/>
              <a:gdLst/>
              <a:ahLst/>
              <a:cxnLst/>
              <a:rect l="l" t="t" r="r" b="b"/>
              <a:pathLst>
                <a:path w="160654" h="160655">
                  <a:moveTo>
                    <a:pt x="0" y="160415"/>
                  </a:moveTo>
                  <a:lnTo>
                    <a:pt x="160416" y="160415"/>
                  </a:lnTo>
                  <a:lnTo>
                    <a:pt x="160416" y="0"/>
                  </a:lnTo>
                  <a:lnTo>
                    <a:pt x="0" y="0"/>
                  </a:lnTo>
                  <a:lnTo>
                    <a:pt x="0" y="160415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31926" y="455065"/>
            <a:ext cx="3723004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17780">
              <a:lnSpc>
                <a:spcPct val="123300"/>
              </a:lnSpc>
              <a:spcBef>
                <a:spcPts val="95"/>
              </a:spcBef>
            </a:pPr>
            <a:r>
              <a:rPr sz="1050" dirty="0">
                <a:latin typeface="Arial MT"/>
                <a:cs typeface="Arial MT"/>
              </a:rPr>
              <a:t>Query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b="1" dirty="0">
                <a:latin typeface="Arial"/>
                <a:cs typeface="Arial"/>
              </a:rPr>
              <a:t>q</a:t>
            </a:r>
            <a:r>
              <a:rPr sz="1050" b="1" spc="4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:</a:t>
            </a:r>
            <a:r>
              <a:rPr sz="1050" spc="1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What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information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are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seeking?</a:t>
            </a:r>
            <a:r>
              <a:rPr sz="1050" spc="1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Decoder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state </a:t>
            </a:r>
            <a:r>
              <a:rPr sz="1050" dirty="0">
                <a:latin typeface="Arial MT"/>
                <a:cs typeface="Arial MT"/>
              </a:rPr>
              <a:t>Key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b="1" dirty="0">
                <a:latin typeface="Arial"/>
                <a:cs typeface="Arial"/>
              </a:rPr>
              <a:t>k</a:t>
            </a:r>
            <a:r>
              <a:rPr sz="1200" cap="small" baseline="-13888" dirty="0">
                <a:latin typeface="Verdana"/>
                <a:cs typeface="Verdana"/>
              </a:rPr>
              <a:t>ı</a:t>
            </a:r>
            <a:r>
              <a:rPr sz="1200" spc="112" baseline="-13888" dirty="0">
                <a:latin typeface="Verdana"/>
                <a:cs typeface="Verdana"/>
              </a:rPr>
              <a:t> </a:t>
            </a:r>
            <a:r>
              <a:rPr sz="1050" dirty="0">
                <a:latin typeface="Arial MT"/>
                <a:cs typeface="Arial MT"/>
              </a:rPr>
              <a:t>:</a:t>
            </a:r>
            <a:r>
              <a:rPr sz="1050" spc="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What’s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available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match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against?</a:t>
            </a:r>
            <a:r>
              <a:rPr sz="1050" spc="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Encoder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state </a:t>
            </a:r>
            <a:r>
              <a:rPr sz="1050" dirty="0">
                <a:latin typeface="Arial MT"/>
                <a:cs typeface="Arial MT"/>
              </a:rPr>
              <a:t>Value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b="1" dirty="0">
                <a:latin typeface="Arial"/>
                <a:cs typeface="Arial"/>
              </a:rPr>
              <a:t>v</a:t>
            </a:r>
            <a:r>
              <a:rPr sz="1200" cap="small" baseline="-13888" dirty="0">
                <a:latin typeface="Verdana"/>
                <a:cs typeface="Verdana"/>
              </a:rPr>
              <a:t>ı</a:t>
            </a:r>
            <a:r>
              <a:rPr sz="1200" spc="127" baseline="-13888" dirty="0">
                <a:latin typeface="Verdana"/>
                <a:cs typeface="Verdana"/>
              </a:rPr>
              <a:t> </a:t>
            </a:r>
            <a:r>
              <a:rPr sz="1050" dirty="0">
                <a:latin typeface="Arial MT"/>
                <a:cs typeface="Arial MT"/>
              </a:rPr>
              <a:t>:</a:t>
            </a:r>
            <a:r>
              <a:rPr sz="1050" spc="9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What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actual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content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retrieve?</a:t>
            </a:r>
            <a:r>
              <a:rPr sz="1050" spc="9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Encoder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spc="-70" dirty="0">
                <a:latin typeface="Arial MT"/>
                <a:cs typeface="Arial MT"/>
              </a:rPr>
              <a:t>state</a:t>
            </a:r>
            <a:endParaRPr sz="1050">
              <a:latin typeface="Arial MT"/>
              <a:cs typeface="Arial MT"/>
            </a:endParaRPr>
          </a:p>
          <a:p>
            <a:pPr marL="1377950">
              <a:lnSpc>
                <a:spcPct val="100000"/>
              </a:lnSpc>
              <a:spcBef>
                <a:spcPts val="755"/>
              </a:spcBef>
              <a:tabLst>
                <a:tab pos="1917700" algn="l"/>
                <a:tab pos="2457450" algn="l"/>
                <a:tab pos="2997835" algn="l"/>
              </a:tabLst>
            </a:pPr>
            <a:r>
              <a:rPr sz="800" i="1" spc="10" dirty="0">
                <a:solidFill>
                  <a:srgbClr val="FF0000"/>
                </a:solidFill>
                <a:latin typeface="Verdana"/>
                <a:cs typeface="Verdana"/>
              </a:rPr>
              <a:t>α</a:t>
            </a:r>
            <a:r>
              <a:rPr sz="750" spc="15" baseline="-11111" dirty="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sz="750" spc="-75" baseline="-111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FF0000"/>
                </a:solidFill>
                <a:latin typeface="Arial MT"/>
                <a:cs typeface="Arial MT"/>
              </a:rPr>
              <a:t>=0.1</a:t>
            </a:r>
            <a:r>
              <a:rPr sz="7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800" i="1" spc="10" dirty="0">
                <a:solidFill>
                  <a:srgbClr val="FF0000"/>
                </a:solidFill>
                <a:latin typeface="Verdana"/>
                <a:cs typeface="Verdana"/>
              </a:rPr>
              <a:t>α</a:t>
            </a:r>
            <a:r>
              <a:rPr sz="750" spc="15" baseline="-11111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r>
              <a:rPr sz="750" spc="-75" baseline="-111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FF0000"/>
                </a:solidFill>
                <a:latin typeface="Arial MT"/>
                <a:cs typeface="Arial MT"/>
              </a:rPr>
              <a:t>=0.5</a:t>
            </a:r>
            <a:r>
              <a:rPr sz="7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800" i="1" spc="10" dirty="0">
                <a:solidFill>
                  <a:srgbClr val="FF0000"/>
                </a:solidFill>
                <a:latin typeface="Verdana"/>
                <a:cs typeface="Verdana"/>
              </a:rPr>
              <a:t>α</a:t>
            </a:r>
            <a:r>
              <a:rPr sz="750" spc="15" baseline="-11111" dirty="0">
                <a:solidFill>
                  <a:srgbClr val="FF0000"/>
                </a:solidFill>
                <a:latin typeface="Arial MT"/>
                <a:cs typeface="Arial MT"/>
              </a:rPr>
              <a:t>3</a:t>
            </a:r>
            <a:r>
              <a:rPr sz="750" spc="-75" baseline="-111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FF0000"/>
                </a:solidFill>
                <a:latin typeface="Arial MT"/>
                <a:cs typeface="Arial MT"/>
              </a:rPr>
              <a:t>=0.3</a:t>
            </a:r>
            <a:r>
              <a:rPr sz="7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800" i="1" spc="10" dirty="0">
                <a:solidFill>
                  <a:srgbClr val="FF0000"/>
                </a:solidFill>
                <a:latin typeface="Verdana"/>
                <a:cs typeface="Verdana"/>
              </a:rPr>
              <a:t>α</a:t>
            </a:r>
            <a:r>
              <a:rPr sz="750" spc="15" baseline="-11111" dirty="0">
                <a:solidFill>
                  <a:srgbClr val="FF0000"/>
                </a:solidFill>
                <a:latin typeface="Arial MT"/>
                <a:cs typeface="Arial MT"/>
              </a:rPr>
              <a:t>4</a:t>
            </a:r>
            <a:r>
              <a:rPr sz="750" spc="-75" baseline="-111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FF0000"/>
                </a:solidFill>
                <a:latin typeface="Arial MT"/>
                <a:cs typeface="Arial MT"/>
              </a:rPr>
              <a:t>=0.1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34167" y="1538451"/>
            <a:ext cx="9525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spc="-50" dirty="0">
                <a:latin typeface="Arial"/>
                <a:cs typeface="Arial"/>
              </a:rPr>
              <a:t>c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0" y="1618513"/>
            <a:ext cx="5760085" cy="1615440"/>
            <a:chOff x="0" y="1618513"/>
            <a:chExt cx="5760085" cy="1615440"/>
          </a:xfrm>
        </p:grpSpPr>
        <p:sp>
          <p:nvSpPr>
            <p:cNvPr id="42" name="object 42"/>
            <p:cNvSpPr/>
            <p:nvPr/>
          </p:nvSpPr>
          <p:spPr>
            <a:xfrm>
              <a:off x="2267785" y="1649415"/>
              <a:ext cx="1826260" cy="146685"/>
            </a:xfrm>
            <a:custGeom>
              <a:avLst/>
              <a:gdLst/>
              <a:ahLst/>
              <a:cxnLst/>
              <a:rect l="l" t="t" r="r" b="b"/>
              <a:pathLst>
                <a:path w="1826260" h="146685">
                  <a:moveTo>
                    <a:pt x="0" y="146114"/>
                  </a:moveTo>
                  <a:lnTo>
                    <a:pt x="182607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067724" y="1621043"/>
              <a:ext cx="29209" cy="60960"/>
            </a:xfrm>
            <a:custGeom>
              <a:avLst/>
              <a:gdLst/>
              <a:ahLst/>
              <a:cxnLst/>
              <a:rect l="l" t="t" r="r" b="b"/>
              <a:pathLst>
                <a:path w="29210" h="60960">
                  <a:moveTo>
                    <a:pt x="0" y="0"/>
                  </a:moveTo>
                  <a:lnTo>
                    <a:pt x="5559" y="11525"/>
                  </a:lnTo>
                  <a:lnTo>
                    <a:pt x="12528" y="19750"/>
                  </a:lnTo>
                  <a:lnTo>
                    <a:pt x="20396" y="25141"/>
                  </a:lnTo>
                  <a:lnTo>
                    <a:pt x="28653" y="28169"/>
                  </a:lnTo>
                  <a:lnTo>
                    <a:pt x="20982" y="32471"/>
                  </a:lnTo>
                  <a:lnTo>
                    <a:pt x="14071" y="39045"/>
                  </a:lnTo>
                  <a:lnTo>
                    <a:pt x="8498" y="48273"/>
                  </a:lnTo>
                  <a:lnTo>
                    <a:pt x="4842" y="60536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807809" y="1651967"/>
              <a:ext cx="1286510" cy="140335"/>
            </a:xfrm>
            <a:custGeom>
              <a:avLst/>
              <a:gdLst/>
              <a:ahLst/>
              <a:cxnLst/>
              <a:rect l="l" t="t" r="r" b="b"/>
              <a:pathLst>
                <a:path w="1286510" h="140335">
                  <a:moveTo>
                    <a:pt x="0" y="140313"/>
                  </a:moveTo>
                  <a:lnTo>
                    <a:pt x="1286061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066931" y="1624361"/>
              <a:ext cx="29845" cy="60960"/>
            </a:xfrm>
            <a:custGeom>
              <a:avLst/>
              <a:gdLst/>
              <a:ahLst/>
              <a:cxnLst/>
              <a:rect l="l" t="t" r="r" b="b"/>
              <a:pathLst>
                <a:path w="29845" h="60960">
                  <a:moveTo>
                    <a:pt x="0" y="0"/>
                  </a:moveTo>
                  <a:lnTo>
                    <a:pt x="5888" y="11361"/>
                  </a:lnTo>
                  <a:lnTo>
                    <a:pt x="13091" y="19380"/>
                  </a:lnTo>
                  <a:lnTo>
                    <a:pt x="21112" y="24543"/>
                  </a:lnTo>
                  <a:lnTo>
                    <a:pt x="29453" y="27332"/>
                  </a:lnTo>
                  <a:lnTo>
                    <a:pt x="21909" y="31853"/>
                  </a:lnTo>
                  <a:lnTo>
                    <a:pt x="15190" y="38624"/>
                  </a:lnTo>
                  <a:lnTo>
                    <a:pt x="9886" y="48008"/>
                  </a:lnTo>
                  <a:lnTo>
                    <a:pt x="6585" y="60371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347831" y="1657430"/>
              <a:ext cx="746125" cy="128270"/>
            </a:xfrm>
            <a:custGeom>
              <a:avLst/>
              <a:gdLst/>
              <a:ahLst/>
              <a:cxnLst/>
              <a:rect l="l" t="t" r="r" b="b"/>
              <a:pathLst>
                <a:path w="746125" h="128269">
                  <a:moveTo>
                    <a:pt x="0" y="127921"/>
                  </a:moveTo>
                  <a:lnTo>
                    <a:pt x="746081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85324" y="1628990"/>
              <a:ext cx="213757" cy="13346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489278" y="2192071"/>
            <a:ext cx="2779395" cy="44704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5"/>
              </a:spcBef>
              <a:tabLst>
                <a:tab pos="1820545" algn="l"/>
              </a:tabLst>
            </a:pPr>
            <a:r>
              <a:rPr sz="1200" i="1" dirty="0">
                <a:latin typeface="Verdana"/>
                <a:cs typeface="Verdana"/>
              </a:rPr>
              <a:t>α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450" baseline="-15873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softmax</a:t>
            </a:r>
            <a:r>
              <a:rPr sz="1050" i="1" spc="-180" dirty="0">
                <a:latin typeface="Arial"/>
                <a:cs typeface="Arial"/>
              </a:rPr>
              <a:t> 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spc="-10" dirty="0">
                <a:latin typeface="Arial MT"/>
                <a:cs typeface="Arial MT"/>
              </a:rPr>
              <a:t>score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b="1" spc="-10" dirty="0">
                <a:latin typeface="Arial"/>
                <a:cs typeface="Arial"/>
              </a:rPr>
              <a:t>q</a:t>
            </a:r>
            <a:r>
              <a:rPr sz="1200" i="1" spc="-10" dirty="0">
                <a:latin typeface="Verdana"/>
                <a:cs typeface="Verdana"/>
              </a:rPr>
              <a:t>,</a:t>
            </a:r>
            <a:r>
              <a:rPr sz="1200" i="1" spc="-200" dirty="0">
                <a:latin typeface="Verdana"/>
                <a:cs typeface="Verdana"/>
              </a:rPr>
              <a:t> </a:t>
            </a:r>
            <a:r>
              <a:rPr sz="1050" b="1" dirty="0">
                <a:latin typeface="Arial"/>
                <a:cs typeface="Arial"/>
              </a:rPr>
              <a:t>k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1200" spc="-25" dirty="0">
                <a:latin typeface="Tahoma"/>
                <a:cs typeface="Tahoma"/>
              </a:rPr>
              <a:t>))</a:t>
            </a:r>
            <a:r>
              <a:rPr sz="1200" dirty="0">
                <a:latin typeface="Tahoma"/>
                <a:cs typeface="Tahoma"/>
              </a:rPr>
              <a:t>	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i</a:t>
            </a:r>
            <a:r>
              <a:rPr sz="1050" i="1" spc="14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050" spc="-60" dirty="0">
                <a:latin typeface="Arial MT"/>
                <a:cs typeface="Arial MT"/>
              </a:rPr>
              <a:t>1</a:t>
            </a:r>
            <a:r>
              <a:rPr sz="1200" i="1" spc="-60" dirty="0">
                <a:latin typeface="Verdana"/>
                <a:cs typeface="Verdana"/>
              </a:rPr>
              <a:t>,</a:t>
            </a:r>
            <a:r>
              <a:rPr sz="1200" i="1" spc="-215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20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20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20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,</a:t>
            </a:r>
            <a:r>
              <a:rPr sz="1200" i="1" spc="-220" dirty="0">
                <a:latin typeface="Verdana"/>
                <a:cs typeface="Verdana"/>
              </a:rPr>
              <a:t> </a:t>
            </a:r>
            <a:r>
              <a:rPr sz="1050" i="1" spc="-50" dirty="0">
                <a:latin typeface="Arial"/>
                <a:cs typeface="Arial"/>
              </a:rPr>
              <a:t>n</a:t>
            </a:r>
            <a:endParaRPr sz="1050">
              <a:latin typeface="Arial"/>
              <a:cs typeface="Arial"/>
            </a:endParaRPr>
          </a:p>
          <a:p>
            <a:pPr marL="450215">
              <a:lnSpc>
                <a:spcPct val="100000"/>
              </a:lnSpc>
              <a:spcBef>
                <a:spcPts val="400"/>
              </a:spcBef>
            </a:pPr>
            <a:r>
              <a:rPr sz="700" i="1" spc="-50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6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6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6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6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52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1843608" y="2488930"/>
            <a:ext cx="2451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960" dirty="0">
                <a:latin typeface="Lucida Sans Unicode"/>
                <a:cs typeface="Lucida Sans Unicode"/>
              </a:rPr>
              <a:t>Σ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872081" y="2858413"/>
            <a:ext cx="187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i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567649" y="2633164"/>
            <a:ext cx="7512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2765" algn="l"/>
              </a:tabLst>
            </a:pPr>
            <a:r>
              <a:rPr sz="1050" b="1" dirty="0">
                <a:latin typeface="Arial"/>
                <a:cs typeface="Arial"/>
              </a:rPr>
              <a:t>c</a:t>
            </a:r>
            <a:r>
              <a:rPr sz="1050" b="1" spc="45" dirty="0">
                <a:latin typeface="Arial"/>
                <a:cs typeface="Arial"/>
              </a:rPr>
              <a:t> </a:t>
            </a:r>
            <a:r>
              <a:rPr sz="1200" spc="-50" dirty="0">
                <a:latin typeface="Tahoma"/>
                <a:cs typeface="Tahoma"/>
              </a:rPr>
              <a:t>=</a:t>
            </a:r>
            <a:r>
              <a:rPr sz="1200" dirty="0">
                <a:latin typeface="Tahoma"/>
                <a:cs typeface="Tahoma"/>
              </a:rPr>
              <a:t>	</a:t>
            </a:r>
            <a:r>
              <a:rPr sz="1200" i="1" spc="-10" dirty="0">
                <a:latin typeface="Verdana"/>
                <a:cs typeface="Verdana"/>
              </a:rPr>
              <a:t>α</a:t>
            </a:r>
            <a:r>
              <a:rPr sz="1200" i="1" spc="-155" dirty="0">
                <a:latin typeface="Verdana"/>
                <a:cs typeface="Verdana"/>
              </a:rPr>
              <a:t> </a:t>
            </a:r>
            <a:r>
              <a:rPr sz="1050" b="1" spc="-50" dirty="0">
                <a:latin typeface="Arial"/>
                <a:cs typeface="Arial"/>
              </a:rPr>
              <a:t>v</a:t>
            </a:r>
            <a:endParaRPr sz="10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182774" y="2716681"/>
            <a:ext cx="15621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dirty="0">
                <a:latin typeface="Arial"/>
                <a:cs typeface="Arial"/>
              </a:rPr>
              <a:t>i</a:t>
            </a:r>
            <a:r>
              <a:rPr sz="700" i="1" spc="165" dirty="0">
                <a:latin typeface="Arial"/>
                <a:cs typeface="Arial"/>
              </a:rPr>
              <a:t>  </a:t>
            </a: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0" dirty="0">
                <a:solidFill>
                  <a:srgbClr val="FFFFFF"/>
                </a:solidFill>
              </a:rPr>
              <a:t>A</a:t>
            </a:r>
            <a:r>
              <a:rPr cap="small" spc="260" dirty="0">
                <a:solidFill>
                  <a:srgbClr val="FFFFFF"/>
                </a:solidFill>
              </a:rPr>
              <a:t>ttention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cap="small" spc="215" dirty="0">
                <a:solidFill>
                  <a:srgbClr val="FFFFFF"/>
                </a:solidFill>
              </a:rPr>
              <a:t>as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75" dirty="0">
                <a:solidFill>
                  <a:srgbClr val="FFFFFF"/>
                </a:solidFill>
              </a:rPr>
              <a:t>W</a:t>
            </a:r>
            <a:r>
              <a:rPr cap="small" spc="275" dirty="0">
                <a:solidFill>
                  <a:srgbClr val="FFFFFF"/>
                </a:solidFill>
              </a:rPr>
              <a:t>eighted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180" dirty="0">
                <a:solidFill>
                  <a:srgbClr val="FFFFFF"/>
                </a:solidFill>
              </a:rPr>
              <a:t>P</a:t>
            </a:r>
            <a:r>
              <a:rPr cap="small" spc="180" dirty="0">
                <a:solidFill>
                  <a:srgbClr val="FFFFFF"/>
                </a:solidFill>
              </a:rPr>
              <a:t>ooling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1492" y="1023689"/>
            <a:ext cx="927100" cy="509270"/>
            <a:chOff x="1031492" y="1023689"/>
            <a:chExt cx="927100" cy="509270"/>
          </a:xfrm>
        </p:grpSpPr>
        <p:sp>
          <p:nvSpPr>
            <p:cNvPr id="4" name="object 4"/>
            <p:cNvSpPr/>
            <p:nvPr/>
          </p:nvSpPr>
          <p:spPr>
            <a:xfrm>
              <a:off x="1034032" y="1314234"/>
              <a:ext cx="144145" cy="216535"/>
            </a:xfrm>
            <a:custGeom>
              <a:avLst/>
              <a:gdLst/>
              <a:ahLst/>
              <a:cxnLst/>
              <a:rect l="l" t="t" r="r" b="b"/>
              <a:pathLst>
                <a:path w="144144" h="216534">
                  <a:moveTo>
                    <a:pt x="0" y="216003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216003"/>
                  </a:lnTo>
                  <a:lnTo>
                    <a:pt x="0" y="216003"/>
                  </a:lnTo>
                  <a:close/>
                </a:path>
              </a:pathLst>
            </a:custGeom>
            <a:solidFill>
              <a:srgbClr val="BA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34032" y="1314234"/>
              <a:ext cx="144145" cy="216535"/>
            </a:xfrm>
            <a:custGeom>
              <a:avLst/>
              <a:gdLst/>
              <a:ahLst/>
              <a:cxnLst/>
              <a:rect l="l" t="t" r="r" b="b"/>
              <a:pathLst>
                <a:path w="144144" h="216534">
                  <a:moveTo>
                    <a:pt x="0" y="216003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216003"/>
                  </a:lnTo>
                  <a:lnTo>
                    <a:pt x="0" y="21600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93234" y="1026229"/>
              <a:ext cx="144145" cy="504190"/>
            </a:xfrm>
            <a:custGeom>
              <a:avLst/>
              <a:gdLst/>
              <a:ahLst/>
              <a:cxnLst/>
              <a:rect l="l" t="t" r="r" b="b"/>
              <a:pathLst>
                <a:path w="144144" h="504190">
                  <a:moveTo>
                    <a:pt x="0" y="504008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504008"/>
                  </a:lnTo>
                  <a:lnTo>
                    <a:pt x="0" y="504008"/>
                  </a:lnTo>
                  <a:close/>
                </a:path>
              </a:pathLst>
            </a:custGeom>
            <a:solidFill>
              <a:srgbClr val="BA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93234" y="1026229"/>
              <a:ext cx="144145" cy="504190"/>
            </a:xfrm>
            <a:custGeom>
              <a:avLst/>
              <a:gdLst/>
              <a:ahLst/>
              <a:cxnLst/>
              <a:rect l="l" t="t" r="r" b="b"/>
              <a:pathLst>
                <a:path w="144144" h="504190">
                  <a:moveTo>
                    <a:pt x="0" y="504008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504008"/>
                  </a:lnTo>
                  <a:lnTo>
                    <a:pt x="0" y="504008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52437" y="1386235"/>
              <a:ext cx="144145" cy="144145"/>
            </a:xfrm>
            <a:custGeom>
              <a:avLst/>
              <a:gdLst/>
              <a:ahLst/>
              <a:cxnLst/>
              <a:rect l="l" t="t" r="r" b="b"/>
              <a:pathLst>
                <a:path w="144144" h="144144">
                  <a:moveTo>
                    <a:pt x="0" y="144002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144002"/>
                  </a:lnTo>
                  <a:lnTo>
                    <a:pt x="0" y="144002"/>
                  </a:lnTo>
                  <a:close/>
                </a:path>
              </a:pathLst>
            </a:custGeom>
            <a:solidFill>
              <a:srgbClr val="BA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52437" y="1386235"/>
              <a:ext cx="144145" cy="144145"/>
            </a:xfrm>
            <a:custGeom>
              <a:avLst/>
              <a:gdLst/>
              <a:ahLst/>
              <a:cxnLst/>
              <a:rect l="l" t="t" r="r" b="b"/>
              <a:pathLst>
                <a:path w="144144" h="144144">
                  <a:moveTo>
                    <a:pt x="0" y="144002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144002"/>
                  </a:lnTo>
                  <a:lnTo>
                    <a:pt x="0" y="144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11639" y="1170232"/>
              <a:ext cx="144145" cy="360045"/>
            </a:xfrm>
            <a:custGeom>
              <a:avLst/>
              <a:gdLst/>
              <a:ahLst/>
              <a:cxnLst/>
              <a:rect l="l" t="t" r="r" b="b"/>
              <a:pathLst>
                <a:path w="144144" h="360044">
                  <a:moveTo>
                    <a:pt x="0" y="360005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360005"/>
                  </a:lnTo>
                  <a:lnTo>
                    <a:pt x="0" y="360005"/>
                  </a:lnTo>
                  <a:close/>
                </a:path>
              </a:pathLst>
            </a:custGeom>
            <a:solidFill>
              <a:srgbClr val="BA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11639" y="1170232"/>
              <a:ext cx="144145" cy="360045"/>
            </a:xfrm>
            <a:custGeom>
              <a:avLst/>
              <a:gdLst/>
              <a:ahLst/>
              <a:cxnLst/>
              <a:rect l="l" t="t" r="r" b="b"/>
              <a:pathLst>
                <a:path w="144144" h="360044">
                  <a:moveTo>
                    <a:pt x="0" y="360005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360005"/>
                  </a:lnTo>
                  <a:lnTo>
                    <a:pt x="0" y="360005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68006" y="1516137"/>
            <a:ext cx="85407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1780" algn="l"/>
                <a:tab pos="530860" algn="l"/>
                <a:tab pos="789940" algn="l"/>
              </a:tabLst>
            </a:pPr>
            <a:r>
              <a:rPr sz="700" spc="-50" dirty="0">
                <a:latin typeface="Arial MT"/>
                <a:cs typeface="Arial MT"/>
              </a:rPr>
              <a:t>3</a:t>
            </a:r>
            <a:r>
              <a:rPr sz="700" dirty="0">
                <a:latin typeface="Arial MT"/>
                <a:cs typeface="Arial MT"/>
              </a:rPr>
              <a:t>	</a:t>
            </a:r>
            <a:r>
              <a:rPr sz="700" spc="-50" dirty="0">
                <a:latin typeface="Arial MT"/>
                <a:cs typeface="Arial MT"/>
              </a:rPr>
              <a:t>7</a:t>
            </a:r>
            <a:r>
              <a:rPr sz="700" dirty="0">
                <a:latin typeface="Arial MT"/>
                <a:cs typeface="Arial MT"/>
              </a:rPr>
              <a:t>	</a:t>
            </a:r>
            <a:r>
              <a:rPr sz="700" spc="-50" dirty="0">
                <a:latin typeface="Arial MT"/>
                <a:cs typeface="Arial MT"/>
              </a:rPr>
              <a:t>2</a:t>
            </a:r>
            <a:r>
              <a:rPr sz="700" dirty="0">
                <a:latin typeface="Arial MT"/>
                <a:cs typeface="Arial MT"/>
              </a:rPr>
              <a:t>	</a:t>
            </a:r>
            <a:r>
              <a:rPr sz="700" spc="-50" dirty="0">
                <a:latin typeface="Arial MT"/>
                <a:cs typeface="Arial MT"/>
              </a:rPr>
              <a:t>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82948" y="1783428"/>
            <a:ext cx="624205" cy="185420"/>
          </a:xfrm>
          <a:prstGeom prst="rect">
            <a:avLst/>
          </a:prstGeom>
          <a:solidFill>
            <a:srgbClr val="F59093"/>
          </a:solidFill>
          <a:ln w="506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335"/>
              </a:lnSpc>
            </a:pPr>
            <a:r>
              <a:rPr sz="1200" spc="-80" dirty="0">
                <a:latin typeface="Tahoma"/>
                <a:cs typeface="Tahoma"/>
              </a:rPr>
              <a:t>max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050" spc="-50" dirty="0">
                <a:latin typeface="Arial MT"/>
                <a:cs typeface="Arial MT"/>
              </a:rPr>
              <a:t>7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471515" y="1023689"/>
            <a:ext cx="668020" cy="509270"/>
            <a:chOff x="2471515" y="1023689"/>
            <a:chExt cx="668020" cy="509270"/>
          </a:xfrm>
        </p:grpSpPr>
        <p:sp>
          <p:nvSpPr>
            <p:cNvPr id="15" name="object 15"/>
            <p:cNvSpPr/>
            <p:nvPr/>
          </p:nvSpPr>
          <p:spPr>
            <a:xfrm>
              <a:off x="2474055" y="1314234"/>
              <a:ext cx="144145" cy="216535"/>
            </a:xfrm>
            <a:custGeom>
              <a:avLst/>
              <a:gdLst/>
              <a:ahLst/>
              <a:cxnLst/>
              <a:rect l="l" t="t" r="r" b="b"/>
              <a:pathLst>
                <a:path w="144144" h="216534">
                  <a:moveTo>
                    <a:pt x="0" y="216003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216003"/>
                  </a:lnTo>
                  <a:lnTo>
                    <a:pt x="0" y="216003"/>
                  </a:lnTo>
                  <a:close/>
                </a:path>
              </a:pathLst>
            </a:custGeom>
            <a:solidFill>
              <a:srgbClr val="BA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74055" y="1314234"/>
              <a:ext cx="144145" cy="216535"/>
            </a:xfrm>
            <a:custGeom>
              <a:avLst/>
              <a:gdLst/>
              <a:ahLst/>
              <a:cxnLst/>
              <a:rect l="l" t="t" r="r" b="b"/>
              <a:pathLst>
                <a:path w="144144" h="216534">
                  <a:moveTo>
                    <a:pt x="0" y="216003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216003"/>
                  </a:lnTo>
                  <a:lnTo>
                    <a:pt x="0" y="21600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33257" y="1026229"/>
              <a:ext cx="144145" cy="504190"/>
            </a:xfrm>
            <a:custGeom>
              <a:avLst/>
              <a:gdLst/>
              <a:ahLst/>
              <a:cxnLst/>
              <a:rect l="l" t="t" r="r" b="b"/>
              <a:pathLst>
                <a:path w="144144" h="504190">
                  <a:moveTo>
                    <a:pt x="0" y="504008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504008"/>
                  </a:lnTo>
                  <a:lnTo>
                    <a:pt x="0" y="504008"/>
                  </a:lnTo>
                  <a:close/>
                </a:path>
              </a:pathLst>
            </a:custGeom>
            <a:solidFill>
              <a:srgbClr val="BA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33257" y="1026229"/>
              <a:ext cx="144145" cy="504190"/>
            </a:xfrm>
            <a:custGeom>
              <a:avLst/>
              <a:gdLst/>
              <a:ahLst/>
              <a:cxnLst/>
              <a:rect l="l" t="t" r="r" b="b"/>
              <a:pathLst>
                <a:path w="144144" h="504190">
                  <a:moveTo>
                    <a:pt x="0" y="504008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504008"/>
                  </a:lnTo>
                  <a:lnTo>
                    <a:pt x="0" y="504008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92460" y="1386235"/>
              <a:ext cx="144145" cy="144145"/>
            </a:xfrm>
            <a:custGeom>
              <a:avLst/>
              <a:gdLst/>
              <a:ahLst/>
              <a:cxnLst/>
              <a:rect l="l" t="t" r="r" b="b"/>
              <a:pathLst>
                <a:path w="144144" h="144144">
                  <a:moveTo>
                    <a:pt x="0" y="144002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144002"/>
                  </a:lnTo>
                  <a:lnTo>
                    <a:pt x="0" y="144002"/>
                  </a:lnTo>
                  <a:close/>
                </a:path>
              </a:pathLst>
            </a:custGeom>
            <a:solidFill>
              <a:srgbClr val="BA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92460" y="1386235"/>
              <a:ext cx="144145" cy="144145"/>
            </a:xfrm>
            <a:custGeom>
              <a:avLst/>
              <a:gdLst/>
              <a:ahLst/>
              <a:cxnLst/>
              <a:rect l="l" t="t" r="r" b="b"/>
              <a:pathLst>
                <a:path w="144144" h="144144">
                  <a:moveTo>
                    <a:pt x="0" y="144002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144002"/>
                  </a:lnTo>
                  <a:lnTo>
                    <a:pt x="0" y="144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508008" y="1516137"/>
            <a:ext cx="59499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1780" algn="l"/>
                <a:tab pos="530860" algn="l"/>
              </a:tabLst>
            </a:pPr>
            <a:r>
              <a:rPr sz="700" spc="-50" dirty="0">
                <a:latin typeface="Arial MT"/>
                <a:cs typeface="Arial MT"/>
              </a:rPr>
              <a:t>3</a:t>
            </a:r>
            <a:r>
              <a:rPr sz="700" dirty="0">
                <a:latin typeface="Arial MT"/>
                <a:cs typeface="Arial MT"/>
              </a:rPr>
              <a:t>	</a:t>
            </a:r>
            <a:r>
              <a:rPr sz="700" spc="-50" dirty="0">
                <a:latin typeface="Arial MT"/>
                <a:cs typeface="Arial MT"/>
              </a:rPr>
              <a:t>7</a:t>
            </a:r>
            <a:r>
              <a:rPr sz="700" dirty="0">
                <a:latin typeface="Arial MT"/>
                <a:cs typeface="Arial MT"/>
              </a:rPr>
              <a:t>	</a:t>
            </a:r>
            <a:r>
              <a:rPr sz="700" spc="-50" dirty="0"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249122" y="1167692"/>
            <a:ext cx="149225" cy="365125"/>
            <a:chOff x="3249122" y="1167692"/>
            <a:chExt cx="149225" cy="365125"/>
          </a:xfrm>
        </p:grpSpPr>
        <p:sp>
          <p:nvSpPr>
            <p:cNvPr id="23" name="object 23"/>
            <p:cNvSpPr/>
            <p:nvPr/>
          </p:nvSpPr>
          <p:spPr>
            <a:xfrm>
              <a:off x="3251662" y="1170232"/>
              <a:ext cx="144145" cy="360045"/>
            </a:xfrm>
            <a:custGeom>
              <a:avLst/>
              <a:gdLst/>
              <a:ahLst/>
              <a:cxnLst/>
              <a:rect l="l" t="t" r="r" b="b"/>
              <a:pathLst>
                <a:path w="144145" h="360044">
                  <a:moveTo>
                    <a:pt x="0" y="360005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360005"/>
                  </a:lnTo>
                  <a:lnTo>
                    <a:pt x="0" y="360005"/>
                  </a:lnTo>
                  <a:close/>
                </a:path>
              </a:pathLst>
            </a:custGeom>
            <a:solidFill>
              <a:srgbClr val="BA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51662" y="1170232"/>
              <a:ext cx="144145" cy="360045"/>
            </a:xfrm>
            <a:custGeom>
              <a:avLst/>
              <a:gdLst/>
              <a:ahLst/>
              <a:cxnLst/>
              <a:rect l="l" t="t" r="r" b="b"/>
              <a:pathLst>
                <a:path w="144145" h="360044">
                  <a:moveTo>
                    <a:pt x="0" y="360005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360005"/>
                  </a:lnTo>
                  <a:lnTo>
                    <a:pt x="0" y="360005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285616" y="1514537"/>
            <a:ext cx="76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Arial MT"/>
                <a:cs typeface="Arial MT"/>
              </a:rPr>
              <a:t>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01944" y="1766962"/>
            <a:ext cx="777875" cy="217804"/>
          </a:xfrm>
          <a:prstGeom prst="rect">
            <a:avLst/>
          </a:prstGeom>
          <a:solidFill>
            <a:srgbClr val="FFBF7F"/>
          </a:solidFill>
          <a:ln w="506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355"/>
              </a:lnSpc>
            </a:pPr>
            <a:r>
              <a:rPr sz="1050" dirty="0">
                <a:latin typeface="Arial MT"/>
                <a:cs typeface="Arial MT"/>
              </a:rPr>
              <a:t>avg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050" spc="-20" dirty="0">
                <a:latin typeface="Arial MT"/>
                <a:cs typeface="Arial MT"/>
              </a:rPr>
              <a:t>4</a:t>
            </a:r>
            <a:r>
              <a:rPr sz="1200" i="1" spc="-20" dirty="0">
                <a:latin typeface="Verdana"/>
                <a:cs typeface="Verdana"/>
              </a:rPr>
              <a:t>.</a:t>
            </a:r>
            <a:r>
              <a:rPr sz="1050" spc="-20" dirty="0">
                <a:latin typeface="Arial MT"/>
                <a:cs typeface="Arial MT"/>
              </a:rPr>
              <a:t>25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7294" y="530852"/>
            <a:ext cx="4267835" cy="4927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Pooling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Perspective:</a:t>
            </a:r>
            <a:r>
              <a:rPr sz="1050" spc="10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Attention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soft,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adaptive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pooling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over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sequence.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Arial MT"/>
              <a:cs typeface="Arial MT"/>
            </a:endParaRPr>
          </a:p>
          <a:p>
            <a:pPr marR="52069" algn="r">
              <a:lnSpc>
                <a:spcPct val="100000"/>
              </a:lnSpc>
              <a:tabLst>
                <a:tab pos="1308735" algn="l"/>
                <a:tab pos="2463165" algn="l"/>
              </a:tabLst>
            </a:pP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Max</a:t>
            </a:r>
            <a:r>
              <a:rPr sz="9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B1472"/>
                </a:solidFill>
                <a:latin typeface="Arial MT"/>
                <a:cs typeface="Arial MT"/>
              </a:rPr>
              <a:t>Pooling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	Avg</a:t>
            </a:r>
            <a:r>
              <a:rPr sz="950" spc="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B1472"/>
                </a:solidFill>
                <a:latin typeface="Arial MT"/>
                <a:cs typeface="Arial MT"/>
              </a:rPr>
              <a:t>Pooling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	Attention</a:t>
            </a:r>
            <a:r>
              <a:rPr sz="950" spc="114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B1472"/>
                </a:solidFill>
                <a:latin typeface="Arial MT"/>
                <a:cs typeface="Arial MT"/>
              </a:rPr>
              <a:t>Pooling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767536" y="1311694"/>
            <a:ext cx="149225" cy="221615"/>
            <a:chOff x="3767536" y="1311694"/>
            <a:chExt cx="149225" cy="221615"/>
          </a:xfrm>
        </p:grpSpPr>
        <p:sp>
          <p:nvSpPr>
            <p:cNvPr id="29" name="object 29"/>
            <p:cNvSpPr/>
            <p:nvPr/>
          </p:nvSpPr>
          <p:spPr>
            <a:xfrm>
              <a:off x="3770076" y="1314234"/>
              <a:ext cx="144145" cy="216535"/>
            </a:xfrm>
            <a:custGeom>
              <a:avLst/>
              <a:gdLst/>
              <a:ahLst/>
              <a:cxnLst/>
              <a:rect l="l" t="t" r="r" b="b"/>
              <a:pathLst>
                <a:path w="144145" h="216534">
                  <a:moveTo>
                    <a:pt x="0" y="216003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216003"/>
                  </a:lnTo>
                  <a:lnTo>
                    <a:pt x="0" y="216003"/>
                  </a:lnTo>
                  <a:close/>
                </a:path>
              </a:pathLst>
            </a:custGeom>
            <a:solidFill>
              <a:srgbClr val="BA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770076" y="1314234"/>
              <a:ext cx="144145" cy="216535"/>
            </a:xfrm>
            <a:custGeom>
              <a:avLst/>
              <a:gdLst/>
              <a:ahLst/>
              <a:cxnLst/>
              <a:rect l="l" t="t" r="r" b="b"/>
              <a:pathLst>
                <a:path w="144145" h="216534">
                  <a:moveTo>
                    <a:pt x="0" y="216003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216003"/>
                  </a:lnTo>
                  <a:lnTo>
                    <a:pt x="0" y="21600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804018" y="1515375"/>
            <a:ext cx="76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Arial MT"/>
                <a:cs typeface="Arial MT"/>
              </a:rPr>
              <a:t>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66032" y="1088871"/>
            <a:ext cx="1524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25" dirty="0">
                <a:solidFill>
                  <a:srgbClr val="FF0000"/>
                </a:solidFill>
                <a:latin typeface="Arial MT"/>
                <a:cs typeface="Arial MT"/>
              </a:rPr>
              <a:t>0.1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29279" y="1026229"/>
            <a:ext cx="144145" cy="504190"/>
          </a:xfrm>
          <a:prstGeom prst="rect">
            <a:avLst/>
          </a:prstGeom>
          <a:solidFill>
            <a:srgbClr val="BAB8D5"/>
          </a:solidFill>
          <a:ln w="5060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8255">
              <a:lnSpc>
                <a:spcPct val="100000"/>
              </a:lnSpc>
              <a:spcBef>
                <a:spcPts val="610"/>
              </a:spcBef>
            </a:pPr>
            <a:r>
              <a:rPr sz="700" spc="-25" dirty="0">
                <a:solidFill>
                  <a:srgbClr val="FF0000"/>
                </a:solidFill>
                <a:latin typeface="Arial MT"/>
                <a:cs typeface="Arial MT"/>
              </a:rPr>
              <a:t>0.5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285941" y="1383695"/>
            <a:ext cx="149225" cy="149225"/>
            <a:chOff x="4285941" y="1383695"/>
            <a:chExt cx="149225" cy="149225"/>
          </a:xfrm>
        </p:grpSpPr>
        <p:sp>
          <p:nvSpPr>
            <p:cNvPr id="35" name="object 35"/>
            <p:cNvSpPr/>
            <p:nvPr/>
          </p:nvSpPr>
          <p:spPr>
            <a:xfrm>
              <a:off x="4288481" y="1386235"/>
              <a:ext cx="144145" cy="144145"/>
            </a:xfrm>
            <a:custGeom>
              <a:avLst/>
              <a:gdLst/>
              <a:ahLst/>
              <a:cxnLst/>
              <a:rect l="l" t="t" r="r" b="b"/>
              <a:pathLst>
                <a:path w="144145" h="144144">
                  <a:moveTo>
                    <a:pt x="0" y="144002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144002"/>
                  </a:lnTo>
                  <a:lnTo>
                    <a:pt x="0" y="144002"/>
                  </a:lnTo>
                  <a:close/>
                </a:path>
              </a:pathLst>
            </a:custGeom>
            <a:solidFill>
              <a:srgbClr val="BA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88481" y="1386235"/>
              <a:ext cx="144145" cy="144145"/>
            </a:xfrm>
            <a:custGeom>
              <a:avLst/>
              <a:gdLst/>
              <a:ahLst/>
              <a:cxnLst/>
              <a:rect l="l" t="t" r="r" b="b"/>
              <a:pathLst>
                <a:path w="144145" h="144144">
                  <a:moveTo>
                    <a:pt x="0" y="144002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144002"/>
                  </a:lnTo>
                  <a:lnTo>
                    <a:pt x="0" y="144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063212" y="1516137"/>
            <a:ext cx="33528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1780" algn="l"/>
              </a:tabLst>
            </a:pPr>
            <a:r>
              <a:rPr sz="700" spc="-50" dirty="0">
                <a:latin typeface="Arial MT"/>
                <a:cs typeface="Arial MT"/>
              </a:rPr>
              <a:t>7</a:t>
            </a:r>
            <a:r>
              <a:rPr sz="700" dirty="0">
                <a:latin typeface="Arial MT"/>
                <a:cs typeface="Arial MT"/>
              </a:rPr>
              <a:t>	</a:t>
            </a:r>
            <a:r>
              <a:rPr sz="700" spc="-50" dirty="0"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45143" y="1167692"/>
            <a:ext cx="149225" cy="365125"/>
            <a:chOff x="4545143" y="1167692"/>
            <a:chExt cx="149225" cy="365125"/>
          </a:xfrm>
        </p:grpSpPr>
        <p:sp>
          <p:nvSpPr>
            <p:cNvPr id="39" name="object 39"/>
            <p:cNvSpPr/>
            <p:nvPr/>
          </p:nvSpPr>
          <p:spPr>
            <a:xfrm>
              <a:off x="4547683" y="1170232"/>
              <a:ext cx="144145" cy="360045"/>
            </a:xfrm>
            <a:custGeom>
              <a:avLst/>
              <a:gdLst/>
              <a:ahLst/>
              <a:cxnLst/>
              <a:rect l="l" t="t" r="r" b="b"/>
              <a:pathLst>
                <a:path w="144145" h="360044">
                  <a:moveTo>
                    <a:pt x="0" y="360005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360005"/>
                  </a:lnTo>
                  <a:lnTo>
                    <a:pt x="0" y="360005"/>
                  </a:lnTo>
                  <a:close/>
                </a:path>
              </a:pathLst>
            </a:custGeom>
            <a:solidFill>
              <a:srgbClr val="BA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47683" y="1170232"/>
              <a:ext cx="144145" cy="360045"/>
            </a:xfrm>
            <a:custGeom>
              <a:avLst/>
              <a:gdLst/>
              <a:ahLst/>
              <a:cxnLst/>
              <a:rect l="l" t="t" r="r" b="b"/>
              <a:pathLst>
                <a:path w="144145" h="360044">
                  <a:moveTo>
                    <a:pt x="0" y="360005"/>
                  </a:moveTo>
                  <a:lnTo>
                    <a:pt x="0" y="0"/>
                  </a:lnTo>
                  <a:lnTo>
                    <a:pt x="144002" y="0"/>
                  </a:lnTo>
                  <a:lnTo>
                    <a:pt x="144002" y="360005"/>
                  </a:lnTo>
                  <a:lnTo>
                    <a:pt x="0" y="360005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581613" y="1514537"/>
            <a:ext cx="76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Arial MT"/>
                <a:cs typeface="Arial MT"/>
              </a:rPr>
              <a:t>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284433" y="1088871"/>
            <a:ext cx="41148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1780" algn="l"/>
              </a:tabLst>
            </a:pPr>
            <a:r>
              <a:rPr sz="700" spc="-25" dirty="0">
                <a:solidFill>
                  <a:srgbClr val="FF0000"/>
                </a:solidFill>
                <a:latin typeface="Arial MT"/>
                <a:cs typeface="Arial MT"/>
              </a:rPr>
              <a:t>0.2</a:t>
            </a:r>
            <a:r>
              <a:rPr sz="7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700" spc="-25" dirty="0">
                <a:solidFill>
                  <a:srgbClr val="FF0000"/>
                </a:solidFill>
                <a:latin typeface="Arial MT"/>
                <a:cs typeface="Arial MT"/>
              </a:rPr>
              <a:t>0.2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830185" y="1751841"/>
            <a:ext cx="513715" cy="248285"/>
            <a:chOff x="3830185" y="1751841"/>
            <a:chExt cx="513715" cy="248285"/>
          </a:xfrm>
        </p:grpSpPr>
        <p:sp>
          <p:nvSpPr>
            <p:cNvPr id="44" name="object 44"/>
            <p:cNvSpPr/>
            <p:nvPr/>
          </p:nvSpPr>
          <p:spPr>
            <a:xfrm>
              <a:off x="3832725" y="1754381"/>
              <a:ext cx="508634" cy="243204"/>
            </a:xfrm>
            <a:custGeom>
              <a:avLst/>
              <a:gdLst/>
              <a:ahLst/>
              <a:cxnLst/>
              <a:rect l="l" t="t" r="r" b="b"/>
              <a:pathLst>
                <a:path w="508635" h="243205">
                  <a:moveTo>
                    <a:pt x="508315" y="0"/>
                  </a:moveTo>
                  <a:lnTo>
                    <a:pt x="0" y="0"/>
                  </a:lnTo>
                  <a:lnTo>
                    <a:pt x="0" y="242923"/>
                  </a:lnTo>
                  <a:lnTo>
                    <a:pt x="508315" y="242923"/>
                  </a:lnTo>
                  <a:lnTo>
                    <a:pt x="508315" y="0"/>
                  </a:lnTo>
                  <a:close/>
                </a:path>
              </a:pathLst>
            </a:custGeom>
            <a:solidFill>
              <a:srgbClr val="90C5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32725" y="1754381"/>
              <a:ext cx="508634" cy="243204"/>
            </a:xfrm>
            <a:custGeom>
              <a:avLst/>
              <a:gdLst/>
              <a:ahLst/>
              <a:cxnLst/>
              <a:rect l="l" t="t" r="r" b="b"/>
              <a:pathLst>
                <a:path w="508635" h="243205">
                  <a:moveTo>
                    <a:pt x="0" y="242923"/>
                  </a:moveTo>
                  <a:lnTo>
                    <a:pt x="508315" y="242923"/>
                  </a:lnTo>
                  <a:lnTo>
                    <a:pt x="508315" y="0"/>
                  </a:lnTo>
                  <a:lnTo>
                    <a:pt x="0" y="0"/>
                  </a:lnTo>
                  <a:lnTo>
                    <a:pt x="0" y="24292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865536" y="1635401"/>
            <a:ext cx="18605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495" dirty="0">
                <a:latin typeface="Lucida Sans Unicode"/>
                <a:cs typeface="Lucida Sans Unicode"/>
              </a:rPr>
              <a:t>Σ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051109" y="1749269"/>
            <a:ext cx="2228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10" dirty="0">
                <a:latin typeface="Verdana"/>
                <a:cs typeface="Verdana"/>
              </a:rPr>
              <a:t>α</a:t>
            </a:r>
            <a:r>
              <a:rPr sz="1200" i="1" spc="-155" dirty="0">
                <a:latin typeface="Verdana"/>
                <a:cs typeface="Verdana"/>
              </a:rPr>
              <a:t> </a:t>
            </a:r>
            <a:r>
              <a:rPr sz="1050" i="1" spc="-60" dirty="0">
                <a:latin typeface="Arial"/>
                <a:cs typeface="Arial"/>
              </a:rPr>
              <a:t>v</a:t>
            </a:r>
            <a:endParaRPr sz="10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45660" y="1832773"/>
            <a:ext cx="14859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dirty="0">
                <a:latin typeface="Arial"/>
                <a:cs typeface="Arial"/>
              </a:rPr>
              <a:t>i</a:t>
            </a:r>
            <a:r>
              <a:rPr sz="700" i="1" spc="470" dirty="0">
                <a:latin typeface="Arial"/>
                <a:cs typeface="Arial"/>
              </a:rPr>
              <a:t> </a:t>
            </a: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13702" y="2631058"/>
            <a:ext cx="69850" cy="290830"/>
            <a:chOff x="513702" y="2631058"/>
            <a:chExt cx="69850" cy="290830"/>
          </a:xfrm>
        </p:grpSpPr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631058"/>
              <a:ext cx="69291" cy="6929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852483"/>
              <a:ext cx="69291" cy="69291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347294" y="2001861"/>
            <a:ext cx="4204335" cy="9626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855980">
              <a:lnSpc>
                <a:spcPct val="100000"/>
              </a:lnSpc>
              <a:spcBef>
                <a:spcPts val="114"/>
              </a:spcBef>
              <a:tabLst>
                <a:tab pos="2117090" algn="l"/>
                <a:tab pos="3404235" algn="l"/>
              </a:tabLst>
            </a:pPr>
            <a:r>
              <a:rPr sz="700" dirty="0">
                <a:latin typeface="Arial MT"/>
                <a:cs typeface="Arial MT"/>
              </a:rPr>
              <a:t>Hard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selection</a:t>
            </a:r>
            <a:r>
              <a:rPr sz="700" dirty="0">
                <a:latin typeface="Arial MT"/>
                <a:cs typeface="Arial MT"/>
              </a:rPr>
              <a:t>	Uniform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weights</a:t>
            </a:r>
            <a:r>
              <a:rPr sz="700" dirty="0">
                <a:latin typeface="Arial MT"/>
                <a:cs typeface="Arial MT"/>
              </a:rPr>
              <a:t>	Learned</a:t>
            </a:r>
            <a:r>
              <a:rPr sz="700" spc="6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weights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Key</a:t>
            </a:r>
            <a:r>
              <a:rPr sz="1050" spc="-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Difference: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84"/>
              </a:spcBef>
            </a:pPr>
            <a:r>
              <a:rPr sz="1050" dirty="0">
                <a:latin typeface="Arial MT"/>
                <a:cs typeface="Arial MT"/>
              </a:rPr>
              <a:t>Max/Avg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pooling:</a:t>
            </a:r>
            <a:r>
              <a:rPr sz="1050" spc="1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Fixed,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uniform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aggregation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80"/>
              </a:spcBef>
            </a:pPr>
            <a:r>
              <a:rPr sz="1050" dirty="0">
                <a:latin typeface="Arial MT"/>
                <a:cs typeface="Arial MT"/>
              </a:rPr>
              <a:t>Attention:</a:t>
            </a:r>
            <a:r>
              <a:rPr sz="1050" spc="150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Data-dependent,</a:t>
            </a:r>
            <a:r>
              <a:rPr sz="1050" spc="65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learned</a:t>
            </a:r>
            <a:r>
              <a:rPr sz="1050" spc="70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aggregation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based</a:t>
            </a:r>
            <a:r>
              <a:rPr sz="1050" spc="7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query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54" name="object 5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4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4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4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4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4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4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53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BA12858-F4B0-1CB8-E0BD-E36819786C1D}"/>
                  </a:ext>
                </a:extLst>
              </p14:cNvPr>
              <p14:cNvContentPartPr/>
              <p14:nvPr/>
            </p14:nvContentPartPr>
            <p14:xfrm>
              <a:off x="612000" y="714240"/>
              <a:ext cx="3816000" cy="13467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BA12858-F4B0-1CB8-E0BD-E36819786C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2640" y="704880"/>
                <a:ext cx="3834720" cy="1365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00" dirty="0">
                <a:solidFill>
                  <a:srgbClr val="FFFFFF"/>
                </a:solidFill>
              </a:rPr>
              <a:t>T</a:t>
            </a:r>
            <a:r>
              <a:rPr cap="small" spc="300" dirty="0">
                <a:solidFill>
                  <a:srgbClr val="FFFFFF"/>
                </a:solidFill>
              </a:rPr>
              <a:t>able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cap="small" spc="250" dirty="0">
                <a:solidFill>
                  <a:srgbClr val="FFFFFF"/>
                </a:solidFill>
              </a:rPr>
              <a:t>of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10" dirty="0">
                <a:solidFill>
                  <a:srgbClr val="FFFFFF"/>
                </a:solidFill>
              </a:rPr>
              <a:t>C</a:t>
            </a:r>
            <a:r>
              <a:rPr cap="small" spc="210" dirty="0">
                <a:solidFill>
                  <a:srgbClr val="FFFFFF"/>
                </a:solidFill>
              </a:rPr>
              <a:t>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591032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2" y="859612"/>
            <a:ext cx="169964" cy="1699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128179"/>
            <a:ext cx="169964" cy="1699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2" y="1396758"/>
            <a:ext cx="169964" cy="169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62" y="1665338"/>
            <a:ext cx="169964" cy="1699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1933905"/>
            <a:ext cx="169964" cy="169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02484"/>
            <a:ext cx="169964" cy="16996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471064"/>
            <a:ext cx="169964" cy="1699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3649" y="2739631"/>
            <a:ext cx="169964" cy="16996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9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3029" y="476951"/>
            <a:ext cx="3728720" cy="2442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899"/>
              </a:lnSpc>
              <a:spcBef>
                <a:spcPts val="90"/>
              </a:spcBef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ncoder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-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D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ecoder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18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F</a:t>
            </a:r>
            <a:r>
              <a:rPr sz="1400" cap="small" spc="18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oundation</a:t>
            </a:r>
            <a:r>
              <a:rPr sz="1400" spc="18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I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ntroduction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cap="small" spc="23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to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ttention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15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M</a:t>
            </a:r>
            <a:r>
              <a:rPr sz="1400" cap="small" spc="15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echanisms</a:t>
            </a:r>
            <a:r>
              <a:rPr sz="1400" spc="15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C</a:t>
            </a:r>
            <a:r>
              <a:rPr sz="1400" cap="small" spc="26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ore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ttention</a:t>
            </a:r>
            <a:r>
              <a:rPr sz="1400" spc="23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C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oncepts</a:t>
            </a:r>
            <a:endParaRPr sz="1400">
              <a:latin typeface="Calibri"/>
              <a:cs typeface="Calibri"/>
            </a:endParaRPr>
          </a:p>
          <a:p>
            <a:pPr marL="12700" marR="556260">
              <a:lnSpc>
                <a:spcPct val="125899"/>
              </a:lnSpc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Q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uery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-</a:t>
            </a:r>
            <a:r>
              <a:rPr sz="1400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K</a:t>
            </a:r>
            <a:r>
              <a:rPr sz="1400" cap="small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ey</a:t>
            </a:r>
            <a:r>
              <a:rPr sz="1400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-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V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alue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F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ramework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25" dirty="0">
                <a:solidFill>
                  <a:srgbClr val="3333B2"/>
                </a:solidFill>
                <a:latin typeface="Calibri"/>
                <a:cs typeface="Calibri"/>
                <a:hlinkClick r:id="rId15" action="ppaction://hlinksldjump"/>
              </a:rPr>
              <a:t>A</a:t>
            </a:r>
            <a:r>
              <a:rPr sz="1400" cap="small" spc="225" dirty="0">
                <a:solidFill>
                  <a:srgbClr val="3333B2"/>
                </a:solidFill>
                <a:latin typeface="Calibri"/>
                <a:cs typeface="Calibri"/>
                <a:hlinkClick r:id="rId15" action="ppaction://hlinksldjump"/>
              </a:rPr>
              <a:t>ttention</a:t>
            </a:r>
            <a:r>
              <a:rPr sz="1400" spc="245" dirty="0">
                <a:solidFill>
                  <a:srgbClr val="3333B2"/>
                </a:solid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spc="210" dirty="0">
                <a:solidFill>
                  <a:srgbClr val="3333B2"/>
                </a:solidFill>
                <a:latin typeface="Calibri"/>
                <a:cs typeface="Calibri"/>
                <a:hlinkClick r:id="rId15" action="ppaction://hlinksldjump"/>
              </a:rPr>
              <a:t>S</a:t>
            </a:r>
            <a:r>
              <a:rPr sz="1400" cap="small" spc="210" dirty="0">
                <a:solidFill>
                  <a:srgbClr val="3333B2"/>
                </a:solidFill>
                <a:latin typeface="Calibri"/>
                <a:cs typeface="Calibri"/>
                <a:hlinkClick r:id="rId15" action="ppaction://hlinksldjump"/>
              </a:rPr>
              <a:t>coring</a:t>
            </a:r>
            <a:r>
              <a:rPr sz="1400" spc="250" dirty="0">
                <a:solidFill>
                  <a:srgbClr val="3333B2"/>
                </a:solid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spc="204" dirty="0">
                <a:solidFill>
                  <a:srgbClr val="3333B2"/>
                </a:solidFill>
                <a:latin typeface="Calibri"/>
                <a:cs typeface="Calibri"/>
                <a:hlinkClick r:id="rId15" action="ppaction://hlinksldjump"/>
              </a:rPr>
              <a:t>F</a:t>
            </a:r>
            <a:r>
              <a:rPr sz="1400" cap="small" spc="204" dirty="0">
                <a:solidFill>
                  <a:srgbClr val="3333B2"/>
                </a:solidFill>
                <a:latin typeface="Calibri"/>
                <a:cs typeface="Calibri"/>
                <a:hlinkClick r:id="rId15" action="ppaction://hlinksldjump"/>
              </a:rPr>
              <a:t>unctions</a:t>
            </a:r>
            <a:r>
              <a:rPr sz="1400" spc="204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B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ahdanau</a:t>
            </a:r>
            <a:r>
              <a:rPr sz="1400" spc="23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ttention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for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S</a:t>
            </a:r>
            <a:r>
              <a:rPr sz="1400" cap="small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eq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2S</a:t>
            </a:r>
            <a:r>
              <a:rPr sz="1400" cap="small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eq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8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T</a:t>
            </a:r>
            <a:r>
              <a:rPr sz="1400" cap="small" spc="28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ypes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of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 A</a:t>
            </a:r>
            <a:r>
              <a:rPr sz="1400" cap="small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ttention</a:t>
            </a:r>
            <a:endParaRPr sz="1400">
              <a:latin typeface="Calibri"/>
              <a:cs typeface="Calibri"/>
            </a:endParaRPr>
          </a:p>
          <a:p>
            <a:pPr marL="12700" marR="70485">
              <a:lnSpc>
                <a:spcPct val="125899"/>
              </a:lnSpc>
            </a:pP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S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elf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-A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ttention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254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&amp;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P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ositional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16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E</a:t>
            </a:r>
            <a:r>
              <a:rPr sz="1400" cap="small" spc="16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ncoding</a:t>
            </a:r>
            <a:r>
              <a:rPr sz="1400" spc="16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19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S</a:t>
            </a:r>
            <a:r>
              <a:rPr sz="1400" cap="small" spc="19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ummary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25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&amp;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35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K</a:t>
            </a:r>
            <a:r>
              <a:rPr sz="1400" cap="small" spc="35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ey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T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akeaways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3" name="object 2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20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20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20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20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20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20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54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F5337-9A6C-671A-E406-80CA316DA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109545"/>
            <a:ext cx="5257800" cy="261610"/>
          </a:xfrm>
        </p:spPr>
        <p:txBody>
          <a:bodyPr/>
          <a:lstStyle/>
          <a:p>
            <a:r>
              <a:rPr lang="en-IN" spc="280" dirty="0">
                <a:solidFill>
                  <a:srgbClr val="FFFFFF"/>
                </a:solidFill>
              </a:rPr>
              <a:t>D</a:t>
            </a:r>
            <a:r>
              <a:rPr lang="en-IN" cap="small" spc="280" dirty="0">
                <a:solidFill>
                  <a:srgbClr val="FFFFFF"/>
                </a:solidFill>
              </a:rPr>
              <a:t>ot</a:t>
            </a:r>
            <a:r>
              <a:rPr lang="en-IN" spc="280" dirty="0">
                <a:solidFill>
                  <a:srgbClr val="FFFFFF"/>
                </a:solidFill>
              </a:rPr>
              <a:t>-</a:t>
            </a:r>
            <a:r>
              <a:rPr lang="en-IN" spc="265" dirty="0">
                <a:solidFill>
                  <a:srgbClr val="FFFFFF"/>
                </a:solidFill>
              </a:rPr>
              <a:t>P</a:t>
            </a:r>
            <a:r>
              <a:rPr lang="en-IN" cap="small" spc="265" dirty="0">
                <a:solidFill>
                  <a:srgbClr val="FFFFFF"/>
                </a:solidFill>
              </a:rPr>
              <a:t>roduct</a:t>
            </a:r>
            <a:r>
              <a:rPr lang="en-IN" spc="270" dirty="0">
                <a:solidFill>
                  <a:srgbClr val="FFFFFF"/>
                </a:solidFill>
              </a:rPr>
              <a:t> </a:t>
            </a:r>
            <a:r>
              <a:rPr lang="en-IN" spc="204" dirty="0">
                <a:solidFill>
                  <a:srgbClr val="FFFFFF"/>
                </a:solidFill>
              </a:rPr>
              <a:t>A</a:t>
            </a:r>
            <a:r>
              <a:rPr lang="en-IN" cap="small" spc="204" dirty="0">
                <a:solidFill>
                  <a:srgbClr val="FFFFFF"/>
                </a:solidFill>
              </a:rPr>
              <a:t>ttention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D88F81-E335-84B0-5495-00857F498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456"/>
            <a:ext cx="5765800" cy="24679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4F51489-17A4-F2D0-DAC6-5527758E693B}"/>
                  </a:ext>
                </a:extLst>
              </p14:cNvPr>
              <p14:cNvContentPartPr/>
              <p14:nvPr/>
            </p14:nvContentPartPr>
            <p14:xfrm>
              <a:off x="904680" y="367200"/>
              <a:ext cx="3419280" cy="1800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4F51489-17A4-F2D0-DAC6-5527758E69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5320" y="357840"/>
                <a:ext cx="3438000" cy="181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86483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5" dirty="0">
                <a:solidFill>
                  <a:srgbClr val="FFFFFF"/>
                </a:solidFill>
              </a:rPr>
              <a:t>E</a:t>
            </a:r>
            <a:r>
              <a:rPr cap="small" spc="265" dirty="0">
                <a:solidFill>
                  <a:srgbClr val="FFFFFF"/>
                </a:solidFill>
              </a:rPr>
              <a:t>xample</a:t>
            </a:r>
            <a:r>
              <a:rPr spc="265" dirty="0">
                <a:solidFill>
                  <a:srgbClr val="FFFFFF"/>
                </a:solidFill>
              </a:rPr>
              <a:t>:</a:t>
            </a:r>
            <a:r>
              <a:rPr spc="475" dirty="0">
                <a:solidFill>
                  <a:srgbClr val="FFFFFF"/>
                </a:solidFill>
              </a:rPr>
              <a:t> </a:t>
            </a:r>
            <a:r>
              <a:rPr spc="280" dirty="0">
                <a:solidFill>
                  <a:srgbClr val="FFFFFF"/>
                </a:solidFill>
              </a:rPr>
              <a:t>D</a:t>
            </a:r>
            <a:r>
              <a:rPr cap="small" spc="280" dirty="0">
                <a:solidFill>
                  <a:srgbClr val="FFFFFF"/>
                </a:solidFill>
              </a:rPr>
              <a:t>ot</a:t>
            </a:r>
            <a:r>
              <a:rPr spc="280" dirty="0">
                <a:solidFill>
                  <a:srgbClr val="FFFFFF"/>
                </a:solidFill>
              </a:rPr>
              <a:t>-</a:t>
            </a:r>
            <a:r>
              <a:rPr spc="265" dirty="0">
                <a:solidFill>
                  <a:srgbClr val="FFFFFF"/>
                </a:solidFill>
              </a:rPr>
              <a:t>P</a:t>
            </a:r>
            <a:r>
              <a:rPr cap="small" spc="265" dirty="0">
                <a:solidFill>
                  <a:srgbClr val="FFFFFF"/>
                </a:solidFill>
              </a:rPr>
              <a:t>roduct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215" dirty="0">
                <a:solidFill>
                  <a:srgbClr val="FFFFFF"/>
                </a:solidFill>
              </a:rPr>
              <a:t>A</a:t>
            </a:r>
            <a:r>
              <a:rPr cap="small" spc="215" dirty="0">
                <a:solidFill>
                  <a:srgbClr val="FFFFFF"/>
                </a:solidFill>
              </a:rPr>
              <a:t>ttention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927798"/>
            <a:ext cx="69850" cy="1847214"/>
            <a:chOff x="513702" y="927798"/>
            <a:chExt cx="69850" cy="184721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927798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149222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370634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484056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705480"/>
              <a:ext cx="69291" cy="6929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96494" y="590832"/>
            <a:ext cx="4404995" cy="22301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Example:</a:t>
            </a:r>
            <a:r>
              <a:rPr sz="1050" spc="1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Stock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price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prediction</a:t>
            </a:r>
            <a:endParaRPr sz="1050">
              <a:latin typeface="Arial MT"/>
              <a:cs typeface="Arial MT"/>
            </a:endParaRPr>
          </a:p>
          <a:p>
            <a:pPr marL="360680" marR="408305">
              <a:lnSpc>
                <a:spcPct val="121100"/>
              </a:lnSpc>
              <a:spcBef>
                <a:spcPts val="30"/>
              </a:spcBef>
            </a:pPr>
            <a:r>
              <a:rPr sz="1050" dirty="0">
                <a:latin typeface="Arial MT"/>
                <a:cs typeface="Arial MT"/>
              </a:rPr>
              <a:t>Query:</a:t>
            </a:r>
            <a:r>
              <a:rPr sz="1050" spc="110" dirty="0">
                <a:latin typeface="Arial MT"/>
                <a:cs typeface="Arial MT"/>
              </a:rPr>
              <a:t> </a:t>
            </a:r>
            <a:r>
              <a:rPr sz="1050" b="1" dirty="0">
                <a:latin typeface="Arial"/>
                <a:cs typeface="Arial"/>
              </a:rPr>
              <a:t>q</a:t>
            </a:r>
            <a:r>
              <a:rPr sz="1050" b="1" spc="7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[</a:t>
            </a:r>
            <a:r>
              <a:rPr sz="1050" spc="-75" dirty="0">
                <a:latin typeface="Arial MT"/>
                <a:cs typeface="Arial MT"/>
              </a:rPr>
              <a:t>0</a:t>
            </a:r>
            <a:r>
              <a:rPr sz="1200" i="1" spc="-75" dirty="0">
                <a:latin typeface="Verdana"/>
                <a:cs typeface="Verdana"/>
              </a:rPr>
              <a:t>.</a:t>
            </a:r>
            <a:r>
              <a:rPr sz="1050" spc="-75" dirty="0">
                <a:latin typeface="Arial MT"/>
                <a:cs typeface="Arial MT"/>
              </a:rPr>
              <a:t>8</a:t>
            </a:r>
            <a:r>
              <a:rPr sz="1200" i="1" spc="-75" dirty="0">
                <a:latin typeface="Verdana"/>
                <a:cs typeface="Verdana"/>
              </a:rPr>
              <a:t>,</a:t>
            </a:r>
            <a:r>
              <a:rPr sz="1200" i="1" spc="-204" dirty="0">
                <a:latin typeface="Verdana"/>
                <a:cs typeface="Verdana"/>
              </a:rPr>
              <a:t> </a:t>
            </a:r>
            <a:r>
              <a:rPr sz="1050" dirty="0">
                <a:latin typeface="Arial MT"/>
                <a:cs typeface="Arial MT"/>
              </a:rPr>
              <a:t>0</a:t>
            </a:r>
            <a:r>
              <a:rPr sz="1200" i="1" dirty="0">
                <a:latin typeface="Verdana"/>
                <a:cs typeface="Verdana"/>
              </a:rPr>
              <a:t>.</a:t>
            </a:r>
            <a:r>
              <a:rPr sz="1050" dirty="0">
                <a:latin typeface="Arial MT"/>
                <a:cs typeface="Arial MT"/>
              </a:rPr>
              <a:t>6</a:t>
            </a:r>
            <a:r>
              <a:rPr sz="1200" dirty="0">
                <a:latin typeface="Tahoma"/>
                <a:cs typeface="Tahoma"/>
              </a:rPr>
              <a:t>]</a:t>
            </a:r>
            <a:r>
              <a:rPr sz="1200" baseline="31250" dirty="0">
                <a:latin typeface="Cambria"/>
                <a:cs typeface="Cambria"/>
              </a:rPr>
              <a:t>T</a:t>
            </a:r>
            <a:r>
              <a:rPr sz="1200" spc="307" baseline="31250" dirty="0">
                <a:latin typeface="Cambria"/>
                <a:cs typeface="Cambria"/>
              </a:rPr>
              <a:t> </a:t>
            </a:r>
            <a:r>
              <a:rPr sz="1050" dirty="0">
                <a:latin typeface="Arial MT"/>
                <a:cs typeface="Arial MT"/>
              </a:rPr>
              <a:t>(tomorrow’s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expected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trend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features) </a:t>
            </a:r>
            <a:r>
              <a:rPr sz="1050" dirty="0">
                <a:latin typeface="Arial MT"/>
                <a:cs typeface="Arial MT"/>
              </a:rPr>
              <a:t>Keys:</a:t>
            </a:r>
            <a:r>
              <a:rPr sz="1050" spc="95" dirty="0">
                <a:latin typeface="Arial MT"/>
                <a:cs typeface="Arial MT"/>
              </a:rPr>
              <a:t> </a:t>
            </a:r>
            <a:r>
              <a:rPr sz="1050" b="1" dirty="0">
                <a:latin typeface="Arial"/>
                <a:cs typeface="Arial"/>
              </a:rPr>
              <a:t>k</a:t>
            </a:r>
            <a:r>
              <a:rPr sz="1050" baseline="-15873" dirty="0">
                <a:latin typeface="Arial MT"/>
                <a:cs typeface="Arial MT"/>
              </a:rPr>
              <a:t>1</a:t>
            </a:r>
            <a:r>
              <a:rPr sz="1050" spc="315" baseline="-15873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[</a:t>
            </a:r>
            <a:r>
              <a:rPr sz="1050" spc="-75" dirty="0">
                <a:latin typeface="Arial MT"/>
                <a:cs typeface="Arial MT"/>
              </a:rPr>
              <a:t>0</a:t>
            </a:r>
            <a:r>
              <a:rPr sz="1200" i="1" spc="-75" dirty="0">
                <a:latin typeface="Verdana"/>
                <a:cs typeface="Verdana"/>
              </a:rPr>
              <a:t>.</a:t>
            </a:r>
            <a:r>
              <a:rPr sz="1050" spc="-75" dirty="0">
                <a:latin typeface="Arial MT"/>
                <a:cs typeface="Arial MT"/>
              </a:rPr>
              <a:t>5</a:t>
            </a:r>
            <a:r>
              <a:rPr sz="1200" i="1" spc="-75" dirty="0">
                <a:latin typeface="Verdana"/>
                <a:cs typeface="Verdana"/>
              </a:rPr>
              <a:t>,</a:t>
            </a:r>
            <a:r>
              <a:rPr sz="1200" i="1" spc="-215" dirty="0">
                <a:latin typeface="Verdana"/>
                <a:cs typeface="Verdana"/>
              </a:rPr>
              <a:t> </a:t>
            </a:r>
            <a:r>
              <a:rPr sz="1050" dirty="0">
                <a:latin typeface="Arial MT"/>
                <a:cs typeface="Arial MT"/>
              </a:rPr>
              <a:t>0</a:t>
            </a:r>
            <a:r>
              <a:rPr sz="1200" i="1" dirty="0">
                <a:latin typeface="Verdana"/>
                <a:cs typeface="Verdana"/>
              </a:rPr>
              <a:t>.</a:t>
            </a:r>
            <a:r>
              <a:rPr sz="1050" dirty="0">
                <a:latin typeface="Arial MT"/>
                <a:cs typeface="Arial MT"/>
              </a:rPr>
              <a:t>3</a:t>
            </a:r>
            <a:r>
              <a:rPr sz="1200" dirty="0">
                <a:latin typeface="Tahoma"/>
                <a:cs typeface="Tahoma"/>
              </a:rPr>
              <a:t>]</a:t>
            </a:r>
            <a:r>
              <a:rPr sz="1200" baseline="31250" dirty="0">
                <a:latin typeface="Cambria"/>
                <a:cs typeface="Cambria"/>
              </a:rPr>
              <a:t>T</a:t>
            </a:r>
            <a:r>
              <a:rPr sz="1050" dirty="0">
                <a:latin typeface="Arial MT"/>
                <a:cs typeface="Arial MT"/>
              </a:rPr>
              <a:t>,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b="1" dirty="0">
                <a:latin typeface="Arial"/>
                <a:cs typeface="Arial"/>
              </a:rPr>
              <a:t>k</a:t>
            </a:r>
            <a:r>
              <a:rPr sz="1050" baseline="-15873" dirty="0">
                <a:latin typeface="Arial MT"/>
                <a:cs typeface="Arial MT"/>
              </a:rPr>
              <a:t>2</a:t>
            </a:r>
            <a:r>
              <a:rPr sz="1050" spc="315" baseline="-15873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[</a:t>
            </a:r>
            <a:r>
              <a:rPr sz="1050" spc="-75" dirty="0">
                <a:latin typeface="Arial MT"/>
                <a:cs typeface="Arial MT"/>
              </a:rPr>
              <a:t>0</a:t>
            </a:r>
            <a:r>
              <a:rPr sz="1200" i="1" spc="-75" dirty="0">
                <a:latin typeface="Verdana"/>
                <a:cs typeface="Verdana"/>
              </a:rPr>
              <a:t>.</a:t>
            </a:r>
            <a:r>
              <a:rPr sz="1050" spc="-75" dirty="0">
                <a:latin typeface="Arial MT"/>
                <a:cs typeface="Arial MT"/>
              </a:rPr>
              <a:t>9</a:t>
            </a:r>
            <a:r>
              <a:rPr sz="1200" i="1" spc="-75" dirty="0">
                <a:latin typeface="Verdana"/>
                <a:cs typeface="Verdana"/>
              </a:rPr>
              <a:t>,</a:t>
            </a:r>
            <a:r>
              <a:rPr sz="1200" i="1" spc="-215" dirty="0">
                <a:latin typeface="Verdana"/>
                <a:cs typeface="Verdana"/>
              </a:rPr>
              <a:t> </a:t>
            </a:r>
            <a:r>
              <a:rPr sz="1050" dirty="0">
                <a:latin typeface="Arial MT"/>
                <a:cs typeface="Arial MT"/>
              </a:rPr>
              <a:t>0</a:t>
            </a:r>
            <a:r>
              <a:rPr sz="1200" i="1" dirty="0">
                <a:latin typeface="Verdana"/>
                <a:cs typeface="Verdana"/>
              </a:rPr>
              <a:t>.</a:t>
            </a:r>
            <a:r>
              <a:rPr sz="1050" dirty="0">
                <a:latin typeface="Arial MT"/>
                <a:cs typeface="Arial MT"/>
              </a:rPr>
              <a:t>7</a:t>
            </a:r>
            <a:r>
              <a:rPr sz="1200" dirty="0">
                <a:latin typeface="Tahoma"/>
                <a:cs typeface="Tahoma"/>
              </a:rPr>
              <a:t>]</a:t>
            </a:r>
            <a:r>
              <a:rPr sz="1200" baseline="31250" dirty="0">
                <a:latin typeface="Cambria"/>
                <a:cs typeface="Cambria"/>
              </a:rPr>
              <a:t>T</a:t>
            </a:r>
            <a:r>
              <a:rPr sz="1050" dirty="0">
                <a:latin typeface="Arial MT"/>
                <a:cs typeface="Arial MT"/>
              </a:rPr>
              <a:t>,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b="1" dirty="0">
                <a:latin typeface="Arial"/>
                <a:cs typeface="Arial"/>
              </a:rPr>
              <a:t>k</a:t>
            </a:r>
            <a:r>
              <a:rPr sz="1050" baseline="-15873" dirty="0">
                <a:latin typeface="Arial MT"/>
                <a:cs typeface="Arial MT"/>
              </a:rPr>
              <a:t>3</a:t>
            </a:r>
            <a:r>
              <a:rPr sz="1050" spc="315" baseline="-15873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[</a:t>
            </a:r>
            <a:r>
              <a:rPr sz="1050" spc="-75" dirty="0">
                <a:latin typeface="Arial MT"/>
                <a:cs typeface="Arial MT"/>
              </a:rPr>
              <a:t>0</a:t>
            </a:r>
            <a:r>
              <a:rPr sz="1200" i="1" spc="-75" dirty="0">
                <a:latin typeface="Verdana"/>
                <a:cs typeface="Verdana"/>
              </a:rPr>
              <a:t>.</a:t>
            </a:r>
            <a:r>
              <a:rPr sz="1050" spc="-75" dirty="0">
                <a:latin typeface="Arial MT"/>
                <a:cs typeface="Arial MT"/>
              </a:rPr>
              <a:t>4</a:t>
            </a:r>
            <a:r>
              <a:rPr sz="1200" i="1" spc="-75" dirty="0">
                <a:latin typeface="Verdana"/>
                <a:cs typeface="Verdana"/>
              </a:rPr>
              <a:t>,</a:t>
            </a:r>
            <a:r>
              <a:rPr sz="1200" i="1" spc="-215" dirty="0">
                <a:latin typeface="Verdana"/>
                <a:cs typeface="Verdana"/>
              </a:rPr>
              <a:t> </a:t>
            </a:r>
            <a:r>
              <a:rPr sz="1050" spc="-10" dirty="0">
                <a:latin typeface="Arial MT"/>
                <a:cs typeface="Arial MT"/>
              </a:rPr>
              <a:t>0</a:t>
            </a:r>
            <a:r>
              <a:rPr sz="1200" i="1" spc="-10" dirty="0">
                <a:latin typeface="Verdana"/>
                <a:cs typeface="Verdana"/>
              </a:rPr>
              <a:t>.</a:t>
            </a:r>
            <a:r>
              <a:rPr sz="1050" spc="-10" dirty="0">
                <a:latin typeface="Arial MT"/>
                <a:cs typeface="Arial MT"/>
              </a:rPr>
              <a:t>2</a:t>
            </a:r>
            <a:r>
              <a:rPr sz="1200" spc="-10" dirty="0">
                <a:latin typeface="Tahoma"/>
                <a:cs typeface="Tahoma"/>
              </a:rPr>
              <a:t>]</a:t>
            </a:r>
            <a:r>
              <a:rPr sz="1200" spc="-15" baseline="31250" dirty="0">
                <a:latin typeface="Cambria"/>
                <a:cs typeface="Cambria"/>
              </a:rPr>
              <a:t>T</a:t>
            </a:r>
            <a:endParaRPr sz="1200" baseline="31250">
              <a:latin typeface="Cambria"/>
              <a:cs typeface="Cambria"/>
            </a:endParaRPr>
          </a:p>
          <a:p>
            <a:pPr marL="360680">
              <a:lnSpc>
                <a:spcPct val="100000"/>
              </a:lnSpc>
              <a:spcBef>
                <a:spcPts val="450"/>
              </a:spcBef>
            </a:pPr>
            <a:r>
              <a:rPr sz="1050" spc="-10" dirty="0">
                <a:latin typeface="Arial MT"/>
                <a:cs typeface="Arial MT"/>
              </a:rPr>
              <a:t>Scores: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Arial MT"/>
              <a:cs typeface="Arial MT"/>
            </a:endParaRPr>
          </a:p>
          <a:p>
            <a:pPr marL="1384300">
              <a:lnSpc>
                <a:spcPct val="100000"/>
              </a:lnSpc>
            </a:pPr>
            <a:r>
              <a:rPr sz="1050" i="1" dirty="0">
                <a:latin typeface="Arial"/>
                <a:cs typeface="Arial"/>
              </a:rPr>
              <a:t>e</a:t>
            </a:r>
            <a:r>
              <a:rPr sz="1050" baseline="-15873" dirty="0">
                <a:latin typeface="Arial MT"/>
                <a:cs typeface="Arial MT"/>
              </a:rPr>
              <a:t>1</a:t>
            </a:r>
            <a:r>
              <a:rPr sz="1050" spc="330" baseline="-15873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spc="-35" dirty="0">
                <a:latin typeface="Arial MT"/>
                <a:cs typeface="Arial MT"/>
              </a:rPr>
              <a:t>0</a:t>
            </a:r>
            <a:r>
              <a:rPr sz="1200" i="1" spc="-35" dirty="0">
                <a:latin typeface="Verdana"/>
                <a:cs typeface="Verdana"/>
              </a:rPr>
              <a:t>.</a:t>
            </a:r>
            <a:r>
              <a:rPr sz="1050" spc="-35" dirty="0">
                <a:latin typeface="Arial MT"/>
                <a:cs typeface="Arial MT"/>
              </a:rPr>
              <a:t>8</a:t>
            </a:r>
            <a:r>
              <a:rPr sz="1200" spc="-35" dirty="0">
                <a:latin typeface="Tahoma"/>
                <a:cs typeface="Tahoma"/>
              </a:rPr>
              <a:t>(</a:t>
            </a:r>
            <a:r>
              <a:rPr sz="1050" spc="-35" dirty="0">
                <a:latin typeface="Arial MT"/>
                <a:cs typeface="Arial MT"/>
              </a:rPr>
              <a:t>0</a:t>
            </a:r>
            <a:r>
              <a:rPr sz="1200" i="1" spc="-35" dirty="0">
                <a:latin typeface="Verdana"/>
                <a:cs typeface="Verdana"/>
              </a:rPr>
              <a:t>.</a:t>
            </a:r>
            <a:r>
              <a:rPr sz="1050" spc="-35" dirty="0">
                <a:latin typeface="Arial MT"/>
                <a:cs typeface="Arial MT"/>
              </a:rPr>
              <a:t>5</a:t>
            </a:r>
            <a:r>
              <a:rPr sz="1200" spc="-35" dirty="0">
                <a:latin typeface="Tahoma"/>
                <a:cs typeface="Tahoma"/>
              </a:rPr>
              <a:t>)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050" spc="-30" dirty="0">
                <a:latin typeface="Arial MT"/>
                <a:cs typeface="Arial MT"/>
              </a:rPr>
              <a:t>0</a:t>
            </a:r>
            <a:r>
              <a:rPr sz="1200" i="1" spc="-30" dirty="0">
                <a:latin typeface="Verdana"/>
                <a:cs typeface="Verdana"/>
              </a:rPr>
              <a:t>.</a:t>
            </a:r>
            <a:r>
              <a:rPr sz="1050" spc="-30" dirty="0">
                <a:latin typeface="Arial MT"/>
                <a:cs typeface="Arial MT"/>
              </a:rPr>
              <a:t>6</a:t>
            </a:r>
            <a:r>
              <a:rPr sz="1200" spc="-30" dirty="0">
                <a:latin typeface="Tahoma"/>
                <a:cs typeface="Tahoma"/>
              </a:rPr>
              <a:t>(</a:t>
            </a:r>
            <a:r>
              <a:rPr sz="1050" spc="-30" dirty="0">
                <a:latin typeface="Arial MT"/>
                <a:cs typeface="Arial MT"/>
              </a:rPr>
              <a:t>0</a:t>
            </a:r>
            <a:r>
              <a:rPr sz="1200" i="1" spc="-30" dirty="0">
                <a:latin typeface="Verdana"/>
                <a:cs typeface="Verdana"/>
              </a:rPr>
              <a:t>.</a:t>
            </a:r>
            <a:r>
              <a:rPr sz="1050" spc="-30" dirty="0">
                <a:latin typeface="Arial MT"/>
                <a:cs typeface="Arial MT"/>
              </a:rPr>
              <a:t>3</a:t>
            </a:r>
            <a:r>
              <a:rPr sz="1200" spc="-30" dirty="0">
                <a:latin typeface="Tahoma"/>
                <a:cs typeface="Tahoma"/>
              </a:rPr>
              <a:t>)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spc="-20" dirty="0">
                <a:latin typeface="Arial MT"/>
                <a:cs typeface="Arial MT"/>
              </a:rPr>
              <a:t>0</a:t>
            </a:r>
            <a:r>
              <a:rPr sz="1200" i="1" spc="-20" dirty="0">
                <a:latin typeface="Verdana"/>
                <a:cs typeface="Verdana"/>
              </a:rPr>
              <a:t>.</a:t>
            </a:r>
            <a:r>
              <a:rPr sz="1050" spc="-20" dirty="0">
                <a:latin typeface="Arial MT"/>
                <a:cs typeface="Arial MT"/>
              </a:rPr>
              <a:t>58</a:t>
            </a:r>
            <a:endParaRPr sz="1050">
              <a:latin typeface="Arial MT"/>
              <a:cs typeface="Arial MT"/>
            </a:endParaRPr>
          </a:p>
          <a:p>
            <a:pPr marL="1384300">
              <a:lnSpc>
                <a:spcPct val="100000"/>
              </a:lnSpc>
              <a:spcBef>
                <a:spcPts val="305"/>
              </a:spcBef>
              <a:tabLst>
                <a:tab pos="3510279" algn="l"/>
              </a:tabLst>
            </a:pPr>
            <a:r>
              <a:rPr sz="1050" i="1" dirty="0">
                <a:latin typeface="Arial"/>
                <a:cs typeface="Arial"/>
              </a:rPr>
              <a:t>e</a:t>
            </a:r>
            <a:r>
              <a:rPr sz="1050" baseline="-15873" dirty="0">
                <a:latin typeface="Arial MT"/>
                <a:cs typeface="Arial MT"/>
              </a:rPr>
              <a:t>2</a:t>
            </a:r>
            <a:r>
              <a:rPr sz="1050" spc="330" baseline="-15873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spc="-35" dirty="0">
                <a:latin typeface="Arial MT"/>
                <a:cs typeface="Arial MT"/>
              </a:rPr>
              <a:t>0</a:t>
            </a:r>
            <a:r>
              <a:rPr sz="1200" i="1" spc="-35" dirty="0">
                <a:latin typeface="Verdana"/>
                <a:cs typeface="Verdana"/>
              </a:rPr>
              <a:t>.</a:t>
            </a:r>
            <a:r>
              <a:rPr sz="1050" spc="-35" dirty="0">
                <a:latin typeface="Arial MT"/>
                <a:cs typeface="Arial MT"/>
              </a:rPr>
              <a:t>8</a:t>
            </a:r>
            <a:r>
              <a:rPr sz="1200" spc="-35" dirty="0">
                <a:latin typeface="Tahoma"/>
                <a:cs typeface="Tahoma"/>
              </a:rPr>
              <a:t>(</a:t>
            </a:r>
            <a:r>
              <a:rPr sz="1050" spc="-35" dirty="0">
                <a:latin typeface="Arial MT"/>
                <a:cs typeface="Arial MT"/>
              </a:rPr>
              <a:t>0</a:t>
            </a:r>
            <a:r>
              <a:rPr sz="1200" i="1" spc="-35" dirty="0">
                <a:latin typeface="Verdana"/>
                <a:cs typeface="Verdana"/>
              </a:rPr>
              <a:t>.</a:t>
            </a:r>
            <a:r>
              <a:rPr sz="1050" spc="-35" dirty="0">
                <a:latin typeface="Arial MT"/>
                <a:cs typeface="Arial MT"/>
              </a:rPr>
              <a:t>9</a:t>
            </a:r>
            <a:r>
              <a:rPr sz="1200" spc="-35" dirty="0">
                <a:latin typeface="Tahoma"/>
                <a:cs typeface="Tahoma"/>
              </a:rPr>
              <a:t>)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050" spc="-30" dirty="0">
                <a:latin typeface="Arial MT"/>
                <a:cs typeface="Arial MT"/>
              </a:rPr>
              <a:t>0</a:t>
            </a:r>
            <a:r>
              <a:rPr sz="1200" i="1" spc="-30" dirty="0">
                <a:latin typeface="Verdana"/>
                <a:cs typeface="Verdana"/>
              </a:rPr>
              <a:t>.</a:t>
            </a:r>
            <a:r>
              <a:rPr sz="1050" spc="-30" dirty="0">
                <a:latin typeface="Arial MT"/>
                <a:cs typeface="Arial MT"/>
              </a:rPr>
              <a:t>6</a:t>
            </a:r>
            <a:r>
              <a:rPr sz="1200" spc="-30" dirty="0">
                <a:latin typeface="Tahoma"/>
                <a:cs typeface="Tahoma"/>
              </a:rPr>
              <a:t>(</a:t>
            </a:r>
            <a:r>
              <a:rPr sz="1050" spc="-30" dirty="0">
                <a:latin typeface="Arial MT"/>
                <a:cs typeface="Arial MT"/>
              </a:rPr>
              <a:t>0</a:t>
            </a:r>
            <a:r>
              <a:rPr sz="1200" i="1" spc="-30" dirty="0">
                <a:latin typeface="Verdana"/>
                <a:cs typeface="Verdana"/>
              </a:rPr>
              <a:t>.</a:t>
            </a:r>
            <a:r>
              <a:rPr sz="1050" spc="-30" dirty="0">
                <a:latin typeface="Arial MT"/>
                <a:cs typeface="Arial MT"/>
              </a:rPr>
              <a:t>7</a:t>
            </a:r>
            <a:r>
              <a:rPr sz="1200" spc="-30" dirty="0">
                <a:latin typeface="Tahoma"/>
                <a:cs typeface="Tahoma"/>
              </a:rPr>
              <a:t>)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spc="-20" dirty="0">
                <a:latin typeface="Arial MT"/>
                <a:cs typeface="Arial MT"/>
              </a:rPr>
              <a:t>1</a:t>
            </a:r>
            <a:r>
              <a:rPr sz="1200" i="1" spc="-20" dirty="0">
                <a:latin typeface="Verdana"/>
                <a:cs typeface="Verdana"/>
              </a:rPr>
              <a:t>.</a:t>
            </a:r>
            <a:r>
              <a:rPr sz="1050" spc="-20" dirty="0">
                <a:latin typeface="Arial MT"/>
                <a:cs typeface="Arial MT"/>
              </a:rPr>
              <a:t>14</a:t>
            </a:r>
            <a:r>
              <a:rPr sz="1050" dirty="0">
                <a:latin typeface="Arial MT"/>
                <a:cs typeface="Arial MT"/>
              </a:rPr>
              <a:t>	</a:t>
            </a:r>
            <a:r>
              <a:rPr sz="1050" spc="-10" dirty="0">
                <a:latin typeface="Arial MT"/>
                <a:cs typeface="Arial MT"/>
              </a:rPr>
              <a:t>(highest!)</a:t>
            </a:r>
            <a:endParaRPr sz="1050">
              <a:latin typeface="Arial MT"/>
              <a:cs typeface="Arial MT"/>
            </a:endParaRPr>
          </a:p>
          <a:p>
            <a:pPr marL="1384300">
              <a:lnSpc>
                <a:spcPct val="100000"/>
              </a:lnSpc>
              <a:spcBef>
                <a:spcPts val="300"/>
              </a:spcBef>
            </a:pPr>
            <a:r>
              <a:rPr sz="1050" i="1" dirty="0">
                <a:latin typeface="Arial"/>
                <a:cs typeface="Arial"/>
              </a:rPr>
              <a:t>e</a:t>
            </a:r>
            <a:r>
              <a:rPr sz="1050" baseline="-15873" dirty="0">
                <a:latin typeface="Arial MT"/>
                <a:cs typeface="Arial MT"/>
              </a:rPr>
              <a:t>3</a:t>
            </a:r>
            <a:r>
              <a:rPr sz="1050" spc="330" baseline="-15873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spc="-35" dirty="0">
                <a:latin typeface="Arial MT"/>
                <a:cs typeface="Arial MT"/>
              </a:rPr>
              <a:t>0</a:t>
            </a:r>
            <a:r>
              <a:rPr sz="1200" i="1" spc="-35" dirty="0">
                <a:latin typeface="Verdana"/>
                <a:cs typeface="Verdana"/>
              </a:rPr>
              <a:t>.</a:t>
            </a:r>
            <a:r>
              <a:rPr sz="1050" spc="-35" dirty="0">
                <a:latin typeface="Arial MT"/>
                <a:cs typeface="Arial MT"/>
              </a:rPr>
              <a:t>8</a:t>
            </a:r>
            <a:r>
              <a:rPr sz="1200" spc="-35" dirty="0">
                <a:latin typeface="Tahoma"/>
                <a:cs typeface="Tahoma"/>
              </a:rPr>
              <a:t>(</a:t>
            </a:r>
            <a:r>
              <a:rPr sz="1050" spc="-35" dirty="0">
                <a:latin typeface="Arial MT"/>
                <a:cs typeface="Arial MT"/>
              </a:rPr>
              <a:t>0</a:t>
            </a:r>
            <a:r>
              <a:rPr sz="1200" i="1" spc="-35" dirty="0">
                <a:latin typeface="Verdana"/>
                <a:cs typeface="Verdana"/>
              </a:rPr>
              <a:t>.</a:t>
            </a:r>
            <a:r>
              <a:rPr sz="1050" spc="-35" dirty="0">
                <a:latin typeface="Arial MT"/>
                <a:cs typeface="Arial MT"/>
              </a:rPr>
              <a:t>4</a:t>
            </a:r>
            <a:r>
              <a:rPr sz="1200" spc="-35" dirty="0">
                <a:latin typeface="Tahoma"/>
                <a:cs typeface="Tahoma"/>
              </a:rPr>
              <a:t>)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050" spc="-30" dirty="0">
                <a:latin typeface="Arial MT"/>
                <a:cs typeface="Arial MT"/>
              </a:rPr>
              <a:t>0</a:t>
            </a:r>
            <a:r>
              <a:rPr sz="1200" i="1" spc="-30" dirty="0">
                <a:latin typeface="Verdana"/>
                <a:cs typeface="Verdana"/>
              </a:rPr>
              <a:t>.</a:t>
            </a:r>
            <a:r>
              <a:rPr sz="1050" spc="-30" dirty="0">
                <a:latin typeface="Arial MT"/>
                <a:cs typeface="Arial MT"/>
              </a:rPr>
              <a:t>6</a:t>
            </a:r>
            <a:r>
              <a:rPr sz="1200" spc="-30" dirty="0">
                <a:latin typeface="Tahoma"/>
                <a:cs typeface="Tahoma"/>
              </a:rPr>
              <a:t>(</a:t>
            </a:r>
            <a:r>
              <a:rPr sz="1050" spc="-30" dirty="0">
                <a:latin typeface="Arial MT"/>
                <a:cs typeface="Arial MT"/>
              </a:rPr>
              <a:t>0</a:t>
            </a:r>
            <a:r>
              <a:rPr sz="1200" i="1" spc="-30" dirty="0">
                <a:latin typeface="Verdana"/>
                <a:cs typeface="Verdana"/>
              </a:rPr>
              <a:t>.</a:t>
            </a:r>
            <a:r>
              <a:rPr sz="1050" spc="-30" dirty="0">
                <a:latin typeface="Arial MT"/>
                <a:cs typeface="Arial MT"/>
              </a:rPr>
              <a:t>2</a:t>
            </a:r>
            <a:r>
              <a:rPr sz="1200" spc="-30" dirty="0">
                <a:latin typeface="Tahoma"/>
                <a:cs typeface="Tahoma"/>
              </a:rPr>
              <a:t>)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spc="-20" dirty="0">
                <a:latin typeface="Arial MT"/>
                <a:cs typeface="Arial MT"/>
              </a:rPr>
              <a:t>0</a:t>
            </a:r>
            <a:r>
              <a:rPr sz="1200" i="1" spc="-20" dirty="0">
                <a:latin typeface="Verdana"/>
                <a:cs typeface="Verdana"/>
              </a:rPr>
              <a:t>.</a:t>
            </a:r>
            <a:r>
              <a:rPr sz="1050" spc="-20" dirty="0">
                <a:latin typeface="Arial MT"/>
                <a:cs typeface="Arial MT"/>
              </a:rPr>
              <a:t>44</a:t>
            </a:r>
            <a:endParaRPr sz="1050">
              <a:latin typeface="Arial MT"/>
              <a:cs typeface="Arial MT"/>
            </a:endParaRPr>
          </a:p>
          <a:p>
            <a:pPr marL="360680" marR="43180">
              <a:lnSpc>
                <a:spcPct val="121100"/>
              </a:lnSpc>
              <a:spcBef>
                <a:spcPts val="900"/>
              </a:spcBef>
            </a:pPr>
            <a:r>
              <a:rPr sz="1050" dirty="0">
                <a:latin typeface="Arial MT"/>
                <a:cs typeface="Arial MT"/>
              </a:rPr>
              <a:t>Weights:</a:t>
            </a:r>
            <a:r>
              <a:rPr sz="1050" spc="80" dirty="0">
                <a:latin typeface="Arial MT"/>
                <a:cs typeface="Arial MT"/>
              </a:rPr>
              <a:t> </a:t>
            </a:r>
            <a:r>
              <a:rPr sz="1200" i="1" dirty="0">
                <a:latin typeface="Verdana"/>
                <a:cs typeface="Verdana"/>
              </a:rPr>
              <a:t>α</a:t>
            </a:r>
            <a:r>
              <a:rPr sz="1050" baseline="-15873" dirty="0">
                <a:latin typeface="Arial MT"/>
                <a:cs typeface="Arial MT"/>
              </a:rPr>
              <a:t>1</a:t>
            </a:r>
            <a:r>
              <a:rPr sz="1050" spc="292" baseline="-15873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050" spc="-10" dirty="0">
                <a:latin typeface="Arial MT"/>
                <a:cs typeface="Arial MT"/>
              </a:rPr>
              <a:t>0</a:t>
            </a:r>
            <a:r>
              <a:rPr sz="1200" i="1" spc="-10" dirty="0">
                <a:latin typeface="Verdana"/>
                <a:cs typeface="Verdana"/>
              </a:rPr>
              <a:t>.</a:t>
            </a:r>
            <a:r>
              <a:rPr sz="1050" spc="-10" dirty="0">
                <a:latin typeface="Arial MT"/>
                <a:cs typeface="Arial MT"/>
              </a:rPr>
              <a:t>21,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200" i="1" dirty="0">
                <a:latin typeface="Verdana"/>
                <a:cs typeface="Verdana"/>
              </a:rPr>
              <a:t>α</a:t>
            </a:r>
            <a:r>
              <a:rPr sz="1050" baseline="-15873" dirty="0">
                <a:latin typeface="Arial MT"/>
                <a:cs typeface="Arial MT"/>
              </a:rPr>
              <a:t>2</a:t>
            </a:r>
            <a:r>
              <a:rPr sz="1050" spc="292" baseline="-15873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050" spc="-10" dirty="0">
                <a:latin typeface="Arial MT"/>
                <a:cs typeface="Arial MT"/>
              </a:rPr>
              <a:t>0</a:t>
            </a:r>
            <a:r>
              <a:rPr sz="1200" i="1" spc="-10" dirty="0">
                <a:latin typeface="Verdana"/>
                <a:cs typeface="Verdana"/>
              </a:rPr>
              <a:t>.</a:t>
            </a:r>
            <a:r>
              <a:rPr sz="1050" spc="-10" dirty="0">
                <a:latin typeface="Arial MT"/>
                <a:cs typeface="Arial MT"/>
              </a:rPr>
              <a:t>62,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200" i="1" dirty="0">
                <a:latin typeface="Verdana"/>
                <a:cs typeface="Verdana"/>
              </a:rPr>
              <a:t>α</a:t>
            </a:r>
            <a:r>
              <a:rPr sz="1050" baseline="-15873" dirty="0">
                <a:latin typeface="Arial MT"/>
                <a:cs typeface="Arial MT"/>
              </a:rPr>
              <a:t>3</a:t>
            </a:r>
            <a:r>
              <a:rPr sz="1050" spc="292" baseline="-15873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050" spc="-10" dirty="0">
                <a:latin typeface="Arial MT"/>
                <a:cs typeface="Arial MT"/>
              </a:rPr>
              <a:t>0</a:t>
            </a:r>
            <a:r>
              <a:rPr sz="1200" i="1" spc="-10" dirty="0">
                <a:latin typeface="Verdana"/>
                <a:cs typeface="Verdana"/>
              </a:rPr>
              <a:t>.</a:t>
            </a:r>
            <a:r>
              <a:rPr sz="1050" spc="-10" dirty="0">
                <a:latin typeface="Arial MT"/>
                <a:cs typeface="Arial MT"/>
              </a:rPr>
              <a:t>17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(after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softmax)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Interpretation:</a:t>
            </a:r>
            <a:r>
              <a:rPr sz="1050" spc="1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Day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most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aligned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query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200" spc="190" dirty="0">
                <a:latin typeface="Cambria"/>
                <a:cs typeface="Cambria"/>
              </a:rPr>
              <a:t>→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050" dirty="0">
                <a:latin typeface="Arial MT"/>
                <a:cs typeface="Arial MT"/>
              </a:rPr>
              <a:t>highest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attention.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11" name="object 1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7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7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7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7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56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52373CA-FF78-93E5-ACB4-AF993BB1AD76}"/>
                  </a:ext>
                </a:extLst>
              </p14:cNvPr>
              <p14:cNvContentPartPr/>
              <p14:nvPr/>
            </p14:nvContentPartPr>
            <p14:xfrm>
              <a:off x="1023480" y="791280"/>
              <a:ext cx="4702680" cy="21384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52373CA-FF78-93E5-ACB4-AF993BB1AD7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4120" y="781920"/>
                <a:ext cx="4721400" cy="2157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75" dirty="0">
                <a:solidFill>
                  <a:srgbClr val="FFFFFF"/>
                </a:solidFill>
              </a:rPr>
              <a:t>S</a:t>
            </a:r>
            <a:r>
              <a:rPr cap="small" spc="275" dirty="0">
                <a:solidFill>
                  <a:srgbClr val="FFFFFF"/>
                </a:solidFill>
              </a:rPr>
              <a:t>caled</a:t>
            </a:r>
            <a:r>
              <a:rPr spc="280" dirty="0">
                <a:solidFill>
                  <a:srgbClr val="FFFFFF"/>
                </a:solidFill>
              </a:rPr>
              <a:t> D</a:t>
            </a:r>
            <a:r>
              <a:rPr cap="small" spc="280" dirty="0">
                <a:solidFill>
                  <a:srgbClr val="FFFFFF"/>
                </a:solidFill>
              </a:rPr>
              <a:t>ot</a:t>
            </a:r>
            <a:r>
              <a:rPr spc="280" dirty="0">
                <a:solidFill>
                  <a:srgbClr val="FFFFFF"/>
                </a:solidFill>
              </a:rPr>
              <a:t>-</a:t>
            </a:r>
            <a:r>
              <a:rPr spc="260" dirty="0">
                <a:solidFill>
                  <a:srgbClr val="FFFFFF"/>
                </a:solidFill>
              </a:rPr>
              <a:t>P</a:t>
            </a:r>
            <a:r>
              <a:rPr cap="small" spc="260" dirty="0">
                <a:solidFill>
                  <a:srgbClr val="FFFFFF"/>
                </a:solidFill>
              </a:rPr>
              <a:t>roduct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15" dirty="0">
                <a:solidFill>
                  <a:srgbClr val="FFFFFF"/>
                </a:solidFill>
              </a:rPr>
              <a:t>A</a:t>
            </a:r>
            <a:r>
              <a:rPr cap="small" spc="215" dirty="0">
                <a:solidFill>
                  <a:srgbClr val="FFFFFF"/>
                </a:solidFill>
              </a:rPr>
              <a:t>ttention</a:t>
            </a:r>
          </a:p>
        </p:txBody>
      </p:sp>
      <p:sp>
        <p:nvSpPr>
          <p:cNvPr id="3" name="object 3"/>
          <p:cNvSpPr/>
          <p:nvPr/>
        </p:nvSpPr>
        <p:spPr>
          <a:xfrm>
            <a:off x="2968269" y="753986"/>
            <a:ext cx="137160" cy="0"/>
          </a:xfrm>
          <a:custGeom>
            <a:avLst/>
            <a:gdLst/>
            <a:ahLst/>
            <a:cxnLst/>
            <a:rect l="l" t="t" r="r" b="b"/>
            <a:pathLst>
              <a:path w="137160">
                <a:moveTo>
                  <a:pt x="0" y="0"/>
                </a:moveTo>
                <a:lnTo>
                  <a:pt x="136956" y="0"/>
                </a:lnTo>
              </a:path>
            </a:pathLst>
          </a:custGeom>
          <a:ln w="60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9194" y="523681"/>
            <a:ext cx="483933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1778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Problem:</a:t>
            </a:r>
            <a:r>
              <a:rPr sz="1050" spc="11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large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dimension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d</a:t>
            </a:r>
            <a:r>
              <a:rPr sz="1050" i="1" spc="-180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,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dot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products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grow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large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200" spc="190" dirty="0">
                <a:latin typeface="Cambria"/>
                <a:cs typeface="Cambria"/>
              </a:rPr>
              <a:t>→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050" dirty="0">
                <a:latin typeface="Arial MT"/>
                <a:cs typeface="Arial MT"/>
              </a:rPr>
              <a:t>softmax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saturates.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Solution</a:t>
            </a:r>
            <a:r>
              <a:rPr sz="1050" spc="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(Vaswani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et</a:t>
            </a:r>
            <a:r>
              <a:rPr sz="1050" spc="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al.,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2017):</a:t>
            </a:r>
            <a:r>
              <a:rPr sz="1050" spc="9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Scale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by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800" spc="104" baseline="41666" dirty="0">
                <a:latin typeface="Cambria"/>
                <a:cs typeface="Cambria"/>
              </a:rPr>
              <a:t>√</a:t>
            </a:r>
            <a:r>
              <a:rPr sz="1050" i="1" spc="70" dirty="0">
                <a:latin typeface="Arial"/>
                <a:cs typeface="Arial"/>
              </a:rPr>
              <a:t>d</a:t>
            </a:r>
            <a:r>
              <a:rPr sz="1050" i="1" spc="104" baseline="-15873" dirty="0">
                <a:latin typeface="Arial"/>
                <a:cs typeface="Arial"/>
              </a:rPr>
              <a:t>k</a:t>
            </a:r>
            <a:r>
              <a:rPr sz="1050" i="1" spc="382" baseline="-15873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normalize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variance.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13702" y="2425776"/>
            <a:ext cx="69850" cy="512445"/>
            <a:chOff x="513702" y="2425776"/>
            <a:chExt cx="69850" cy="51244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425776"/>
              <a:ext cx="69291" cy="692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647200"/>
              <a:ext cx="69291" cy="6929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868612"/>
              <a:ext cx="69291" cy="69291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47294" y="2069400"/>
            <a:ext cx="3875404" cy="91122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Benefits:</a:t>
            </a:r>
            <a:endParaRPr sz="1050">
              <a:latin typeface="Arial MT"/>
              <a:cs typeface="Arial MT"/>
            </a:endParaRPr>
          </a:p>
          <a:p>
            <a:pPr marL="309880" marR="5080">
              <a:lnSpc>
                <a:spcPct val="138400"/>
              </a:lnSpc>
            </a:pPr>
            <a:r>
              <a:rPr sz="1050" dirty="0">
                <a:latin typeface="Arial MT"/>
                <a:cs typeface="Arial MT"/>
              </a:rPr>
              <a:t>Keeps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scores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reasonable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range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regardless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dimension </a:t>
            </a:r>
            <a:r>
              <a:rPr sz="1050" dirty="0">
                <a:latin typeface="Arial MT"/>
                <a:cs typeface="Arial MT"/>
              </a:rPr>
              <a:t>Prevents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vanishing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gradients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softmax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84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Standard</a:t>
            </a:r>
            <a:r>
              <a:rPr sz="1050" spc="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all</a:t>
            </a:r>
            <a:r>
              <a:rPr sz="1050" spc="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Transformer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models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5" name="object 2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5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5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5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5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57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8CDEBF6-E72B-9228-9E2E-C210A2C0CA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832" y="1057986"/>
            <a:ext cx="2794136" cy="10209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9642630-6D35-3FCD-E0CC-C8E97095F33F}"/>
                  </a:ext>
                </a:extLst>
              </p14:cNvPr>
              <p14:cNvContentPartPr/>
              <p14:nvPr/>
            </p14:nvContentPartPr>
            <p14:xfrm>
              <a:off x="1689480" y="889200"/>
              <a:ext cx="3904560" cy="1912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9642630-6D35-3FCD-E0CC-C8E97095F33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80120" y="879840"/>
                <a:ext cx="3923280" cy="193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25" dirty="0">
                <a:solidFill>
                  <a:srgbClr val="FFFFFF"/>
                </a:solidFill>
              </a:rPr>
              <a:t>W</a:t>
            </a:r>
            <a:r>
              <a:rPr cap="small" spc="325" dirty="0">
                <a:solidFill>
                  <a:srgbClr val="FFFFFF"/>
                </a:solidFill>
              </a:rPr>
              <a:t>hy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50" dirty="0">
                <a:solidFill>
                  <a:srgbClr val="FFFFFF"/>
                </a:solidFill>
              </a:rPr>
              <a:t>S</a:t>
            </a:r>
            <a:r>
              <a:rPr cap="small" spc="250" dirty="0">
                <a:solidFill>
                  <a:srgbClr val="FFFFFF"/>
                </a:solidFill>
              </a:rPr>
              <a:t>caling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45" dirty="0">
                <a:solidFill>
                  <a:srgbClr val="FFFFFF"/>
                </a:solidFill>
              </a:rPr>
              <a:t>M</a:t>
            </a:r>
            <a:r>
              <a:rPr cap="small" spc="245" dirty="0">
                <a:solidFill>
                  <a:srgbClr val="FFFFFF"/>
                </a:solidFill>
              </a:rPr>
              <a:t>atters</a:t>
            </a:r>
            <a:r>
              <a:rPr spc="245" dirty="0">
                <a:solidFill>
                  <a:srgbClr val="FFFFFF"/>
                </a:solidFill>
              </a:rPr>
              <a:t>:</a:t>
            </a:r>
            <a:r>
              <a:rPr spc="484" dirty="0">
                <a:solidFill>
                  <a:srgbClr val="FFFFFF"/>
                </a:solidFill>
              </a:rPr>
              <a:t> </a:t>
            </a:r>
            <a:r>
              <a:rPr spc="270" dirty="0">
                <a:solidFill>
                  <a:srgbClr val="FFFFFF"/>
                </a:solidFill>
              </a:rPr>
              <a:t>G</a:t>
            </a:r>
            <a:r>
              <a:rPr cap="small" spc="270" dirty="0">
                <a:solidFill>
                  <a:srgbClr val="FFFFFF"/>
                </a:solidFill>
              </a:rPr>
              <a:t>radient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195" dirty="0">
                <a:solidFill>
                  <a:srgbClr val="FFFFFF"/>
                </a:solidFill>
              </a:rPr>
              <a:t>F</a:t>
            </a:r>
            <a:r>
              <a:rPr cap="small" spc="195" dirty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70527"/>
            <a:ext cx="232791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Effect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of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scaling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on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softmax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gradients: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22502" y="1000065"/>
            <a:ext cx="1203960" cy="744855"/>
            <a:chOff x="1522502" y="1000065"/>
            <a:chExt cx="1203960" cy="744855"/>
          </a:xfrm>
        </p:grpSpPr>
        <p:sp>
          <p:nvSpPr>
            <p:cNvPr id="5" name="object 5"/>
            <p:cNvSpPr/>
            <p:nvPr/>
          </p:nvSpPr>
          <p:spPr>
            <a:xfrm>
              <a:off x="1524724" y="1002288"/>
              <a:ext cx="1199515" cy="740410"/>
            </a:xfrm>
            <a:custGeom>
              <a:avLst/>
              <a:gdLst/>
              <a:ahLst/>
              <a:cxnLst/>
              <a:rect l="l" t="t" r="r" b="b"/>
              <a:pathLst>
                <a:path w="1199514" h="740410">
                  <a:moveTo>
                    <a:pt x="199839" y="740042"/>
                  </a:moveTo>
                  <a:lnTo>
                    <a:pt x="199839" y="694143"/>
                  </a:lnTo>
                </a:path>
                <a:path w="1199514" h="740410">
                  <a:moveTo>
                    <a:pt x="599517" y="740042"/>
                  </a:moveTo>
                  <a:lnTo>
                    <a:pt x="599517" y="694143"/>
                  </a:lnTo>
                </a:path>
                <a:path w="1199514" h="740410">
                  <a:moveTo>
                    <a:pt x="999196" y="740042"/>
                  </a:moveTo>
                  <a:lnTo>
                    <a:pt x="999196" y="694143"/>
                  </a:lnTo>
                </a:path>
                <a:path w="1199514" h="740410">
                  <a:moveTo>
                    <a:pt x="199839" y="0"/>
                  </a:moveTo>
                  <a:lnTo>
                    <a:pt x="199839" y="45899"/>
                  </a:lnTo>
                </a:path>
                <a:path w="1199514" h="740410">
                  <a:moveTo>
                    <a:pt x="599517" y="0"/>
                  </a:moveTo>
                  <a:lnTo>
                    <a:pt x="599517" y="45899"/>
                  </a:lnTo>
                </a:path>
                <a:path w="1199514" h="740410">
                  <a:moveTo>
                    <a:pt x="999196" y="0"/>
                  </a:moveTo>
                  <a:lnTo>
                    <a:pt x="999196" y="45899"/>
                  </a:lnTo>
                </a:path>
                <a:path w="1199514" h="740410">
                  <a:moveTo>
                    <a:pt x="0" y="740042"/>
                  </a:moveTo>
                  <a:lnTo>
                    <a:pt x="45900" y="740042"/>
                  </a:lnTo>
                </a:path>
                <a:path w="1199514" h="740410">
                  <a:moveTo>
                    <a:pt x="0" y="403659"/>
                  </a:moveTo>
                  <a:lnTo>
                    <a:pt x="45900" y="403659"/>
                  </a:lnTo>
                </a:path>
                <a:path w="1199514" h="740410">
                  <a:moveTo>
                    <a:pt x="0" y="67276"/>
                  </a:moveTo>
                  <a:lnTo>
                    <a:pt x="45900" y="67276"/>
                  </a:lnTo>
                </a:path>
                <a:path w="1199514" h="740410">
                  <a:moveTo>
                    <a:pt x="1199035" y="740042"/>
                  </a:moveTo>
                  <a:lnTo>
                    <a:pt x="1153135" y="740042"/>
                  </a:lnTo>
                </a:path>
                <a:path w="1199514" h="740410">
                  <a:moveTo>
                    <a:pt x="1199035" y="403659"/>
                  </a:moveTo>
                  <a:lnTo>
                    <a:pt x="1153135" y="403659"/>
                  </a:lnTo>
                </a:path>
                <a:path w="1199514" h="740410">
                  <a:moveTo>
                    <a:pt x="1199035" y="67276"/>
                  </a:moveTo>
                  <a:lnTo>
                    <a:pt x="1153135" y="67276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24724" y="1002288"/>
              <a:ext cx="1199515" cy="740410"/>
            </a:xfrm>
            <a:custGeom>
              <a:avLst/>
              <a:gdLst/>
              <a:ahLst/>
              <a:cxnLst/>
              <a:rect l="l" t="t" r="r" b="b"/>
              <a:pathLst>
                <a:path w="1199514" h="740410">
                  <a:moveTo>
                    <a:pt x="0" y="740042"/>
                  </a:moveTo>
                  <a:lnTo>
                    <a:pt x="0" y="0"/>
                  </a:lnTo>
                  <a:lnTo>
                    <a:pt x="1199035" y="0"/>
                  </a:lnTo>
                  <a:lnTo>
                    <a:pt x="1199035" y="740042"/>
                  </a:lnTo>
                  <a:lnTo>
                    <a:pt x="0" y="740042"/>
                  </a:lnTo>
                  <a:close/>
                </a:path>
              </a:pathLst>
            </a:custGeom>
            <a:ln w="43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97099" y="1723260"/>
            <a:ext cx="1004569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94665" algn="l"/>
                <a:tab pos="861694" algn="l"/>
              </a:tabLst>
            </a:pPr>
            <a:r>
              <a:rPr sz="1000" spc="55" dirty="0">
                <a:latin typeface="Cambria"/>
                <a:cs typeface="Cambria"/>
              </a:rPr>
              <a:t>−</a:t>
            </a:r>
            <a:r>
              <a:rPr sz="900" spc="55" dirty="0">
                <a:latin typeface="Arial MT"/>
                <a:cs typeface="Arial MT"/>
              </a:rPr>
              <a:t>10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50" dirty="0">
                <a:latin typeface="Arial MT"/>
                <a:cs typeface="Arial MT"/>
              </a:rPr>
              <a:t>0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5" dirty="0">
                <a:latin typeface="Arial MT"/>
                <a:cs typeface="Arial MT"/>
              </a:rPr>
              <a:t>10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589" y="1653433"/>
            <a:ext cx="90170" cy="165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spc="-50" dirty="0">
                <a:latin typeface="Arial MT"/>
                <a:cs typeface="Arial MT"/>
              </a:rPr>
              <a:t>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6908" y="1304155"/>
            <a:ext cx="189865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25" dirty="0">
                <a:latin typeface="Arial MT"/>
                <a:cs typeface="Arial MT"/>
              </a:rPr>
              <a:t>0</a:t>
            </a:r>
            <a:r>
              <a:rPr sz="1000" i="1" spc="-25" dirty="0">
                <a:latin typeface="Verdana"/>
                <a:cs typeface="Verdana"/>
              </a:rPr>
              <a:t>.</a:t>
            </a:r>
            <a:r>
              <a:rPr sz="900" spc="-25" dirty="0">
                <a:latin typeface="Arial MT"/>
                <a:cs typeface="Arial MT"/>
              </a:rPr>
              <a:t>5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6589" y="981639"/>
            <a:ext cx="90170" cy="165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spc="-50" dirty="0">
                <a:latin typeface="Arial MT"/>
                <a:cs typeface="Arial MT"/>
              </a:rPr>
              <a:t>1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515834" y="1060675"/>
            <a:ext cx="1217295" cy="690880"/>
            <a:chOff x="1515834" y="1060675"/>
            <a:chExt cx="1217295" cy="690880"/>
          </a:xfrm>
        </p:grpSpPr>
        <p:sp>
          <p:nvSpPr>
            <p:cNvPr id="12" name="object 12"/>
            <p:cNvSpPr/>
            <p:nvPr/>
          </p:nvSpPr>
          <p:spPr>
            <a:xfrm>
              <a:off x="1524724" y="1069565"/>
              <a:ext cx="1199515" cy="673100"/>
            </a:xfrm>
            <a:custGeom>
              <a:avLst/>
              <a:gdLst/>
              <a:ahLst/>
              <a:cxnLst/>
              <a:rect l="l" t="t" r="r" b="b"/>
              <a:pathLst>
                <a:path w="1199514" h="673100">
                  <a:moveTo>
                    <a:pt x="0" y="672766"/>
                  </a:moveTo>
                  <a:lnTo>
                    <a:pt x="0" y="672766"/>
                  </a:lnTo>
                  <a:lnTo>
                    <a:pt x="304836" y="672766"/>
                  </a:lnTo>
                  <a:lnTo>
                    <a:pt x="325158" y="672765"/>
                  </a:lnTo>
                  <a:lnTo>
                    <a:pt x="365803" y="672760"/>
                  </a:lnTo>
                  <a:lnTo>
                    <a:pt x="406447" y="672723"/>
                  </a:lnTo>
                  <a:lnTo>
                    <a:pt x="447092" y="672438"/>
                  </a:lnTo>
                  <a:lnTo>
                    <a:pt x="487737" y="670271"/>
                  </a:lnTo>
                  <a:lnTo>
                    <a:pt x="528382" y="654154"/>
                  </a:lnTo>
                  <a:lnTo>
                    <a:pt x="569027" y="552596"/>
                  </a:lnTo>
                  <a:lnTo>
                    <a:pt x="589349" y="420149"/>
                  </a:lnTo>
                  <a:lnTo>
                    <a:pt x="609672" y="252751"/>
                  </a:lnTo>
                  <a:lnTo>
                    <a:pt x="629994" y="120263"/>
                  </a:lnTo>
                  <a:lnTo>
                    <a:pt x="650316" y="49091"/>
                  </a:lnTo>
                  <a:lnTo>
                    <a:pt x="690961" y="6862"/>
                  </a:lnTo>
                  <a:lnTo>
                    <a:pt x="731606" y="901"/>
                  </a:lnTo>
                  <a:lnTo>
                    <a:pt x="772251" y="121"/>
                  </a:lnTo>
                  <a:lnTo>
                    <a:pt x="812896" y="33"/>
                  </a:lnTo>
                  <a:lnTo>
                    <a:pt x="833218" y="20"/>
                  </a:lnTo>
                  <a:lnTo>
                    <a:pt x="853541" y="0"/>
                  </a:lnTo>
                  <a:lnTo>
                    <a:pt x="1178699" y="0"/>
                  </a:lnTo>
                  <a:lnTo>
                    <a:pt x="1199022" y="0"/>
                  </a:lnTo>
                </a:path>
              </a:pathLst>
            </a:custGeom>
            <a:ln w="17207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24563" y="1069565"/>
              <a:ext cx="799465" cy="673100"/>
            </a:xfrm>
            <a:custGeom>
              <a:avLst/>
              <a:gdLst/>
              <a:ahLst/>
              <a:cxnLst/>
              <a:rect l="l" t="t" r="r" b="b"/>
              <a:pathLst>
                <a:path w="799464" h="673100">
                  <a:moveTo>
                    <a:pt x="0" y="672766"/>
                  </a:moveTo>
                  <a:lnTo>
                    <a:pt x="0" y="0"/>
                  </a:lnTo>
                </a:path>
                <a:path w="799464" h="673100">
                  <a:moveTo>
                    <a:pt x="799357" y="672766"/>
                  </a:moveTo>
                  <a:lnTo>
                    <a:pt x="799357" y="0"/>
                  </a:lnTo>
                </a:path>
              </a:pathLst>
            </a:custGeom>
            <a:ln w="4301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26714" y="1468129"/>
            <a:ext cx="795655" cy="220345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4"/>
              </a:spcBef>
            </a:pPr>
            <a:r>
              <a:rPr sz="450" spc="-10" dirty="0">
                <a:solidFill>
                  <a:srgbClr val="FF0000"/>
                </a:solidFill>
                <a:latin typeface="Arial MT"/>
                <a:cs typeface="Arial MT"/>
              </a:rPr>
              <a:t>Saturated</a:t>
            </a:r>
            <a:endParaRPr sz="4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500" spc="65" dirty="0">
                <a:solidFill>
                  <a:srgbClr val="FF0000"/>
                </a:solidFill>
                <a:latin typeface="Lucida Sans Unicode"/>
                <a:cs typeface="Lucida Sans Unicode"/>
              </a:rPr>
              <a:t>∇</a:t>
            </a:r>
            <a:r>
              <a:rPr sz="500" spc="2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500" spc="85" dirty="0">
                <a:solidFill>
                  <a:srgbClr val="FF0000"/>
                </a:solidFill>
                <a:latin typeface="Lucida Sans Unicode"/>
                <a:cs typeface="Lucida Sans Unicode"/>
              </a:rPr>
              <a:t>≈</a:t>
            </a:r>
            <a:r>
              <a:rPr sz="500" spc="2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450" spc="-50" dirty="0">
                <a:solidFill>
                  <a:srgbClr val="FF0000"/>
                </a:solidFill>
                <a:latin typeface="Arial MT"/>
                <a:cs typeface="Arial MT"/>
              </a:rPr>
              <a:t>0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09204" y="1901265"/>
            <a:ext cx="419734" cy="165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dirty="0">
                <a:latin typeface="Arial MT"/>
                <a:cs typeface="Arial MT"/>
              </a:rPr>
              <a:t>Score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i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57189" y="1072766"/>
            <a:ext cx="169545" cy="5994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70"/>
              </a:lnSpc>
            </a:pPr>
            <a:r>
              <a:rPr sz="900" dirty="0">
                <a:latin typeface="Arial MT"/>
                <a:cs typeface="Arial MT"/>
              </a:rPr>
              <a:t>softmax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135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00776" y="742859"/>
            <a:ext cx="124714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latin typeface="Arial MT"/>
                <a:cs typeface="Arial MT"/>
              </a:rPr>
              <a:t>Without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scaling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</a:t>
            </a:r>
            <a:r>
              <a:rPr sz="800" i="1" dirty="0">
                <a:latin typeface="Arial"/>
                <a:cs typeface="Arial"/>
              </a:rPr>
              <a:t>d</a:t>
            </a:r>
            <a:r>
              <a:rPr sz="800" i="1" spc="170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800" spc="-20" dirty="0">
                <a:latin typeface="Arial MT"/>
                <a:cs typeface="Arial MT"/>
              </a:rPr>
              <a:t>512)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11515" y="1000065"/>
            <a:ext cx="1203960" cy="744855"/>
            <a:chOff x="3511515" y="1000065"/>
            <a:chExt cx="1203960" cy="744855"/>
          </a:xfrm>
        </p:grpSpPr>
        <p:sp>
          <p:nvSpPr>
            <p:cNvPr id="19" name="object 19"/>
            <p:cNvSpPr/>
            <p:nvPr/>
          </p:nvSpPr>
          <p:spPr>
            <a:xfrm>
              <a:off x="3513737" y="1002287"/>
              <a:ext cx="1199515" cy="740410"/>
            </a:xfrm>
            <a:custGeom>
              <a:avLst/>
              <a:gdLst/>
              <a:ahLst/>
              <a:cxnLst/>
              <a:rect l="l" t="t" r="r" b="b"/>
              <a:pathLst>
                <a:path w="1199514" h="740410">
                  <a:moveTo>
                    <a:pt x="199839" y="740042"/>
                  </a:moveTo>
                  <a:lnTo>
                    <a:pt x="199839" y="694143"/>
                  </a:lnTo>
                </a:path>
                <a:path w="1199514" h="740410">
                  <a:moveTo>
                    <a:pt x="599517" y="740042"/>
                  </a:moveTo>
                  <a:lnTo>
                    <a:pt x="599517" y="694143"/>
                  </a:lnTo>
                </a:path>
                <a:path w="1199514" h="740410">
                  <a:moveTo>
                    <a:pt x="999196" y="740042"/>
                  </a:moveTo>
                  <a:lnTo>
                    <a:pt x="999196" y="694143"/>
                  </a:lnTo>
                </a:path>
                <a:path w="1199514" h="740410">
                  <a:moveTo>
                    <a:pt x="199839" y="0"/>
                  </a:moveTo>
                  <a:lnTo>
                    <a:pt x="199839" y="45899"/>
                  </a:lnTo>
                </a:path>
                <a:path w="1199514" h="740410">
                  <a:moveTo>
                    <a:pt x="599517" y="0"/>
                  </a:moveTo>
                  <a:lnTo>
                    <a:pt x="599517" y="45899"/>
                  </a:lnTo>
                </a:path>
                <a:path w="1199514" h="740410">
                  <a:moveTo>
                    <a:pt x="999196" y="0"/>
                  </a:moveTo>
                  <a:lnTo>
                    <a:pt x="999196" y="45899"/>
                  </a:lnTo>
                </a:path>
                <a:path w="1199514" h="740410">
                  <a:moveTo>
                    <a:pt x="0" y="740042"/>
                  </a:moveTo>
                  <a:lnTo>
                    <a:pt x="45900" y="740042"/>
                  </a:lnTo>
                </a:path>
                <a:path w="1199514" h="740410">
                  <a:moveTo>
                    <a:pt x="0" y="403659"/>
                  </a:moveTo>
                  <a:lnTo>
                    <a:pt x="45900" y="403659"/>
                  </a:lnTo>
                </a:path>
                <a:path w="1199514" h="740410">
                  <a:moveTo>
                    <a:pt x="0" y="67276"/>
                  </a:moveTo>
                  <a:lnTo>
                    <a:pt x="45900" y="67276"/>
                  </a:lnTo>
                </a:path>
                <a:path w="1199514" h="740410">
                  <a:moveTo>
                    <a:pt x="1199035" y="740042"/>
                  </a:moveTo>
                  <a:lnTo>
                    <a:pt x="1153135" y="740042"/>
                  </a:lnTo>
                </a:path>
                <a:path w="1199514" h="740410">
                  <a:moveTo>
                    <a:pt x="1199035" y="403659"/>
                  </a:moveTo>
                  <a:lnTo>
                    <a:pt x="1153135" y="403659"/>
                  </a:lnTo>
                </a:path>
                <a:path w="1199514" h="740410">
                  <a:moveTo>
                    <a:pt x="1199035" y="67276"/>
                  </a:moveTo>
                  <a:lnTo>
                    <a:pt x="1153135" y="67276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13737" y="1002287"/>
              <a:ext cx="1199515" cy="740410"/>
            </a:xfrm>
            <a:custGeom>
              <a:avLst/>
              <a:gdLst/>
              <a:ahLst/>
              <a:cxnLst/>
              <a:rect l="l" t="t" r="r" b="b"/>
              <a:pathLst>
                <a:path w="1199514" h="740410">
                  <a:moveTo>
                    <a:pt x="0" y="740042"/>
                  </a:moveTo>
                  <a:lnTo>
                    <a:pt x="0" y="0"/>
                  </a:lnTo>
                  <a:lnTo>
                    <a:pt x="1199035" y="0"/>
                  </a:lnTo>
                  <a:lnTo>
                    <a:pt x="1199035" y="740042"/>
                  </a:lnTo>
                  <a:lnTo>
                    <a:pt x="0" y="740042"/>
                  </a:lnTo>
                  <a:close/>
                </a:path>
              </a:pathLst>
            </a:custGeom>
            <a:ln w="43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586112" y="1723259"/>
            <a:ext cx="572135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94665" algn="l"/>
              </a:tabLst>
            </a:pPr>
            <a:r>
              <a:rPr sz="1000" spc="55" dirty="0">
                <a:latin typeface="Cambria"/>
                <a:cs typeface="Cambria"/>
              </a:rPr>
              <a:t>−</a:t>
            </a:r>
            <a:r>
              <a:rPr sz="900" spc="55" dirty="0">
                <a:latin typeface="Arial MT"/>
                <a:cs typeface="Arial MT"/>
              </a:rPr>
              <a:t>10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50" dirty="0">
                <a:latin typeface="Arial MT"/>
                <a:cs typeface="Arial MT"/>
              </a:rPr>
              <a:t>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35647" y="1736166"/>
            <a:ext cx="154940" cy="165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spc="-25" dirty="0">
                <a:latin typeface="Arial MT"/>
                <a:cs typeface="Arial MT"/>
              </a:rPr>
              <a:t>10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95602" y="1653433"/>
            <a:ext cx="90170" cy="165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spc="-50" dirty="0">
                <a:latin typeface="Arial MT"/>
                <a:cs typeface="Arial MT"/>
              </a:rPr>
              <a:t>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95921" y="1304154"/>
            <a:ext cx="189865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25" dirty="0">
                <a:latin typeface="Arial MT"/>
                <a:cs typeface="Arial MT"/>
              </a:rPr>
              <a:t>0</a:t>
            </a:r>
            <a:r>
              <a:rPr sz="1000" i="1" spc="-25" dirty="0">
                <a:latin typeface="Verdana"/>
                <a:cs typeface="Verdana"/>
              </a:rPr>
              <a:t>.</a:t>
            </a:r>
            <a:r>
              <a:rPr sz="900" spc="-25" dirty="0">
                <a:latin typeface="Arial MT"/>
                <a:cs typeface="Arial MT"/>
              </a:rPr>
              <a:t>5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95602" y="981638"/>
            <a:ext cx="90170" cy="165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spc="-50" dirty="0">
                <a:latin typeface="Arial MT"/>
                <a:cs typeface="Arial MT"/>
              </a:rPr>
              <a:t>1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513737" y="1071239"/>
            <a:ext cx="1199515" cy="669925"/>
          </a:xfrm>
          <a:custGeom>
            <a:avLst/>
            <a:gdLst/>
            <a:ahLst/>
            <a:cxnLst/>
            <a:rect l="l" t="t" r="r" b="b"/>
            <a:pathLst>
              <a:path w="1199514" h="669925">
                <a:moveTo>
                  <a:pt x="0" y="669427"/>
                </a:moveTo>
                <a:lnTo>
                  <a:pt x="40644" y="668595"/>
                </a:lnTo>
                <a:lnTo>
                  <a:pt x="81289" y="667349"/>
                </a:lnTo>
                <a:lnTo>
                  <a:pt x="121934" y="665488"/>
                </a:lnTo>
                <a:lnTo>
                  <a:pt x="162579" y="662709"/>
                </a:lnTo>
                <a:lnTo>
                  <a:pt x="203223" y="658580"/>
                </a:lnTo>
                <a:lnTo>
                  <a:pt x="243868" y="652475"/>
                </a:lnTo>
                <a:lnTo>
                  <a:pt x="284513" y="643513"/>
                </a:lnTo>
                <a:lnTo>
                  <a:pt x="325158" y="630505"/>
                </a:lnTo>
                <a:lnTo>
                  <a:pt x="365803" y="611926"/>
                </a:lnTo>
                <a:lnTo>
                  <a:pt x="406447" y="585979"/>
                </a:lnTo>
                <a:lnTo>
                  <a:pt x="447092" y="550888"/>
                </a:lnTo>
                <a:lnTo>
                  <a:pt x="487737" y="505415"/>
                </a:lnTo>
                <a:lnTo>
                  <a:pt x="528382" y="449630"/>
                </a:lnTo>
                <a:lnTo>
                  <a:pt x="569027" y="385636"/>
                </a:lnTo>
                <a:lnTo>
                  <a:pt x="589349" y="351809"/>
                </a:lnTo>
                <a:lnTo>
                  <a:pt x="609672" y="317660"/>
                </a:lnTo>
                <a:lnTo>
                  <a:pt x="629994" y="283846"/>
                </a:lnTo>
                <a:lnTo>
                  <a:pt x="650316" y="251015"/>
                </a:lnTo>
                <a:lnTo>
                  <a:pt x="690961" y="190709"/>
                </a:lnTo>
                <a:lnTo>
                  <a:pt x="731606" y="139962"/>
                </a:lnTo>
                <a:lnTo>
                  <a:pt x="772251" y="99771"/>
                </a:lnTo>
                <a:lnTo>
                  <a:pt x="812896" y="69402"/>
                </a:lnTo>
                <a:lnTo>
                  <a:pt x="853541" y="47403"/>
                </a:lnTo>
                <a:lnTo>
                  <a:pt x="894186" y="31808"/>
                </a:lnTo>
                <a:lnTo>
                  <a:pt x="934830" y="20997"/>
                </a:lnTo>
                <a:lnTo>
                  <a:pt x="975475" y="13596"/>
                </a:lnTo>
                <a:lnTo>
                  <a:pt x="1016120" y="8577"/>
                </a:lnTo>
                <a:lnTo>
                  <a:pt x="1056765" y="5187"/>
                </a:lnTo>
                <a:lnTo>
                  <a:pt x="1097410" y="2899"/>
                </a:lnTo>
                <a:lnTo>
                  <a:pt x="1138054" y="1385"/>
                </a:lnTo>
                <a:lnTo>
                  <a:pt x="1178699" y="370"/>
                </a:lnTo>
                <a:lnTo>
                  <a:pt x="1199022" y="0"/>
                </a:lnTo>
              </a:path>
            </a:pathLst>
          </a:custGeom>
          <a:ln w="17207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902611" y="1327015"/>
            <a:ext cx="421640" cy="22161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sz="450" dirty="0">
                <a:solidFill>
                  <a:srgbClr val="009900"/>
                </a:solidFill>
                <a:latin typeface="Arial MT"/>
                <a:cs typeface="Arial MT"/>
              </a:rPr>
              <a:t>Good</a:t>
            </a:r>
            <a:r>
              <a:rPr sz="450" spc="10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450" spc="-10" dirty="0">
                <a:solidFill>
                  <a:srgbClr val="009900"/>
                </a:solidFill>
                <a:latin typeface="Arial MT"/>
                <a:cs typeface="Arial MT"/>
              </a:rPr>
              <a:t>gradients</a:t>
            </a:r>
            <a:endParaRPr sz="4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sz="500" spc="65" dirty="0">
                <a:solidFill>
                  <a:srgbClr val="009900"/>
                </a:solidFill>
                <a:latin typeface="Lucida Sans Unicode"/>
                <a:cs typeface="Lucida Sans Unicode"/>
              </a:rPr>
              <a:t>∇</a:t>
            </a:r>
            <a:r>
              <a:rPr sz="500" spc="-35" dirty="0">
                <a:solidFill>
                  <a:srgbClr val="009900"/>
                </a:solidFill>
                <a:latin typeface="Lucida Sans Unicode"/>
                <a:cs typeface="Lucida Sans Unicode"/>
              </a:rPr>
              <a:t> </a:t>
            </a:r>
            <a:r>
              <a:rPr sz="450" spc="-10" dirty="0">
                <a:solidFill>
                  <a:srgbClr val="009900"/>
                </a:solidFill>
                <a:latin typeface="Arial MT"/>
                <a:cs typeface="Arial MT"/>
              </a:rPr>
              <a:t>healthy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42837" y="1813084"/>
            <a:ext cx="133350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125" dirty="0">
                <a:latin typeface="Cambria"/>
                <a:cs typeface="Cambria"/>
              </a:rPr>
              <a:t>√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363088" y="1952261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5726" y="0"/>
                </a:lnTo>
              </a:path>
            </a:pathLst>
          </a:custGeom>
          <a:ln w="5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774993" y="1919253"/>
            <a:ext cx="665480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Arial MT"/>
                <a:cs typeface="Arial MT"/>
              </a:rPr>
              <a:t>Score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i="1" spc="65" dirty="0">
                <a:latin typeface="Arial"/>
                <a:cs typeface="Arial"/>
              </a:rPr>
              <a:t>x</a:t>
            </a:r>
            <a:r>
              <a:rPr sz="1000" i="1" spc="65" dirty="0">
                <a:latin typeface="Verdana"/>
                <a:cs typeface="Verdana"/>
              </a:rPr>
              <a:t>/</a:t>
            </a:r>
            <a:r>
              <a:rPr sz="1000" i="1" spc="80" dirty="0">
                <a:latin typeface="Verdana"/>
                <a:cs typeface="Verdana"/>
              </a:rPr>
              <a:t>  </a:t>
            </a:r>
            <a:r>
              <a:rPr sz="900" i="1" spc="-50" dirty="0">
                <a:latin typeface="Arial"/>
                <a:cs typeface="Arial"/>
              </a:rPr>
              <a:t>d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070689" y="1011271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5726"/>
                </a:moveTo>
                <a:lnTo>
                  <a:pt x="0" y="0"/>
                </a:lnTo>
              </a:path>
            </a:pathLst>
          </a:custGeom>
          <a:ln w="5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963787" y="949530"/>
            <a:ext cx="261620" cy="845819"/>
          </a:xfrm>
          <a:prstGeom prst="rect">
            <a:avLst/>
          </a:prstGeom>
        </p:spPr>
        <p:txBody>
          <a:bodyPr vert="vert270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900" dirty="0">
                <a:latin typeface="Arial MT"/>
                <a:cs typeface="Arial MT"/>
              </a:rPr>
              <a:t>softmax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1000" i="1" dirty="0">
                <a:latin typeface="Verdana"/>
                <a:cs typeface="Verdana"/>
              </a:rPr>
              <a:t>/</a:t>
            </a:r>
            <a:r>
              <a:rPr sz="1500" baseline="47222" dirty="0">
                <a:latin typeface="Cambria"/>
                <a:cs typeface="Cambria"/>
              </a:rPr>
              <a:t>√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180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814923" y="754636"/>
            <a:ext cx="59690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dirty="0">
                <a:latin typeface="Arial MT"/>
                <a:cs typeface="Arial MT"/>
              </a:rPr>
              <a:t>With</a:t>
            </a:r>
            <a:r>
              <a:rPr sz="800" spc="6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scaling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13702" y="2545854"/>
            <a:ext cx="69850" cy="274955"/>
            <a:chOff x="513702" y="2545854"/>
            <a:chExt cx="69850" cy="274955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545854"/>
              <a:ext cx="69291" cy="6929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751137"/>
              <a:ext cx="69291" cy="69291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347294" y="2216352"/>
            <a:ext cx="3502660" cy="64706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Impact:</a:t>
            </a:r>
            <a:endParaRPr sz="1050">
              <a:latin typeface="Arial MT"/>
              <a:cs typeface="Arial MT"/>
            </a:endParaRPr>
          </a:p>
          <a:p>
            <a:pPr marL="309880" marR="5080">
              <a:lnSpc>
                <a:spcPct val="128299"/>
              </a:lnSpc>
              <a:spcBef>
                <a:spcPts val="20"/>
              </a:spcBef>
            </a:pPr>
            <a:r>
              <a:rPr sz="1050" dirty="0">
                <a:solidFill>
                  <a:srgbClr val="0000FF"/>
                </a:solidFill>
                <a:latin typeface="Arial MT"/>
                <a:cs typeface="Arial MT"/>
              </a:rPr>
              <a:t>Left:</a:t>
            </a:r>
            <a:r>
              <a:rPr sz="1050" spc="114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Large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scores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push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softmax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extremes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(0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1) </a:t>
            </a:r>
            <a:r>
              <a:rPr sz="1050" dirty="0">
                <a:solidFill>
                  <a:srgbClr val="009900"/>
                </a:solidFill>
                <a:latin typeface="Arial MT"/>
                <a:cs typeface="Arial MT"/>
              </a:rPr>
              <a:t>Right:</a:t>
            </a:r>
            <a:r>
              <a:rPr sz="1050" spc="120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Scaled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scores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maintain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gradient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flow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0" y="2956420"/>
            <a:ext cx="5760085" cy="277495"/>
            <a:chOff x="0" y="2956420"/>
            <a:chExt cx="5760085" cy="277495"/>
          </a:xfrm>
        </p:grpSpPr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956420"/>
              <a:ext cx="69291" cy="6929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44626" y="2885314"/>
            <a:ext cx="2928620" cy="353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50" dirty="0">
                <a:latin typeface="Arial MT"/>
                <a:cs typeface="Arial MT"/>
              </a:rPr>
              <a:t>Critical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training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deep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networks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(6-24+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layers)</a:t>
            </a:r>
            <a:endParaRPr sz="1050">
              <a:latin typeface="Arial MT"/>
              <a:cs typeface="Arial MT"/>
            </a:endParaRPr>
          </a:p>
          <a:p>
            <a:pPr marL="1816735">
              <a:lnSpc>
                <a:spcPct val="100000"/>
              </a:lnSpc>
              <a:spcBef>
                <a:spcPts val="600"/>
              </a:spcBef>
            </a:pPr>
            <a:r>
              <a:rPr sz="600" spc="95" dirty="0">
                <a:latin typeface="Calibri"/>
                <a:cs typeface="Calibri"/>
                <a:hlinkClick r:id="rId5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5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5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7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70" dirty="0">
                <a:latin typeface="Calibri"/>
                <a:cs typeface="Calibri"/>
                <a:hlinkClick r:id="rId5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58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70" dirty="0">
                <a:solidFill>
                  <a:srgbClr val="FFFFFF"/>
                </a:solidFill>
              </a:rPr>
              <a:t>A</a:t>
            </a:r>
            <a:r>
              <a:rPr cap="small" spc="270" dirty="0">
                <a:solidFill>
                  <a:srgbClr val="FFFFFF"/>
                </a:solidFill>
              </a:rPr>
              <a:t>dditive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60" dirty="0">
                <a:solidFill>
                  <a:srgbClr val="FFFFFF"/>
                </a:solidFill>
              </a:rPr>
              <a:t>A</a:t>
            </a:r>
            <a:r>
              <a:rPr cap="small" spc="260" dirty="0">
                <a:solidFill>
                  <a:srgbClr val="FFFFFF"/>
                </a:solidFill>
              </a:rPr>
              <a:t>ttention</a:t>
            </a:r>
            <a:r>
              <a:rPr spc="285" dirty="0">
                <a:solidFill>
                  <a:srgbClr val="FFFFFF"/>
                </a:solidFill>
              </a:rPr>
              <a:t> </a:t>
            </a:r>
            <a:r>
              <a:rPr spc="225" dirty="0">
                <a:solidFill>
                  <a:srgbClr val="FFFFFF"/>
                </a:solidFill>
              </a:rPr>
              <a:t>(B</a:t>
            </a:r>
            <a:r>
              <a:rPr cap="small" spc="225" dirty="0">
                <a:solidFill>
                  <a:srgbClr val="FFFFFF"/>
                </a:solidFill>
              </a:rPr>
              <a:t>ahdanau</a:t>
            </a:r>
            <a:r>
              <a:rPr spc="225" dirty="0">
                <a:solidFill>
                  <a:srgbClr val="FFFFFF"/>
                </a:solidFill>
              </a:rPr>
              <a:t>,</a:t>
            </a:r>
            <a:r>
              <a:rPr spc="285" dirty="0">
                <a:solidFill>
                  <a:srgbClr val="FFFFFF"/>
                </a:solidFill>
              </a:rPr>
              <a:t> </a:t>
            </a:r>
            <a:r>
              <a:rPr spc="55" dirty="0">
                <a:solidFill>
                  <a:srgbClr val="FFFFFF"/>
                </a:solidFill>
              </a:rPr>
              <a:t>2014)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1332509"/>
            <a:ext cx="69850" cy="619760"/>
            <a:chOff x="513702" y="1332509"/>
            <a:chExt cx="69850" cy="6197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1332509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515973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699437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882889"/>
              <a:ext cx="69291" cy="6929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58394" y="470527"/>
            <a:ext cx="3874770" cy="17145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Original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attention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mechanism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for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neural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machine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translation.</a:t>
            </a:r>
            <a:endParaRPr sz="10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50" dirty="0">
              <a:latin typeface="Arial MT"/>
              <a:cs typeface="Arial MT"/>
            </a:endParaRPr>
          </a:p>
          <a:p>
            <a:pPr marL="1495425">
              <a:lnSpc>
                <a:spcPct val="100000"/>
              </a:lnSpc>
            </a:pPr>
            <a:r>
              <a:rPr sz="1050" spc="-10" dirty="0">
                <a:latin typeface="Arial MT"/>
                <a:cs typeface="Arial MT"/>
              </a:rPr>
              <a:t>score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b="1" spc="-10" dirty="0">
                <a:latin typeface="Arial"/>
                <a:cs typeface="Arial"/>
              </a:rPr>
              <a:t>q</a:t>
            </a:r>
            <a:r>
              <a:rPr sz="1200" i="1" spc="-10" dirty="0">
                <a:latin typeface="Verdana"/>
                <a:cs typeface="Verdana"/>
              </a:rPr>
              <a:t>,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050" b="1" dirty="0">
                <a:latin typeface="Arial"/>
                <a:cs typeface="Arial"/>
              </a:rPr>
              <a:t>k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b="1" spc="90" dirty="0">
                <a:latin typeface="Arial"/>
                <a:cs typeface="Arial"/>
              </a:rPr>
              <a:t>v</a:t>
            </a:r>
            <a:r>
              <a:rPr sz="1200" spc="135" baseline="34722" dirty="0">
                <a:latin typeface="Cambria"/>
                <a:cs typeface="Cambria"/>
              </a:rPr>
              <a:t>T </a:t>
            </a:r>
            <a:r>
              <a:rPr sz="1200" spc="-35" dirty="0">
                <a:latin typeface="Tahoma"/>
                <a:cs typeface="Tahoma"/>
              </a:rPr>
              <a:t>tanh(</a:t>
            </a:r>
            <a:r>
              <a:rPr sz="1050" b="1" spc="-35" dirty="0">
                <a:latin typeface="Arial"/>
                <a:cs typeface="Arial"/>
              </a:rPr>
              <a:t>W</a:t>
            </a:r>
            <a:r>
              <a:rPr sz="1050" i="1" spc="-52" baseline="-15873" dirty="0">
                <a:latin typeface="Arial"/>
                <a:cs typeface="Arial"/>
              </a:rPr>
              <a:t>q</a:t>
            </a:r>
            <a:r>
              <a:rPr sz="1050" i="1" spc="-150" baseline="-15873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q</a:t>
            </a:r>
            <a:r>
              <a:rPr sz="1050" b="1" spc="-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050" b="1" dirty="0">
                <a:latin typeface="Arial"/>
                <a:cs typeface="Arial"/>
              </a:rPr>
              <a:t>W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-97" baseline="-15873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k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1200" spc="-50" dirty="0">
                <a:latin typeface="Tahoma"/>
                <a:cs typeface="Tahoma"/>
              </a:rPr>
              <a:t>)</a:t>
            </a:r>
            <a:endParaRPr sz="1200" dirty="0">
              <a:latin typeface="Tahoma"/>
              <a:cs typeface="Tahoma"/>
            </a:endParaRPr>
          </a:p>
          <a:p>
            <a:pPr marL="101600">
              <a:lnSpc>
                <a:spcPct val="100000"/>
              </a:lnSpc>
              <a:spcBef>
                <a:spcPts val="505"/>
              </a:spcBef>
            </a:pPr>
            <a:r>
              <a:rPr sz="1050" spc="-10" dirty="0">
                <a:latin typeface="Arial MT"/>
                <a:cs typeface="Arial MT"/>
              </a:rPr>
              <a:t>where:</a:t>
            </a:r>
            <a:endParaRPr sz="1050" dirty="0">
              <a:latin typeface="Arial MT"/>
              <a:cs typeface="Arial MT"/>
            </a:endParaRPr>
          </a:p>
          <a:p>
            <a:pPr marL="398780">
              <a:lnSpc>
                <a:spcPct val="100000"/>
              </a:lnSpc>
              <a:spcBef>
                <a:spcPts val="85"/>
              </a:spcBef>
            </a:pPr>
            <a:r>
              <a:rPr sz="1050" b="1" dirty="0">
                <a:latin typeface="Arial"/>
                <a:cs typeface="Arial"/>
              </a:rPr>
              <a:t>W</a:t>
            </a:r>
            <a:r>
              <a:rPr sz="1050" i="1" baseline="-15873" dirty="0">
                <a:latin typeface="Arial"/>
                <a:cs typeface="Arial"/>
              </a:rPr>
              <a:t>q</a:t>
            </a:r>
            <a:r>
              <a:rPr sz="1050" i="1" spc="412" baseline="-15873" dirty="0">
                <a:latin typeface="Arial"/>
                <a:cs typeface="Arial"/>
              </a:rPr>
              <a:t> </a:t>
            </a:r>
            <a:r>
              <a:rPr sz="1200" dirty="0">
                <a:latin typeface="Cambria"/>
                <a:cs typeface="Cambria"/>
              </a:rPr>
              <a:t>∈</a:t>
            </a:r>
            <a:r>
              <a:rPr sz="1200" spc="110" dirty="0">
                <a:latin typeface="Cambria"/>
                <a:cs typeface="Cambria"/>
              </a:rPr>
              <a:t> </a:t>
            </a:r>
            <a:r>
              <a:rPr sz="1200" spc="50" dirty="0">
                <a:latin typeface="Arial MT"/>
                <a:cs typeface="Arial MT"/>
              </a:rPr>
              <a:t>R</a:t>
            </a:r>
            <a:r>
              <a:rPr sz="1050" i="1" spc="75" baseline="35714" dirty="0">
                <a:latin typeface="Arial"/>
                <a:cs typeface="Arial"/>
              </a:rPr>
              <a:t>h</a:t>
            </a:r>
            <a:r>
              <a:rPr sz="1200" spc="75" baseline="31250" dirty="0">
                <a:latin typeface="Cambria"/>
                <a:cs typeface="Cambria"/>
              </a:rPr>
              <a:t>×</a:t>
            </a:r>
            <a:r>
              <a:rPr sz="1050" i="1" spc="75" baseline="35714" dirty="0">
                <a:latin typeface="Arial"/>
                <a:cs typeface="Arial"/>
              </a:rPr>
              <a:t>d</a:t>
            </a:r>
            <a:r>
              <a:rPr sz="750" i="1" spc="75" baseline="38888" dirty="0">
                <a:latin typeface="Arial"/>
                <a:cs typeface="Arial"/>
              </a:rPr>
              <a:t>q</a:t>
            </a:r>
            <a:r>
              <a:rPr sz="750" i="1" baseline="38888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:</a:t>
            </a:r>
            <a:r>
              <a:rPr sz="1050" spc="1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Query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projection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matrix</a:t>
            </a:r>
            <a:endParaRPr sz="1050" dirty="0">
              <a:latin typeface="Arial MT"/>
              <a:cs typeface="Arial MT"/>
            </a:endParaRPr>
          </a:p>
          <a:p>
            <a:pPr marL="398780">
              <a:lnSpc>
                <a:spcPct val="100000"/>
              </a:lnSpc>
              <a:spcBef>
                <a:spcPts val="5"/>
              </a:spcBef>
            </a:pPr>
            <a:r>
              <a:rPr sz="1050" b="1" dirty="0">
                <a:latin typeface="Arial"/>
                <a:cs typeface="Arial"/>
              </a:rPr>
              <a:t>W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419" baseline="-15873" dirty="0">
                <a:latin typeface="Arial"/>
                <a:cs typeface="Arial"/>
              </a:rPr>
              <a:t> </a:t>
            </a:r>
            <a:r>
              <a:rPr sz="1200" dirty="0">
                <a:latin typeface="Cambria"/>
                <a:cs typeface="Cambria"/>
              </a:rPr>
              <a:t>∈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spc="50" dirty="0">
                <a:latin typeface="Arial MT"/>
                <a:cs typeface="Arial MT"/>
              </a:rPr>
              <a:t>R</a:t>
            </a:r>
            <a:r>
              <a:rPr sz="1050" i="1" spc="75" baseline="35714" dirty="0">
                <a:latin typeface="Arial"/>
                <a:cs typeface="Arial"/>
              </a:rPr>
              <a:t>h</a:t>
            </a:r>
            <a:r>
              <a:rPr sz="1200" spc="75" baseline="31250" dirty="0">
                <a:latin typeface="Cambria"/>
                <a:cs typeface="Cambria"/>
              </a:rPr>
              <a:t>×</a:t>
            </a:r>
            <a:r>
              <a:rPr sz="1050" i="1" spc="75" baseline="35714" dirty="0">
                <a:latin typeface="Arial"/>
                <a:cs typeface="Arial"/>
              </a:rPr>
              <a:t>d</a:t>
            </a:r>
            <a:r>
              <a:rPr sz="750" i="1" spc="75" baseline="33333" dirty="0">
                <a:latin typeface="Arial"/>
                <a:cs typeface="Arial"/>
              </a:rPr>
              <a:t>k</a:t>
            </a:r>
            <a:r>
              <a:rPr sz="750" i="1" spc="30" baseline="33333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:</a:t>
            </a:r>
            <a:r>
              <a:rPr sz="1050" spc="9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Key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projection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matrix</a:t>
            </a:r>
            <a:endParaRPr sz="1050" dirty="0">
              <a:latin typeface="Arial MT"/>
              <a:cs typeface="Arial MT"/>
            </a:endParaRPr>
          </a:p>
          <a:p>
            <a:pPr marL="398780">
              <a:lnSpc>
                <a:spcPct val="100000"/>
              </a:lnSpc>
              <a:spcBef>
                <a:spcPts val="5"/>
              </a:spcBef>
            </a:pPr>
            <a:r>
              <a:rPr sz="1050" b="1" dirty="0">
                <a:latin typeface="Arial"/>
                <a:cs typeface="Arial"/>
              </a:rPr>
              <a:t>v</a:t>
            </a:r>
            <a:r>
              <a:rPr sz="1050" b="1" spc="65" dirty="0">
                <a:latin typeface="Arial"/>
                <a:cs typeface="Arial"/>
              </a:rPr>
              <a:t> </a:t>
            </a:r>
            <a:r>
              <a:rPr sz="1200" dirty="0">
                <a:latin typeface="Cambria"/>
                <a:cs typeface="Cambria"/>
              </a:rPr>
              <a:t>∈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dirty="0">
                <a:latin typeface="Arial MT"/>
                <a:cs typeface="Arial MT"/>
              </a:rPr>
              <a:t>R</a:t>
            </a:r>
            <a:r>
              <a:rPr sz="1050" i="1" baseline="35714" dirty="0">
                <a:latin typeface="Arial"/>
                <a:cs typeface="Arial"/>
              </a:rPr>
              <a:t>h</a:t>
            </a:r>
            <a:r>
              <a:rPr sz="1050" i="1" spc="-195" baseline="35714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:</a:t>
            </a:r>
            <a:r>
              <a:rPr sz="1050" spc="10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Learnable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weight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vector</a:t>
            </a:r>
            <a:endParaRPr sz="1050" dirty="0">
              <a:latin typeface="Arial MT"/>
              <a:cs typeface="Arial MT"/>
            </a:endParaRPr>
          </a:p>
          <a:p>
            <a:pPr marL="101600" marR="519430" indent="297180">
              <a:lnSpc>
                <a:spcPts val="1490"/>
              </a:lnSpc>
              <a:spcBef>
                <a:spcPts val="10"/>
              </a:spcBef>
            </a:pPr>
            <a:r>
              <a:rPr sz="1050" i="1" dirty="0">
                <a:latin typeface="Arial"/>
                <a:cs typeface="Arial"/>
              </a:rPr>
              <a:t>h</a:t>
            </a:r>
            <a:r>
              <a:rPr sz="1050" dirty="0">
                <a:latin typeface="Arial MT"/>
                <a:cs typeface="Arial MT"/>
              </a:rPr>
              <a:t>:</a:t>
            </a:r>
            <a:r>
              <a:rPr sz="1050" spc="1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Hidden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dimension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(hyperparameter,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e.g.,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256)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Computation</a:t>
            </a:r>
            <a:r>
              <a:rPr sz="1050" spc="1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flow:</a:t>
            </a:r>
            <a:endParaRPr sz="1050" dirty="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37675" y="2254350"/>
            <a:ext cx="179705" cy="200025"/>
            <a:chOff x="1237675" y="2254350"/>
            <a:chExt cx="179705" cy="200025"/>
          </a:xfrm>
        </p:grpSpPr>
        <p:sp>
          <p:nvSpPr>
            <p:cNvPr id="10" name="object 10"/>
            <p:cNvSpPr/>
            <p:nvPr/>
          </p:nvSpPr>
          <p:spPr>
            <a:xfrm>
              <a:off x="1240215" y="2256890"/>
              <a:ext cx="174625" cy="194945"/>
            </a:xfrm>
            <a:custGeom>
              <a:avLst/>
              <a:gdLst/>
              <a:ahLst/>
              <a:cxnLst/>
              <a:rect l="l" t="t" r="r" b="b"/>
              <a:pathLst>
                <a:path w="174625" h="194944">
                  <a:moveTo>
                    <a:pt x="174580" y="0"/>
                  </a:moveTo>
                  <a:lnTo>
                    <a:pt x="0" y="0"/>
                  </a:lnTo>
                  <a:lnTo>
                    <a:pt x="0" y="194461"/>
                  </a:lnTo>
                  <a:lnTo>
                    <a:pt x="174580" y="194461"/>
                  </a:lnTo>
                  <a:lnTo>
                    <a:pt x="17458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40215" y="2256890"/>
              <a:ext cx="174625" cy="194945"/>
            </a:xfrm>
            <a:custGeom>
              <a:avLst/>
              <a:gdLst/>
              <a:ahLst/>
              <a:cxnLst/>
              <a:rect l="l" t="t" r="r" b="b"/>
              <a:pathLst>
                <a:path w="174625" h="194944">
                  <a:moveTo>
                    <a:pt x="0" y="194461"/>
                  </a:moveTo>
                  <a:lnTo>
                    <a:pt x="174580" y="194461"/>
                  </a:lnTo>
                  <a:lnTo>
                    <a:pt x="174580" y="0"/>
                  </a:lnTo>
                  <a:lnTo>
                    <a:pt x="0" y="0"/>
                  </a:lnTo>
                  <a:lnTo>
                    <a:pt x="0" y="19446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73060" y="2227712"/>
            <a:ext cx="10922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b="1" spc="-50" dirty="0">
                <a:latin typeface="Arial"/>
                <a:cs typeface="Arial"/>
              </a:rPr>
              <a:t>q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24241" y="2785735"/>
            <a:ext cx="207010" cy="217170"/>
            <a:chOff x="1224241" y="2785735"/>
            <a:chExt cx="207010" cy="217170"/>
          </a:xfrm>
        </p:grpSpPr>
        <p:sp>
          <p:nvSpPr>
            <p:cNvPr id="14" name="object 14"/>
            <p:cNvSpPr/>
            <p:nvPr/>
          </p:nvSpPr>
          <p:spPr>
            <a:xfrm>
              <a:off x="1226781" y="2788275"/>
              <a:ext cx="201930" cy="212090"/>
            </a:xfrm>
            <a:custGeom>
              <a:avLst/>
              <a:gdLst/>
              <a:ahLst/>
              <a:cxnLst/>
              <a:rect l="l" t="t" r="r" b="b"/>
              <a:pathLst>
                <a:path w="201930" h="212089">
                  <a:moveTo>
                    <a:pt x="201448" y="0"/>
                  </a:moveTo>
                  <a:lnTo>
                    <a:pt x="0" y="0"/>
                  </a:lnTo>
                  <a:lnTo>
                    <a:pt x="0" y="211703"/>
                  </a:lnTo>
                  <a:lnTo>
                    <a:pt x="201448" y="211703"/>
                  </a:lnTo>
                  <a:lnTo>
                    <a:pt x="201448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26781" y="2788275"/>
              <a:ext cx="201930" cy="212090"/>
            </a:xfrm>
            <a:custGeom>
              <a:avLst/>
              <a:gdLst/>
              <a:ahLst/>
              <a:cxnLst/>
              <a:rect l="l" t="t" r="r" b="b"/>
              <a:pathLst>
                <a:path w="201930" h="212089">
                  <a:moveTo>
                    <a:pt x="0" y="211703"/>
                  </a:moveTo>
                  <a:lnTo>
                    <a:pt x="201448" y="211703"/>
                  </a:lnTo>
                  <a:lnTo>
                    <a:pt x="201448" y="0"/>
                  </a:lnTo>
                  <a:lnTo>
                    <a:pt x="0" y="0"/>
                  </a:lnTo>
                  <a:lnTo>
                    <a:pt x="0" y="21170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34224" y="2782321"/>
            <a:ext cx="17272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b="1" spc="-25" dirty="0">
                <a:latin typeface="Arial"/>
                <a:cs typeface="Arial"/>
              </a:rPr>
              <a:t>k</a:t>
            </a:r>
            <a:r>
              <a:rPr sz="1050" i="1" spc="-37" baseline="-15873" dirty="0">
                <a:latin typeface="Arial"/>
                <a:cs typeface="Arial"/>
              </a:rPr>
              <a:t>i</a:t>
            </a:r>
            <a:endParaRPr sz="1050" baseline="-15873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1774" y="2238772"/>
            <a:ext cx="281940" cy="231140"/>
          </a:xfrm>
          <a:custGeom>
            <a:avLst/>
            <a:gdLst/>
            <a:ahLst/>
            <a:cxnLst/>
            <a:rect l="l" t="t" r="r" b="b"/>
            <a:pathLst>
              <a:path w="281939" h="231139">
                <a:moveTo>
                  <a:pt x="0" y="230697"/>
                </a:moveTo>
                <a:lnTo>
                  <a:pt x="281478" y="230697"/>
                </a:lnTo>
                <a:lnTo>
                  <a:pt x="281478" y="0"/>
                </a:lnTo>
                <a:lnTo>
                  <a:pt x="0" y="0"/>
                </a:lnTo>
                <a:lnTo>
                  <a:pt x="0" y="230697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869211" y="2232817"/>
            <a:ext cx="255904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b="1" spc="-25" dirty="0">
                <a:latin typeface="Arial"/>
                <a:cs typeface="Arial"/>
              </a:rPr>
              <a:t>W</a:t>
            </a:r>
            <a:r>
              <a:rPr sz="1050" i="1" spc="-37" baseline="-15873" dirty="0">
                <a:latin typeface="Arial"/>
                <a:cs typeface="Arial"/>
              </a:rPr>
              <a:t>q</a:t>
            </a:r>
            <a:endParaRPr sz="1050" baseline="-15873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61978" y="2788275"/>
            <a:ext cx="281305" cy="21209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80"/>
              </a:spcBef>
            </a:pPr>
            <a:r>
              <a:rPr sz="1050" b="1" spc="-25" dirty="0">
                <a:latin typeface="Arial"/>
                <a:cs typeface="Arial"/>
              </a:rPr>
              <a:t>W</a:t>
            </a:r>
            <a:r>
              <a:rPr sz="1050" i="1" spc="-37" baseline="-15873" dirty="0">
                <a:latin typeface="Arial"/>
                <a:cs typeface="Arial"/>
              </a:rPr>
              <a:t>k</a:t>
            </a:r>
            <a:endParaRPr sz="1050" baseline="-15873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412248" y="2309511"/>
            <a:ext cx="1408430" cy="629285"/>
            <a:chOff x="1412248" y="2309511"/>
            <a:chExt cx="1408430" cy="629285"/>
          </a:xfrm>
        </p:grpSpPr>
        <p:sp>
          <p:nvSpPr>
            <p:cNvPr id="21" name="object 21"/>
            <p:cNvSpPr/>
            <p:nvPr/>
          </p:nvSpPr>
          <p:spPr>
            <a:xfrm>
              <a:off x="1417328" y="2354099"/>
              <a:ext cx="432434" cy="0"/>
            </a:xfrm>
            <a:custGeom>
              <a:avLst/>
              <a:gdLst/>
              <a:ahLst/>
              <a:cxnLst/>
              <a:rect l="l" t="t" r="r" b="b"/>
              <a:pathLst>
                <a:path w="432435">
                  <a:moveTo>
                    <a:pt x="0" y="0"/>
                  </a:moveTo>
                  <a:lnTo>
                    <a:pt x="431808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21807" y="2314591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30763" y="2894125"/>
              <a:ext cx="419100" cy="0"/>
            </a:xfrm>
            <a:custGeom>
              <a:avLst/>
              <a:gdLst/>
              <a:ahLst/>
              <a:cxnLst/>
              <a:rect l="l" t="t" r="r" b="b"/>
              <a:pathLst>
                <a:path w="419100">
                  <a:moveTo>
                    <a:pt x="0" y="0"/>
                  </a:moveTo>
                  <a:lnTo>
                    <a:pt x="418579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22012" y="2854616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37523" y="2484125"/>
              <a:ext cx="280035" cy="280035"/>
            </a:xfrm>
            <a:custGeom>
              <a:avLst/>
              <a:gdLst/>
              <a:ahLst/>
              <a:cxnLst/>
              <a:rect l="l" t="t" r="r" b="b"/>
              <a:pathLst>
                <a:path w="280035" h="280035">
                  <a:moveTo>
                    <a:pt x="279996" y="139998"/>
                  </a:moveTo>
                  <a:lnTo>
                    <a:pt x="272859" y="95747"/>
                  </a:lnTo>
                  <a:lnTo>
                    <a:pt x="252985" y="57316"/>
                  </a:lnTo>
                  <a:lnTo>
                    <a:pt x="222680" y="27011"/>
                  </a:lnTo>
                  <a:lnTo>
                    <a:pt x="184249" y="7137"/>
                  </a:lnTo>
                  <a:lnTo>
                    <a:pt x="139998" y="0"/>
                  </a:lnTo>
                  <a:lnTo>
                    <a:pt x="95747" y="7137"/>
                  </a:lnTo>
                  <a:lnTo>
                    <a:pt x="57316" y="27011"/>
                  </a:lnTo>
                  <a:lnTo>
                    <a:pt x="27011" y="57316"/>
                  </a:lnTo>
                  <a:lnTo>
                    <a:pt x="7137" y="95747"/>
                  </a:lnTo>
                  <a:lnTo>
                    <a:pt x="0" y="139998"/>
                  </a:lnTo>
                  <a:lnTo>
                    <a:pt x="7137" y="184249"/>
                  </a:lnTo>
                  <a:lnTo>
                    <a:pt x="27011" y="222680"/>
                  </a:lnTo>
                  <a:lnTo>
                    <a:pt x="57316" y="252985"/>
                  </a:lnTo>
                  <a:lnTo>
                    <a:pt x="95747" y="272859"/>
                  </a:lnTo>
                  <a:lnTo>
                    <a:pt x="139998" y="279997"/>
                  </a:lnTo>
                  <a:lnTo>
                    <a:pt x="184249" y="272859"/>
                  </a:lnTo>
                  <a:lnTo>
                    <a:pt x="222680" y="252985"/>
                  </a:lnTo>
                  <a:lnTo>
                    <a:pt x="252985" y="222680"/>
                  </a:lnTo>
                  <a:lnTo>
                    <a:pt x="272859" y="184249"/>
                  </a:lnTo>
                  <a:lnTo>
                    <a:pt x="279996" y="139998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606992" y="2497566"/>
            <a:ext cx="1409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latin typeface="Tahoma"/>
                <a:cs typeface="Tahoma"/>
              </a:rPr>
              <a:t>+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140523" y="2330790"/>
            <a:ext cx="581660" cy="586740"/>
            <a:chOff x="2140523" y="2330790"/>
            <a:chExt cx="581660" cy="586740"/>
          </a:xfrm>
        </p:grpSpPr>
        <p:sp>
          <p:nvSpPr>
            <p:cNvPr id="28" name="object 28"/>
            <p:cNvSpPr/>
            <p:nvPr/>
          </p:nvSpPr>
          <p:spPr>
            <a:xfrm>
              <a:off x="2145808" y="2335870"/>
              <a:ext cx="532130" cy="135890"/>
            </a:xfrm>
            <a:custGeom>
              <a:avLst/>
              <a:gdLst/>
              <a:ahLst/>
              <a:cxnLst/>
              <a:rect l="l" t="t" r="r" b="b"/>
              <a:pathLst>
                <a:path w="532130" h="135889">
                  <a:moveTo>
                    <a:pt x="0" y="18226"/>
                  </a:moveTo>
                  <a:lnTo>
                    <a:pt x="44063" y="17185"/>
                  </a:lnTo>
                  <a:lnTo>
                    <a:pt x="90143" y="14505"/>
                  </a:lnTo>
                  <a:lnTo>
                    <a:pt x="137490" y="10859"/>
                  </a:lnTo>
                  <a:lnTo>
                    <a:pt x="185355" y="6914"/>
                  </a:lnTo>
                  <a:lnTo>
                    <a:pt x="232987" y="3343"/>
                  </a:lnTo>
                  <a:lnTo>
                    <a:pt x="279640" y="815"/>
                  </a:lnTo>
                  <a:lnTo>
                    <a:pt x="324562" y="0"/>
                  </a:lnTo>
                  <a:lnTo>
                    <a:pt x="367006" y="1568"/>
                  </a:lnTo>
                  <a:lnTo>
                    <a:pt x="406221" y="6190"/>
                  </a:lnTo>
                  <a:lnTo>
                    <a:pt x="471970" y="27278"/>
                  </a:lnTo>
                  <a:lnTo>
                    <a:pt x="515818" y="68624"/>
                  </a:lnTo>
                  <a:lnTo>
                    <a:pt x="527655" y="98570"/>
                  </a:lnTo>
                  <a:lnTo>
                    <a:pt x="531769" y="135591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38067" y="2444129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79016" y="0"/>
                  </a:moveTo>
                  <a:lnTo>
                    <a:pt x="63491" y="5690"/>
                  </a:lnTo>
                  <a:lnTo>
                    <a:pt x="52102" y="13434"/>
                  </a:lnTo>
                  <a:lnTo>
                    <a:pt x="44294" y="22559"/>
                  </a:lnTo>
                  <a:lnTo>
                    <a:pt x="39510" y="32393"/>
                  </a:lnTo>
                  <a:lnTo>
                    <a:pt x="34725" y="22560"/>
                  </a:lnTo>
                  <a:lnTo>
                    <a:pt x="26916" y="13436"/>
                  </a:lnTo>
                  <a:lnTo>
                    <a:pt x="15526" y="5694"/>
                  </a:lnTo>
                  <a:lnTo>
                    <a:pt x="0" y="6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145603" y="2776767"/>
              <a:ext cx="532130" cy="135890"/>
            </a:xfrm>
            <a:custGeom>
              <a:avLst/>
              <a:gdLst/>
              <a:ahLst/>
              <a:cxnLst/>
              <a:rect l="l" t="t" r="r" b="b"/>
              <a:pathLst>
                <a:path w="532130" h="135889">
                  <a:moveTo>
                    <a:pt x="0" y="117358"/>
                  </a:moveTo>
                  <a:lnTo>
                    <a:pt x="44080" y="118402"/>
                  </a:lnTo>
                  <a:lnTo>
                    <a:pt x="90178" y="121084"/>
                  </a:lnTo>
                  <a:lnTo>
                    <a:pt x="137543" y="124736"/>
                  </a:lnTo>
                  <a:lnTo>
                    <a:pt x="185426" y="128686"/>
                  </a:lnTo>
                  <a:lnTo>
                    <a:pt x="233077" y="132264"/>
                  </a:lnTo>
                  <a:lnTo>
                    <a:pt x="279747" y="134798"/>
                  </a:lnTo>
                  <a:lnTo>
                    <a:pt x="324687" y="135619"/>
                  </a:lnTo>
                  <a:lnTo>
                    <a:pt x="367147" y="134054"/>
                  </a:lnTo>
                  <a:lnTo>
                    <a:pt x="406377" y="129435"/>
                  </a:lnTo>
                  <a:lnTo>
                    <a:pt x="472152" y="108348"/>
                  </a:lnTo>
                  <a:lnTo>
                    <a:pt x="516016" y="66991"/>
                  </a:lnTo>
                  <a:lnTo>
                    <a:pt x="527858" y="37035"/>
                  </a:lnTo>
                  <a:lnTo>
                    <a:pt x="531973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638067" y="2771706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0" y="32387"/>
                  </a:moveTo>
                  <a:lnTo>
                    <a:pt x="15526" y="26699"/>
                  </a:lnTo>
                  <a:lnTo>
                    <a:pt x="26916" y="18957"/>
                  </a:lnTo>
                  <a:lnTo>
                    <a:pt x="34725" y="9833"/>
                  </a:lnTo>
                  <a:lnTo>
                    <a:pt x="39510" y="0"/>
                  </a:lnTo>
                  <a:lnTo>
                    <a:pt x="44294" y="9834"/>
                  </a:lnTo>
                  <a:lnTo>
                    <a:pt x="52102" y="18959"/>
                  </a:lnTo>
                  <a:lnTo>
                    <a:pt x="63491" y="26702"/>
                  </a:lnTo>
                  <a:lnTo>
                    <a:pt x="79016" y="32393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033289" y="2525860"/>
            <a:ext cx="368935" cy="19685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430"/>
              </a:lnSpc>
            </a:pPr>
            <a:r>
              <a:rPr sz="1200" spc="-20" dirty="0">
                <a:latin typeface="Tahoma"/>
                <a:cs typeface="Tahoma"/>
              </a:rPr>
              <a:t>tanh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815016" y="2513343"/>
            <a:ext cx="1209040" cy="221615"/>
            <a:chOff x="2815016" y="2513343"/>
            <a:chExt cx="1209040" cy="221615"/>
          </a:xfrm>
        </p:grpSpPr>
        <p:sp>
          <p:nvSpPr>
            <p:cNvPr id="34" name="object 34"/>
            <p:cNvSpPr/>
            <p:nvPr/>
          </p:nvSpPr>
          <p:spPr>
            <a:xfrm>
              <a:off x="2820096" y="2624111"/>
              <a:ext cx="200660" cy="0"/>
            </a:xfrm>
            <a:custGeom>
              <a:avLst/>
              <a:gdLst/>
              <a:ahLst/>
              <a:cxnLst/>
              <a:rect l="l" t="t" r="r" b="b"/>
              <a:pathLst>
                <a:path w="200660">
                  <a:moveTo>
                    <a:pt x="0" y="2"/>
                  </a:moveTo>
                  <a:lnTo>
                    <a:pt x="200591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993359" y="2584602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64017" y="2515883"/>
              <a:ext cx="257175" cy="216535"/>
            </a:xfrm>
            <a:custGeom>
              <a:avLst/>
              <a:gdLst/>
              <a:ahLst/>
              <a:cxnLst/>
              <a:rect l="l" t="t" r="r" b="b"/>
              <a:pathLst>
                <a:path w="257175" h="216535">
                  <a:moveTo>
                    <a:pt x="0" y="216480"/>
                  </a:moveTo>
                  <a:lnTo>
                    <a:pt x="257040" y="216480"/>
                  </a:lnTo>
                  <a:lnTo>
                    <a:pt x="257040" y="0"/>
                  </a:lnTo>
                  <a:lnTo>
                    <a:pt x="0" y="0"/>
                  </a:lnTo>
                  <a:lnTo>
                    <a:pt x="0" y="21648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771430" y="2482385"/>
            <a:ext cx="23622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75" b="1" spc="97" baseline="-23809" dirty="0">
                <a:latin typeface="Arial"/>
                <a:cs typeface="Arial"/>
              </a:rPr>
              <a:t>v</a:t>
            </a:r>
            <a:r>
              <a:rPr sz="800" spc="65" dirty="0">
                <a:latin typeface="Cambria"/>
                <a:cs typeface="Cambria"/>
              </a:rPr>
              <a:t>T</a:t>
            </a:r>
            <a:endParaRPr sz="800">
              <a:latin typeface="Cambria"/>
              <a:cs typeface="Cambri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399282" y="2527655"/>
            <a:ext cx="1136650" cy="193040"/>
            <a:chOff x="3399282" y="2527655"/>
            <a:chExt cx="1136650" cy="193040"/>
          </a:xfrm>
        </p:grpSpPr>
        <p:sp>
          <p:nvSpPr>
            <p:cNvPr id="39" name="object 39"/>
            <p:cNvSpPr/>
            <p:nvPr/>
          </p:nvSpPr>
          <p:spPr>
            <a:xfrm>
              <a:off x="3404362" y="2624111"/>
              <a:ext cx="347345" cy="0"/>
            </a:xfrm>
            <a:custGeom>
              <a:avLst/>
              <a:gdLst/>
              <a:ahLst/>
              <a:cxnLst/>
              <a:rect l="l" t="t" r="r" b="b"/>
              <a:pathLst>
                <a:path w="347345">
                  <a:moveTo>
                    <a:pt x="0" y="0"/>
                  </a:moveTo>
                  <a:lnTo>
                    <a:pt x="347076" y="2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724108" y="2584605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331819" y="2530195"/>
              <a:ext cx="201930" cy="187960"/>
            </a:xfrm>
            <a:custGeom>
              <a:avLst/>
              <a:gdLst/>
              <a:ahLst/>
              <a:cxnLst/>
              <a:rect l="l" t="t" r="r" b="b"/>
              <a:pathLst>
                <a:path w="201929" h="187960">
                  <a:moveTo>
                    <a:pt x="201448" y="0"/>
                  </a:moveTo>
                  <a:lnTo>
                    <a:pt x="0" y="0"/>
                  </a:lnTo>
                  <a:lnTo>
                    <a:pt x="0" y="187857"/>
                  </a:lnTo>
                  <a:lnTo>
                    <a:pt x="201448" y="187857"/>
                  </a:lnTo>
                  <a:lnTo>
                    <a:pt x="201448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331819" y="2530195"/>
              <a:ext cx="201930" cy="187960"/>
            </a:xfrm>
            <a:custGeom>
              <a:avLst/>
              <a:gdLst/>
              <a:ahLst/>
              <a:cxnLst/>
              <a:rect l="l" t="t" r="r" b="b"/>
              <a:pathLst>
                <a:path w="201929" h="187960">
                  <a:moveTo>
                    <a:pt x="0" y="187857"/>
                  </a:moveTo>
                  <a:lnTo>
                    <a:pt x="201448" y="187857"/>
                  </a:lnTo>
                  <a:lnTo>
                    <a:pt x="201448" y="0"/>
                  </a:lnTo>
                  <a:lnTo>
                    <a:pt x="0" y="0"/>
                  </a:lnTo>
                  <a:lnTo>
                    <a:pt x="0" y="187857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339221" y="2500393"/>
            <a:ext cx="17272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-25" dirty="0">
                <a:latin typeface="Arial"/>
                <a:cs typeface="Arial"/>
              </a:rPr>
              <a:t>e</a:t>
            </a:r>
            <a:r>
              <a:rPr sz="1050" i="1" spc="-37" baseline="-15873" dirty="0">
                <a:latin typeface="Arial"/>
                <a:cs typeface="Arial"/>
              </a:rPr>
              <a:t>i</a:t>
            </a:r>
            <a:endParaRPr sz="1050" baseline="-15873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018589" y="2579523"/>
            <a:ext cx="311150" cy="89535"/>
            <a:chOff x="4018589" y="2579523"/>
            <a:chExt cx="311150" cy="89535"/>
          </a:xfrm>
        </p:grpSpPr>
        <p:sp>
          <p:nvSpPr>
            <p:cNvPr id="45" name="object 45"/>
            <p:cNvSpPr/>
            <p:nvPr/>
          </p:nvSpPr>
          <p:spPr>
            <a:xfrm>
              <a:off x="4023669" y="2624112"/>
              <a:ext cx="295910" cy="0"/>
            </a:xfrm>
            <a:custGeom>
              <a:avLst/>
              <a:gdLst/>
              <a:ahLst/>
              <a:cxnLst/>
              <a:rect l="l" t="t" r="r" b="b"/>
              <a:pathLst>
                <a:path w="295910">
                  <a:moveTo>
                    <a:pt x="0" y="0"/>
                  </a:moveTo>
                  <a:lnTo>
                    <a:pt x="295588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291928" y="258460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842146" y="3106357"/>
            <a:ext cx="478790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35"/>
              </a:lnSpc>
            </a:pPr>
            <a:r>
              <a:rPr sz="1050" spc="-10" dirty="0">
                <a:latin typeface="Arial MT"/>
                <a:cs typeface="Arial MT"/>
              </a:rPr>
              <a:t>nsions).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51" name="object 5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4674389" y="3118693"/>
            <a:ext cx="2927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Calibri"/>
                <a:cs typeface="Calibri"/>
              </a:rPr>
              <a:t>35</a:t>
            </a:r>
            <a:r>
              <a:rPr sz="600" spc="114" dirty="0">
                <a:latin typeface="Calibri"/>
                <a:cs typeface="Calibri"/>
              </a:rPr>
              <a:t> </a:t>
            </a:r>
            <a:r>
              <a:rPr sz="600" spc="90" dirty="0">
                <a:latin typeface="Calibri"/>
                <a:cs typeface="Calibri"/>
              </a:rPr>
              <a:t>/</a:t>
            </a:r>
            <a:r>
              <a:rPr sz="600" spc="114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70</a:t>
            </a:r>
            <a:endParaRPr sz="6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095C3A1-90F5-8D84-5E3B-48F2C842AEB0}"/>
                  </a:ext>
                </a:extLst>
              </p14:cNvPr>
              <p14:cNvContentPartPr/>
              <p14:nvPr/>
            </p14:nvContentPartPr>
            <p14:xfrm>
              <a:off x="712080" y="358920"/>
              <a:ext cx="4796280" cy="23626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095C3A1-90F5-8D84-5E3B-48F2C842AE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2720" y="349560"/>
                <a:ext cx="4815000" cy="2381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10" dirty="0">
                <a:solidFill>
                  <a:srgbClr val="FFFFFF"/>
                </a:solidFill>
              </a:rPr>
              <a:t>C</a:t>
            </a:r>
            <a:r>
              <a:rPr cap="small" spc="210" dirty="0">
                <a:solidFill>
                  <a:srgbClr val="FFFFFF"/>
                </a:solidFill>
              </a:rPr>
              <a:t>omparison</a:t>
            </a:r>
            <a:r>
              <a:rPr spc="210" dirty="0">
                <a:solidFill>
                  <a:srgbClr val="FFFFFF"/>
                </a:solidFill>
              </a:rPr>
              <a:t>:</a:t>
            </a:r>
            <a:r>
              <a:rPr spc="475" dirty="0">
                <a:solidFill>
                  <a:srgbClr val="FFFFFF"/>
                </a:solidFill>
              </a:rPr>
              <a:t> </a:t>
            </a:r>
            <a:r>
              <a:rPr spc="280" dirty="0">
                <a:solidFill>
                  <a:srgbClr val="FFFFFF"/>
                </a:solidFill>
              </a:rPr>
              <a:t>D</a:t>
            </a:r>
            <a:r>
              <a:rPr cap="small" spc="280" dirty="0">
                <a:solidFill>
                  <a:srgbClr val="FFFFFF"/>
                </a:solidFill>
              </a:rPr>
              <a:t>ot</a:t>
            </a:r>
            <a:r>
              <a:rPr spc="280" dirty="0">
                <a:solidFill>
                  <a:srgbClr val="FFFFFF"/>
                </a:solidFill>
              </a:rPr>
              <a:t>-</a:t>
            </a:r>
            <a:r>
              <a:rPr spc="265" dirty="0">
                <a:solidFill>
                  <a:srgbClr val="FFFFFF"/>
                </a:solidFill>
              </a:rPr>
              <a:t>P</a:t>
            </a:r>
            <a:r>
              <a:rPr cap="small" spc="265" dirty="0">
                <a:solidFill>
                  <a:srgbClr val="FFFFFF"/>
                </a:solidFill>
              </a:rPr>
              <a:t>roduct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cap="small" spc="225" dirty="0">
                <a:solidFill>
                  <a:srgbClr val="FFFFFF"/>
                </a:solidFill>
              </a:rPr>
              <a:t>vs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215" dirty="0">
                <a:solidFill>
                  <a:srgbClr val="FFFFFF"/>
                </a:solidFill>
              </a:rPr>
              <a:t>A</a:t>
            </a:r>
            <a:r>
              <a:rPr cap="small" spc="215" dirty="0">
                <a:solidFill>
                  <a:srgbClr val="FFFFFF"/>
                </a:solidFill>
              </a:rPr>
              <a:t>dditive</a:t>
            </a:r>
          </a:p>
        </p:txBody>
      </p:sp>
      <p:sp>
        <p:nvSpPr>
          <p:cNvPr id="3" name="object 3"/>
          <p:cNvSpPr/>
          <p:nvPr/>
        </p:nvSpPr>
        <p:spPr>
          <a:xfrm>
            <a:off x="582256" y="521614"/>
            <a:ext cx="4595495" cy="0"/>
          </a:xfrm>
          <a:custGeom>
            <a:avLst/>
            <a:gdLst/>
            <a:ahLst/>
            <a:cxnLst/>
            <a:rect l="l" t="t" r="r" b="b"/>
            <a:pathLst>
              <a:path w="4595495">
                <a:moveTo>
                  <a:pt x="0" y="0"/>
                </a:moveTo>
                <a:lnTo>
                  <a:pt x="459549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5464" y="507211"/>
            <a:ext cx="415607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243965" algn="l"/>
                <a:tab pos="3016250" algn="l"/>
              </a:tabLst>
            </a:pPr>
            <a:r>
              <a:rPr sz="950" spc="-10" dirty="0">
                <a:solidFill>
                  <a:srgbClr val="1B1472"/>
                </a:solidFill>
                <a:latin typeface="Arial MT"/>
                <a:cs typeface="Arial MT"/>
              </a:rPr>
              <a:t>Aspect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	Dot-Product</a:t>
            </a:r>
            <a:r>
              <a:rPr sz="950" spc="1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B1472"/>
                </a:solidFill>
                <a:latin typeface="Arial MT"/>
                <a:cs typeface="Arial MT"/>
              </a:rPr>
              <a:t>(Scaled)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	Additive</a:t>
            </a:r>
            <a:r>
              <a:rPr sz="950" spc="8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B1472"/>
                </a:solidFill>
                <a:latin typeface="Arial MT"/>
                <a:cs typeface="Arial MT"/>
              </a:rPr>
              <a:t>(Bahdanau)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2256" y="698753"/>
            <a:ext cx="4595495" cy="0"/>
          </a:xfrm>
          <a:custGeom>
            <a:avLst/>
            <a:gdLst/>
            <a:ahLst/>
            <a:cxnLst/>
            <a:rect l="l" t="t" r="r" b="b"/>
            <a:pathLst>
              <a:path w="4595495">
                <a:moveTo>
                  <a:pt x="0" y="0"/>
                </a:moveTo>
                <a:lnTo>
                  <a:pt x="459549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5464" y="778191"/>
            <a:ext cx="48133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latin typeface="Arial MT"/>
                <a:cs typeface="Arial MT"/>
              </a:rPr>
              <a:t>Formula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72221" y="684465"/>
            <a:ext cx="31178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950" b="1" spc="60" dirty="0">
                <a:latin typeface="Arial"/>
                <a:cs typeface="Arial"/>
              </a:rPr>
              <a:t>q</a:t>
            </a:r>
            <a:r>
              <a:rPr sz="1200" spc="89" baseline="27777" dirty="0">
                <a:latin typeface="Cambria"/>
                <a:cs typeface="Cambria"/>
              </a:rPr>
              <a:t>T</a:t>
            </a:r>
            <a:r>
              <a:rPr sz="950" b="1" spc="60" dirty="0">
                <a:latin typeface="Arial"/>
                <a:cs typeface="Arial"/>
              </a:rPr>
              <a:t>k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02320" y="878077"/>
            <a:ext cx="252095" cy="33655"/>
            <a:chOff x="1902320" y="878077"/>
            <a:chExt cx="252095" cy="33655"/>
          </a:xfrm>
        </p:grpSpPr>
        <p:sp>
          <p:nvSpPr>
            <p:cNvPr id="9" name="object 9"/>
            <p:cNvSpPr/>
            <p:nvPr/>
          </p:nvSpPr>
          <p:spPr>
            <a:xfrm>
              <a:off x="1905177" y="880935"/>
              <a:ext cx="246379" cy="0"/>
            </a:xfrm>
            <a:custGeom>
              <a:avLst/>
              <a:gdLst/>
              <a:ahLst/>
              <a:cxnLst/>
              <a:rect l="l" t="t" r="r" b="b"/>
              <a:pathLst>
                <a:path w="246380">
                  <a:moveTo>
                    <a:pt x="0" y="0"/>
                  </a:moveTo>
                  <a:lnTo>
                    <a:pt x="245770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20633" y="908646"/>
              <a:ext cx="130810" cy="0"/>
            </a:xfrm>
            <a:custGeom>
              <a:avLst/>
              <a:gdLst/>
              <a:ahLst/>
              <a:cxnLst/>
              <a:rect l="l" t="t" r="r" b="b"/>
              <a:pathLst>
                <a:path w="130810">
                  <a:moveTo>
                    <a:pt x="0" y="0"/>
                  </a:moveTo>
                  <a:lnTo>
                    <a:pt x="130314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67077" y="760169"/>
            <a:ext cx="3067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40" dirty="0">
                <a:latin typeface="Cambria"/>
                <a:cs typeface="Cambria"/>
              </a:rPr>
              <a:t>√</a:t>
            </a:r>
            <a:r>
              <a:rPr sz="1425" i="1" spc="60" baseline="-46783" dirty="0">
                <a:latin typeface="Arial"/>
                <a:cs typeface="Arial"/>
              </a:rPr>
              <a:t>d</a:t>
            </a:r>
            <a:r>
              <a:rPr sz="1050" i="1" spc="60" baseline="-79365" dirty="0">
                <a:latin typeface="Arial"/>
                <a:cs typeface="Arial"/>
              </a:rPr>
              <a:t>k</a:t>
            </a:r>
            <a:endParaRPr sz="1050" baseline="-79365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18458" y="751381"/>
            <a:ext cx="109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130" dirty="0">
                <a:latin typeface="Cambria"/>
                <a:cs typeface="Cambria"/>
              </a:rPr>
              <a:t>T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23729" y="764335"/>
            <a:ext cx="12992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950" b="1" dirty="0">
                <a:latin typeface="Arial"/>
                <a:cs typeface="Arial"/>
              </a:rPr>
              <a:t>v</a:t>
            </a:r>
            <a:r>
              <a:rPr sz="950" b="1" spc="225" dirty="0">
                <a:latin typeface="Arial"/>
                <a:cs typeface="Arial"/>
              </a:rPr>
              <a:t>  </a:t>
            </a:r>
            <a:r>
              <a:rPr sz="1100" spc="-25" dirty="0">
                <a:latin typeface="Tahoma"/>
                <a:cs typeface="Tahoma"/>
              </a:rPr>
              <a:t>tanh(</a:t>
            </a:r>
            <a:r>
              <a:rPr sz="950" b="1" spc="-25" dirty="0">
                <a:latin typeface="Arial"/>
                <a:cs typeface="Arial"/>
              </a:rPr>
              <a:t>W</a:t>
            </a:r>
            <a:r>
              <a:rPr sz="1050" i="1" spc="-37" baseline="-11904" dirty="0">
                <a:latin typeface="Arial"/>
                <a:cs typeface="Arial"/>
              </a:rPr>
              <a:t>q</a:t>
            </a:r>
            <a:r>
              <a:rPr sz="1050" i="1" spc="-150" baseline="-11904" dirty="0">
                <a:latin typeface="Arial"/>
                <a:cs typeface="Arial"/>
              </a:rPr>
              <a:t> </a:t>
            </a:r>
            <a:r>
              <a:rPr sz="950" b="1" dirty="0">
                <a:latin typeface="Arial"/>
                <a:cs typeface="Arial"/>
              </a:rPr>
              <a:t>q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950" b="1" dirty="0">
                <a:latin typeface="Arial"/>
                <a:cs typeface="Arial"/>
              </a:rPr>
              <a:t>W</a:t>
            </a:r>
            <a:r>
              <a:rPr sz="1050" i="1" baseline="-11904" dirty="0">
                <a:latin typeface="Arial"/>
                <a:cs typeface="Arial"/>
              </a:rPr>
              <a:t>k</a:t>
            </a:r>
            <a:r>
              <a:rPr sz="1050" i="1" spc="-89" baseline="-11904" dirty="0">
                <a:latin typeface="Arial"/>
                <a:cs typeface="Arial"/>
              </a:rPr>
              <a:t> </a:t>
            </a:r>
            <a:r>
              <a:rPr sz="950" b="1" spc="-25" dirty="0">
                <a:latin typeface="Arial"/>
                <a:cs typeface="Arial"/>
              </a:rPr>
              <a:t>k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82256" y="1112816"/>
          <a:ext cx="4594225" cy="1571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marL="75565">
                        <a:lnSpc>
                          <a:spcPts val="1125"/>
                        </a:lnSpc>
                      </a:pPr>
                      <a:r>
                        <a:rPr sz="950" spc="-10" dirty="0">
                          <a:latin typeface="Arial MT"/>
                          <a:cs typeface="Arial MT"/>
                        </a:rPr>
                        <a:t>Parameters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ts val="1125"/>
                        </a:lnSpc>
                      </a:pPr>
                      <a:r>
                        <a:rPr sz="950" spc="-20" dirty="0">
                          <a:latin typeface="Arial MT"/>
                          <a:cs typeface="Arial MT"/>
                        </a:rPr>
                        <a:t>None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ts val="1155"/>
                        </a:lnSpc>
                      </a:pPr>
                      <a:r>
                        <a:rPr sz="950" b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1050" i="1" baseline="-11904" dirty="0">
                          <a:latin typeface="Arial"/>
                          <a:cs typeface="Arial"/>
                        </a:rPr>
                        <a:t>q</a:t>
                      </a:r>
                      <a:r>
                        <a:rPr sz="1100" i="1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spc="-1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50" b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1050" i="1" baseline="-11904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1050" i="1" spc="-104" baseline="-119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1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100" i="1" spc="-1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50" b="1" spc="-50" dirty="0">
                          <a:latin typeface="Arial"/>
                          <a:cs typeface="Arial"/>
                        </a:rPr>
                        <a:t>v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spc="-10" dirty="0">
                          <a:latin typeface="Arial MT"/>
                          <a:cs typeface="Arial MT"/>
                        </a:rPr>
                        <a:t>Complexity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50" i="1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950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950" i="1" spc="-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950" spc="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20" dirty="0">
                          <a:latin typeface="Arial MT"/>
                          <a:cs typeface="Arial MT"/>
                        </a:rPr>
                        <a:t>pair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50" i="1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950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950" i="1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Cambria"/>
                          <a:cs typeface="Cambria"/>
                        </a:rPr>
                        <a:t>·</a:t>
                      </a:r>
                      <a:r>
                        <a:rPr sz="11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950" i="1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950" i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1100" spc="-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i="1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95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20" dirty="0">
                          <a:latin typeface="Arial MT"/>
                          <a:cs typeface="Arial MT"/>
                        </a:rPr>
                        <a:t>pair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3619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14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50" spc="-10" dirty="0">
                          <a:latin typeface="Arial MT"/>
                          <a:cs typeface="Arial MT"/>
                        </a:rPr>
                        <a:t>Expressiveness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Limited</a:t>
                      </a:r>
                      <a:r>
                        <a:rPr sz="950" spc="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95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linear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ts val="1265"/>
                        </a:lnSpc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Nonlinear</a:t>
                      </a:r>
                      <a:r>
                        <a:rPr sz="950" spc="1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(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tanh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)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Arial MT"/>
                          <a:cs typeface="Arial MT"/>
                        </a:rPr>
                        <a:t>Parallelization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dirty="0">
                          <a:solidFill>
                            <a:srgbClr val="00FF00"/>
                          </a:solidFill>
                          <a:latin typeface="Arial MT"/>
                          <a:cs typeface="Arial MT"/>
                        </a:rPr>
                        <a:t>Excellent</a:t>
                      </a:r>
                      <a:r>
                        <a:rPr sz="950" spc="120" dirty="0">
                          <a:solidFill>
                            <a:srgbClr val="00FF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(matrix</a:t>
                      </a:r>
                      <a:r>
                        <a:rPr sz="950" spc="1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mult)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Arial MT"/>
                          <a:cs typeface="Arial MT"/>
                        </a:rPr>
                        <a:t>Moderate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096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Dimension</a:t>
                      </a:r>
                      <a:r>
                        <a:rPr sz="950" spc="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20" dirty="0">
                          <a:latin typeface="Arial MT"/>
                          <a:cs typeface="Arial MT"/>
                        </a:rPr>
                        <a:t>req.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Requires</a:t>
                      </a:r>
                      <a:r>
                        <a:rPr sz="95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050" i="1" baseline="-11904" dirty="0">
                          <a:latin typeface="Arial"/>
                          <a:cs typeface="Arial"/>
                        </a:rPr>
                        <a:t>q</a:t>
                      </a:r>
                      <a:r>
                        <a:rPr sz="1050" i="1" spc="405" baseline="-119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11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i="1" spc="-2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050" i="1" spc="-37" baseline="-11904" dirty="0">
                          <a:latin typeface="Arial"/>
                          <a:cs typeface="Arial"/>
                        </a:rPr>
                        <a:t>k</a:t>
                      </a:r>
                      <a:endParaRPr sz="1050" baseline="-11904">
                        <a:latin typeface="Arial"/>
                        <a:cs typeface="Arial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Works</a:t>
                      </a:r>
                      <a:r>
                        <a:rPr sz="95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95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050" i="1" baseline="-11904" dirty="0">
                          <a:latin typeface="Arial"/>
                          <a:cs typeface="Arial"/>
                        </a:rPr>
                        <a:t>q</a:t>
                      </a:r>
                      <a:r>
                        <a:rPr sz="1050" i="1" spc="367" baseline="-119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30" dirty="0">
                          <a:latin typeface="Cambria"/>
                          <a:cs typeface="Cambria"/>
                        </a:rPr>
                        <a:t>/</a:t>
                      </a:r>
                      <a:r>
                        <a:rPr sz="1100" spc="2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i="1" spc="-2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050" i="1" spc="-37" baseline="-11904" dirty="0">
                          <a:latin typeface="Arial"/>
                          <a:cs typeface="Arial"/>
                        </a:rPr>
                        <a:t>k</a:t>
                      </a:r>
                      <a:endParaRPr sz="1050" baseline="-11904">
                        <a:latin typeface="Arial"/>
                        <a:cs typeface="Arial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Modern</a:t>
                      </a:r>
                      <a:r>
                        <a:rPr sz="950" spc="1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usage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50" spc="-1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Transformers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Early</a:t>
                      </a:r>
                      <a:r>
                        <a:rPr sz="95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seq2seq</a:t>
                      </a:r>
                      <a:endParaRPr sz="950" dirty="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347294" y="2702368"/>
            <a:ext cx="5065395" cy="392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Historical</a:t>
            </a:r>
            <a:r>
              <a:rPr sz="1050" spc="7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note:</a:t>
            </a:r>
            <a:r>
              <a:rPr sz="1050" spc="18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Additive</a:t>
            </a:r>
            <a:r>
              <a:rPr sz="1050" spc="7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was</a:t>
            </a:r>
            <a:r>
              <a:rPr sz="1050" spc="7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better</a:t>
            </a:r>
            <a:r>
              <a:rPr sz="1050" spc="7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7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RNN-based</a:t>
            </a:r>
            <a:r>
              <a:rPr sz="1050" spc="7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models</a:t>
            </a:r>
            <a:r>
              <a:rPr sz="1050" spc="7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(2014-2016),</a:t>
            </a:r>
            <a:r>
              <a:rPr sz="1050" spc="8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but</a:t>
            </a:r>
            <a:r>
              <a:rPr sz="1050" spc="7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scaled </a:t>
            </a:r>
            <a:r>
              <a:rPr sz="1050" dirty="0">
                <a:latin typeface="Arial MT"/>
                <a:cs typeface="Arial MT"/>
              </a:rPr>
              <a:t>dot-product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dominates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Transformer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era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(2017+).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2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2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2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2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2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2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60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35" dirty="0">
                <a:solidFill>
                  <a:srgbClr val="FFFFFF"/>
                </a:solidFill>
              </a:rPr>
              <a:t>C</a:t>
            </a:r>
            <a:r>
              <a:rPr cap="small" spc="235" dirty="0">
                <a:solidFill>
                  <a:srgbClr val="FFFFFF"/>
                </a:solidFill>
              </a:rPr>
              <a:t>omputational</a:t>
            </a:r>
            <a:r>
              <a:rPr spc="285" dirty="0">
                <a:solidFill>
                  <a:srgbClr val="FFFFFF"/>
                </a:solidFill>
              </a:rPr>
              <a:t> </a:t>
            </a:r>
            <a:r>
              <a:rPr spc="290" dirty="0">
                <a:solidFill>
                  <a:srgbClr val="FFFFFF"/>
                </a:solidFill>
              </a:rPr>
              <a:t>C</a:t>
            </a:r>
            <a:r>
              <a:rPr cap="small" spc="290" dirty="0">
                <a:solidFill>
                  <a:srgbClr val="FFFFFF"/>
                </a:solidFill>
              </a:rPr>
              <a:t>omplexity</a:t>
            </a:r>
            <a:r>
              <a:rPr spc="290" dirty="0">
                <a:solidFill>
                  <a:srgbClr val="FFFFFF"/>
                </a:solidFill>
              </a:rPr>
              <a:t> </a:t>
            </a:r>
            <a:r>
              <a:rPr spc="195" dirty="0">
                <a:solidFill>
                  <a:srgbClr val="FFFFFF"/>
                </a:solidFill>
              </a:rPr>
              <a:t>A</a:t>
            </a:r>
            <a:r>
              <a:rPr cap="small" spc="195" dirty="0">
                <a:solidFill>
                  <a:srgbClr val="FFFFFF"/>
                </a:solidFill>
              </a:rPr>
              <a:t>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88828"/>
            <a:ext cx="319341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For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sequence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length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i="1" dirty="0">
                <a:solidFill>
                  <a:srgbClr val="1B1472"/>
                </a:solidFill>
                <a:latin typeface="Arial"/>
                <a:cs typeface="Arial"/>
              </a:rPr>
              <a:t>n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,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dimension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i="1" dirty="0">
                <a:solidFill>
                  <a:srgbClr val="1B1472"/>
                </a:solidFill>
                <a:latin typeface="Arial"/>
                <a:cs typeface="Arial"/>
              </a:rPr>
              <a:t>d</a:t>
            </a:r>
            <a:r>
              <a:rPr sz="1050" i="1" spc="-185" dirty="0">
                <a:solidFill>
                  <a:srgbClr val="1B1472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,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and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i="1" dirty="0">
                <a:solidFill>
                  <a:srgbClr val="1B1472"/>
                </a:solidFill>
                <a:latin typeface="Arial"/>
                <a:cs typeface="Arial"/>
              </a:rPr>
              <a:t>m</a:t>
            </a:r>
            <a:r>
              <a:rPr sz="1050" i="1" spc="55" dirty="0">
                <a:solidFill>
                  <a:srgbClr val="1B1472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queries: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78446" y="810285"/>
          <a:ext cx="3803014" cy="929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0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marL="75565">
                        <a:lnSpc>
                          <a:spcPts val="1240"/>
                        </a:lnSpc>
                      </a:pPr>
                      <a:r>
                        <a:rPr sz="1050" spc="-1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Operation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05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Scaled</a:t>
                      </a:r>
                      <a:r>
                        <a:rPr sz="1050" spc="75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Dot-</a:t>
                      </a:r>
                      <a:r>
                        <a:rPr sz="1050" spc="-1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Product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050" spc="-1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Additive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240"/>
                        </a:lnSpc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Score</a:t>
                      </a:r>
                      <a:r>
                        <a:rPr sz="1050" spc="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computation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sz="1050" i="1" spc="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spc="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050" i="1" spc="10" dirty="0">
                          <a:latin typeface="Arial"/>
                          <a:cs typeface="Arial"/>
                        </a:rPr>
                        <a:t>mnd</a:t>
                      </a:r>
                      <a:r>
                        <a:rPr sz="1050" i="1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0" dirty="0">
                          <a:latin typeface="Tahoma"/>
                          <a:cs typeface="Tahoma"/>
                        </a:rPr>
                        <a:t>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sz="1050" i="1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050" i="1" dirty="0">
                          <a:latin typeface="Arial"/>
                          <a:cs typeface="Arial"/>
                        </a:rPr>
                        <a:t>mndh</a:t>
                      </a:r>
                      <a:r>
                        <a:rPr sz="1050" i="1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12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50" i="1" spc="-20" dirty="0">
                          <a:latin typeface="Arial"/>
                          <a:cs typeface="Arial"/>
                        </a:rPr>
                        <a:t>mnh</a:t>
                      </a:r>
                      <a:r>
                        <a:rPr sz="1200" spc="-20" dirty="0">
                          <a:latin typeface="Tahoma"/>
                          <a:cs typeface="Tahoma"/>
                        </a:rPr>
                        <a:t>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Softmax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0"/>
                        </a:lnSpc>
                      </a:pPr>
                      <a:r>
                        <a:rPr sz="1050" i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050" i="1" spc="-10" dirty="0">
                          <a:latin typeface="Arial"/>
                          <a:cs typeface="Arial"/>
                        </a:rPr>
                        <a:t>mn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0"/>
                        </a:lnSpc>
                      </a:pPr>
                      <a:r>
                        <a:rPr sz="1050" i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050" i="1" spc="-10" dirty="0">
                          <a:latin typeface="Arial"/>
                          <a:cs typeface="Arial"/>
                        </a:rPr>
                        <a:t>mn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50" dirty="0">
                          <a:latin typeface="Arial MT"/>
                          <a:cs typeface="Arial MT"/>
                        </a:rPr>
                        <a:t>Weighted</a:t>
                      </a:r>
                      <a:r>
                        <a:rPr sz="105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25" dirty="0">
                          <a:latin typeface="Arial MT"/>
                          <a:cs typeface="Arial MT"/>
                        </a:rPr>
                        <a:t>sum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0"/>
                        </a:lnSpc>
                      </a:pPr>
                      <a:r>
                        <a:rPr sz="1050" i="1" spc="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spc="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050" i="1" spc="10" dirty="0">
                          <a:latin typeface="Arial"/>
                          <a:cs typeface="Arial"/>
                        </a:rPr>
                        <a:t>mnd</a:t>
                      </a:r>
                      <a:r>
                        <a:rPr sz="1050" i="1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0" dirty="0">
                          <a:latin typeface="Tahoma"/>
                          <a:cs typeface="Tahoma"/>
                        </a:rPr>
                        <a:t>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0"/>
                        </a:lnSpc>
                      </a:pPr>
                      <a:r>
                        <a:rPr sz="1050" i="1" spc="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spc="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050" i="1" spc="10" dirty="0">
                          <a:latin typeface="Arial"/>
                          <a:cs typeface="Arial"/>
                        </a:rPr>
                        <a:t>mnd</a:t>
                      </a:r>
                      <a:r>
                        <a:rPr sz="1050" i="1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0" dirty="0">
                          <a:latin typeface="Tahoma"/>
                          <a:cs typeface="Tahoma"/>
                        </a:rPr>
                        <a:t>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marL="75565">
                        <a:lnSpc>
                          <a:spcPts val="1240"/>
                        </a:lnSpc>
                      </a:pPr>
                      <a:r>
                        <a:rPr sz="1050" spc="-1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Total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sz="105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mnd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sz="105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mndh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)</a:t>
                      </a:r>
                      <a:endParaRPr sz="12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513702" y="2133904"/>
            <a:ext cx="69850" cy="512445"/>
            <a:chOff x="513702" y="2133904"/>
            <a:chExt cx="69850" cy="5124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133904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355329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576741"/>
              <a:ext cx="69291" cy="6929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21894" y="1796938"/>
            <a:ext cx="5103495" cy="12966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Matrix</a:t>
            </a:r>
            <a:r>
              <a:rPr sz="1050" spc="6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formulation</a:t>
            </a:r>
            <a:r>
              <a:rPr sz="1050" spc="6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(batch</a:t>
            </a:r>
            <a:r>
              <a:rPr sz="1050" spc="6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processing):</a:t>
            </a:r>
            <a:endParaRPr sz="1050">
              <a:latin typeface="Arial MT"/>
              <a:cs typeface="Arial MT"/>
            </a:endParaRPr>
          </a:p>
          <a:p>
            <a:pPr marL="335280" marR="729615">
              <a:lnSpc>
                <a:spcPts val="1739"/>
              </a:lnSpc>
              <a:spcBef>
                <a:spcPts val="140"/>
              </a:spcBef>
            </a:pPr>
            <a:r>
              <a:rPr sz="1050" dirty="0">
                <a:latin typeface="Arial MT"/>
                <a:cs typeface="Arial MT"/>
              </a:rPr>
              <a:t>Scaled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dot-product:</a:t>
            </a:r>
            <a:r>
              <a:rPr sz="1050" spc="120" dirty="0">
                <a:latin typeface="Arial MT"/>
                <a:cs typeface="Arial MT"/>
              </a:rPr>
              <a:t> </a:t>
            </a:r>
            <a:r>
              <a:rPr sz="1050" b="1" spc="70" dirty="0">
                <a:latin typeface="Arial"/>
                <a:cs typeface="Arial"/>
              </a:rPr>
              <a:t>QK</a:t>
            </a:r>
            <a:r>
              <a:rPr sz="1200" spc="104" baseline="31250" dirty="0">
                <a:latin typeface="Cambria"/>
                <a:cs typeface="Cambria"/>
              </a:rPr>
              <a:t>T</a:t>
            </a:r>
            <a:r>
              <a:rPr sz="1200" spc="367" baseline="3125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∈</a:t>
            </a:r>
            <a:r>
              <a:rPr sz="1200" spc="105" dirty="0">
                <a:latin typeface="Cambria"/>
                <a:cs typeface="Cambria"/>
              </a:rPr>
              <a:t> </a:t>
            </a:r>
            <a:r>
              <a:rPr sz="1200" spc="60" dirty="0">
                <a:latin typeface="Arial MT"/>
                <a:cs typeface="Arial MT"/>
              </a:rPr>
              <a:t>R</a:t>
            </a:r>
            <a:r>
              <a:rPr sz="1050" i="1" spc="89" baseline="35714" dirty="0">
                <a:latin typeface="Arial"/>
                <a:cs typeface="Arial"/>
              </a:rPr>
              <a:t>m</a:t>
            </a:r>
            <a:r>
              <a:rPr sz="1200" spc="89" baseline="31250" dirty="0">
                <a:latin typeface="Cambria"/>
                <a:cs typeface="Cambria"/>
              </a:rPr>
              <a:t>×</a:t>
            </a:r>
            <a:r>
              <a:rPr sz="1050" i="1" spc="89" baseline="35714" dirty="0">
                <a:latin typeface="Arial"/>
                <a:cs typeface="Arial"/>
              </a:rPr>
              <a:t>n</a:t>
            </a:r>
            <a:r>
              <a:rPr sz="1050" i="1" spc="322" baseline="35714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computed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GPU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operation </a:t>
            </a:r>
            <a:r>
              <a:rPr sz="1050" dirty="0">
                <a:latin typeface="Arial MT"/>
                <a:cs typeface="Arial MT"/>
              </a:rPr>
              <a:t>Highly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parallelizable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modern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hardware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(GPUs/TPUs)</a:t>
            </a:r>
            <a:endParaRPr sz="1050">
              <a:latin typeface="Arial MT"/>
              <a:cs typeface="Arial MT"/>
            </a:endParaRPr>
          </a:p>
          <a:p>
            <a:pPr marL="335280">
              <a:lnSpc>
                <a:spcPct val="100000"/>
              </a:lnSpc>
              <a:spcBef>
                <a:spcPts val="200"/>
              </a:spcBef>
            </a:pPr>
            <a:r>
              <a:rPr sz="1050" dirty="0">
                <a:latin typeface="Arial MT"/>
                <a:cs typeface="Arial MT"/>
              </a:rPr>
              <a:t>Memory</a:t>
            </a:r>
            <a:r>
              <a:rPr sz="1050" spc="7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efficient:</a:t>
            </a:r>
            <a:r>
              <a:rPr sz="1050" spc="16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O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mn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7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attention</a:t>
            </a:r>
            <a:r>
              <a:rPr sz="1050" spc="7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matrix</a:t>
            </a:r>
            <a:endParaRPr sz="1050">
              <a:latin typeface="Arial MT"/>
              <a:cs typeface="Arial MT"/>
            </a:endParaRPr>
          </a:p>
          <a:p>
            <a:pPr marL="38100" marR="17780">
              <a:lnSpc>
                <a:spcPct val="114700"/>
              </a:lnSpc>
              <a:spcBef>
                <a:spcPts val="26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Practical impact:</a:t>
            </a:r>
            <a:r>
              <a:rPr sz="1050" spc="11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Dot-product is 3-5× faster in practice due to better hardware </a:t>
            </a:r>
            <a:r>
              <a:rPr sz="1050" spc="-10" dirty="0">
                <a:latin typeface="Arial MT"/>
                <a:cs typeface="Arial MT"/>
              </a:rPr>
              <a:t>utiliza-tion.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11" name="object 1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5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5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5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5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61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29" dirty="0">
                <a:solidFill>
                  <a:srgbClr val="FFFFFF"/>
                </a:solidFill>
              </a:rPr>
              <a:t>S</a:t>
            </a:r>
            <a:r>
              <a:rPr cap="small" spc="229" dirty="0">
                <a:solidFill>
                  <a:srgbClr val="FFFFFF"/>
                </a:solidFill>
              </a:rPr>
              <a:t>coring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29" dirty="0">
                <a:solidFill>
                  <a:srgbClr val="FFFFFF"/>
                </a:solidFill>
              </a:rPr>
              <a:t>F</a:t>
            </a:r>
            <a:r>
              <a:rPr cap="small" spc="229" dirty="0">
                <a:solidFill>
                  <a:srgbClr val="FFFFFF"/>
                </a:solidFill>
              </a:rPr>
              <a:t>unctions</a:t>
            </a:r>
            <a:r>
              <a:rPr spc="229" dirty="0">
                <a:solidFill>
                  <a:srgbClr val="FFFFFF"/>
                </a:solidFill>
              </a:rPr>
              <a:t>:</a:t>
            </a:r>
            <a:r>
              <a:rPr spc="490" dirty="0">
                <a:solidFill>
                  <a:srgbClr val="FFFFFF"/>
                </a:solidFill>
              </a:rPr>
              <a:t> </a:t>
            </a:r>
            <a:r>
              <a:rPr spc="190" dirty="0">
                <a:solidFill>
                  <a:srgbClr val="FFFFFF"/>
                </a:solidFill>
              </a:rPr>
              <a:t>O</a:t>
            </a:r>
            <a:r>
              <a:rPr cap="small" spc="190" dirty="0">
                <a:solidFill>
                  <a:srgbClr val="FFFFFF"/>
                </a:solidFill>
              </a:rPr>
              <a:t>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55343"/>
            <a:ext cx="406019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The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scoring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function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score</a:t>
            </a:r>
            <a:r>
              <a:rPr sz="1200" spc="-10" dirty="0">
                <a:solidFill>
                  <a:srgbClr val="1B1472"/>
                </a:solidFill>
                <a:latin typeface="Tahoma"/>
                <a:cs typeface="Tahoma"/>
              </a:rPr>
              <a:t>(</a:t>
            </a:r>
            <a:r>
              <a:rPr sz="1050" b="1" spc="-10" dirty="0">
                <a:solidFill>
                  <a:srgbClr val="1B1472"/>
                </a:solidFill>
                <a:latin typeface="Arial"/>
                <a:cs typeface="Arial"/>
              </a:rPr>
              <a:t>q</a:t>
            </a:r>
            <a:r>
              <a:rPr sz="1200" i="1" spc="-10" dirty="0">
                <a:solidFill>
                  <a:srgbClr val="1B1472"/>
                </a:solidFill>
                <a:latin typeface="Verdana"/>
                <a:cs typeface="Verdana"/>
              </a:rPr>
              <a:t>,</a:t>
            </a:r>
            <a:r>
              <a:rPr sz="1200" i="1" spc="-195" dirty="0">
                <a:solidFill>
                  <a:srgbClr val="1B1472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1B1472"/>
                </a:solidFill>
                <a:latin typeface="Arial"/>
                <a:cs typeface="Arial"/>
              </a:rPr>
              <a:t>k</a:t>
            </a:r>
            <a:r>
              <a:rPr sz="1200" dirty="0">
                <a:solidFill>
                  <a:srgbClr val="1B1472"/>
                </a:solidFill>
                <a:latin typeface="Tahoma"/>
                <a:cs typeface="Tahoma"/>
              </a:rPr>
              <a:t>)</a:t>
            </a:r>
            <a:r>
              <a:rPr sz="1200" spc="-20" dirty="0">
                <a:solidFill>
                  <a:srgbClr val="1B1472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measures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query-key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compatibility.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1894" y="2110196"/>
            <a:ext cx="4915535" cy="97091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Design</a:t>
            </a:r>
            <a:r>
              <a:rPr sz="1050" spc="8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1B1472"/>
                </a:solidFill>
                <a:latin typeface="Arial MT"/>
                <a:cs typeface="Arial MT"/>
              </a:rPr>
              <a:t>Trade-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offs:</a:t>
            </a:r>
            <a:endParaRPr sz="1050">
              <a:latin typeface="Arial MT"/>
              <a:cs typeface="Arial MT"/>
            </a:endParaRPr>
          </a:p>
          <a:p>
            <a:pPr marL="335280">
              <a:lnSpc>
                <a:spcPct val="100000"/>
              </a:lnSpc>
              <a:spcBef>
                <a:spcPts val="14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Dot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product:</a:t>
            </a:r>
            <a:r>
              <a:rPr sz="1050" spc="1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Fast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(matrix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ops),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parameters,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requires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d</a:t>
            </a:r>
            <a:r>
              <a:rPr sz="1050" i="1" baseline="-15873" dirty="0">
                <a:latin typeface="Arial"/>
                <a:cs typeface="Arial"/>
              </a:rPr>
              <a:t>q</a:t>
            </a:r>
            <a:r>
              <a:rPr sz="1050" i="1" spc="412" baseline="-15873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050" i="1" spc="-25" dirty="0">
                <a:latin typeface="Arial"/>
                <a:cs typeface="Arial"/>
              </a:rPr>
              <a:t>d</a:t>
            </a:r>
            <a:r>
              <a:rPr sz="1050" i="1" spc="-37" baseline="-15873" dirty="0">
                <a:latin typeface="Arial"/>
                <a:cs typeface="Arial"/>
              </a:rPr>
              <a:t>k</a:t>
            </a:r>
            <a:endParaRPr sz="1050" baseline="-15873">
              <a:latin typeface="Arial"/>
              <a:cs typeface="Arial"/>
            </a:endParaRPr>
          </a:p>
          <a:p>
            <a:pPr marL="335280" marR="30480">
              <a:lnSpc>
                <a:spcPct val="114700"/>
              </a:lnSpc>
              <a:spcBef>
                <a:spcPts val="4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Scaled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Dot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Product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:</a:t>
            </a:r>
            <a:r>
              <a:rPr sz="1050" spc="11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Prevents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saturation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large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dimensions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(Transformer default)</a:t>
            </a:r>
            <a:endParaRPr sz="1050">
              <a:latin typeface="Arial MT"/>
              <a:cs typeface="Arial MT"/>
            </a:endParaRPr>
          </a:p>
          <a:p>
            <a:pPr marL="33528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Additive:</a:t>
            </a:r>
            <a:r>
              <a:rPr sz="1050" spc="11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More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expressive,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flexible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dimensions,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more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parameters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6" name="object 2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2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2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2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2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2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2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62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BFA74E8-4C8E-15CE-0B59-430193548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56" y="816873"/>
            <a:ext cx="3274866" cy="11394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731A913-5F0B-CBBC-7BBC-4AD7B8331D70}"/>
                  </a:ext>
                </a:extLst>
              </p14:cNvPr>
              <p14:cNvContentPartPr/>
              <p14:nvPr/>
            </p14:nvContentPartPr>
            <p14:xfrm>
              <a:off x="746640" y="1026000"/>
              <a:ext cx="4908960" cy="1158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731A913-5F0B-CBBC-7BBC-4AD7B8331D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7280" y="1016640"/>
                <a:ext cx="4927680" cy="117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00" dirty="0">
                <a:solidFill>
                  <a:srgbClr val="FFFFFF"/>
                </a:solidFill>
              </a:rPr>
              <a:t>T</a:t>
            </a:r>
            <a:r>
              <a:rPr cap="small" spc="300" dirty="0">
                <a:solidFill>
                  <a:srgbClr val="FFFFFF"/>
                </a:solidFill>
              </a:rPr>
              <a:t>able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cap="small" spc="250" dirty="0">
                <a:solidFill>
                  <a:srgbClr val="FFFFFF"/>
                </a:solidFill>
              </a:rPr>
              <a:t>of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10" dirty="0">
                <a:solidFill>
                  <a:srgbClr val="FFFFFF"/>
                </a:solidFill>
              </a:rPr>
              <a:t>C</a:t>
            </a:r>
            <a:r>
              <a:rPr cap="small" spc="210" dirty="0">
                <a:solidFill>
                  <a:srgbClr val="FFFFFF"/>
                </a:solidFill>
              </a:rPr>
              <a:t>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591032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2" y="859612"/>
            <a:ext cx="169964" cy="1699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128179"/>
            <a:ext cx="169964" cy="1699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2" y="1396758"/>
            <a:ext cx="169964" cy="169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62" y="1665338"/>
            <a:ext cx="169964" cy="1699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1933905"/>
            <a:ext cx="169964" cy="169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02484"/>
            <a:ext cx="169964" cy="16996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471064"/>
            <a:ext cx="169964" cy="1699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3649" y="2739631"/>
            <a:ext cx="169964" cy="16996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9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3029" y="476951"/>
            <a:ext cx="3728720" cy="2442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899"/>
              </a:lnSpc>
              <a:spcBef>
                <a:spcPts val="90"/>
              </a:spcBef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ncoder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-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D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ecoder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18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F</a:t>
            </a:r>
            <a:r>
              <a:rPr sz="1400" cap="small" spc="18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oundation</a:t>
            </a:r>
            <a:r>
              <a:rPr sz="1400" spc="18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I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ntroduction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cap="small" spc="23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to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ttention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15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M</a:t>
            </a:r>
            <a:r>
              <a:rPr sz="1400" cap="small" spc="15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echanisms</a:t>
            </a:r>
            <a:r>
              <a:rPr sz="1400" spc="15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C</a:t>
            </a:r>
            <a:r>
              <a:rPr sz="1400" cap="small" spc="26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ore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ttention</a:t>
            </a:r>
            <a:r>
              <a:rPr sz="1400" spc="23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C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oncepts</a:t>
            </a:r>
            <a:endParaRPr sz="1400">
              <a:latin typeface="Calibri"/>
              <a:cs typeface="Calibri"/>
            </a:endParaRPr>
          </a:p>
          <a:p>
            <a:pPr marL="12700" marR="556260">
              <a:lnSpc>
                <a:spcPct val="125899"/>
              </a:lnSpc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Q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uery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-</a:t>
            </a:r>
            <a:r>
              <a:rPr sz="1400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K</a:t>
            </a:r>
            <a:r>
              <a:rPr sz="1400" cap="small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ey</a:t>
            </a:r>
            <a:r>
              <a:rPr sz="1400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-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V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alue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F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ramework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ttention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S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coring</a:t>
            </a:r>
            <a:r>
              <a:rPr sz="1400" spc="25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F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unctions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3333B2"/>
                </a:solidFill>
                <a:latin typeface="Calibri"/>
                <a:cs typeface="Calibri"/>
                <a:hlinkClick r:id="rId16" action="ppaction://hlinksldjump"/>
              </a:rPr>
              <a:t>B</a:t>
            </a:r>
            <a:r>
              <a:rPr sz="1400" cap="small" spc="210" dirty="0">
                <a:solidFill>
                  <a:srgbClr val="3333B2"/>
                </a:solidFill>
                <a:latin typeface="Calibri"/>
                <a:cs typeface="Calibri"/>
                <a:hlinkClick r:id="rId16" action="ppaction://hlinksldjump"/>
              </a:rPr>
              <a:t>ahdanau</a:t>
            </a:r>
            <a:r>
              <a:rPr sz="1400" spc="235" dirty="0">
                <a:solidFill>
                  <a:srgbClr val="3333B2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spc="225" dirty="0">
                <a:solidFill>
                  <a:srgbClr val="3333B2"/>
                </a:solidFill>
                <a:latin typeface="Calibri"/>
                <a:cs typeface="Calibri"/>
                <a:hlinkClick r:id="rId16" action="ppaction://hlinksldjump"/>
              </a:rPr>
              <a:t>A</a:t>
            </a:r>
            <a:r>
              <a:rPr sz="1400" cap="small" spc="225" dirty="0">
                <a:solidFill>
                  <a:srgbClr val="3333B2"/>
                </a:solidFill>
                <a:latin typeface="Calibri"/>
                <a:cs typeface="Calibri"/>
                <a:hlinkClick r:id="rId16" action="ppaction://hlinksldjump"/>
              </a:rPr>
              <a:t>ttention</a:t>
            </a:r>
            <a:r>
              <a:rPr sz="1400" spc="240" dirty="0">
                <a:solidFill>
                  <a:srgbClr val="3333B2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cap="small" spc="220" dirty="0">
                <a:solidFill>
                  <a:srgbClr val="3333B2"/>
                </a:solidFill>
                <a:latin typeface="Calibri"/>
                <a:cs typeface="Calibri"/>
                <a:hlinkClick r:id="rId16" action="ppaction://hlinksldjump"/>
              </a:rPr>
              <a:t>for</a:t>
            </a:r>
            <a:r>
              <a:rPr sz="1400" spc="240" dirty="0">
                <a:solidFill>
                  <a:srgbClr val="3333B2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spc="145" dirty="0">
                <a:solidFill>
                  <a:srgbClr val="3333B2"/>
                </a:solidFill>
                <a:latin typeface="Calibri"/>
                <a:cs typeface="Calibri"/>
                <a:hlinkClick r:id="rId16" action="ppaction://hlinksldjump"/>
              </a:rPr>
              <a:t>S</a:t>
            </a:r>
            <a:r>
              <a:rPr sz="1400" cap="small" spc="145" dirty="0">
                <a:solidFill>
                  <a:srgbClr val="3333B2"/>
                </a:solidFill>
                <a:latin typeface="Calibri"/>
                <a:cs typeface="Calibri"/>
                <a:hlinkClick r:id="rId16" action="ppaction://hlinksldjump"/>
              </a:rPr>
              <a:t>eq</a:t>
            </a:r>
            <a:r>
              <a:rPr sz="1400" spc="145" dirty="0">
                <a:solidFill>
                  <a:srgbClr val="3333B2"/>
                </a:solidFill>
                <a:latin typeface="Calibri"/>
                <a:cs typeface="Calibri"/>
                <a:hlinkClick r:id="rId16" action="ppaction://hlinksldjump"/>
              </a:rPr>
              <a:t>2S</a:t>
            </a:r>
            <a:r>
              <a:rPr sz="1400" cap="small" spc="145" dirty="0">
                <a:solidFill>
                  <a:srgbClr val="3333B2"/>
                </a:solidFill>
                <a:latin typeface="Calibri"/>
                <a:cs typeface="Calibri"/>
                <a:hlinkClick r:id="rId16" action="ppaction://hlinksldjump"/>
              </a:rPr>
              <a:t>eq</a:t>
            </a:r>
            <a:r>
              <a:rPr sz="1400" spc="14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28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T</a:t>
            </a:r>
            <a:r>
              <a:rPr sz="1400" cap="small" spc="28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ypes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of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 A</a:t>
            </a:r>
            <a:r>
              <a:rPr sz="1400" cap="small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ttention</a:t>
            </a:r>
            <a:endParaRPr sz="1400">
              <a:latin typeface="Calibri"/>
              <a:cs typeface="Calibri"/>
            </a:endParaRPr>
          </a:p>
          <a:p>
            <a:pPr marL="12700" marR="70485">
              <a:lnSpc>
                <a:spcPct val="125899"/>
              </a:lnSpc>
            </a:pP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S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elf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-A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ttention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254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&amp;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P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ositional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16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E</a:t>
            </a:r>
            <a:r>
              <a:rPr sz="1400" cap="small" spc="16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ncoding</a:t>
            </a:r>
            <a:r>
              <a:rPr sz="1400" spc="16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19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S</a:t>
            </a:r>
            <a:r>
              <a:rPr sz="1400" cap="small" spc="19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ummary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25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&amp;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35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K</a:t>
            </a:r>
            <a:r>
              <a:rPr sz="1400" cap="small" spc="35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ey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T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akeaways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3" name="object 2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20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20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20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20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20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20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63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35" dirty="0">
                <a:solidFill>
                  <a:srgbClr val="FFFFFF"/>
                </a:solidFill>
              </a:rPr>
              <a:t>B</a:t>
            </a:r>
            <a:r>
              <a:rPr cap="small" spc="235" dirty="0">
                <a:solidFill>
                  <a:srgbClr val="FFFFFF"/>
                </a:solidFill>
              </a:rPr>
              <a:t>ahdanau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45" dirty="0">
                <a:solidFill>
                  <a:srgbClr val="FFFFFF"/>
                </a:solidFill>
              </a:rPr>
              <a:t>A</a:t>
            </a:r>
            <a:r>
              <a:rPr cap="small" spc="245" dirty="0">
                <a:solidFill>
                  <a:srgbClr val="FFFFFF"/>
                </a:solidFill>
              </a:rPr>
              <a:t>ttention</a:t>
            </a:r>
            <a:r>
              <a:rPr spc="245" dirty="0">
                <a:solidFill>
                  <a:srgbClr val="FFFFFF"/>
                </a:solidFill>
              </a:rPr>
              <a:t>:</a:t>
            </a:r>
            <a:r>
              <a:rPr spc="484" dirty="0">
                <a:solidFill>
                  <a:srgbClr val="FFFFFF"/>
                </a:solidFill>
              </a:rPr>
              <a:t> </a:t>
            </a:r>
            <a:r>
              <a:rPr spc="345" dirty="0">
                <a:solidFill>
                  <a:srgbClr val="FFFFFF"/>
                </a:solidFill>
              </a:rPr>
              <a:t>T</a:t>
            </a:r>
            <a:r>
              <a:rPr cap="small" spc="345" dirty="0">
                <a:solidFill>
                  <a:srgbClr val="FFFFFF"/>
                </a:solidFill>
              </a:rPr>
              <a:t>he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45" dirty="0">
                <a:solidFill>
                  <a:srgbClr val="FFFFFF"/>
                </a:solidFill>
              </a:rPr>
              <a:t>B</a:t>
            </a:r>
            <a:r>
              <a:rPr cap="small" spc="245" dirty="0">
                <a:solidFill>
                  <a:srgbClr val="FFFFFF"/>
                </a:solidFill>
              </a:rPr>
              <a:t>reakthrough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51039"/>
            <a:ext cx="5065395" cy="392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Key</a:t>
            </a:r>
            <a:r>
              <a:rPr sz="1050" spc="8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Innovation</a:t>
            </a:r>
            <a:r>
              <a:rPr sz="1050" spc="8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(Bahdanau</a:t>
            </a:r>
            <a:r>
              <a:rPr sz="1050" spc="8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et</a:t>
            </a:r>
            <a:r>
              <a:rPr sz="1050" spc="8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al.,</a:t>
            </a:r>
            <a:r>
              <a:rPr sz="1050" spc="10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2014):</a:t>
            </a:r>
            <a:r>
              <a:rPr sz="1050" spc="21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Replace</a:t>
            </a:r>
            <a:r>
              <a:rPr sz="1050" spc="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fixed</a:t>
            </a:r>
            <a:r>
              <a:rPr sz="1050" spc="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context</a:t>
            </a:r>
            <a:r>
              <a:rPr sz="1050" spc="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dynamic</a:t>
            </a:r>
            <a:r>
              <a:rPr sz="1050" spc="8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atten-tion.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47294" y="2259220"/>
            <a:ext cx="106680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Context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time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i="1" dirty="0">
                <a:solidFill>
                  <a:srgbClr val="1B1472"/>
                </a:solidFill>
                <a:latin typeface="Arial"/>
                <a:cs typeface="Arial"/>
              </a:rPr>
              <a:t>t</a:t>
            </a:r>
            <a:r>
              <a:rPr sz="1050" i="1" spc="-185" dirty="0">
                <a:solidFill>
                  <a:srgbClr val="1B1472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1B1472"/>
                </a:solidFill>
                <a:latin typeface="Arial MT"/>
                <a:cs typeface="Arial MT"/>
              </a:rPr>
              <a:t>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2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2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2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2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2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2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64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309194" y="2754971"/>
            <a:ext cx="4384040" cy="1917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1435"/>
              </a:lnSpc>
            </a:pPr>
            <a:r>
              <a:rPr sz="1050" dirty="0">
                <a:latin typeface="Arial MT"/>
                <a:cs typeface="Arial MT"/>
              </a:rPr>
              <a:t>where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200" i="1" dirty="0">
                <a:latin typeface="Verdana"/>
                <a:cs typeface="Verdana"/>
              </a:rPr>
              <a:t>α</a:t>
            </a:r>
            <a:r>
              <a:rPr sz="1050" i="1" baseline="-15873" dirty="0">
                <a:latin typeface="Arial"/>
                <a:cs typeface="Arial"/>
              </a:rPr>
              <a:t>t</a:t>
            </a:r>
            <a:r>
              <a:rPr sz="1200" i="1" baseline="-13888" dirty="0">
                <a:latin typeface="Verdana"/>
                <a:cs typeface="Verdana"/>
              </a:rPr>
              <a:t>,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390" baseline="-15873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depends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current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decoder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state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t</a:t>
            </a:r>
            <a:r>
              <a:rPr sz="1050" i="1" spc="-187" baseline="-15873" dirty="0">
                <a:latin typeface="Arial"/>
                <a:cs typeface="Arial"/>
              </a:rPr>
              <a:t> </a:t>
            </a:r>
            <a:r>
              <a:rPr sz="1200" spc="-225" baseline="-13888" dirty="0">
                <a:latin typeface="Cambria"/>
                <a:cs typeface="Cambria"/>
              </a:rPr>
              <a:t>—</a:t>
            </a:r>
            <a:r>
              <a:rPr sz="1050" baseline="-15873" dirty="0">
                <a:latin typeface="Arial MT"/>
                <a:cs typeface="Arial MT"/>
              </a:rPr>
              <a:t>1</a:t>
            </a:r>
            <a:r>
              <a:rPr sz="1050" spc="292" baseline="-15873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encoder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state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1050" spc="-50" dirty="0">
                <a:latin typeface="Arial MT"/>
                <a:cs typeface="Arial MT"/>
              </a:rPr>
              <a:t>.</a:t>
            </a:r>
            <a:endParaRPr sz="1050" dirty="0">
              <a:latin typeface="Arial MT"/>
              <a:cs typeface="Arial MT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420CC771-3A28-BFB2-88AF-E1449695D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500" y="2259220"/>
            <a:ext cx="1185237" cy="452896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993A70E5-236A-BD50-4FA0-CE39AC8FB7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91" y="703721"/>
            <a:ext cx="3521746" cy="140869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6140838-58BC-DDA4-789C-D660F74695E4}"/>
                  </a:ext>
                </a:extLst>
              </p14:cNvPr>
              <p14:cNvContentPartPr/>
              <p14:nvPr/>
            </p14:nvContentPartPr>
            <p14:xfrm>
              <a:off x="1564560" y="650160"/>
              <a:ext cx="2081520" cy="941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6140838-58BC-DDA4-789C-D660F74695E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55200" y="640800"/>
                <a:ext cx="2100240" cy="959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35" dirty="0">
                <a:solidFill>
                  <a:srgbClr val="FFFFFF"/>
                </a:solidFill>
              </a:rPr>
              <a:t>B</a:t>
            </a:r>
            <a:r>
              <a:rPr cap="small" spc="235" dirty="0">
                <a:solidFill>
                  <a:srgbClr val="FFFFFF"/>
                </a:solidFill>
              </a:rPr>
              <a:t>ahdanau</a:t>
            </a:r>
            <a:r>
              <a:rPr spc="285" dirty="0">
                <a:solidFill>
                  <a:srgbClr val="FFFFFF"/>
                </a:solidFill>
              </a:rPr>
              <a:t> </a:t>
            </a:r>
            <a:r>
              <a:rPr spc="245" dirty="0">
                <a:solidFill>
                  <a:srgbClr val="FFFFFF"/>
                </a:solidFill>
              </a:rPr>
              <a:t>A</a:t>
            </a:r>
            <a:r>
              <a:rPr cap="small" spc="245" dirty="0">
                <a:solidFill>
                  <a:srgbClr val="FFFFFF"/>
                </a:solidFill>
              </a:rPr>
              <a:t>ttention</a:t>
            </a:r>
            <a:r>
              <a:rPr spc="245" dirty="0">
                <a:solidFill>
                  <a:srgbClr val="FFFFFF"/>
                </a:solidFill>
              </a:rPr>
              <a:t>:</a:t>
            </a:r>
            <a:r>
              <a:rPr spc="490" dirty="0">
                <a:solidFill>
                  <a:srgbClr val="FFFFFF"/>
                </a:solidFill>
              </a:rPr>
              <a:t> </a:t>
            </a:r>
            <a:r>
              <a:rPr spc="150" dirty="0">
                <a:solidFill>
                  <a:srgbClr val="FFFFFF"/>
                </a:solidFill>
              </a:rPr>
              <a:t>M</a:t>
            </a:r>
            <a:r>
              <a:rPr cap="small" spc="150" dirty="0">
                <a:solidFill>
                  <a:srgbClr val="FFFFFF"/>
                </a:solidFill>
              </a:rPr>
              <a:t>ath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7291" y="960475"/>
            <a:ext cx="69850" cy="1689100"/>
            <a:chOff x="427291" y="960475"/>
            <a:chExt cx="69850" cy="16891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291" y="960475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7291" y="1365351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7291" y="1770240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7291" y="2175116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7291" y="2580004"/>
              <a:ext cx="69291" cy="6929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60883" y="604099"/>
            <a:ext cx="1831975" cy="227139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each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decoder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time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step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i="1" dirty="0">
                <a:solidFill>
                  <a:srgbClr val="1B1472"/>
                </a:solidFill>
                <a:latin typeface="Arial"/>
                <a:cs typeface="Arial"/>
              </a:rPr>
              <a:t>t</a:t>
            </a:r>
            <a:r>
              <a:rPr sz="1050" i="1" spc="-185" dirty="0">
                <a:solidFill>
                  <a:srgbClr val="1B1472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1B1472"/>
                </a:solidFill>
                <a:latin typeface="Arial MT"/>
                <a:cs typeface="Arial MT"/>
              </a:rPr>
              <a:t>:</a:t>
            </a:r>
            <a:endParaRPr sz="1050">
              <a:latin typeface="Arial MT"/>
              <a:cs typeface="Arial MT"/>
            </a:endParaRPr>
          </a:p>
          <a:p>
            <a:pPr marL="309880" marR="479425">
              <a:lnSpc>
                <a:spcPct val="114700"/>
              </a:lnSpc>
              <a:spcBef>
                <a:spcPts val="30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Step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1:</a:t>
            </a:r>
            <a:r>
              <a:rPr sz="1050" spc="11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Compute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alignment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scores</a:t>
            </a:r>
            <a:endParaRPr sz="1050">
              <a:latin typeface="Arial MT"/>
              <a:cs typeface="Arial MT"/>
            </a:endParaRPr>
          </a:p>
          <a:p>
            <a:pPr marL="309880" marR="265430">
              <a:lnSpc>
                <a:spcPct val="114700"/>
              </a:lnSpc>
              <a:spcBef>
                <a:spcPts val="30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Step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2:</a:t>
            </a:r>
            <a:r>
              <a:rPr sz="1050" spc="114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Normalize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1B1472"/>
                </a:solidFill>
                <a:latin typeface="Arial MT"/>
                <a:cs typeface="Arial MT"/>
              </a:rPr>
              <a:t>to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attention</a:t>
            </a:r>
            <a:r>
              <a:rPr sz="1050" spc="8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weights</a:t>
            </a:r>
            <a:endParaRPr sz="1050">
              <a:latin typeface="Arial MT"/>
              <a:cs typeface="Arial MT"/>
            </a:endParaRPr>
          </a:p>
          <a:p>
            <a:pPr marL="309880" marR="5080">
              <a:lnSpc>
                <a:spcPct val="114700"/>
              </a:lnSpc>
              <a:spcBef>
                <a:spcPts val="2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Step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3:</a:t>
            </a:r>
            <a:r>
              <a:rPr sz="1050" spc="1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Compute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context vector</a:t>
            </a:r>
            <a:endParaRPr sz="1050">
              <a:latin typeface="Arial MT"/>
              <a:cs typeface="Arial MT"/>
            </a:endParaRPr>
          </a:p>
          <a:p>
            <a:pPr marL="309880" marR="61594">
              <a:lnSpc>
                <a:spcPct val="114599"/>
              </a:lnSpc>
              <a:spcBef>
                <a:spcPts val="30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Step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4:</a:t>
            </a:r>
            <a:r>
              <a:rPr sz="1050" spc="1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Update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decoder state</a:t>
            </a:r>
            <a:endParaRPr sz="1050">
              <a:latin typeface="Arial MT"/>
              <a:cs typeface="Arial MT"/>
            </a:endParaRPr>
          </a:p>
          <a:p>
            <a:pPr marL="309880" marR="47625">
              <a:lnSpc>
                <a:spcPct val="114700"/>
              </a:lnSpc>
              <a:spcBef>
                <a:spcPts val="30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Step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5:</a:t>
            </a:r>
            <a:r>
              <a:rPr sz="1050" spc="1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Generate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output distribution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4" name="object 2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7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7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7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7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65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7CB5A71-1182-7000-604C-A6E142FA6A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2943" y="731849"/>
            <a:ext cx="2820157" cy="178115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387EECF-F1A1-7A04-79CF-4ADD7E63F184}"/>
                  </a:ext>
                </a:extLst>
              </p14:cNvPr>
              <p14:cNvContentPartPr/>
              <p14:nvPr/>
            </p14:nvContentPartPr>
            <p14:xfrm>
              <a:off x="3110400" y="425880"/>
              <a:ext cx="2652120" cy="2399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387EECF-F1A1-7A04-79CF-4ADD7E63F18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01040" y="416520"/>
                <a:ext cx="2670840" cy="2417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75" dirty="0">
                <a:solidFill>
                  <a:srgbClr val="FFFFFF"/>
                </a:solidFill>
              </a:rPr>
              <a:t>E</a:t>
            </a:r>
            <a:r>
              <a:rPr cap="small" spc="275" dirty="0">
                <a:solidFill>
                  <a:srgbClr val="FFFFFF"/>
                </a:solidFill>
              </a:rPr>
              <a:t>ncoder</a:t>
            </a:r>
            <a:r>
              <a:rPr spc="285" dirty="0">
                <a:solidFill>
                  <a:srgbClr val="FFFFFF"/>
                </a:solidFill>
              </a:rPr>
              <a:t> </a:t>
            </a:r>
            <a:r>
              <a:rPr cap="small" spc="240" dirty="0">
                <a:solidFill>
                  <a:srgbClr val="FFFFFF"/>
                </a:solidFill>
              </a:rPr>
              <a:t>with</a:t>
            </a:r>
            <a:r>
              <a:rPr spc="285" dirty="0">
                <a:solidFill>
                  <a:srgbClr val="FFFFFF"/>
                </a:solidFill>
              </a:rPr>
              <a:t> </a:t>
            </a:r>
            <a:r>
              <a:rPr spc="245" dirty="0">
                <a:solidFill>
                  <a:srgbClr val="FFFFFF"/>
                </a:solidFill>
              </a:rPr>
              <a:t>A</a:t>
            </a:r>
            <a:r>
              <a:rPr cap="small" spc="245" dirty="0">
                <a:solidFill>
                  <a:srgbClr val="FFFFFF"/>
                </a:solidFill>
              </a:rPr>
              <a:t>ttention</a:t>
            </a:r>
            <a:r>
              <a:rPr spc="245" dirty="0">
                <a:solidFill>
                  <a:srgbClr val="FFFFFF"/>
                </a:solidFill>
              </a:rPr>
              <a:t>:</a:t>
            </a:r>
            <a:r>
              <a:rPr spc="490" dirty="0">
                <a:solidFill>
                  <a:srgbClr val="FFFFFF"/>
                </a:solidFill>
              </a:rPr>
              <a:t> </a:t>
            </a:r>
            <a:r>
              <a:rPr spc="260" dirty="0">
                <a:solidFill>
                  <a:srgbClr val="FFFFFF"/>
                </a:solidFill>
              </a:rPr>
              <a:t>B</a:t>
            </a:r>
            <a:r>
              <a:rPr cap="small" spc="260" dirty="0">
                <a:solidFill>
                  <a:srgbClr val="FFFFFF"/>
                </a:solidFill>
              </a:rPr>
              <a:t>idirectional</a:t>
            </a:r>
            <a:r>
              <a:rPr spc="285" dirty="0">
                <a:solidFill>
                  <a:srgbClr val="FFFFFF"/>
                </a:solidFill>
              </a:rPr>
              <a:t> </a:t>
            </a:r>
            <a:r>
              <a:rPr spc="204" dirty="0">
                <a:solidFill>
                  <a:srgbClr val="FFFFFF"/>
                </a:solidFill>
              </a:rPr>
              <a:t>RNN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41685"/>
            <a:ext cx="500951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Bahdanau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used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bidirectional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RNN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encoder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to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capture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context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from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both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directions.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0550" y="995921"/>
            <a:ext cx="1537335" cy="54610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5"/>
              </a:spcBef>
            </a:pPr>
            <a:r>
              <a:rPr sz="1800" spc="-1470" baseline="37037" dirty="0">
                <a:latin typeface="Cambria"/>
                <a:cs typeface="Cambria"/>
              </a:rPr>
              <a:t>→</a:t>
            </a:r>
            <a:r>
              <a:rPr sz="1800" spc="-652" baseline="37037" dirty="0">
                <a:latin typeface="Cambria"/>
                <a:cs typeface="Cambria"/>
              </a:rPr>
              <a:t>−</a:t>
            </a:r>
            <a:r>
              <a:rPr sz="1050" i="1" spc="25" dirty="0">
                <a:latin typeface="Arial"/>
                <a:cs typeface="Arial"/>
              </a:rPr>
              <a:t>h</a:t>
            </a:r>
            <a:r>
              <a:rPr sz="1050" i="1" spc="50" dirty="0">
                <a:latin typeface="Arial"/>
                <a:cs typeface="Arial"/>
              </a:rPr>
              <a:t> 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450" baseline="-15873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RNN</a:t>
            </a:r>
            <a:r>
              <a:rPr sz="1050" baseline="-15873" dirty="0">
                <a:latin typeface="Arial MT"/>
                <a:cs typeface="Arial MT"/>
              </a:rPr>
              <a:t>fwd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,</a:t>
            </a:r>
            <a:r>
              <a:rPr sz="1200" i="1" spc="-200" dirty="0">
                <a:latin typeface="Verdana"/>
                <a:cs typeface="Verdana"/>
              </a:rPr>
              <a:t> </a:t>
            </a:r>
            <a:r>
              <a:rPr sz="1800" spc="-1470" baseline="37037" dirty="0">
                <a:latin typeface="Cambria"/>
                <a:cs typeface="Cambria"/>
              </a:rPr>
              <a:t>→</a:t>
            </a:r>
            <a:r>
              <a:rPr sz="1800" spc="-652" baseline="37037" dirty="0">
                <a:latin typeface="Cambria"/>
                <a:cs typeface="Cambria"/>
              </a:rPr>
              <a:t>−</a:t>
            </a:r>
            <a:r>
              <a:rPr sz="1050" i="1" spc="25" dirty="0">
                <a:latin typeface="Arial"/>
                <a:cs typeface="Arial"/>
              </a:rPr>
              <a:t>h</a:t>
            </a:r>
            <a:r>
              <a:rPr sz="1050" i="1" spc="50" dirty="0">
                <a:latin typeface="Arial"/>
                <a:cs typeface="Arial"/>
              </a:rPr>
              <a:t> </a:t>
            </a:r>
            <a:r>
              <a:rPr sz="1050" i="1" spc="-67" baseline="-15873" dirty="0">
                <a:latin typeface="Arial"/>
                <a:cs typeface="Arial"/>
              </a:rPr>
              <a:t>i</a:t>
            </a:r>
            <a:r>
              <a:rPr sz="1200" spc="-67" baseline="-13888" dirty="0">
                <a:latin typeface="Cambria"/>
                <a:cs typeface="Cambria"/>
              </a:rPr>
              <a:t>—</a:t>
            </a:r>
            <a:r>
              <a:rPr sz="1050" spc="-37" baseline="-15873" dirty="0">
                <a:latin typeface="Arial MT"/>
                <a:cs typeface="Arial MT"/>
              </a:rPr>
              <a:t>1</a:t>
            </a:r>
            <a:r>
              <a:rPr sz="1200" spc="-25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610"/>
              </a:spcBef>
            </a:pPr>
            <a:r>
              <a:rPr sz="1800" spc="-1155" baseline="37037" dirty="0">
                <a:latin typeface="Cambria"/>
                <a:cs typeface="Cambria"/>
              </a:rPr>
              <a:t>←</a:t>
            </a:r>
            <a:r>
              <a:rPr sz="1800" spc="-944" baseline="37037" dirty="0">
                <a:latin typeface="Cambria"/>
                <a:cs typeface="Cambria"/>
              </a:rPr>
              <a:t>−</a:t>
            </a:r>
            <a:r>
              <a:rPr sz="1050" i="1" spc="20" dirty="0">
                <a:latin typeface="Arial"/>
                <a:cs typeface="Arial"/>
              </a:rPr>
              <a:t>h</a:t>
            </a:r>
            <a:r>
              <a:rPr sz="1050" i="1" spc="40" dirty="0">
                <a:latin typeface="Arial"/>
                <a:cs typeface="Arial"/>
              </a:rPr>
              <a:t> 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442" baseline="-15873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RNN</a:t>
            </a:r>
            <a:r>
              <a:rPr sz="1050" baseline="-15873" dirty="0">
                <a:latin typeface="Arial MT"/>
                <a:cs typeface="Arial MT"/>
              </a:rPr>
              <a:t>bwd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,</a:t>
            </a:r>
            <a:r>
              <a:rPr sz="1200" i="1" spc="-204" dirty="0">
                <a:latin typeface="Verdana"/>
                <a:cs typeface="Verdana"/>
              </a:rPr>
              <a:t> </a:t>
            </a:r>
            <a:r>
              <a:rPr sz="1800" spc="-1155" baseline="37037" dirty="0">
                <a:latin typeface="Cambria"/>
                <a:cs typeface="Cambria"/>
              </a:rPr>
              <a:t>←</a:t>
            </a:r>
            <a:r>
              <a:rPr sz="1800" spc="-944" baseline="37037" dirty="0">
                <a:latin typeface="Cambria"/>
                <a:cs typeface="Cambria"/>
              </a:rPr>
              <a:t>−</a:t>
            </a:r>
            <a:r>
              <a:rPr sz="1050" i="1" spc="20" dirty="0">
                <a:latin typeface="Arial"/>
                <a:cs typeface="Arial"/>
              </a:rPr>
              <a:t>h</a:t>
            </a:r>
            <a:r>
              <a:rPr sz="1050" i="1" spc="40" dirty="0">
                <a:latin typeface="Arial"/>
                <a:cs typeface="Arial"/>
              </a:rPr>
              <a:t> </a:t>
            </a:r>
            <a:r>
              <a:rPr sz="1050" i="1" spc="-30" baseline="-15873" dirty="0">
                <a:latin typeface="Arial"/>
                <a:cs typeface="Arial"/>
              </a:rPr>
              <a:t>i</a:t>
            </a:r>
            <a:r>
              <a:rPr sz="1200" spc="-30" baseline="-13888" dirty="0">
                <a:latin typeface="Verdana"/>
                <a:cs typeface="Verdana"/>
              </a:rPr>
              <a:t>+</a:t>
            </a:r>
            <a:r>
              <a:rPr sz="1050" spc="-30" baseline="-15873" dirty="0">
                <a:latin typeface="Arial MT"/>
                <a:cs typeface="Arial MT"/>
              </a:rPr>
              <a:t>1</a:t>
            </a:r>
            <a:r>
              <a:rPr sz="1200" spc="-2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3737" y="1593949"/>
            <a:ext cx="93726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050" i="1" dirty="0">
                <a:latin typeface="Arial"/>
                <a:cs typeface="Arial"/>
              </a:rPr>
              <a:t>h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405" baseline="-15873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[</a:t>
            </a:r>
            <a:r>
              <a:rPr sz="1800" spc="-1537" baseline="37037" dirty="0">
                <a:latin typeface="Cambria"/>
                <a:cs typeface="Cambria"/>
              </a:rPr>
              <a:t>→</a:t>
            </a:r>
            <a:r>
              <a:rPr sz="1800" spc="-719" baseline="37037" dirty="0">
                <a:latin typeface="Cambria"/>
                <a:cs typeface="Cambria"/>
              </a:rPr>
              <a:t>−</a:t>
            </a:r>
            <a:r>
              <a:rPr sz="1050" i="1" spc="-20" dirty="0">
                <a:latin typeface="Arial"/>
                <a:cs typeface="Arial"/>
              </a:rPr>
              <a:t>h</a:t>
            </a:r>
            <a:r>
              <a:rPr sz="1050" i="1" spc="30" dirty="0">
                <a:latin typeface="Arial"/>
                <a:cs typeface="Arial"/>
              </a:rPr>
              <a:t> 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0" baseline="-15873" dirty="0">
                <a:latin typeface="Arial"/>
                <a:cs typeface="Arial"/>
              </a:rPr>
              <a:t> </a:t>
            </a:r>
            <a:r>
              <a:rPr sz="1200" spc="-110" dirty="0">
                <a:latin typeface="Tahoma"/>
                <a:cs typeface="Tahoma"/>
              </a:rPr>
              <a:t>;</a:t>
            </a:r>
            <a:r>
              <a:rPr sz="1200" spc="-165" dirty="0">
                <a:latin typeface="Tahoma"/>
                <a:cs typeface="Tahoma"/>
              </a:rPr>
              <a:t> </a:t>
            </a:r>
            <a:r>
              <a:rPr sz="1800" spc="-1155" baseline="37037" dirty="0">
                <a:latin typeface="Cambria"/>
                <a:cs typeface="Cambria"/>
              </a:rPr>
              <a:t>←</a:t>
            </a:r>
            <a:r>
              <a:rPr sz="1800" spc="-944" baseline="37037" dirty="0">
                <a:latin typeface="Cambria"/>
                <a:cs typeface="Cambria"/>
              </a:rPr>
              <a:t>−</a:t>
            </a:r>
            <a:r>
              <a:rPr sz="1050" i="1" spc="20" dirty="0">
                <a:latin typeface="Arial"/>
                <a:cs typeface="Arial"/>
              </a:rPr>
              <a:t>h</a:t>
            </a:r>
            <a:r>
              <a:rPr sz="1050" i="1" spc="30" dirty="0">
                <a:latin typeface="Arial"/>
                <a:cs typeface="Arial"/>
              </a:rPr>
              <a:t> 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0" baseline="-15873" dirty="0">
                <a:latin typeface="Arial"/>
                <a:cs typeface="Arial"/>
              </a:rPr>
              <a:t> </a:t>
            </a:r>
            <a:r>
              <a:rPr sz="1200" spc="-60" dirty="0">
                <a:latin typeface="Tahoma"/>
                <a:cs typeface="Tahoma"/>
              </a:rPr>
              <a:t>]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72458" y="2395034"/>
            <a:ext cx="1955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spc="-37" baseline="-15873" dirty="0">
                <a:latin typeface="Arial MT"/>
                <a:cs typeface="Arial MT"/>
              </a:rPr>
              <a:t>2</a:t>
            </a:r>
            <a:endParaRPr sz="1050" baseline="-15873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2688" y="2394285"/>
            <a:ext cx="1955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spc="-37" baseline="-15873" dirty="0">
                <a:latin typeface="Arial MT"/>
                <a:cs typeface="Arial MT"/>
              </a:rPr>
              <a:t>3</a:t>
            </a:r>
            <a:endParaRPr sz="1050" baseline="-15873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12930" y="2395034"/>
            <a:ext cx="1955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spc="-37" baseline="-15873" dirty="0">
                <a:latin typeface="Arial MT"/>
                <a:cs typeface="Arial MT"/>
              </a:rPr>
              <a:t>4</a:t>
            </a:r>
            <a:endParaRPr sz="1050" baseline="-15873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57072" y="1907750"/>
            <a:ext cx="292100" cy="292100"/>
            <a:chOff x="3557072" y="1907750"/>
            <a:chExt cx="292100" cy="292100"/>
          </a:xfrm>
        </p:grpSpPr>
        <p:sp>
          <p:nvSpPr>
            <p:cNvPr id="10" name="object 10"/>
            <p:cNvSpPr/>
            <p:nvPr/>
          </p:nvSpPr>
          <p:spPr>
            <a:xfrm>
              <a:off x="3559612" y="1910290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143356" y="0"/>
                  </a:moveTo>
                  <a:lnTo>
                    <a:pt x="98044" y="7308"/>
                  </a:lnTo>
                  <a:lnTo>
                    <a:pt x="58691" y="27659"/>
                  </a:lnTo>
                  <a:lnTo>
                    <a:pt x="27659" y="58691"/>
                  </a:lnTo>
                  <a:lnTo>
                    <a:pt x="7308" y="98044"/>
                  </a:lnTo>
                  <a:lnTo>
                    <a:pt x="0" y="143356"/>
                  </a:lnTo>
                  <a:lnTo>
                    <a:pt x="7308" y="188668"/>
                  </a:lnTo>
                  <a:lnTo>
                    <a:pt x="27659" y="228020"/>
                  </a:lnTo>
                  <a:lnTo>
                    <a:pt x="58691" y="259053"/>
                  </a:lnTo>
                  <a:lnTo>
                    <a:pt x="98044" y="279403"/>
                  </a:lnTo>
                  <a:lnTo>
                    <a:pt x="143356" y="286712"/>
                  </a:lnTo>
                  <a:lnTo>
                    <a:pt x="188668" y="279403"/>
                  </a:lnTo>
                  <a:lnTo>
                    <a:pt x="228021" y="259053"/>
                  </a:lnTo>
                  <a:lnTo>
                    <a:pt x="259053" y="228020"/>
                  </a:lnTo>
                  <a:lnTo>
                    <a:pt x="279404" y="188668"/>
                  </a:lnTo>
                  <a:lnTo>
                    <a:pt x="286712" y="143356"/>
                  </a:lnTo>
                  <a:lnTo>
                    <a:pt x="279404" y="98044"/>
                  </a:lnTo>
                  <a:lnTo>
                    <a:pt x="259053" y="58691"/>
                  </a:lnTo>
                  <a:lnTo>
                    <a:pt x="228021" y="27659"/>
                  </a:lnTo>
                  <a:lnTo>
                    <a:pt x="188668" y="7308"/>
                  </a:lnTo>
                  <a:lnTo>
                    <a:pt x="143356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59612" y="1910290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286712" y="143356"/>
                  </a:moveTo>
                  <a:lnTo>
                    <a:pt x="279404" y="98044"/>
                  </a:lnTo>
                  <a:lnTo>
                    <a:pt x="259053" y="58691"/>
                  </a:lnTo>
                  <a:lnTo>
                    <a:pt x="228021" y="27659"/>
                  </a:lnTo>
                  <a:lnTo>
                    <a:pt x="188668" y="7308"/>
                  </a:lnTo>
                  <a:lnTo>
                    <a:pt x="143356" y="0"/>
                  </a:lnTo>
                  <a:lnTo>
                    <a:pt x="98044" y="7308"/>
                  </a:lnTo>
                  <a:lnTo>
                    <a:pt x="58691" y="27659"/>
                  </a:lnTo>
                  <a:lnTo>
                    <a:pt x="27659" y="58691"/>
                  </a:lnTo>
                  <a:lnTo>
                    <a:pt x="7308" y="98044"/>
                  </a:lnTo>
                  <a:lnTo>
                    <a:pt x="0" y="143356"/>
                  </a:lnTo>
                  <a:lnTo>
                    <a:pt x="7308" y="188668"/>
                  </a:lnTo>
                  <a:lnTo>
                    <a:pt x="27659" y="228020"/>
                  </a:lnTo>
                  <a:lnTo>
                    <a:pt x="58691" y="259053"/>
                  </a:lnTo>
                  <a:lnTo>
                    <a:pt x="98044" y="279403"/>
                  </a:lnTo>
                  <a:lnTo>
                    <a:pt x="143356" y="286712"/>
                  </a:lnTo>
                  <a:lnTo>
                    <a:pt x="188668" y="279403"/>
                  </a:lnTo>
                  <a:lnTo>
                    <a:pt x="228021" y="259053"/>
                  </a:lnTo>
                  <a:lnTo>
                    <a:pt x="259053" y="228020"/>
                  </a:lnTo>
                  <a:lnTo>
                    <a:pt x="279404" y="188668"/>
                  </a:lnTo>
                  <a:lnTo>
                    <a:pt x="286712" y="14335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623699" y="1948172"/>
            <a:ext cx="1009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480" dirty="0">
                <a:latin typeface="Lucida Sans Unicode"/>
                <a:cs typeface="Lucida Sans Unicode"/>
              </a:rPr>
              <a:t>→</a:t>
            </a:r>
            <a:r>
              <a:rPr sz="600" spc="75" dirty="0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26319" y="2005129"/>
            <a:ext cx="172720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00" i="1" dirty="0">
                <a:latin typeface="Arial"/>
                <a:cs typeface="Arial"/>
              </a:rPr>
              <a:t>h</a:t>
            </a:r>
            <a:r>
              <a:rPr sz="500" i="1" spc="85" dirty="0">
                <a:latin typeface="Arial"/>
                <a:cs typeface="Arial"/>
              </a:rPr>
              <a:t> </a:t>
            </a:r>
            <a:r>
              <a:rPr sz="675" spc="-75" baseline="-12345" dirty="0">
                <a:latin typeface="Arial MT"/>
                <a:cs typeface="Arial MT"/>
              </a:rPr>
              <a:t>1</a:t>
            </a:r>
            <a:endParaRPr sz="675" baseline="-12345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70062" y="1907750"/>
            <a:ext cx="749300" cy="520065"/>
            <a:chOff x="3670062" y="1907750"/>
            <a:chExt cx="749300" cy="520065"/>
          </a:xfrm>
        </p:grpSpPr>
        <p:sp>
          <p:nvSpPr>
            <p:cNvPr id="15" name="object 15"/>
            <p:cNvSpPr/>
            <p:nvPr/>
          </p:nvSpPr>
          <p:spPr>
            <a:xfrm>
              <a:off x="3702968" y="2204594"/>
              <a:ext cx="0" cy="220979"/>
            </a:xfrm>
            <a:custGeom>
              <a:avLst/>
              <a:gdLst/>
              <a:ahLst/>
              <a:cxnLst/>
              <a:rect l="l" t="t" r="r" b="b"/>
              <a:pathLst>
                <a:path h="220980">
                  <a:moveTo>
                    <a:pt x="0" y="22059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72602" y="2202064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29859" y="1910290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143356" y="0"/>
                  </a:moveTo>
                  <a:lnTo>
                    <a:pt x="98044" y="7308"/>
                  </a:lnTo>
                  <a:lnTo>
                    <a:pt x="58691" y="27659"/>
                  </a:lnTo>
                  <a:lnTo>
                    <a:pt x="27659" y="58691"/>
                  </a:lnTo>
                  <a:lnTo>
                    <a:pt x="7308" y="98044"/>
                  </a:lnTo>
                  <a:lnTo>
                    <a:pt x="0" y="143356"/>
                  </a:lnTo>
                  <a:lnTo>
                    <a:pt x="7308" y="188668"/>
                  </a:lnTo>
                  <a:lnTo>
                    <a:pt x="27659" y="228020"/>
                  </a:lnTo>
                  <a:lnTo>
                    <a:pt x="58691" y="259053"/>
                  </a:lnTo>
                  <a:lnTo>
                    <a:pt x="98044" y="279403"/>
                  </a:lnTo>
                  <a:lnTo>
                    <a:pt x="143356" y="286712"/>
                  </a:lnTo>
                  <a:lnTo>
                    <a:pt x="188668" y="279403"/>
                  </a:lnTo>
                  <a:lnTo>
                    <a:pt x="228021" y="259053"/>
                  </a:lnTo>
                  <a:lnTo>
                    <a:pt x="259053" y="228020"/>
                  </a:lnTo>
                  <a:lnTo>
                    <a:pt x="279404" y="188668"/>
                  </a:lnTo>
                  <a:lnTo>
                    <a:pt x="286712" y="143356"/>
                  </a:lnTo>
                  <a:lnTo>
                    <a:pt x="279404" y="98044"/>
                  </a:lnTo>
                  <a:lnTo>
                    <a:pt x="259053" y="58691"/>
                  </a:lnTo>
                  <a:lnTo>
                    <a:pt x="228021" y="27659"/>
                  </a:lnTo>
                  <a:lnTo>
                    <a:pt x="188668" y="7308"/>
                  </a:lnTo>
                  <a:lnTo>
                    <a:pt x="143356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29859" y="1910290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286712" y="143356"/>
                  </a:moveTo>
                  <a:lnTo>
                    <a:pt x="279404" y="98044"/>
                  </a:lnTo>
                  <a:lnTo>
                    <a:pt x="259053" y="58691"/>
                  </a:lnTo>
                  <a:lnTo>
                    <a:pt x="228021" y="27659"/>
                  </a:lnTo>
                  <a:lnTo>
                    <a:pt x="188668" y="7308"/>
                  </a:lnTo>
                  <a:lnTo>
                    <a:pt x="143356" y="0"/>
                  </a:lnTo>
                  <a:lnTo>
                    <a:pt x="98044" y="7308"/>
                  </a:lnTo>
                  <a:lnTo>
                    <a:pt x="58691" y="27659"/>
                  </a:lnTo>
                  <a:lnTo>
                    <a:pt x="27659" y="58691"/>
                  </a:lnTo>
                  <a:lnTo>
                    <a:pt x="7308" y="98044"/>
                  </a:lnTo>
                  <a:lnTo>
                    <a:pt x="0" y="143356"/>
                  </a:lnTo>
                  <a:lnTo>
                    <a:pt x="7308" y="188668"/>
                  </a:lnTo>
                  <a:lnTo>
                    <a:pt x="27659" y="228020"/>
                  </a:lnTo>
                  <a:lnTo>
                    <a:pt x="58691" y="259053"/>
                  </a:lnTo>
                  <a:lnTo>
                    <a:pt x="98044" y="279403"/>
                  </a:lnTo>
                  <a:lnTo>
                    <a:pt x="143356" y="286712"/>
                  </a:lnTo>
                  <a:lnTo>
                    <a:pt x="188668" y="279403"/>
                  </a:lnTo>
                  <a:lnTo>
                    <a:pt x="228021" y="259053"/>
                  </a:lnTo>
                  <a:lnTo>
                    <a:pt x="259053" y="228020"/>
                  </a:lnTo>
                  <a:lnTo>
                    <a:pt x="279404" y="188668"/>
                  </a:lnTo>
                  <a:lnTo>
                    <a:pt x="286712" y="14335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193942" y="1948172"/>
            <a:ext cx="1009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480" dirty="0">
                <a:latin typeface="Lucida Sans Unicode"/>
                <a:cs typeface="Lucida Sans Unicode"/>
              </a:rPr>
              <a:t>→</a:t>
            </a:r>
            <a:r>
              <a:rPr sz="600" spc="75" dirty="0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96550" y="2005129"/>
            <a:ext cx="172720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00" i="1" dirty="0">
                <a:latin typeface="Arial"/>
                <a:cs typeface="Arial"/>
              </a:rPr>
              <a:t>h</a:t>
            </a:r>
            <a:r>
              <a:rPr sz="500" i="1" spc="85" dirty="0">
                <a:latin typeface="Arial"/>
                <a:cs typeface="Arial"/>
              </a:rPr>
              <a:t> </a:t>
            </a:r>
            <a:r>
              <a:rPr sz="675" spc="-75" baseline="-12345" dirty="0">
                <a:latin typeface="Arial MT"/>
                <a:cs typeface="Arial MT"/>
              </a:rPr>
              <a:t>2</a:t>
            </a:r>
            <a:endParaRPr sz="675" baseline="-12345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240308" y="1907750"/>
            <a:ext cx="749300" cy="520065"/>
            <a:chOff x="4240308" y="1907750"/>
            <a:chExt cx="749300" cy="520065"/>
          </a:xfrm>
        </p:grpSpPr>
        <p:sp>
          <p:nvSpPr>
            <p:cNvPr id="22" name="object 22"/>
            <p:cNvSpPr/>
            <p:nvPr/>
          </p:nvSpPr>
          <p:spPr>
            <a:xfrm>
              <a:off x="4273214" y="2204594"/>
              <a:ext cx="0" cy="220979"/>
            </a:xfrm>
            <a:custGeom>
              <a:avLst/>
              <a:gdLst/>
              <a:ahLst/>
              <a:cxnLst/>
              <a:rect l="l" t="t" r="r" b="b"/>
              <a:pathLst>
                <a:path h="220980">
                  <a:moveTo>
                    <a:pt x="0" y="22059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42848" y="2202064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00107" y="1910290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143356" y="0"/>
                  </a:moveTo>
                  <a:lnTo>
                    <a:pt x="98044" y="7308"/>
                  </a:lnTo>
                  <a:lnTo>
                    <a:pt x="58691" y="27659"/>
                  </a:lnTo>
                  <a:lnTo>
                    <a:pt x="27659" y="58691"/>
                  </a:lnTo>
                  <a:lnTo>
                    <a:pt x="7308" y="98044"/>
                  </a:lnTo>
                  <a:lnTo>
                    <a:pt x="0" y="143356"/>
                  </a:lnTo>
                  <a:lnTo>
                    <a:pt x="7308" y="188668"/>
                  </a:lnTo>
                  <a:lnTo>
                    <a:pt x="27659" y="228020"/>
                  </a:lnTo>
                  <a:lnTo>
                    <a:pt x="58691" y="259053"/>
                  </a:lnTo>
                  <a:lnTo>
                    <a:pt x="98044" y="279403"/>
                  </a:lnTo>
                  <a:lnTo>
                    <a:pt x="143356" y="286712"/>
                  </a:lnTo>
                  <a:lnTo>
                    <a:pt x="188668" y="279403"/>
                  </a:lnTo>
                  <a:lnTo>
                    <a:pt x="228021" y="259053"/>
                  </a:lnTo>
                  <a:lnTo>
                    <a:pt x="259053" y="228020"/>
                  </a:lnTo>
                  <a:lnTo>
                    <a:pt x="279404" y="188668"/>
                  </a:lnTo>
                  <a:lnTo>
                    <a:pt x="286712" y="143356"/>
                  </a:lnTo>
                  <a:lnTo>
                    <a:pt x="279404" y="98044"/>
                  </a:lnTo>
                  <a:lnTo>
                    <a:pt x="259053" y="58691"/>
                  </a:lnTo>
                  <a:lnTo>
                    <a:pt x="228021" y="27659"/>
                  </a:lnTo>
                  <a:lnTo>
                    <a:pt x="188668" y="7308"/>
                  </a:lnTo>
                  <a:lnTo>
                    <a:pt x="143356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700107" y="1910290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286712" y="143356"/>
                  </a:moveTo>
                  <a:lnTo>
                    <a:pt x="279404" y="98044"/>
                  </a:lnTo>
                  <a:lnTo>
                    <a:pt x="259053" y="58691"/>
                  </a:lnTo>
                  <a:lnTo>
                    <a:pt x="228021" y="27659"/>
                  </a:lnTo>
                  <a:lnTo>
                    <a:pt x="188668" y="7308"/>
                  </a:lnTo>
                  <a:lnTo>
                    <a:pt x="143356" y="0"/>
                  </a:lnTo>
                  <a:lnTo>
                    <a:pt x="98044" y="7308"/>
                  </a:lnTo>
                  <a:lnTo>
                    <a:pt x="58691" y="27659"/>
                  </a:lnTo>
                  <a:lnTo>
                    <a:pt x="27659" y="58691"/>
                  </a:lnTo>
                  <a:lnTo>
                    <a:pt x="7308" y="98044"/>
                  </a:lnTo>
                  <a:lnTo>
                    <a:pt x="0" y="143356"/>
                  </a:lnTo>
                  <a:lnTo>
                    <a:pt x="7308" y="188668"/>
                  </a:lnTo>
                  <a:lnTo>
                    <a:pt x="27659" y="228020"/>
                  </a:lnTo>
                  <a:lnTo>
                    <a:pt x="58691" y="259053"/>
                  </a:lnTo>
                  <a:lnTo>
                    <a:pt x="98044" y="279403"/>
                  </a:lnTo>
                  <a:lnTo>
                    <a:pt x="143356" y="286712"/>
                  </a:lnTo>
                  <a:lnTo>
                    <a:pt x="188668" y="279403"/>
                  </a:lnTo>
                  <a:lnTo>
                    <a:pt x="228021" y="259053"/>
                  </a:lnTo>
                  <a:lnTo>
                    <a:pt x="259053" y="228020"/>
                  </a:lnTo>
                  <a:lnTo>
                    <a:pt x="279404" y="188668"/>
                  </a:lnTo>
                  <a:lnTo>
                    <a:pt x="286712" y="14335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764172" y="1947702"/>
            <a:ext cx="1009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480" dirty="0">
                <a:latin typeface="Lucida Sans Unicode"/>
                <a:cs typeface="Lucida Sans Unicode"/>
              </a:rPr>
              <a:t>→</a:t>
            </a:r>
            <a:r>
              <a:rPr sz="600" spc="75" dirty="0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66792" y="2004659"/>
            <a:ext cx="172720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00" i="1" dirty="0">
                <a:latin typeface="Arial"/>
                <a:cs typeface="Arial"/>
              </a:rPr>
              <a:t>h</a:t>
            </a:r>
            <a:r>
              <a:rPr sz="500" i="1" spc="85" dirty="0">
                <a:latin typeface="Arial"/>
                <a:cs typeface="Arial"/>
              </a:rPr>
              <a:t> </a:t>
            </a:r>
            <a:r>
              <a:rPr sz="675" spc="-75" baseline="-12345" dirty="0">
                <a:latin typeface="Arial MT"/>
                <a:cs typeface="Arial MT"/>
              </a:rPr>
              <a:t>3</a:t>
            </a:r>
            <a:endParaRPr sz="675" baseline="-12345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810555" y="1907750"/>
            <a:ext cx="749300" cy="519430"/>
            <a:chOff x="4810555" y="1907750"/>
            <a:chExt cx="749300" cy="519430"/>
          </a:xfrm>
        </p:grpSpPr>
        <p:sp>
          <p:nvSpPr>
            <p:cNvPr id="29" name="object 29"/>
            <p:cNvSpPr/>
            <p:nvPr/>
          </p:nvSpPr>
          <p:spPr>
            <a:xfrm>
              <a:off x="4843461" y="2204594"/>
              <a:ext cx="0" cy="220345"/>
            </a:xfrm>
            <a:custGeom>
              <a:avLst/>
              <a:gdLst/>
              <a:ahLst/>
              <a:cxnLst/>
              <a:rect l="l" t="t" r="r" b="b"/>
              <a:pathLst>
                <a:path h="220344">
                  <a:moveTo>
                    <a:pt x="0" y="219843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813095" y="2202064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70354" y="1910290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143356" y="0"/>
                  </a:moveTo>
                  <a:lnTo>
                    <a:pt x="98044" y="7308"/>
                  </a:lnTo>
                  <a:lnTo>
                    <a:pt x="58691" y="27659"/>
                  </a:lnTo>
                  <a:lnTo>
                    <a:pt x="27659" y="58691"/>
                  </a:lnTo>
                  <a:lnTo>
                    <a:pt x="7308" y="98044"/>
                  </a:lnTo>
                  <a:lnTo>
                    <a:pt x="0" y="143356"/>
                  </a:lnTo>
                  <a:lnTo>
                    <a:pt x="7308" y="188668"/>
                  </a:lnTo>
                  <a:lnTo>
                    <a:pt x="27659" y="228020"/>
                  </a:lnTo>
                  <a:lnTo>
                    <a:pt x="58691" y="259053"/>
                  </a:lnTo>
                  <a:lnTo>
                    <a:pt x="98044" y="279403"/>
                  </a:lnTo>
                  <a:lnTo>
                    <a:pt x="143356" y="286712"/>
                  </a:lnTo>
                  <a:lnTo>
                    <a:pt x="188668" y="279403"/>
                  </a:lnTo>
                  <a:lnTo>
                    <a:pt x="228020" y="259053"/>
                  </a:lnTo>
                  <a:lnTo>
                    <a:pt x="259053" y="228020"/>
                  </a:lnTo>
                  <a:lnTo>
                    <a:pt x="279403" y="188668"/>
                  </a:lnTo>
                  <a:lnTo>
                    <a:pt x="286712" y="143356"/>
                  </a:lnTo>
                  <a:lnTo>
                    <a:pt x="279403" y="98044"/>
                  </a:lnTo>
                  <a:lnTo>
                    <a:pt x="259053" y="58691"/>
                  </a:lnTo>
                  <a:lnTo>
                    <a:pt x="228020" y="27659"/>
                  </a:lnTo>
                  <a:lnTo>
                    <a:pt x="188668" y="7308"/>
                  </a:lnTo>
                  <a:lnTo>
                    <a:pt x="143356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70354" y="1910290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286712" y="143356"/>
                  </a:moveTo>
                  <a:lnTo>
                    <a:pt x="279403" y="98044"/>
                  </a:lnTo>
                  <a:lnTo>
                    <a:pt x="259053" y="58691"/>
                  </a:lnTo>
                  <a:lnTo>
                    <a:pt x="228020" y="27659"/>
                  </a:lnTo>
                  <a:lnTo>
                    <a:pt x="188668" y="7308"/>
                  </a:lnTo>
                  <a:lnTo>
                    <a:pt x="143356" y="0"/>
                  </a:lnTo>
                  <a:lnTo>
                    <a:pt x="98044" y="7308"/>
                  </a:lnTo>
                  <a:lnTo>
                    <a:pt x="58691" y="27659"/>
                  </a:lnTo>
                  <a:lnTo>
                    <a:pt x="27659" y="58691"/>
                  </a:lnTo>
                  <a:lnTo>
                    <a:pt x="7308" y="98044"/>
                  </a:lnTo>
                  <a:lnTo>
                    <a:pt x="0" y="143356"/>
                  </a:lnTo>
                  <a:lnTo>
                    <a:pt x="7308" y="188668"/>
                  </a:lnTo>
                  <a:lnTo>
                    <a:pt x="27659" y="228020"/>
                  </a:lnTo>
                  <a:lnTo>
                    <a:pt x="58691" y="259053"/>
                  </a:lnTo>
                  <a:lnTo>
                    <a:pt x="98044" y="279403"/>
                  </a:lnTo>
                  <a:lnTo>
                    <a:pt x="143356" y="286712"/>
                  </a:lnTo>
                  <a:lnTo>
                    <a:pt x="188668" y="279403"/>
                  </a:lnTo>
                  <a:lnTo>
                    <a:pt x="228020" y="259053"/>
                  </a:lnTo>
                  <a:lnTo>
                    <a:pt x="259053" y="228020"/>
                  </a:lnTo>
                  <a:lnTo>
                    <a:pt x="279403" y="188668"/>
                  </a:lnTo>
                  <a:lnTo>
                    <a:pt x="286712" y="14335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334415" y="1948172"/>
            <a:ext cx="1009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480" dirty="0">
                <a:latin typeface="Lucida Sans Unicode"/>
                <a:cs typeface="Lucida Sans Unicode"/>
              </a:rPr>
              <a:t>→</a:t>
            </a:r>
            <a:r>
              <a:rPr sz="600" spc="75" dirty="0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37035" y="2005129"/>
            <a:ext cx="172720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00" i="1" dirty="0">
                <a:latin typeface="Arial"/>
                <a:cs typeface="Arial"/>
              </a:rPr>
              <a:t>h</a:t>
            </a:r>
            <a:r>
              <a:rPr sz="500" i="1" spc="85" dirty="0">
                <a:latin typeface="Arial"/>
                <a:cs typeface="Arial"/>
              </a:rPr>
              <a:t> </a:t>
            </a:r>
            <a:r>
              <a:rPr sz="675" spc="-75" baseline="-12345" dirty="0">
                <a:latin typeface="Arial MT"/>
                <a:cs typeface="Arial MT"/>
              </a:rPr>
              <a:t>4</a:t>
            </a:r>
            <a:endParaRPr sz="675" baseline="-12345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557072" y="1518944"/>
            <a:ext cx="1889760" cy="909319"/>
            <a:chOff x="3557072" y="1518944"/>
            <a:chExt cx="1889760" cy="909319"/>
          </a:xfrm>
        </p:grpSpPr>
        <p:sp>
          <p:nvSpPr>
            <p:cNvPr id="36" name="object 36"/>
            <p:cNvSpPr/>
            <p:nvPr/>
          </p:nvSpPr>
          <p:spPr>
            <a:xfrm>
              <a:off x="5413708" y="2204594"/>
              <a:ext cx="0" cy="220979"/>
            </a:xfrm>
            <a:custGeom>
              <a:avLst/>
              <a:gdLst/>
              <a:ahLst/>
              <a:cxnLst/>
              <a:rect l="l" t="t" r="r" b="b"/>
              <a:pathLst>
                <a:path h="220980">
                  <a:moveTo>
                    <a:pt x="0" y="22059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383342" y="2202063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48854" y="2053646"/>
              <a:ext cx="258445" cy="0"/>
            </a:xfrm>
            <a:custGeom>
              <a:avLst/>
              <a:gdLst/>
              <a:ahLst/>
              <a:cxnLst/>
              <a:rect l="l" t="t" r="r" b="b"/>
              <a:pathLst>
                <a:path w="258445">
                  <a:moveTo>
                    <a:pt x="0" y="0"/>
                  </a:moveTo>
                  <a:lnTo>
                    <a:pt x="258229" y="0"/>
                  </a:lnTo>
                </a:path>
              </a:pathLst>
            </a:custGeom>
            <a:ln w="202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62546" y="1985730"/>
              <a:ext cx="64781" cy="13583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419101" y="2053646"/>
              <a:ext cx="258445" cy="0"/>
            </a:xfrm>
            <a:custGeom>
              <a:avLst/>
              <a:gdLst/>
              <a:ahLst/>
              <a:cxnLst/>
              <a:rect l="l" t="t" r="r" b="b"/>
              <a:pathLst>
                <a:path w="258445">
                  <a:moveTo>
                    <a:pt x="0" y="0"/>
                  </a:moveTo>
                  <a:lnTo>
                    <a:pt x="258229" y="0"/>
                  </a:lnTo>
                </a:path>
              </a:pathLst>
            </a:custGeom>
            <a:ln w="202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2792" y="1985730"/>
              <a:ext cx="64781" cy="13583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989348" y="2053646"/>
              <a:ext cx="258445" cy="0"/>
            </a:xfrm>
            <a:custGeom>
              <a:avLst/>
              <a:gdLst/>
              <a:ahLst/>
              <a:cxnLst/>
              <a:rect l="l" t="t" r="r" b="b"/>
              <a:pathLst>
                <a:path w="258445">
                  <a:moveTo>
                    <a:pt x="0" y="0"/>
                  </a:moveTo>
                  <a:lnTo>
                    <a:pt x="258229" y="0"/>
                  </a:lnTo>
                </a:path>
              </a:pathLst>
            </a:custGeom>
            <a:ln w="202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3039" y="1985730"/>
              <a:ext cx="64781" cy="13583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559612" y="1521484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143356" y="0"/>
                  </a:moveTo>
                  <a:lnTo>
                    <a:pt x="98044" y="7308"/>
                  </a:lnTo>
                  <a:lnTo>
                    <a:pt x="58691" y="27659"/>
                  </a:lnTo>
                  <a:lnTo>
                    <a:pt x="27659" y="58691"/>
                  </a:lnTo>
                  <a:lnTo>
                    <a:pt x="7308" y="98044"/>
                  </a:lnTo>
                  <a:lnTo>
                    <a:pt x="0" y="143356"/>
                  </a:lnTo>
                  <a:lnTo>
                    <a:pt x="7308" y="188668"/>
                  </a:lnTo>
                  <a:lnTo>
                    <a:pt x="27659" y="228021"/>
                  </a:lnTo>
                  <a:lnTo>
                    <a:pt x="58691" y="259053"/>
                  </a:lnTo>
                  <a:lnTo>
                    <a:pt x="98044" y="279404"/>
                  </a:lnTo>
                  <a:lnTo>
                    <a:pt x="143356" y="286712"/>
                  </a:lnTo>
                  <a:lnTo>
                    <a:pt x="188668" y="279404"/>
                  </a:lnTo>
                  <a:lnTo>
                    <a:pt x="228021" y="259053"/>
                  </a:lnTo>
                  <a:lnTo>
                    <a:pt x="259053" y="228021"/>
                  </a:lnTo>
                  <a:lnTo>
                    <a:pt x="279404" y="188668"/>
                  </a:lnTo>
                  <a:lnTo>
                    <a:pt x="286712" y="143356"/>
                  </a:lnTo>
                  <a:lnTo>
                    <a:pt x="279404" y="98044"/>
                  </a:lnTo>
                  <a:lnTo>
                    <a:pt x="259053" y="58691"/>
                  </a:lnTo>
                  <a:lnTo>
                    <a:pt x="228021" y="27659"/>
                  </a:lnTo>
                  <a:lnTo>
                    <a:pt x="188668" y="7308"/>
                  </a:lnTo>
                  <a:lnTo>
                    <a:pt x="143356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559612" y="1521484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286712" y="143356"/>
                  </a:moveTo>
                  <a:lnTo>
                    <a:pt x="279404" y="98044"/>
                  </a:lnTo>
                  <a:lnTo>
                    <a:pt x="259053" y="58691"/>
                  </a:lnTo>
                  <a:lnTo>
                    <a:pt x="228021" y="27659"/>
                  </a:lnTo>
                  <a:lnTo>
                    <a:pt x="188668" y="7308"/>
                  </a:lnTo>
                  <a:lnTo>
                    <a:pt x="143356" y="0"/>
                  </a:lnTo>
                  <a:lnTo>
                    <a:pt x="98044" y="7308"/>
                  </a:lnTo>
                  <a:lnTo>
                    <a:pt x="58691" y="27659"/>
                  </a:lnTo>
                  <a:lnTo>
                    <a:pt x="27659" y="58691"/>
                  </a:lnTo>
                  <a:lnTo>
                    <a:pt x="7308" y="98044"/>
                  </a:lnTo>
                  <a:lnTo>
                    <a:pt x="0" y="143356"/>
                  </a:lnTo>
                  <a:lnTo>
                    <a:pt x="7308" y="188668"/>
                  </a:lnTo>
                  <a:lnTo>
                    <a:pt x="27659" y="228021"/>
                  </a:lnTo>
                  <a:lnTo>
                    <a:pt x="58691" y="259053"/>
                  </a:lnTo>
                  <a:lnTo>
                    <a:pt x="98044" y="279404"/>
                  </a:lnTo>
                  <a:lnTo>
                    <a:pt x="143356" y="286712"/>
                  </a:lnTo>
                  <a:lnTo>
                    <a:pt x="188668" y="279404"/>
                  </a:lnTo>
                  <a:lnTo>
                    <a:pt x="228021" y="259053"/>
                  </a:lnTo>
                  <a:lnTo>
                    <a:pt x="259053" y="228021"/>
                  </a:lnTo>
                  <a:lnTo>
                    <a:pt x="279404" y="188668"/>
                  </a:lnTo>
                  <a:lnTo>
                    <a:pt x="286712" y="14335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974467" y="1960269"/>
            <a:ext cx="511809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solidFill>
                  <a:srgbClr val="0000FF"/>
                </a:solidFill>
                <a:latin typeface="Arial MT"/>
                <a:cs typeface="Arial MT"/>
              </a:rPr>
              <a:t>Forward: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626053" y="1559374"/>
            <a:ext cx="1162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45" dirty="0">
                <a:latin typeface="Lucida Sans Unicode"/>
                <a:cs typeface="Lucida Sans Unicode"/>
              </a:rPr>
              <a:t>←−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626319" y="1616318"/>
            <a:ext cx="172720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00" i="1" dirty="0">
                <a:latin typeface="Arial"/>
                <a:cs typeface="Arial"/>
              </a:rPr>
              <a:t>h</a:t>
            </a:r>
            <a:r>
              <a:rPr sz="500" i="1" spc="85" dirty="0">
                <a:latin typeface="Arial"/>
                <a:cs typeface="Arial"/>
              </a:rPr>
              <a:t> </a:t>
            </a:r>
            <a:r>
              <a:rPr sz="675" spc="-75" baseline="-12345" dirty="0">
                <a:latin typeface="Arial MT"/>
                <a:cs typeface="Arial MT"/>
              </a:rPr>
              <a:t>1</a:t>
            </a:r>
            <a:endParaRPr sz="675" baseline="-12345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127319" y="1518944"/>
            <a:ext cx="292100" cy="292100"/>
            <a:chOff x="4127319" y="1518944"/>
            <a:chExt cx="292100" cy="292100"/>
          </a:xfrm>
        </p:grpSpPr>
        <p:sp>
          <p:nvSpPr>
            <p:cNvPr id="50" name="object 50"/>
            <p:cNvSpPr/>
            <p:nvPr/>
          </p:nvSpPr>
          <p:spPr>
            <a:xfrm>
              <a:off x="4129859" y="1521484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143356" y="0"/>
                  </a:moveTo>
                  <a:lnTo>
                    <a:pt x="98044" y="7308"/>
                  </a:lnTo>
                  <a:lnTo>
                    <a:pt x="58691" y="27659"/>
                  </a:lnTo>
                  <a:lnTo>
                    <a:pt x="27659" y="58691"/>
                  </a:lnTo>
                  <a:lnTo>
                    <a:pt x="7308" y="98044"/>
                  </a:lnTo>
                  <a:lnTo>
                    <a:pt x="0" y="143356"/>
                  </a:lnTo>
                  <a:lnTo>
                    <a:pt x="7308" y="188668"/>
                  </a:lnTo>
                  <a:lnTo>
                    <a:pt x="27659" y="228021"/>
                  </a:lnTo>
                  <a:lnTo>
                    <a:pt x="58691" y="259053"/>
                  </a:lnTo>
                  <a:lnTo>
                    <a:pt x="98044" y="279404"/>
                  </a:lnTo>
                  <a:lnTo>
                    <a:pt x="143356" y="286712"/>
                  </a:lnTo>
                  <a:lnTo>
                    <a:pt x="188668" y="279404"/>
                  </a:lnTo>
                  <a:lnTo>
                    <a:pt x="228021" y="259053"/>
                  </a:lnTo>
                  <a:lnTo>
                    <a:pt x="259053" y="228021"/>
                  </a:lnTo>
                  <a:lnTo>
                    <a:pt x="279404" y="188668"/>
                  </a:lnTo>
                  <a:lnTo>
                    <a:pt x="286712" y="143356"/>
                  </a:lnTo>
                  <a:lnTo>
                    <a:pt x="279404" y="98044"/>
                  </a:lnTo>
                  <a:lnTo>
                    <a:pt x="259053" y="58691"/>
                  </a:lnTo>
                  <a:lnTo>
                    <a:pt x="228021" y="27659"/>
                  </a:lnTo>
                  <a:lnTo>
                    <a:pt x="188668" y="7308"/>
                  </a:lnTo>
                  <a:lnTo>
                    <a:pt x="143356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129859" y="1521484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286712" y="143356"/>
                  </a:moveTo>
                  <a:lnTo>
                    <a:pt x="279404" y="98044"/>
                  </a:lnTo>
                  <a:lnTo>
                    <a:pt x="259053" y="58691"/>
                  </a:lnTo>
                  <a:lnTo>
                    <a:pt x="228021" y="27659"/>
                  </a:lnTo>
                  <a:lnTo>
                    <a:pt x="188668" y="7308"/>
                  </a:lnTo>
                  <a:lnTo>
                    <a:pt x="143356" y="0"/>
                  </a:lnTo>
                  <a:lnTo>
                    <a:pt x="98044" y="7308"/>
                  </a:lnTo>
                  <a:lnTo>
                    <a:pt x="58691" y="27659"/>
                  </a:lnTo>
                  <a:lnTo>
                    <a:pt x="27659" y="58691"/>
                  </a:lnTo>
                  <a:lnTo>
                    <a:pt x="7308" y="98044"/>
                  </a:lnTo>
                  <a:lnTo>
                    <a:pt x="0" y="143356"/>
                  </a:lnTo>
                  <a:lnTo>
                    <a:pt x="7308" y="188668"/>
                  </a:lnTo>
                  <a:lnTo>
                    <a:pt x="27659" y="228021"/>
                  </a:lnTo>
                  <a:lnTo>
                    <a:pt x="58691" y="259053"/>
                  </a:lnTo>
                  <a:lnTo>
                    <a:pt x="98044" y="279404"/>
                  </a:lnTo>
                  <a:lnTo>
                    <a:pt x="143356" y="286712"/>
                  </a:lnTo>
                  <a:lnTo>
                    <a:pt x="188668" y="279404"/>
                  </a:lnTo>
                  <a:lnTo>
                    <a:pt x="228021" y="259053"/>
                  </a:lnTo>
                  <a:lnTo>
                    <a:pt x="259053" y="228021"/>
                  </a:lnTo>
                  <a:lnTo>
                    <a:pt x="279404" y="188668"/>
                  </a:lnTo>
                  <a:lnTo>
                    <a:pt x="286712" y="14335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196295" y="1559374"/>
            <a:ext cx="1162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45" dirty="0">
                <a:latin typeface="Lucida Sans Unicode"/>
                <a:cs typeface="Lucida Sans Unicode"/>
              </a:rPr>
              <a:t>←−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196550" y="1616318"/>
            <a:ext cx="172720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00" i="1" dirty="0">
                <a:latin typeface="Arial"/>
                <a:cs typeface="Arial"/>
              </a:rPr>
              <a:t>h</a:t>
            </a:r>
            <a:r>
              <a:rPr sz="500" i="1" spc="85" dirty="0">
                <a:latin typeface="Arial"/>
                <a:cs typeface="Arial"/>
              </a:rPr>
              <a:t> </a:t>
            </a:r>
            <a:r>
              <a:rPr sz="675" spc="-75" baseline="-12345" dirty="0">
                <a:latin typeface="Arial MT"/>
                <a:cs typeface="Arial MT"/>
              </a:rPr>
              <a:t>2</a:t>
            </a:r>
            <a:endParaRPr sz="675" baseline="-12345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697567" y="1518944"/>
            <a:ext cx="292100" cy="292100"/>
            <a:chOff x="4697567" y="1518944"/>
            <a:chExt cx="292100" cy="292100"/>
          </a:xfrm>
        </p:grpSpPr>
        <p:sp>
          <p:nvSpPr>
            <p:cNvPr id="55" name="object 55"/>
            <p:cNvSpPr/>
            <p:nvPr/>
          </p:nvSpPr>
          <p:spPr>
            <a:xfrm>
              <a:off x="4700107" y="1521484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143356" y="0"/>
                  </a:moveTo>
                  <a:lnTo>
                    <a:pt x="98044" y="7308"/>
                  </a:lnTo>
                  <a:lnTo>
                    <a:pt x="58691" y="27659"/>
                  </a:lnTo>
                  <a:lnTo>
                    <a:pt x="27659" y="58691"/>
                  </a:lnTo>
                  <a:lnTo>
                    <a:pt x="7308" y="98044"/>
                  </a:lnTo>
                  <a:lnTo>
                    <a:pt x="0" y="143356"/>
                  </a:lnTo>
                  <a:lnTo>
                    <a:pt x="7308" y="188668"/>
                  </a:lnTo>
                  <a:lnTo>
                    <a:pt x="27659" y="228021"/>
                  </a:lnTo>
                  <a:lnTo>
                    <a:pt x="58691" y="259053"/>
                  </a:lnTo>
                  <a:lnTo>
                    <a:pt x="98044" y="279404"/>
                  </a:lnTo>
                  <a:lnTo>
                    <a:pt x="143356" y="286712"/>
                  </a:lnTo>
                  <a:lnTo>
                    <a:pt x="188668" y="279404"/>
                  </a:lnTo>
                  <a:lnTo>
                    <a:pt x="228021" y="259053"/>
                  </a:lnTo>
                  <a:lnTo>
                    <a:pt x="259053" y="228021"/>
                  </a:lnTo>
                  <a:lnTo>
                    <a:pt x="279404" y="188668"/>
                  </a:lnTo>
                  <a:lnTo>
                    <a:pt x="286712" y="143356"/>
                  </a:lnTo>
                  <a:lnTo>
                    <a:pt x="279404" y="98044"/>
                  </a:lnTo>
                  <a:lnTo>
                    <a:pt x="259053" y="58691"/>
                  </a:lnTo>
                  <a:lnTo>
                    <a:pt x="228021" y="27659"/>
                  </a:lnTo>
                  <a:lnTo>
                    <a:pt x="188668" y="7308"/>
                  </a:lnTo>
                  <a:lnTo>
                    <a:pt x="143356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700107" y="1521484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286712" y="143356"/>
                  </a:moveTo>
                  <a:lnTo>
                    <a:pt x="279404" y="98044"/>
                  </a:lnTo>
                  <a:lnTo>
                    <a:pt x="259053" y="58691"/>
                  </a:lnTo>
                  <a:lnTo>
                    <a:pt x="228021" y="27659"/>
                  </a:lnTo>
                  <a:lnTo>
                    <a:pt x="188668" y="7308"/>
                  </a:lnTo>
                  <a:lnTo>
                    <a:pt x="143356" y="0"/>
                  </a:lnTo>
                  <a:lnTo>
                    <a:pt x="98044" y="7308"/>
                  </a:lnTo>
                  <a:lnTo>
                    <a:pt x="58691" y="27659"/>
                  </a:lnTo>
                  <a:lnTo>
                    <a:pt x="27659" y="58691"/>
                  </a:lnTo>
                  <a:lnTo>
                    <a:pt x="7308" y="98044"/>
                  </a:lnTo>
                  <a:lnTo>
                    <a:pt x="0" y="143356"/>
                  </a:lnTo>
                  <a:lnTo>
                    <a:pt x="7308" y="188668"/>
                  </a:lnTo>
                  <a:lnTo>
                    <a:pt x="27659" y="228021"/>
                  </a:lnTo>
                  <a:lnTo>
                    <a:pt x="58691" y="259053"/>
                  </a:lnTo>
                  <a:lnTo>
                    <a:pt x="98044" y="279404"/>
                  </a:lnTo>
                  <a:lnTo>
                    <a:pt x="143356" y="286712"/>
                  </a:lnTo>
                  <a:lnTo>
                    <a:pt x="188668" y="279404"/>
                  </a:lnTo>
                  <a:lnTo>
                    <a:pt x="228021" y="259053"/>
                  </a:lnTo>
                  <a:lnTo>
                    <a:pt x="259053" y="228021"/>
                  </a:lnTo>
                  <a:lnTo>
                    <a:pt x="279404" y="188668"/>
                  </a:lnTo>
                  <a:lnTo>
                    <a:pt x="286712" y="14335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4766525" y="1558904"/>
            <a:ext cx="1162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45" dirty="0">
                <a:latin typeface="Lucida Sans Unicode"/>
                <a:cs typeface="Lucida Sans Unicode"/>
              </a:rPr>
              <a:t>←−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766792" y="1615848"/>
            <a:ext cx="172720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00" i="1" dirty="0">
                <a:latin typeface="Arial"/>
                <a:cs typeface="Arial"/>
              </a:rPr>
              <a:t>h</a:t>
            </a:r>
            <a:r>
              <a:rPr sz="500" i="1" spc="85" dirty="0">
                <a:latin typeface="Arial"/>
                <a:cs typeface="Arial"/>
              </a:rPr>
              <a:t> </a:t>
            </a:r>
            <a:r>
              <a:rPr sz="675" spc="-75" baseline="-12345" dirty="0">
                <a:latin typeface="Arial MT"/>
                <a:cs typeface="Arial MT"/>
              </a:rPr>
              <a:t>3</a:t>
            </a:r>
            <a:endParaRPr sz="675" baseline="-12345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5267814" y="1518944"/>
            <a:ext cx="292100" cy="292100"/>
            <a:chOff x="5267814" y="1518944"/>
            <a:chExt cx="292100" cy="292100"/>
          </a:xfrm>
        </p:grpSpPr>
        <p:sp>
          <p:nvSpPr>
            <p:cNvPr id="60" name="object 60"/>
            <p:cNvSpPr/>
            <p:nvPr/>
          </p:nvSpPr>
          <p:spPr>
            <a:xfrm>
              <a:off x="5270354" y="1521484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143356" y="0"/>
                  </a:moveTo>
                  <a:lnTo>
                    <a:pt x="98044" y="7308"/>
                  </a:lnTo>
                  <a:lnTo>
                    <a:pt x="58691" y="27659"/>
                  </a:lnTo>
                  <a:lnTo>
                    <a:pt x="27659" y="58691"/>
                  </a:lnTo>
                  <a:lnTo>
                    <a:pt x="7308" y="98044"/>
                  </a:lnTo>
                  <a:lnTo>
                    <a:pt x="0" y="143356"/>
                  </a:lnTo>
                  <a:lnTo>
                    <a:pt x="7308" y="188668"/>
                  </a:lnTo>
                  <a:lnTo>
                    <a:pt x="27659" y="228021"/>
                  </a:lnTo>
                  <a:lnTo>
                    <a:pt x="58691" y="259053"/>
                  </a:lnTo>
                  <a:lnTo>
                    <a:pt x="98044" y="279404"/>
                  </a:lnTo>
                  <a:lnTo>
                    <a:pt x="143356" y="286712"/>
                  </a:lnTo>
                  <a:lnTo>
                    <a:pt x="188668" y="279404"/>
                  </a:lnTo>
                  <a:lnTo>
                    <a:pt x="228020" y="259053"/>
                  </a:lnTo>
                  <a:lnTo>
                    <a:pt x="259053" y="228021"/>
                  </a:lnTo>
                  <a:lnTo>
                    <a:pt x="279403" y="188668"/>
                  </a:lnTo>
                  <a:lnTo>
                    <a:pt x="286712" y="143356"/>
                  </a:lnTo>
                  <a:lnTo>
                    <a:pt x="279403" y="98044"/>
                  </a:lnTo>
                  <a:lnTo>
                    <a:pt x="259053" y="58691"/>
                  </a:lnTo>
                  <a:lnTo>
                    <a:pt x="228020" y="27659"/>
                  </a:lnTo>
                  <a:lnTo>
                    <a:pt x="188668" y="7308"/>
                  </a:lnTo>
                  <a:lnTo>
                    <a:pt x="143356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270354" y="1521484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286712" y="143356"/>
                  </a:moveTo>
                  <a:lnTo>
                    <a:pt x="279403" y="98044"/>
                  </a:lnTo>
                  <a:lnTo>
                    <a:pt x="259053" y="58691"/>
                  </a:lnTo>
                  <a:lnTo>
                    <a:pt x="228020" y="27659"/>
                  </a:lnTo>
                  <a:lnTo>
                    <a:pt x="188668" y="7308"/>
                  </a:lnTo>
                  <a:lnTo>
                    <a:pt x="143356" y="0"/>
                  </a:lnTo>
                  <a:lnTo>
                    <a:pt x="98044" y="7308"/>
                  </a:lnTo>
                  <a:lnTo>
                    <a:pt x="58691" y="27659"/>
                  </a:lnTo>
                  <a:lnTo>
                    <a:pt x="27659" y="58691"/>
                  </a:lnTo>
                  <a:lnTo>
                    <a:pt x="7308" y="98044"/>
                  </a:lnTo>
                  <a:lnTo>
                    <a:pt x="0" y="143356"/>
                  </a:lnTo>
                  <a:lnTo>
                    <a:pt x="7308" y="188668"/>
                  </a:lnTo>
                  <a:lnTo>
                    <a:pt x="27659" y="228021"/>
                  </a:lnTo>
                  <a:lnTo>
                    <a:pt x="58691" y="259053"/>
                  </a:lnTo>
                  <a:lnTo>
                    <a:pt x="98044" y="279404"/>
                  </a:lnTo>
                  <a:lnTo>
                    <a:pt x="143356" y="286712"/>
                  </a:lnTo>
                  <a:lnTo>
                    <a:pt x="188668" y="279404"/>
                  </a:lnTo>
                  <a:lnTo>
                    <a:pt x="228020" y="259053"/>
                  </a:lnTo>
                  <a:lnTo>
                    <a:pt x="259053" y="228021"/>
                  </a:lnTo>
                  <a:lnTo>
                    <a:pt x="279403" y="188668"/>
                  </a:lnTo>
                  <a:lnTo>
                    <a:pt x="286712" y="14335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5336768" y="1559374"/>
            <a:ext cx="1162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45" dirty="0">
                <a:latin typeface="Lucida Sans Unicode"/>
                <a:cs typeface="Lucida Sans Unicode"/>
              </a:rPr>
              <a:t>←−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337035" y="1616318"/>
            <a:ext cx="172720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00" i="1" dirty="0">
                <a:latin typeface="Arial"/>
                <a:cs typeface="Arial"/>
              </a:rPr>
              <a:t>h</a:t>
            </a:r>
            <a:r>
              <a:rPr sz="500" i="1" spc="85" dirty="0">
                <a:latin typeface="Arial"/>
                <a:cs typeface="Arial"/>
              </a:rPr>
              <a:t> </a:t>
            </a:r>
            <a:r>
              <a:rPr sz="675" spc="-75" baseline="-12345" dirty="0">
                <a:latin typeface="Arial MT"/>
                <a:cs typeface="Arial MT"/>
              </a:rPr>
              <a:t>4</a:t>
            </a:r>
            <a:endParaRPr sz="675" baseline="-12345">
              <a:latin typeface="Arial MT"/>
              <a:cs typeface="Arial MT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3848854" y="1596925"/>
            <a:ext cx="1429385" cy="135890"/>
            <a:chOff x="3848854" y="1596925"/>
            <a:chExt cx="1429385" cy="135890"/>
          </a:xfrm>
        </p:grpSpPr>
        <p:sp>
          <p:nvSpPr>
            <p:cNvPr id="65" name="object 65"/>
            <p:cNvSpPr/>
            <p:nvPr/>
          </p:nvSpPr>
          <p:spPr>
            <a:xfrm>
              <a:off x="5009593" y="1664841"/>
              <a:ext cx="258445" cy="0"/>
            </a:xfrm>
            <a:custGeom>
              <a:avLst/>
              <a:gdLst/>
              <a:ahLst/>
              <a:cxnLst/>
              <a:rect l="l" t="t" r="r" b="b"/>
              <a:pathLst>
                <a:path w="258445">
                  <a:moveTo>
                    <a:pt x="258228" y="0"/>
                  </a:moveTo>
                  <a:lnTo>
                    <a:pt x="0" y="0"/>
                  </a:lnTo>
                </a:path>
              </a:pathLst>
            </a:custGeom>
            <a:ln w="202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9348" y="1596925"/>
              <a:ext cx="64781" cy="135832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4439346" y="1664841"/>
              <a:ext cx="258445" cy="0"/>
            </a:xfrm>
            <a:custGeom>
              <a:avLst/>
              <a:gdLst/>
              <a:ahLst/>
              <a:cxnLst/>
              <a:rect l="l" t="t" r="r" b="b"/>
              <a:pathLst>
                <a:path w="258445">
                  <a:moveTo>
                    <a:pt x="258229" y="0"/>
                  </a:moveTo>
                  <a:lnTo>
                    <a:pt x="0" y="0"/>
                  </a:lnTo>
                </a:path>
              </a:pathLst>
            </a:custGeom>
            <a:ln w="202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9101" y="1596925"/>
              <a:ext cx="64781" cy="135832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3869099" y="1664841"/>
              <a:ext cx="258445" cy="0"/>
            </a:xfrm>
            <a:custGeom>
              <a:avLst/>
              <a:gdLst/>
              <a:ahLst/>
              <a:cxnLst/>
              <a:rect l="l" t="t" r="r" b="b"/>
              <a:pathLst>
                <a:path w="258445">
                  <a:moveTo>
                    <a:pt x="258229" y="0"/>
                  </a:moveTo>
                  <a:lnTo>
                    <a:pt x="0" y="0"/>
                  </a:lnTo>
                </a:path>
              </a:pathLst>
            </a:custGeom>
            <a:ln w="202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48854" y="1596925"/>
              <a:ext cx="64781" cy="135832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2831223" y="1571471"/>
            <a:ext cx="60325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solidFill>
                  <a:srgbClr val="FF0000"/>
                </a:solidFill>
                <a:latin typeface="Arial MT"/>
                <a:cs typeface="Arial MT"/>
              </a:rPr>
              <a:t>Backward: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540967" y="1116193"/>
            <a:ext cx="324485" cy="216535"/>
          </a:xfrm>
          <a:prstGeom prst="rect">
            <a:avLst/>
          </a:prstGeom>
          <a:solidFill>
            <a:srgbClr val="CCFFCC"/>
          </a:solidFill>
          <a:ln w="5060">
            <a:solidFill>
              <a:srgbClr val="00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00"/>
              </a:spcBef>
            </a:pPr>
            <a:r>
              <a:rPr sz="1050" i="1" spc="-25" dirty="0">
                <a:latin typeface="Arial"/>
                <a:cs typeface="Arial"/>
              </a:rPr>
              <a:t>h</a:t>
            </a:r>
            <a:r>
              <a:rPr sz="1050" spc="-37" baseline="-15873" dirty="0">
                <a:latin typeface="Arial MT"/>
                <a:cs typeface="Arial MT"/>
              </a:rPr>
              <a:t>1</a:t>
            </a:r>
            <a:endParaRPr sz="1050" baseline="-15873">
              <a:latin typeface="Arial MT"/>
              <a:cs typeface="Arial MT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3670071" y="1334729"/>
            <a:ext cx="66040" cy="575945"/>
            <a:chOff x="3670071" y="1334729"/>
            <a:chExt cx="66040" cy="575945"/>
          </a:xfrm>
        </p:grpSpPr>
        <p:sp>
          <p:nvSpPr>
            <p:cNvPr id="74" name="object 74"/>
            <p:cNvSpPr/>
            <p:nvPr/>
          </p:nvSpPr>
          <p:spPr>
            <a:xfrm>
              <a:off x="3702968" y="1339790"/>
              <a:ext cx="0" cy="568325"/>
            </a:xfrm>
            <a:custGeom>
              <a:avLst/>
              <a:gdLst/>
              <a:ahLst/>
              <a:cxnLst/>
              <a:rect l="l" t="t" r="r" b="b"/>
              <a:pathLst>
                <a:path h="568325">
                  <a:moveTo>
                    <a:pt x="0" y="56796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70071" y="1334729"/>
              <a:ext cx="65793" cy="184225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4111214" y="1116193"/>
            <a:ext cx="324485" cy="216535"/>
          </a:xfrm>
          <a:prstGeom prst="rect">
            <a:avLst/>
          </a:prstGeom>
          <a:solidFill>
            <a:srgbClr val="CCFFCC"/>
          </a:solidFill>
          <a:ln w="5060">
            <a:solidFill>
              <a:srgbClr val="00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00"/>
              </a:spcBef>
            </a:pPr>
            <a:r>
              <a:rPr sz="1050" i="1" spc="-25" dirty="0">
                <a:latin typeface="Arial"/>
                <a:cs typeface="Arial"/>
              </a:rPr>
              <a:t>h</a:t>
            </a:r>
            <a:r>
              <a:rPr sz="1050" spc="-37" baseline="-15873" dirty="0">
                <a:latin typeface="Arial MT"/>
                <a:cs typeface="Arial MT"/>
              </a:rPr>
              <a:t>2</a:t>
            </a:r>
            <a:endParaRPr sz="1050" baseline="-15873">
              <a:latin typeface="Arial MT"/>
              <a:cs typeface="Arial MT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240318" y="1334729"/>
            <a:ext cx="66040" cy="575945"/>
            <a:chOff x="4240318" y="1334729"/>
            <a:chExt cx="66040" cy="575945"/>
          </a:xfrm>
        </p:grpSpPr>
        <p:sp>
          <p:nvSpPr>
            <p:cNvPr id="78" name="object 78"/>
            <p:cNvSpPr/>
            <p:nvPr/>
          </p:nvSpPr>
          <p:spPr>
            <a:xfrm>
              <a:off x="4273214" y="1339790"/>
              <a:ext cx="0" cy="568325"/>
            </a:xfrm>
            <a:custGeom>
              <a:avLst/>
              <a:gdLst/>
              <a:ahLst/>
              <a:cxnLst/>
              <a:rect l="l" t="t" r="r" b="b"/>
              <a:pathLst>
                <a:path h="568325">
                  <a:moveTo>
                    <a:pt x="0" y="56796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40318" y="1334729"/>
              <a:ext cx="65793" cy="184225"/>
            </a:xfrm>
            <a:prstGeom prst="rect">
              <a:avLst/>
            </a:prstGeom>
          </p:spPr>
        </p:pic>
      </p:grpSp>
      <p:sp>
        <p:nvSpPr>
          <p:cNvPr id="80" name="object 80"/>
          <p:cNvSpPr txBox="1"/>
          <p:nvPr/>
        </p:nvSpPr>
        <p:spPr>
          <a:xfrm>
            <a:off x="4681462" y="1116193"/>
            <a:ext cx="324485" cy="216535"/>
          </a:xfrm>
          <a:prstGeom prst="rect">
            <a:avLst/>
          </a:prstGeom>
          <a:solidFill>
            <a:srgbClr val="CCFFCC"/>
          </a:solidFill>
          <a:ln w="5060">
            <a:solidFill>
              <a:srgbClr val="00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90"/>
              </a:spcBef>
            </a:pPr>
            <a:r>
              <a:rPr sz="1050" i="1" spc="-25" dirty="0">
                <a:latin typeface="Arial"/>
                <a:cs typeface="Arial"/>
              </a:rPr>
              <a:t>h</a:t>
            </a:r>
            <a:r>
              <a:rPr sz="1050" spc="-37" baseline="-15873" dirty="0">
                <a:latin typeface="Arial MT"/>
                <a:cs typeface="Arial MT"/>
              </a:rPr>
              <a:t>3</a:t>
            </a:r>
            <a:endParaRPr sz="1050" baseline="-15873">
              <a:latin typeface="Arial MT"/>
              <a:cs typeface="Arial MT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4810565" y="1334729"/>
            <a:ext cx="66040" cy="575945"/>
            <a:chOff x="4810565" y="1334729"/>
            <a:chExt cx="66040" cy="575945"/>
          </a:xfrm>
        </p:grpSpPr>
        <p:sp>
          <p:nvSpPr>
            <p:cNvPr id="82" name="object 82"/>
            <p:cNvSpPr/>
            <p:nvPr/>
          </p:nvSpPr>
          <p:spPr>
            <a:xfrm>
              <a:off x="4843461" y="1339790"/>
              <a:ext cx="0" cy="568325"/>
            </a:xfrm>
            <a:custGeom>
              <a:avLst/>
              <a:gdLst/>
              <a:ahLst/>
              <a:cxnLst/>
              <a:rect l="l" t="t" r="r" b="b"/>
              <a:pathLst>
                <a:path h="568325">
                  <a:moveTo>
                    <a:pt x="0" y="56796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10565" y="1334729"/>
              <a:ext cx="65793" cy="184225"/>
            </a:xfrm>
            <a:prstGeom prst="rect">
              <a:avLst/>
            </a:prstGeom>
          </p:spPr>
        </p:pic>
      </p:grpSp>
      <p:sp>
        <p:nvSpPr>
          <p:cNvPr id="84" name="object 84"/>
          <p:cNvSpPr txBox="1"/>
          <p:nvPr/>
        </p:nvSpPr>
        <p:spPr>
          <a:xfrm>
            <a:off x="5251709" y="1116193"/>
            <a:ext cx="324485" cy="216535"/>
          </a:xfrm>
          <a:prstGeom prst="rect">
            <a:avLst/>
          </a:prstGeom>
          <a:solidFill>
            <a:srgbClr val="CCFFCC"/>
          </a:solidFill>
          <a:ln w="5060">
            <a:solidFill>
              <a:srgbClr val="00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00"/>
              </a:spcBef>
            </a:pPr>
            <a:r>
              <a:rPr sz="1050" i="1" spc="-25" dirty="0">
                <a:latin typeface="Arial"/>
                <a:cs typeface="Arial"/>
              </a:rPr>
              <a:t>h</a:t>
            </a:r>
            <a:r>
              <a:rPr sz="1050" spc="-37" baseline="-15873" dirty="0">
                <a:latin typeface="Arial MT"/>
                <a:cs typeface="Arial MT"/>
              </a:rPr>
              <a:t>4</a:t>
            </a:r>
            <a:endParaRPr sz="1050" baseline="-15873">
              <a:latin typeface="Arial MT"/>
              <a:cs typeface="Arial MT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0" y="1334729"/>
            <a:ext cx="5760085" cy="1899285"/>
            <a:chOff x="0" y="1334729"/>
            <a:chExt cx="5760085" cy="1899285"/>
          </a:xfrm>
        </p:grpSpPr>
        <p:sp>
          <p:nvSpPr>
            <p:cNvPr id="86" name="object 86"/>
            <p:cNvSpPr/>
            <p:nvPr/>
          </p:nvSpPr>
          <p:spPr>
            <a:xfrm>
              <a:off x="5413708" y="1339790"/>
              <a:ext cx="0" cy="568325"/>
            </a:xfrm>
            <a:custGeom>
              <a:avLst/>
              <a:gdLst/>
              <a:ahLst/>
              <a:cxnLst/>
              <a:rect l="l" t="t" r="r" b="b"/>
              <a:pathLst>
                <a:path h="568325">
                  <a:moveTo>
                    <a:pt x="0" y="56796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80812" y="1334729"/>
              <a:ext cx="65793" cy="184225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321894" y="2305467"/>
            <a:ext cx="3799840" cy="5327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700">
              <a:latin typeface="Times New Roman"/>
              <a:cs typeface="Times New Roman"/>
            </a:endParaRPr>
          </a:p>
          <a:p>
            <a:pPr marR="354330" algn="r">
              <a:lnSpc>
                <a:spcPct val="100000"/>
              </a:lnSpc>
            </a:pP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spc="-37" baseline="-15873" dirty="0">
                <a:latin typeface="Arial MT"/>
                <a:cs typeface="Arial MT"/>
              </a:rPr>
              <a:t>1</a:t>
            </a:r>
            <a:endParaRPr sz="1050" baseline="-15873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Benefit:</a:t>
            </a:r>
            <a:r>
              <a:rPr sz="1050" spc="11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405" baseline="-15873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encodes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both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past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future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context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position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i</a:t>
            </a:r>
            <a:r>
              <a:rPr sz="1050" i="1" spc="-190" dirty="0">
                <a:latin typeface="Arial"/>
                <a:cs typeface="Arial"/>
              </a:rPr>
              <a:t> </a:t>
            </a:r>
            <a:r>
              <a:rPr sz="1050" spc="-50" dirty="0"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8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8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8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8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8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8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66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A952859-BDCD-FEC9-EEC7-232371D9D9C3}"/>
                  </a:ext>
                </a:extLst>
              </p14:cNvPr>
              <p14:cNvContentPartPr/>
              <p14:nvPr/>
            </p14:nvContentPartPr>
            <p14:xfrm>
              <a:off x="1199160" y="1839240"/>
              <a:ext cx="297720" cy="525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A952859-BDCD-FEC9-EEC7-232371D9D9C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89800" y="1829880"/>
                <a:ext cx="316440" cy="7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0" dirty="0">
                <a:solidFill>
                  <a:srgbClr val="FFFFFF"/>
                </a:solidFill>
              </a:rPr>
              <a:t>A</a:t>
            </a:r>
            <a:r>
              <a:rPr cap="small" spc="260" dirty="0">
                <a:solidFill>
                  <a:srgbClr val="FFFFFF"/>
                </a:solidFill>
              </a:rPr>
              <a:t>ttention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40" dirty="0">
                <a:solidFill>
                  <a:srgbClr val="FFFFFF"/>
                </a:solidFill>
              </a:rPr>
              <a:t>A</a:t>
            </a:r>
            <a:r>
              <a:rPr cap="small" spc="240" dirty="0">
                <a:solidFill>
                  <a:srgbClr val="FFFFFF"/>
                </a:solidFill>
              </a:rPr>
              <a:t>lignment</a:t>
            </a:r>
            <a:r>
              <a:rPr spc="240" dirty="0">
                <a:solidFill>
                  <a:srgbClr val="FFFFFF"/>
                </a:solidFill>
              </a:rPr>
              <a:t>:</a:t>
            </a:r>
            <a:r>
              <a:rPr spc="490" dirty="0">
                <a:solidFill>
                  <a:srgbClr val="FFFFFF"/>
                </a:solidFill>
              </a:rPr>
              <a:t> </a:t>
            </a:r>
            <a:r>
              <a:rPr spc="195" dirty="0">
                <a:solidFill>
                  <a:srgbClr val="FFFFFF"/>
                </a:solidFill>
              </a:rPr>
              <a:t>V</a:t>
            </a:r>
            <a:r>
              <a:rPr cap="small" spc="195" dirty="0">
                <a:solidFill>
                  <a:srgbClr val="FFFFFF"/>
                </a:solidFill>
              </a:rPr>
              <a:t>isualization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51039"/>
            <a:ext cx="2712720" cy="575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Example:</a:t>
            </a:r>
            <a:r>
              <a:rPr sz="1050" spc="1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Hindi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to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English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translation</a:t>
            </a:r>
            <a:r>
              <a:rPr sz="1050" spc="50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Source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(Hindi):</a:t>
            </a:r>
            <a:r>
              <a:rPr sz="1050" spc="1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yah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kitaab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bahut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achchhi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hai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Target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(English):</a:t>
            </a:r>
            <a:r>
              <a:rPr sz="1050" spc="10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This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book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very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good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2071" y="1104047"/>
            <a:ext cx="215201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31165" algn="l"/>
                <a:tab pos="927735" algn="l"/>
                <a:tab pos="1972310" algn="l"/>
              </a:tabLst>
            </a:pPr>
            <a:r>
              <a:rPr sz="1425" spc="-37" baseline="5847" dirty="0">
                <a:latin typeface="Arial MT"/>
                <a:cs typeface="Arial MT"/>
              </a:rPr>
              <a:t>yah</a:t>
            </a:r>
            <a:r>
              <a:rPr sz="1425" baseline="5847" dirty="0">
                <a:latin typeface="Arial MT"/>
                <a:cs typeface="Arial MT"/>
              </a:rPr>
              <a:t>	</a:t>
            </a:r>
            <a:r>
              <a:rPr sz="950" spc="-10" dirty="0">
                <a:latin typeface="Arial MT"/>
                <a:cs typeface="Arial MT"/>
              </a:rPr>
              <a:t>kitaab</a:t>
            </a:r>
            <a:r>
              <a:rPr sz="950" dirty="0">
                <a:latin typeface="Arial MT"/>
                <a:cs typeface="Arial MT"/>
              </a:rPr>
              <a:t>	bahut</a:t>
            </a:r>
            <a:r>
              <a:rPr sz="950" spc="220" dirty="0">
                <a:latin typeface="Arial MT"/>
                <a:cs typeface="Arial MT"/>
              </a:rPr>
              <a:t>  </a:t>
            </a:r>
            <a:r>
              <a:rPr sz="950" spc="-10" dirty="0">
                <a:latin typeface="Arial MT"/>
                <a:cs typeface="Arial MT"/>
              </a:rPr>
              <a:t>achchhi</a:t>
            </a:r>
            <a:r>
              <a:rPr sz="950" dirty="0">
                <a:latin typeface="Arial MT"/>
                <a:cs typeface="Arial MT"/>
              </a:rPr>
              <a:t>	</a:t>
            </a:r>
            <a:r>
              <a:rPr sz="950" spc="-25" dirty="0">
                <a:latin typeface="Arial MT"/>
                <a:cs typeface="Arial MT"/>
              </a:rPr>
              <a:t>hai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4543" y="1064674"/>
            <a:ext cx="396240" cy="114681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R="43815" algn="ctr">
              <a:lnSpc>
                <a:spcPct val="100000"/>
              </a:lnSpc>
              <a:spcBef>
                <a:spcPts val="440"/>
              </a:spcBef>
            </a:pPr>
            <a:r>
              <a:rPr sz="950" spc="-10" dirty="0">
                <a:latin typeface="Arial MT"/>
                <a:cs typeface="Arial MT"/>
              </a:rPr>
              <a:t>Hindi:</a:t>
            </a:r>
            <a:endParaRPr sz="950">
              <a:latin typeface="Arial MT"/>
              <a:cs typeface="Arial MT"/>
            </a:endParaRPr>
          </a:p>
          <a:p>
            <a:pPr marL="109220" marR="8255" indent="-635" algn="ctr">
              <a:lnSpc>
                <a:spcPct val="130500"/>
              </a:lnSpc>
            </a:pPr>
            <a:r>
              <a:rPr sz="950" spc="-20" dirty="0">
                <a:latin typeface="Arial MT"/>
                <a:cs typeface="Arial MT"/>
              </a:rPr>
              <a:t>This book</a:t>
            </a:r>
            <a:endParaRPr sz="950">
              <a:latin typeface="Arial MT"/>
              <a:cs typeface="Arial MT"/>
            </a:endParaRPr>
          </a:p>
          <a:p>
            <a:pPr marL="126364" marR="25400" indent="-635" algn="ctr">
              <a:lnSpc>
                <a:spcPct val="114199"/>
              </a:lnSpc>
              <a:spcBef>
                <a:spcPts val="185"/>
              </a:spcBef>
            </a:pPr>
            <a:r>
              <a:rPr sz="950" spc="-25" dirty="0">
                <a:latin typeface="Arial MT"/>
                <a:cs typeface="Arial MT"/>
              </a:rPr>
              <a:t>is </a:t>
            </a:r>
            <a:r>
              <a:rPr sz="950" spc="-20" dirty="0">
                <a:latin typeface="Arial MT"/>
                <a:cs typeface="Arial MT"/>
              </a:rPr>
              <a:t>very</a:t>
            </a:r>
            <a:endParaRPr sz="950">
              <a:latin typeface="Arial MT"/>
              <a:cs typeface="Arial MT"/>
            </a:endParaRPr>
          </a:p>
          <a:p>
            <a:pPr marL="92710" algn="ctr">
              <a:lnSpc>
                <a:spcPct val="100000"/>
              </a:lnSpc>
              <a:spcBef>
                <a:spcPts val="434"/>
              </a:spcBef>
            </a:pPr>
            <a:r>
              <a:rPr sz="950" spc="-20" dirty="0">
                <a:latin typeface="Arial MT"/>
                <a:cs typeface="Arial MT"/>
              </a:rPr>
              <a:t>good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8738" y="1496198"/>
            <a:ext cx="46926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latin typeface="Arial MT"/>
                <a:cs typeface="Arial MT"/>
              </a:rPr>
              <a:t>English: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3702" y="1291913"/>
            <a:ext cx="3992245" cy="1774825"/>
            <a:chOff x="513702" y="1291913"/>
            <a:chExt cx="3992245" cy="1774825"/>
          </a:xfrm>
        </p:grpSpPr>
        <p:sp>
          <p:nvSpPr>
            <p:cNvPr id="8" name="object 8"/>
            <p:cNvSpPr/>
            <p:nvPr/>
          </p:nvSpPr>
          <p:spPr>
            <a:xfrm>
              <a:off x="1965023" y="1291913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59">
                  <a:moveTo>
                    <a:pt x="0" y="0"/>
                  </a:moveTo>
                  <a:lnTo>
                    <a:pt x="0" y="162003"/>
                  </a:lnTo>
                  <a:lnTo>
                    <a:pt x="378002" y="162003"/>
                  </a:lnTo>
                  <a:lnTo>
                    <a:pt x="3780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51030" y="1291913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59">
                  <a:moveTo>
                    <a:pt x="0" y="0"/>
                  </a:moveTo>
                  <a:lnTo>
                    <a:pt x="0" y="162003"/>
                  </a:lnTo>
                  <a:lnTo>
                    <a:pt x="378002" y="162003"/>
                  </a:lnTo>
                  <a:lnTo>
                    <a:pt x="3780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37036" y="1291913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59">
                  <a:moveTo>
                    <a:pt x="0" y="0"/>
                  </a:moveTo>
                  <a:lnTo>
                    <a:pt x="0" y="162003"/>
                  </a:lnTo>
                  <a:lnTo>
                    <a:pt x="378003" y="162003"/>
                  </a:lnTo>
                  <a:lnTo>
                    <a:pt x="3780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23043" y="1291913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59">
                  <a:moveTo>
                    <a:pt x="0" y="0"/>
                  </a:moveTo>
                  <a:lnTo>
                    <a:pt x="0" y="162003"/>
                  </a:lnTo>
                  <a:lnTo>
                    <a:pt x="378003" y="162003"/>
                  </a:lnTo>
                  <a:lnTo>
                    <a:pt x="3780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09050" y="1291913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59">
                  <a:moveTo>
                    <a:pt x="0" y="0"/>
                  </a:moveTo>
                  <a:lnTo>
                    <a:pt x="0" y="162003"/>
                  </a:lnTo>
                  <a:lnTo>
                    <a:pt x="378003" y="162003"/>
                  </a:lnTo>
                  <a:lnTo>
                    <a:pt x="3780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65023" y="1480915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2" y="162003"/>
                  </a:lnTo>
                  <a:lnTo>
                    <a:pt x="3780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51030" y="1480915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2" y="162003"/>
                  </a:lnTo>
                  <a:lnTo>
                    <a:pt x="3780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37036" y="1480915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3" y="162003"/>
                  </a:lnTo>
                  <a:lnTo>
                    <a:pt x="3780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23043" y="1480915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3" y="162003"/>
                  </a:lnTo>
                  <a:lnTo>
                    <a:pt x="3780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09050" y="1480915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3" y="162003"/>
                  </a:lnTo>
                  <a:lnTo>
                    <a:pt x="3780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65023" y="1669916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2" y="162003"/>
                  </a:lnTo>
                  <a:lnTo>
                    <a:pt x="3780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4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51030" y="1669916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2" y="162003"/>
                  </a:lnTo>
                  <a:lnTo>
                    <a:pt x="3780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37036" y="1669916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3" y="162003"/>
                  </a:lnTo>
                  <a:lnTo>
                    <a:pt x="3780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23043" y="1669916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3" y="162003"/>
                  </a:lnTo>
                  <a:lnTo>
                    <a:pt x="3780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09050" y="1669916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3" y="162003"/>
                  </a:lnTo>
                  <a:lnTo>
                    <a:pt x="3780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65023" y="1858918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2" y="162003"/>
                  </a:lnTo>
                  <a:lnTo>
                    <a:pt x="3780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51030" y="1858918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2" y="162003"/>
                  </a:lnTo>
                  <a:lnTo>
                    <a:pt x="3780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37036" y="1858918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3" y="162003"/>
                  </a:lnTo>
                  <a:lnTo>
                    <a:pt x="3780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23043" y="1858918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3" y="162003"/>
                  </a:lnTo>
                  <a:lnTo>
                    <a:pt x="3780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1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09050" y="1858918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3" y="162003"/>
                  </a:lnTo>
                  <a:lnTo>
                    <a:pt x="3780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65023" y="2047919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2" y="162003"/>
                  </a:lnTo>
                  <a:lnTo>
                    <a:pt x="3780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4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51030" y="2047919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2" y="162003"/>
                  </a:lnTo>
                  <a:lnTo>
                    <a:pt x="3780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37036" y="2047919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3" y="162003"/>
                  </a:lnTo>
                  <a:lnTo>
                    <a:pt x="3780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23043" y="2047919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3" y="162003"/>
                  </a:lnTo>
                  <a:lnTo>
                    <a:pt x="3780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909050" y="2047919"/>
              <a:ext cx="378460" cy="162560"/>
            </a:xfrm>
            <a:custGeom>
              <a:avLst/>
              <a:gdLst/>
              <a:ahLst/>
              <a:cxnLst/>
              <a:rect l="l" t="t" r="r" b="b"/>
              <a:pathLst>
                <a:path w="378460" h="162560">
                  <a:moveTo>
                    <a:pt x="0" y="0"/>
                  </a:moveTo>
                  <a:lnTo>
                    <a:pt x="0" y="162003"/>
                  </a:lnTo>
                  <a:lnTo>
                    <a:pt x="378003" y="162003"/>
                  </a:lnTo>
                  <a:lnTo>
                    <a:pt x="3780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>
                <a:alpha val="239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5521" y="1599889"/>
              <a:ext cx="140062" cy="41006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617381"/>
              <a:ext cx="69291" cy="6929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807347"/>
              <a:ext cx="69291" cy="6929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997327"/>
              <a:ext cx="69291" cy="69291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4565396" y="1883018"/>
            <a:ext cx="149860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00" spc="-25" dirty="0">
                <a:latin typeface="Arial MT"/>
                <a:cs typeface="Arial MT"/>
              </a:rPr>
              <a:t>Low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65396" y="1605981"/>
            <a:ext cx="166370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00" spc="-20" dirty="0">
                <a:latin typeface="Arial MT"/>
                <a:cs typeface="Arial MT"/>
              </a:rPr>
              <a:t>High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47294" y="2313380"/>
            <a:ext cx="3075940" cy="79946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Observations:</a:t>
            </a:r>
            <a:endParaRPr sz="1050">
              <a:latin typeface="Arial MT"/>
              <a:cs typeface="Arial MT"/>
            </a:endParaRPr>
          </a:p>
          <a:p>
            <a:pPr marL="309880" marR="5080">
              <a:lnSpc>
                <a:spcPct val="106800"/>
              </a:lnSpc>
              <a:spcBef>
                <a:spcPts val="190"/>
              </a:spcBef>
            </a:pPr>
            <a:r>
              <a:rPr sz="1050" dirty="0">
                <a:latin typeface="Arial MT"/>
                <a:cs typeface="Arial MT"/>
              </a:rPr>
              <a:t>Strong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diagonal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pattern:</a:t>
            </a:r>
            <a:r>
              <a:rPr sz="1050" spc="1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word-level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alignment </a:t>
            </a:r>
            <a:r>
              <a:rPr sz="1050" dirty="0">
                <a:latin typeface="Arial MT"/>
                <a:cs typeface="Arial MT"/>
              </a:rPr>
              <a:t>”yah”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200" spc="85" dirty="0">
                <a:latin typeface="Cambria"/>
                <a:cs typeface="Cambria"/>
              </a:rPr>
              <a:t>↔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050" dirty="0">
                <a:latin typeface="Arial MT"/>
                <a:cs typeface="Arial MT"/>
              </a:rPr>
              <a:t>”This”:</a:t>
            </a:r>
            <a:r>
              <a:rPr sz="1050" spc="95" dirty="0">
                <a:latin typeface="Arial MT"/>
                <a:cs typeface="Arial MT"/>
              </a:rPr>
              <a:t> </a:t>
            </a:r>
            <a:r>
              <a:rPr sz="1200" i="1" dirty="0">
                <a:latin typeface="Verdana"/>
                <a:cs typeface="Verdana"/>
              </a:rPr>
              <a:t>α</a:t>
            </a:r>
            <a:r>
              <a:rPr sz="1200" i="1" spc="-65" dirty="0">
                <a:latin typeface="Verdana"/>
                <a:cs typeface="Verdan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050" spc="-20" dirty="0">
                <a:latin typeface="Arial MT"/>
                <a:cs typeface="Arial MT"/>
              </a:rPr>
              <a:t>0</a:t>
            </a:r>
            <a:r>
              <a:rPr sz="1200" i="1" spc="-20" dirty="0">
                <a:latin typeface="Verdana"/>
                <a:cs typeface="Verdana"/>
              </a:rPr>
              <a:t>.</a:t>
            </a:r>
            <a:r>
              <a:rPr sz="1050" spc="-20" dirty="0">
                <a:latin typeface="Arial MT"/>
                <a:cs typeface="Arial MT"/>
              </a:rPr>
              <a:t>85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”kitaab”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200" spc="85" dirty="0">
                <a:latin typeface="Cambria"/>
                <a:cs typeface="Cambria"/>
              </a:rPr>
              <a:t>↔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050" dirty="0">
                <a:latin typeface="Arial MT"/>
                <a:cs typeface="Arial MT"/>
              </a:rPr>
              <a:t>”book”:</a:t>
            </a:r>
            <a:r>
              <a:rPr sz="1050" spc="110" dirty="0">
                <a:latin typeface="Arial MT"/>
                <a:cs typeface="Arial MT"/>
              </a:rPr>
              <a:t> </a:t>
            </a:r>
            <a:r>
              <a:rPr sz="1200" i="1" dirty="0">
                <a:latin typeface="Verdana"/>
                <a:cs typeface="Verdana"/>
              </a:rPr>
              <a:t>α</a:t>
            </a:r>
            <a:r>
              <a:rPr sz="1200" i="1" spc="-50" dirty="0">
                <a:latin typeface="Verdana"/>
                <a:cs typeface="Verdan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spc="-20" dirty="0">
                <a:latin typeface="Arial MT"/>
                <a:cs typeface="Arial MT"/>
              </a:rPr>
              <a:t>0</a:t>
            </a:r>
            <a:r>
              <a:rPr sz="1200" i="1" spc="-20" dirty="0">
                <a:latin typeface="Verdana"/>
                <a:cs typeface="Verdana"/>
              </a:rPr>
              <a:t>.</a:t>
            </a:r>
            <a:r>
              <a:rPr sz="1050" spc="-20" dirty="0">
                <a:latin typeface="Arial MT"/>
                <a:cs typeface="Arial MT"/>
              </a:rPr>
              <a:t>82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41" name="object 4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6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6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6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6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67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5" dirty="0">
                <a:solidFill>
                  <a:srgbClr val="FFFFFF"/>
                </a:solidFill>
              </a:rPr>
              <a:t>E</a:t>
            </a:r>
            <a:r>
              <a:rPr cap="small" spc="265" dirty="0">
                <a:solidFill>
                  <a:srgbClr val="FFFFFF"/>
                </a:solidFill>
              </a:rPr>
              <a:t>xample</a:t>
            </a:r>
            <a:r>
              <a:rPr spc="265" dirty="0">
                <a:solidFill>
                  <a:srgbClr val="FFFFFF"/>
                </a:solidFill>
              </a:rPr>
              <a:t>:</a:t>
            </a:r>
            <a:r>
              <a:rPr spc="475" dirty="0">
                <a:solidFill>
                  <a:srgbClr val="FFFFFF"/>
                </a:solidFill>
              </a:rPr>
              <a:t> </a:t>
            </a:r>
            <a:r>
              <a:rPr spc="285" dirty="0">
                <a:solidFill>
                  <a:srgbClr val="FFFFFF"/>
                </a:solidFill>
              </a:rPr>
              <a:t>Q&amp;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400" dirty="0">
                <a:solidFill>
                  <a:srgbClr val="FFFFFF"/>
                </a:solidFill>
              </a:rPr>
              <a:t>A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cap="small" spc="240" dirty="0">
                <a:solidFill>
                  <a:srgbClr val="FFFFFF"/>
                </a:solidFill>
              </a:rPr>
              <a:t>with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215" dirty="0">
                <a:solidFill>
                  <a:srgbClr val="FFFFFF"/>
                </a:solidFill>
              </a:rPr>
              <a:t>A</a:t>
            </a:r>
            <a:r>
              <a:rPr cap="small" spc="215" dirty="0">
                <a:solidFill>
                  <a:srgbClr val="FFFFFF"/>
                </a:solidFill>
              </a:rPr>
              <a:t>ttention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51039"/>
            <a:ext cx="4695190" cy="575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Context:</a:t>
            </a:r>
            <a:r>
              <a:rPr sz="1050" spc="1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”Mumbai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financial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capital.</a:t>
            </a:r>
            <a:r>
              <a:rPr sz="1050" spc="1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Reserve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Bank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located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there.”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Question:</a:t>
            </a:r>
            <a:r>
              <a:rPr sz="1050" spc="1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”Where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Reserve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Bank?”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Answer:</a:t>
            </a:r>
            <a:r>
              <a:rPr sz="1050" spc="1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”Mumbai”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98586" y="1701252"/>
            <a:ext cx="329565" cy="329565"/>
            <a:chOff x="1198586" y="1701252"/>
            <a:chExt cx="329565" cy="329565"/>
          </a:xfrm>
        </p:grpSpPr>
        <p:sp>
          <p:nvSpPr>
            <p:cNvPr id="5" name="object 5"/>
            <p:cNvSpPr/>
            <p:nvPr/>
          </p:nvSpPr>
          <p:spPr>
            <a:xfrm>
              <a:off x="1201126" y="1703792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4" h="324485">
                  <a:moveTo>
                    <a:pt x="161964" y="0"/>
                  </a:moveTo>
                  <a:lnTo>
                    <a:pt x="118907" y="5785"/>
                  </a:lnTo>
                  <a:lnTo>
                    <a:pt x="80217" y="22112"/>
                  </a:lnTo>
                  <a:lnTo>
                    <a:pt x="47437" y="47437"/>
                  </a:lnTo>
                  <a:lnTo>
                    <a:pt x="22112" y="80217"/>
                  </a:lnTo>
                  <a:lnTo>
                    <a:pt x="5785" y="118907"/>
                  </a:lnTo>
                  <a:lnTo>
                    <a:pt x="0" y="161964"/>
                  </a:lnTo>
                  <a:lnTo>
                    <a:pt x="5785" y="205021"/>
                  </a:lnTo>
                  <a:lnTo>
                    <a:pt x="22112" y="243711"/>
                  </a:lnTo>
                  <a:lnTo>
                    <a:pt x="47437" y="276491"/>
                  </a:lnTo>
                  <a:lnTo>
                    <a:pt x="80217" y="301816"/>
                  </a:lnTo>
                  <a:lnTo>
                    <a:pt x="118907" y="318143"/>
                  </a:lnTo>
                  <a:lnTo>
                    <a:pt x="161964" y="323928"/>
                  </a:lnTo>
                  <a:lnTo>
                    <a:pt x="205021" y="318143"/>
                  </a:lnTo>
                  <a:lnTo>
                    <a:pt x="243711" y="301816"/>
                  </a:lnTo>
                  <a:lnTo>
                    <a:pt x="276491" y="276491"/>
                  </a:lnTo>
                  <a:lnTo>
                    <a:pt x="301816" y="243711"/>
                  </a:lnTo>
                  <a:lnTo>
                    <a:pt x="318143" y="205021"/>
                  </a:lnTo>
                  <a:lnTo>
                    <a:pt x="323928" y="161964"/>
                  </a:lnTo>
                  <a:lnTo>
                    <a:pt x="318143" y="118907"/>
                  </a:lnTo>
                  <a:lnTo>
                    <a:pt x="301816" y="80217"/>
                  </a:lnTo>
                  <a:lnTo>
                    <a:pt x="276491" y="47437"/>
                  </a:lnTo>
                  <a:lnTo>
                    <a:pt x="243711" y="22112"/>
                  </a:lnTo>
                  <a:lnTo>
                    <a:pt x="205021" y="5785"/>
                  </a:lnTo>
                  <a:lnTo>
                    <a:pt x="161964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1126" y="1703792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4" h="324485">
                  <a:moveTo>
                    <a:pt x="323928" y="161964"/>
                  </a:moveTo>
                  <a:lnTo>
                    <a:pt x="318143" y="118907"/>
                  </a:lnTo>
                  <a:lnTo>
                    <a:pt x="301816" y="80217"/>
                  </a:lnTo>
                  <a:lnTo>
                    <a:pt x="276491" y="47437"/>
                  </a:lnTo>
                  <a:lnTo>
                    <a:pt x="243711" y="22112"/>
                  </a:lnTo>
                  <a:lnTo>
                    <a:pt x="205021" y="5785"/>
                  </a:lnTo>
                  <a:lnTo>
                    <a:pt x="161964" y="0"/>
                  </a:lnTo>
                  <a:lnTo>
                    <a:pt x="118907" y="5785"/>
                  </a:lnTo>
                  <a:lnTo>
                    <a:pt x="80217" y="22112"/>
                  </a:lnTo>
                  <a:lnTo>
                    <a:pt x="47437" y="47437"/>
                  </a:lnTo>
                  <a:lnTo>
                    <a:pt x="22112" y="80217"/>
                  </a:lnTo>
                  <a:lnTo>
                    <a:pt x="5785" y="118907"/>
                  </a:lnTo>
                  <a:lnTo>
                    <a:pt x="0" y="161964"/>
                  </a:lnTo>
                  <a:lnTo>
                    <a:pt x="5785" y="205021"/>
                  </a:lnTo>
                  <a:lnTo>
                    <a:pt x="22112" y="243711"/>
                  </a:lnTo>
                  <a:lnTo>
                    <a:pt x="47437" y="276491"/>
                  </a:lnTo>
                  <a:lnTo>
                    <a:pt x="80217" y="301816"/>
                  </a:lnTo>
                  <a:lnTo>
                    <a:pt x="118907" y="318143"/>
                  </a:lnTo>
                  <a:lnTo>
                    <a:pt x="161964" y="323928"/>
                  </a:lnTo>
                  <a:lnTo>
                    <a:pt x="205021" y="318143"/>
                  </a:lnTo>
                  <a:lnTo>
                    <a:pt x="243711" y="301816"/>
                  </a:lnTo>
                  <a:lnTo>
                    <a:pt x="276491" y="276491"/>
                  </a:lnTo>
                  <a:lnTo>
                    <a:pt x="301816" y="243711"/>
                  </a:lnTo>
                  <a:lnTo>
                    <a:pt x="318143" y="205021"/>
                  </a:lnTo>
                  <a:lnTo>
                    <a:pt x="323928" y="161964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49781" y="1808850"/>
            <a:ext cx="226695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00" spc="-20" dirty="0">
                <a:latin typeface="Arial MT"/>
                <a:cs typeface="Arial MT"/>
              </a:rPr>
              <a:t>Where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57996" y="1676456"/>
            <a:ext cx="841375" cy="379095"/>
            <a:chOff x="1557996" y="1676456"/>
            <a:chExt cx="841375" cy="37909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7996" y="1763657"/>
              <a:ext cx="204199" cy="20419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70341" y="1678996"/>
              <a:ext cx="374015" cy="374015"/>
            </a:xfrm>
            <a:custGeom>
              <a:avLst/>
              <a:gdLst/>
              <a:ahLst/>
              <a:cxnLst/>
              <a:rect l="l" t="t" r="r" b="b"/>
              <a:pathLst>
                <a:path w="374014" h="374014">
                  <a:moveTo>
                    <a:pt x="186760" y="0"/>
                  </a:moveTo>
                  <a:lnTo>
                    <a:pt x="137111" y="6671"/>
                  </a:lnTo>
                  <a:lnTo>
                    <a:pt x="92498" y="25498"/>
                  </a:lnTo>
                  <a:lnTo>
                    <a:pt x="54700" y="54700"/>
                  </a:lnTo>
                  <a:lnTo>
                    <a:pt x="25497" y="92498"/>
                  </a:lnTo>
                  <a:lnTo>
                    <a:pt x="6671" y="137111"/>
                  </a:lnTo>
                  <a:lnTo>
                    <a:pt x="0" y="186760"/>
                  </a:lnTo>
                  <a:lnTo>
                    <a:pt x="6671" y="236409"/>
                  </a:lnTo>
                  <a:lnTo>
                    <a:pt x="25497" y="281022"/>
                  </a:lnTo>
                  <a:lnTo>
                    <a:pt x="54700" y="318820"/>
                  </a:lnTo>
                  <a:lnTo>
                    <a:pt x="92498" y="348022"/>
                  </a:lnTo>
                  <a:lnTo>
                    <a:pt x="137111" y="366849"/>
                  </a:lnTo>
                  <a:lnTo>
                    <a:pt x="186760" y="373520"/>
                  </a:lnTo>
                  <a:lnTo>
                    <a:pt x="236409" y="366849"/>
                  </a:lnTo>
                  <a:lnTo>
                    <a:pt x="281022" y="348022"/>
                  </a:lnTo>
                  <a:lnTo>
                    <a:pt x="318820" y="318820"/>
                  </a:lnTo>
                  <a:lnTo>
                    <a:pt x="348022" y="281022"/>
                  </a:lnTo>
                  <a:lnTo>
                    <a:pt x="366849" y="236409"/>
                  </a:lnTo>
                  <a:lnTo>
                    <a:pt x="373520" y="186760"/>
                  </a:lnTo>
                  <a:lnTo>
                    <a:pt x="366849" y="137111"/>
                  </a:lnTo>
                  <a:lnTo>
                    <a:pt x="348022" y="92498"/>
                  </a:lnTo>
                  <a:lnTo>
                    <a:pt x="318820" y="54700"/>
                  </a:lnTo>
                  <a:lnTo>
                    <a:pt x="281022" y="25498"/>
                  </a:lnTo>
                  <a:lnTo>
                    <a:pt x="236409" y="6671"/>
                  </a:lnTo>
                  <a:lnTo>
                    <a:pt x="18676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70341" y="1678996"/>
              <a:ext cx="374015" cy="374015"/>
            </a:xfrm>
            <a:custGeom>
              <a:avLst/>
              <a:gdLst/>
              <a:ahLst/>
              <a:cxnLst/>
              <a:rect l="l" t="t" r="r" b="b"/>
              <a:pathLst>
                <a:path w="374014" h="374014">
                  <a:moveTo>
                    <a:pt x="373520" y="186760"/>
                  </a:moveTo>
                  <a:lnTo>
                    <a:pt x="366849" y="137111"/>
                  </a:lnTo>
                  <a:lnTo>
                    <a:pt x="348022" y="92498"/>
                  </a:lnTo>
                  <a:lnTo>
                    <a:pt x="318820" y="54700"/>
                  </a:lnTo>
                  <a:lnTo>
                    <a:pt x="281022" y="25498"/>
                  </a:lnTo>
                  <a:lnTo>
                    <a:pt x="236409" y="6671"/>
                  </a:lnTo>
                  <a:lnTo>
                    <a:pt x="186760" y="0"/>
                  </a:lnTo>
                  <a:lnTo>
                    <a:pt x="137111" y="6671"/>
                  </a:lnTo>
                  <a:lnTo>
                    <a:pt x="92498" y="25498"/>
                  </a:lnTo>
                  <a:lnTo>
                    <a:pt x="54700" y="54700"/>
                  </a:lnTo>
                  <a:lnTo>
                    <a:pt x="25497" y="92498"/>
                  </a:lnTo>
                  <a:lnTo>
                    <a:pt x="6671" y="137111"/>
                  </a:lnTo>
                  <a:lnTo>
                    <a:pt x="0" y="186760"/>
                  </a:lnTo>
                  <a:lnTo>
                    <a:pt x="6671" y="236409"/>
                  </a:lnTo>
                  <a:lnTo>
                    <a:pt x="25497" y="281022"/>
                  </a:lnTo>
                  <a:lnTo>
                    <a:pt x="54700" y="318820"/>
                  </a:lnTo>
                  <a:lnTo>
                    <a:pt x="92498" y="348022"/>
                  </a:lnTo>
                  <a:lnTo>
                    <a:pt x="137111" y="366849"/>
                  </a:lnTo>
                  <a:lnTo>
                    <a:pt x="186760" y="373520"/>
                  </a:lnTo>
                  <a:lnTo>
                    <a:pt x="236409" y="366849"/>
                  </a:lnTo>
                  <a:lnTo>
                    <a:pt x="281022" y="348022"/>
                  </a:lnTo>
                  <a:lnTo>
                    <a:pt x="318820" y="318820"/>
                  </a:lnTo>
                  <a:lnTo>
                    <a:pt x="348022" y="281022"/>
                  </a:lnTo>
                  <a:lnTo>
                    <a:pt x="366849" y="236409"/>
                  </a:lnTo>
                  <a:lnTo>
                    <a:pt x="373520" y="18676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11809" y="1723460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296" y="0"/>
                  </a:moveTo>
                  <a:lnTo>
                    <a:pt x="97319" y="7254"/>
                  </a:lnTo>
                  <a:lnTo>
                    <a:pt x="58257" y="27454"/>
                  </a:lnTo>
                  <a:lnTo>
                    <a:pt x="27454" y="58257"/>
                  </a:lnTo>
                  <a:lnTo>
                    <a:pt x="7254" y="97319"/>
                  </a:lnTo>
                  <a:lnTo>
                    <a:pt x="0" y="142296"/>
                  </a:lnTo>
                  <a:lnTo>
                    <a:pt x="7254" y="187273"/>
                  </a:lnTo>
                  <a:lnTo>
                    <a:pt x="27454" y="226335"/>
                  </a:lnTo>
                  <a:lnTo>
                    <a:pt x="58257" y="257138"/>
                  </a:lnTo>
                  <a:lnTo>
                    <a:pt x="97319" y="277338"/>
                  </a:lnTo>
                  <a:lnTo>
                    <a:pt x="142296" y="284593"/>
                  </a:lnTo>
                  <a:lnTo>
                    <a:pt x="187273" y="277338"/>
                  </a:lnTo>
                  <a:lnTo>
                    <a:pt x="226335" y="257138"/>
                  </a:lnTo>
                  <a:lnTo>
                    <a:pt x="257138" y="226335"/>
                  </a:lnTo>
                  <a:lnTo>
                    <a:pt x="277339" y="187273"/>
                  </a:lnTo>
                  <a:lnTo>
                    <a:pt x="284593" y="142296"/>
                  </a:lnTo>
                  <a:lnTo>
                    <a:pt x="277339" y="97319"/>
                  </a:lnTo>
                  <a:lnTo>
                    <a:pt x="257138" y="58257"/>
                  </a:lnTo>
                  <a:lnTo>
                    <a:pt x="226335" y="27454"/>
                  </a:lnTo>
                  <a:lnTo>
                    <a:pt x="187273" y="7254"/>
                  </a:lnTo>
                  <a:lnTo>
                    <a:pt x="142296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11809" y="1723460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284593" y="142296"/>
                  </a:moveTo>
                  <a:lnTo>
                    <a:pt x="277339" y="97319"/>
                  </a:lnTo>
                  <a:lnTo>
                    <a:pt x="257138" y="58257"/>
                  </a:lnTo>
                  <a:lnTo>
                    <a:pt x="226335" y="27454"/>
                  </a:lnTo>
                  <a:lnTo>
                    <a:pt x="187273" y="7254"/>
                  </a:lnTo>
                  <a:lnTo>
                    <a:pt x="142296" y="0"/>
                  </a:lnTo>
                  <a:lnTo>
                    <a:pt x="97319" y="7254"/>
                  </a:lnTo>
                  <a:lnTo>
                    <a:pt x="58257" y="27454"/>
                  </a:lnTo>
                  <a:lnTo>
                    <a:pt x="27454" y="58257"/>
                  </a:lnTo>
                  <a:lnTo>
                    <a:pt x="7254" y="97319"/>
                  </a:lnTo>
                  <a:lnTo>
                    <a:pt x="0" y="142296"/>
                  </a:lnTo>
                  <a:lnTo>
                    <a:pt x="7254" y="187273"/>
                  </a:lnTo>
                  <a:lnTo>
                    <a:pt x="27454" y="226335"/>
                  </a:lnTo>
                  <a:lnTo>
                    <a:pt x="58257" y="257138"/>
                  </a:lnTo>
                  <a:lnTo>
                    <a:pt x="97319" y="277338"/>
                  </a:lnTo>
                  <a:lnTo>
                    <a:pt x="142296" y="284593"/>
                  </a:lnTo>
                  <a:lnTo>
                    <a:pt x="187273" y="277338"/>
                  </a:lnTo>
                  <a:lnTo>
                    <a:pt x="226335" y="257138"/>
                  </a:lnTo>
                  <a:lnTo>
                    <a:pt x="257138" y="226335"/>
                  </a:lnTo>
                  <a:lnTo>
                    <a:pt x="277339" y="187273"/>
                  </a:lnTo>
                  <a:lnTo>
                    <a:pt x="284593" y="14229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622717" y="1808850"/>
            <a:ext cx="721995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06375" algn="l"/>
              </a:tabLst>
            </a:pPr>
            <a:r>
              <a:rPr sz="500" spc="-25" dirty="0">
                <a:latin typeface="Arial MT"/>
                <a:cs typeface="Arial MT"/>
              </a:rPr>
              <a:t>is</a:t>
            </a:r>
            <a:r>
              <a:rPr sz="500" dirty="0">
                <a:latin typeface="Arial MT"/>
                <a:cs typeface="Arial MT"/>
              </a:rPr>
              <a:t>	Reserve</a:t>
            </a:r>
            <a:r>
              <a:rPr sz="500" spc="290" dirty="0">
                <a:latin typeface="Arial MT"/>
                <a:cs typeface="Arial MT"/>
              </a:rPr>
              <a:t>  </a:t>
            </a:r>
            <a:r>
              <a:rPr sz="500" spc="-20" dirty="0">
                <a:latin typeface="Arial MT"/>
                <a:cs typeface="Arial MT"/>
              </a:rPr>
              <a:t>Bank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64402" y="1682041"/>
            <a:ext cx="367665" cy="367665"/>
            <a:chOff x="2664402" y="1682041"/>
            <a:chExt cx="367665" cy="367665"/>
          </a:xfrm>
        </p:grpSpPr>
        <p:sp>
          <p:nvSpPr>
            <p:cNvPr id="16" name="object 16"/>
            <p:cNvSpPr/>
            <p:nvPr/>
          </p:nvSpPr>
          <p:spPr>
            <a:xfrm>
              <a:off x="2666942" y="1684581"/>
              <a:ext cx="362585" cy="362585"/>
            </a:xfrm>
            <a:custGeom>
              <a:avLst/>
              <a:gdLst/>
              <a:ahLst/>
              <a:cxnLst/>
              <a:rect l="l" t="t" r="r" b="b"/>
              <a:pathLst>
                <a:path w="362585" h="362585">
                  <a:moveTo>
                    <a:pt x="181175" y="0"/>
                  </a:moveTo>
                  <a:lnTo>
                    <a:pt x="133011" y="6471"/>
                  </a:lnTo>
                  <a:lnTo>
                    <a:pt x="89732" y="24735"/>
                  </a:lnTo>
                  <a:lnTo>
                    <a:pt x="53064" y="53064"/>
                  </a:lnTo>
                  <a:lnTo>
                    <a:pt x="24735" y="89732"/>
                  </a:lnTo>
                  <a:lnTo>
                    <a:pt x="6471" y="133011"/>
                  </a:lnTo>
                  <a:lnTo>
                    <a:pt x="0" y="181175"/>
                  </a:lnTo>
                  <a:lnTo>
                    <a:pt x="6471" y="229339"/>
                  </a:lnTo>
                  <a:lnTo>
                    <a:pt x="24735" y="272618"/>
                  </a:lnTo>
                  <a:lnTo>
                    <a:pt x="53064" y="309286"/>
                  </a:lnTo>
                  <a:lnTo>
                    <a:pt x="89732" y="337615"/>
                  </a:lnTo>
                  <a:lnTo>
                    <a:pt x="133011" y="355879"/>
                  </a:lnTo>
                  <a:lnTo>
                    <a:pt x="181175" y="362350"/>
                  </a:lnTo>
                  <a:lnTo>
                    <a:pt x="229339" y="355879"/>
                  </a:lnTo>
                  <a:lnTo>
                    <a:pt x="272618" y="337615"/>
                  </a:lnTo>
                  <a:lnTo>
                    <a:pt x="309286" y="309286"/>
                  </a:lnTo>
                  <a:lnTo>
                    <a:pt x="337615" y="272618"/>
                  </a:lnTo>
                  <a:lnTo>
                    <a:pt x="355879" y="229339"/>
                  </a:lnTo>
                  <a:lnTo>
                    <a:pt x="362350" y="181175"/>
                  </a:lnTo>
                  <a:lnTo>
                    <a:pt x="355879" y="133011"/>
                  </a:lnTo>
                  <a:lnTo>
                    <a:pt x="337615" y="89732"/>
                  </a:lnTo>
                  <a:lnTo>
                    <a:pt x="309286" y="53064"/>
                  </a:lnTo>
                  <a:lnTo>
                    <a:pt x="272618" y="24735"/>
                  </a:lnTo>
                  <a:lnTo>
                    <a:pt x="229339" y="6471"/>
                  </a:lnTo>
                  <a:lnTo>
                    <a:pt x="181175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66942" y="1684581"/>
              <a:ext cx="362585" cy="362585"/>
            </a:xfrm>
            <a:custGeom>
              <a:avLst/>
              <a:gdLst/>
              <a:ahLst/>
              <a:cxnLst/>
              <a:rect l="l" t="t" r="r" b="b"/>
              <a:pathLst>
                <a:path w="362585" h="362585">
                  <a:moveTo>
                    <a:pt x="362350" y="181175"/>
                  </a:moveTo>
                  <a:lnTo>
                    <a:pt x="355879" y="133011"/>
                  </a:lnTo>
                  <a:lnTo>
                    <a:pt x="337615" y="89732"/>
                  </a:lnTo>
                  <a:lnTo>
                    <a:pt x="309286" y="53064"/>
                  </a:lnTo>
                  <a:lnTo>
                    <a:pt x="272618" y="24735"/>
                  </a:lnTo>
                  <a:lnTo>
                    <a:pt x="229339" y="6471"/>
                  </a:lnTo>
                  <a:lnTo>
                    <a:pt x="181175" y="0"/>
                  </a:lnTo>
                  <a:lnTo>
                    <a:pt x="133011" y="6471"/>
                  </a:lnTo>
                  <a:lnTo>
                    <a:pt x="89732" y="24735"/>
                  </a:lnTo>
                  <a:lnTo>
                    <a:pt x="53064" y="53064"/>
                  </a:lnTo>
                  <a:lnTo>
                    <a:pt x="24735" y="89732"/>
                  </a:lnTo>
                  <a:lnTo>
                    <a:pt x="6471" y="133011"/>
                  </a:lnTo>
                  <a:lnTo>
                    <a:pt x="0" y="181175"/>
                  </a:lnTo>
                  <a:lnTo>
                    <a:pt x="6471" y="229339"/>
                  </a:lnTo>
                  <a:lnTo>
                    <a:pt x="24735" y="272618"/>
                  </a:lnTo>
                  <a:lnTo>
                    <a:pt x="53064" y="309286"/>
                  </a:lnTo>
                  <a:lnTo>
                    <a:pt x="89732" y="337615"/>
                  </a:lnTo>
                  <a:lnTo>
                    <a:pt x="133011" y="355879"/>
                  </a:lnTo>
                  <a:lnTo>
                    <a:pt x="181175" y="362350"/>
                  </a:lnTo>
                  <a:lnTo>
                    <a:pt x="229339" y="355879"/>
                  </a:lnTo>
                  <a:lnTo>
                    <a:pt x="272618" y="337615"/>
                  </a:lnTo>
                  <a:lnTo>
                    <a:pt x="309286" y="309286"/>
                  </a:lnTo>
                  <a:lnTo>
                    <a:pt x="337615" y="272618"/>
                  </a:lnTo>
                  <a:lnTo>
                    <a:pt x="355879" y="229339"/>
                  </a:lnTo>
                  <a:lnTo>
                    <a:pt x="362350" y="181175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713913" y="1808850"/>
            <a:ext cx="268605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00" spc="-10" dirty="0">
                <a:latin typeface="Arial MT"/>
                <a:cs typeface="Arial MT"/>
              </a:rPr>
              <a:t>Mumbai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52548" y="1359207"/>
            <a:ext cx="1112520" cy="221615"/>
            <a:chOff x="1252548" y="1359207"/>
            <a:chExt cx="1112520" cy="221615"/>
          </a:xfrm>
        </p:grpSpPr>
        <p:sp>
          <p:nvSpPr>
            <p:cNvPr id="20" name="object 20"/>
            <p:cNvSpPr/>
            <p:nvPr/>
          </p:nvSpPr>
          <p:spPr>
            <a:xfrm>
              <a:off x="1255088" y="13617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4">
                  <a:moveTo>
                    <a:pt x="216004" y="0"/>
                  </a:moveTo>
                  <a:lnTo>
                    <a:pt x="0" y="0"/>
                  </a:lnTo>
                  <a:lnTo>
                    <a:pt x="0" y="216004"/>
                  </a:lnTo>
                  <a:lnTo>
                    <a:pt x="216004" y="216004"/>
                  </a:lnTo>
                  <a:lnTo>
                    <a:pt x="216004" y="0"/>
                  </a:lnTo>
                  <a:close/>
                </a:path>
              </a:pathLst>
            </a:custGeom>
            <a:solidFill>
              <a:srgbClr val="DCD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55088" y="13617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4">
                  <a:moveTo>
                    <a:pt x="0" y="216004"/>
                  </a:moveTo>
                  <a:lnTo>
                    <a:pt x="216004" y="216004"/>
                  </a:lnTo>
                  <a:lnTo>
                    <a:pt x="216004" y="0"/>
                  </a:lnTo>
                  <a:lnTo>
                    <a:pt x="0" y="0"/>
                  </a:lnTo>
                  <a:lnTo>
                    <a:pt x="0" y="216004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52093" y="13617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4">
                  <a:moveTo>
                    <a:pt x="216004" y="0"/>
                  </a:moveTo>
                  <a:lnTo>
                    <a:pt x="0" y="0"/>
                  </a:lnTo>
                  <a:lnTo>
                    <a:pt x="0" y="216004"/>
                  </a:lnTo>
                  <a:lnTo>
                    <a:pt x="216004" y="216004"/>
                  </a:lnTo>
                  <a:lnTo>
                    <a:pt x="216004" y="0"/>
                  </a:lnTo>
                  <a:close/>
                </a:path>
              </a:pathLst>
            </a:custGeom>
            <a:solidFill>
              <a:srgbClr val="DCD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52093" y="13617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4">
                  <a:moveTo>
                    <a:pt x="0" y="216004"/>
                  </a:moveTo>
                  <a:lnTo>
                    <a:pt x="216004" y="216004"/>
                  </a:lnTo>
                  <a:lnTo>
                    <a:pt x="216004" y="0"/>
                  </a:lnTo>
                  <a:lnTo>
                    <a:pt x="0" y="0"/>
                  </a:lnTo>
                  <a:lnTo>
                    <a:pt x="0" y="216004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49099" y="13617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4">
                  <a:moveTo>
                    <a:pt x="216004" y="0"/>
                  </a:moveTo>
                  <a:lnTo>
                    <a:pt x="0" y="0"/>
                  </a:lnTo>
                  <a:lnTo>
                    <a:pt x="0" y="216004"/>
                  </a:lnTo>
                  <a:lnTo>
                    <a:pt x="216004" y="216004"/>
                  </a:lnTo>
                  <a:lnTo>
                    <a:pt x="216004" y="0"/>
                  </a:lnTo>
                  <a:close/>
                </a:path>
              </a:pathLst>
            </a:custGeom>
            <a:solidFill>
              <a:srgbClr val="DCD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49099" y="13617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4">
                  <a:moveTo>
                    <a:pt x="0" y="216004"/>
                  </a:moveTo>
                  <a:lnTo>
                    <a:pt x="216004" y="216004"/>
                  </a:lnTo>
                  <a:lnTo>
                    <a:pt x="216004" y="0"/>
                  </a:lnTo>
                  <a:lnTo>
                    <a:pt x="0" y="0"/>
                  </a:lnTo>
                  <a:lnTo>
                    <a:pt x="0" y="216004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46104" y="13617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4">
                  <a:moveTo>
                    <a:pt x="216004" y="0"/>
                  </a:moveTo>
                  <a:lnTo>
                    <a:pt x="0" y="0"/>
                  </a:lnTo>
                  <a:lnTo>
                    <a:pt x="0" y="216004"/>
                  </a:lnTo>
                  <a:lnTo>
                    <a:pt x="216004" y="216004"/>
                  </a:lnTo>
                  <a:lnTo>
                    <a:pt x="216004" y="0"/>
                  </a:lnTo>
                  <a:close/>
                </a:path>
              </a:pathLst>
            </a:custGeom>
            <a:solidFill>
              <a:srgbClr val="DCD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46104" y="13617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4">
                  <a:moveTo>
                    <a:pt x="0" y="216004"/>
                  </a:moveTo>
                  <a:lnTo>
                    <a:pt x="216004" y="216004"/>
                  </a:lnTo>
                  <a:lnTo>
                    <a:pt x="216004" y="0"/>
                  </a:lnTo>
                  <a:lnTo>
                    <a:pt x="0" y="0"/>
                  </a:lnTo>
                  <a:lnTo>
                    <a:pt x="0" y="216004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437168" y="1338971"/>
            <a:ext cx="202565" cy="603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latin typeface="Cambria"/>
                <a:cs typeface="Cambria"/>
              </a:rPr>
              <a:t>·</a:t>
            </a:r>
            <a:r>
              <a:rPr sz="1200" spc="-6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·</a:t>
            </a:r>
            <a:r>
              <a:rPr sz="1200" spc="-60" dirty="0">
                <a:latin typeface="Cambria"/>
                <a:cs typeface="Cambria"/>
              </a:rPr>
              <a:t> </a:t>
            </a:r>
            <a:r>
              <a:rPr sz="1200" spc="-50" dirty="0">
                <a:latin typeface="Cambria"/>
                <a:cs typeface="Cambria"/>
              </a:rPr>
              <a:t>·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Cambria"/>
                <a:cs typeface="Cambria"/>
              </a:rPr>
              <a:t>·</a:t>
            </a:r>
            <a:r>
              <a:rPr sz="1200" spc="-6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·</a:t>
            </a:r>
            <a:r>
              <a:rPr sz="1200" spc="-60" dirty="0">
                <a:latin typeface="Cambria"/>
                <a:cs typeface="Cambria"/>
              </a:rPr>
              <a:t> </a:t>
            </a:r>
            <a:r>
              <a:rPr sz="1200" spc="-50" dirty="0">
                <a:latin typeface="Cambria"/>
                <a:cs typeface="Cambria"/>
              </a:rPr>
              <a:t>·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318501" y="1129806"/>
            <a:ext cx="2189480" cy="639445"/>
            <a:chOff x="1318501" y="1129806"/>
            <a:chExt cx="2189480" cy="639445"/>
          </a:xfrm>
        </p:grpSpPr>
        <p:sp>
          <p:nvSpPr>
            <p:cNvPr id="30" name="object 30"/>
            <p:cNvSpPr/>
            <p:nvPr/>
          </p:nvSpPr>
          <p:spPr>
            <a:xfrm>
              <a:off x="2722116" y="1343748"/>
              <a:ext cx="252095" cy="252095"/>
            </a:xfrm>
            <a:custGeom>
              <a:avLst/>
              <a:gdLst/>
              <a:ahLst/>
              <a:cxnLst/>
              <a:rect l="l" t="t" r="r" b="b"/>
              <a:pathLst>
                <a:path w="252094" h="252094">
                  <a:moveTo>
                    <a:pt x="252002" y="0"/>
                  </a:moveTo>
                  <a:lnTo>
                    <a:pt x="0" y="0"/>
                  </a:lnTo>
                  <a:lnTo>
                    <a:pt x="0" y="252002"/>
                  </a:lnTo>
                  <a:lnTo>
                    <a:pt x="252002" y="252002"/>
                  </a:lnTo>
                  <a:lnTo>
                    <a:pt x="252002" y="0"/>
                  </a:lnTo>
                  <a:close/>
                </a:path>
              </a:pathLst>
            </a:custGeom>
            <a:solidFill>
              <a:srgbClr val="D8D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22116" y="1343748"/>
              <a:ext cx="252095" cy="252095"/>
            </a:xfrm>
            <a:custGeom>
              <a:avLst/>
              <a:gdLst/>
              <a:ahLst/>
              <a:cxnLst/>
              <a:rect l="l" t="t" r="r" b="b"/>
              <a:pathLst>
                <a:path w="252094" h="252094">
                  <a:moveTo>
                    <a:pt x="0" y="252002"/>
                  </a:moveTo>
                  <a:lnTo>
                    <a:pt x="252002" y="252002"/>
                  </a:lnTo>
                  <a:lnTo>
                    <a:pt x="252002" y="0"/>
                  </a:lnTo>
                  <a:lnTo>
                    <a:pt x="0" y="0"/>
                  </a:lnTo>
                  <a:lnTo>
                    <a:pt x="0" y="25200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63091" y="1590385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h="111125">
                  <a:moveTo>
                    <a:pt x="0" y="110865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23581" y="1585324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660121" y="1590384"/>
              <a:ext cx="0" cy="173355"/>
            </a:xfrm>
            <a:custGeom>
              <a:avLst/>
              <a:gdLst/>
              <a:ahLst/>
              <a:cxnLst/>
              <a:rect l="l" t="t" r="r" b="b"/>
              <a:pathLst>
                <a:path h="173355">
                  <a:moveTo>
                    <a:pt x="2" y="173267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620614" y="1585323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>
                  <a:moveTo>
                    <a:pt x="0" y="32390"/>
                  </a:moveTo>
                  <a:lnTo>
                    <a:pt x="15525" y="26701"/>
                  </a:lnTo>
                  <a:lnTo>
                    <a:pt x="26914" y="18958"/>
                  </a:lnTo>
                  <a:lnTo>
                    <a:pt x="34723" y="9833"/>
                  </a:lnTo>
                  <a:lnTo>
                    <a:pt x="39507" y="0"/>
                  </a:lnTo>
                  <a:lnTo>
                    <a:pt x="44292" y="9833"/>
                  </a:lnTo>
                  <a:lnTo>
                    <a:pt x="52101" y="18957"/>
                  </a:lnTo>
                  <a:lnTo>
                    <a:pt x="63490" y="26700"/>
                  </a:lnTo>
                  <a:lnTo>
                    <a:pt x="79016" y="32389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57154" y="1590384"/>
              <a:ext cx="635" cy="86360"/>
            </a:xfrm>
            <a:custGeom>
              <a:avLst/>
              <a:gdLst/>
              <a:ahLst/>
              <a:cxnLst/>
              <a:rect l="l" t="t" r="r" b="b"/>
              <a:pathLst>
                <a:path w="635" h="86360">
                  <a:moveTo>
                    <a:pt x="19" y="86070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17652" y="1585323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0" y="32398"/>
                  </a:moveTo>
                  <a:lnTo>
                    <a:pt x="15524" y="26705"/>
                  </a:lnTo>
                  <a:lnTo>
                    <a:pt x="26912" y="18960"/>
                  </a:lnTo>
                  <a:lnTo>
                    <a:pt x="34719" y="9834"/>
                  </a:lnTo>
                  <a:lnTo>
                    <a:pt x="39501" y="0"/>
                  </a:lnTo>
                  <a:lnTo>
                    <a:pt x="44287" y="9832"/>
                  </a:lnTo>
                  <a:lnTo>
                    <a:pt x="52098" y="18955"/>
                  </a:lnTo>
                  <a:lnTo>
                    <a:pt x="63489" y="26696"/>
                  </a:lnTo>
                  <a:lnTo>
                    <a:pt x="79016" y="32382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54186" y="1590384"/>
              <a:ext cx="635" cy="130810"/>
            </a:xfrm>
            <a:custGeom>
              <a:avLst/>
              <a:gdLst/>
              <a:ahLst/>
              <a:cxnLst/>
              <a:rect l="l" t="t" r="r" b="b"/>
              <a:pathLst>
                <a:path w="635" h="130810">
                  <a:moveTo>
                    <a:pt x="19" y="130537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214682" y="1585323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0" y="32395"/>
                  </a:moveTo>
                  <a:lnTo>
                    <a:pt x="15524" y="26704"/>
                  </a:lnTo>
                  <a:lnTo>
                    <a:pt x="26913" y="18959"/>
                  </a:lnTo>
                  <a:lnTo>
                    <a:pt x="34720" y="9834"/>
                  </a:lnTo>
                  <a:lnTo>
                    <a:pt x="39503" y="0"/>
                  </a:lnTo>
                  <a:lnTo>
                    <a:pt x="44289" y="9833"/>
                  </a:lnTo>
                  <a:lnTo>
                    <a:pt x="52099" y="18956"/>
                  </a:lnTo>
                  <a:lnTo>
                    <a:pt x="63490" y="26697"/>
                  </a:lnTo>
                  <a:lnTo>
                    <a:pt x="79016" y="32384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848260" y="1608384"/>
              <a:ext cx="635" cy="73660"/>
            </a:xfrm>
            <a:custGeom>
              <a:avLst/>
              <a:gdLst/>
              <a:ahLst/>
              <a:cxnLst/>
              <a:rect l="l" t="t" r="r" b="b"/>
              <a:pathLst>
                <a:path w="635" h="73660">
                  <a:moveTo>
                    <a:pt x="49" y="7365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808771" y="1603323"/>
              <a:ext cx="79375" cy="33020"/>
            </a:xfrm>
            <a:custGeom>
              <a:avLst/>
              <a:gdLst/>
              <a:ahLst/>
              <a:cxnLst/>
              <a:rect l="l" t="t" r="r" b="b"/>
              <a:pathLst>
                <a:path w="79375" h="33019">
                  <a:moveTo>
                    <a:pt x="0" y="32417"/>
                  </a:moveTo>
                  <a:lnTo>
                    <a:pt x="15521" y="26717"/>
                  </a:lnTo>
                  <a:lnTo>
                    <a:pt x="26905" y="18966"/>
                  </a:lnTo>
                  <a:lnTo>
                    <a:pt x="34708" y="9837"/>
                  </a:lnTo>
                  <a:lnTo>
                    <a:pt x="39485" y="0"/>
                  </a:lnTo>
                  <a:lnTo>
                    <a:pt x="44276" y="9830"/>
                  </a:lnTo>
                  <a:lnTo>
                    <a:pt x="52092" y="18949"/>
                  </a:lnTo>
                  <a:lnTo>
                    <a:pt x="63486" y="26684"/>
                  </a:lnTo>
                  <a:lnTo>
                    <a:pt x="79016" y="32362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473631" y="1469700"/>
              <a:ext cx="66040" cy="635"/>
            </a:xfrm>
            <a:custGeom>
              <a:avLst/>
              <a:gdLst/>
              <a:ahLst/>
              <a:cxnLst/>
              <a:rect l="l" t="t" r="r" b="b"/>
              <a:pathLst>
                <a:path w="66040" h="634">
                  <a:moveTo>
                    <a:pt x="0" y="0"/>
                  </a:moveTo>
                  <a:lnTo>
                    <a:pt x="65822" y="11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12124" y="143020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4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770657" y="1469700"/>
              <a:ext cx="66040" cy="635"/>
            </a:xfrm>
            <a:custGeom>
              <a:avLst/>
              <a:gdLst/>
              <a:ahLst/>
              <a:cxnLst/>
              <a:rect l="l" t="t" r="r" b="b"/>
              <a:pathLst>
                <a:path w="66039" h="634">
                  <a:moveTo>
                    <a:pt x="0" y="0"/>
                  </a:moveTo>
                  <a:lnTo>
                    <a:pt x="65822" y="11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809150" y="143020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067683" y="1469700"/>
              <a:ext cx="66040" cy="635"/>
            </a:xfrm>
            <a:custGeom>
              <a:avLst/>
              <a:gdLst/>
              <a:ahLst/>
              <a:cxnLst/>
              <a:rect l="l" t="t" r="r" b="b"/>
              <a:pathLst>
                <a:path w="66039" h="634">
                  <a:moveTo>
                    <a:pt x="0" y="0"/>
                  </a:moveTo>
                  <a:lnTo>
                    <a:pt x="65822" y="11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106176" y="143020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700501" y="1469688"/>
              <a:ext cx="9525" cy="635"/>
            </a:xfrm>
            <a:custGeom>
              <a:avLst/>
              <a:gdLst/>
              <a:ahLst/>
              <a:cxnLst/>
              <a:rect l="l" t="t" r="r" b="b"/>
              <a:pathLst>
                <a:path w="9525" h="634">
                  <a:moveTo>
                    <a:pt x="0" y="0"/>
                  </a:moveTo>
                  <a:lnTo>
                    <a:pt x="9057" y="11"/>
                  </a:lnTo>
                </a:path>
              </a:pathLst>
            </a:custGeom>
            <a:ln w="10122">
              <a:solidFill>
                <a:srgbClr val="0000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682185" y="1430161"/>
              <a:ext cx="33020" cy="79375"/>
            </a:xfrm>
            <a:custGeom>
              <a:avLst/>
              <a:gdLst/>
              <a:ahLst/>
              <a:cxnLst/>
              <a:rect l="l" t="t" r="r" b="b"/>
              <a:pathLst>
                <a:path w="33019" h="79375">
                  <a:moveTo>
                    <a:pt x="86" y="0"/>
                  </a:moveTo>
                  <a:lnTo>
                    <a:pt x="5758" y="15531"/>
                  </a:lnTo>
                  <a:lnTo>
                    <a:pt x="13489" y="26929"/>
                  </a:lnTo>
                  <a:lnTo>
                    <a:pt x="22605" y="34748"/>
                  </a:lnTo>
                  <a:lnTo>
                    <a:pt x="32433" y="39543"/>
                  </a:lnTo>
                  <a:lnTo>
                    <a:pt x="22594" y="44317"/>
                  </a:lnTo>
                  <a:lnTo>
                    <a:pt x="13461" y="52116"/>
                  </a:lnTo>
                  <a:lnTo>
                    <a:pt x="5706" y="63497"/>
                  </a:lnTo>
                  <a:lnTo>
                    <a:pt x="0" y="79016"/>
                  </a:lnTo>
                </a:path>
              </a:pathLst>
            </a:custGeom>
            <a:ln w="10121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181125" y="1307749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5">
                  <a:moveTo>
                    <a:pt x="324001" y="0"/>
                  </a:moveTo>
                  <a:lnTo>
                    <a:pt x="0" y="0"/>
                  </a:lnTo>
                  <a:lnTo>
                    <a:pt x="0" y="324001"/>
                  </a:lnTo>
                  <a:lnTo>
                    <a:pt x="324001" y="324001"/>
                  </a:lnTo>
                  <a:lnTo>
                    <a:pt x="324001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181125" y="1307749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5">
                  <a:moveTo>
                    <a:pt x="0" y="324001"/>
                  </a:moveTo>
                  <a:lnTo>
                    <a:pt x="324001" y="324001"/>
                  </a:lnTo>
                  <a:lnTo>
                    <a:pt x="324001" y="0"/>
                  </a:lnTo>
                  <a:lnTo>
                    <a:pt x="0" y="0"/>
                  </a:lnTo>
                  <a:lnTo>
                    <a:pt x="0" y="32400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63091" y="1132346"/>
              <a:ext cx="1975485" cy="227329"/>
            </a:xfrm>
            <a:custGeom>
              <a:avLst/>
              <a:gdLst/>
              <a:ahLst/>
              <a:cxnLst/>
              <a:rect l="l" t="t" r="r" b="b"/>
              <a:pathLst>
                <a:path w="1975485" h="227330">
                  <a:moveTo>
                    <a:pt x="0" y="226835"/>
                  </a:moveTo>
                  <a:lnTo>
                    <a:pt x="52406" y="206473"/>
                  </a:lnTo>
                  <a:lnTo>
                    <a:pt x="104144" y="187075"/>
                  </a:lnTo>
                  <a:lnTo>
                    <a:pt x="155248" y="168642"/>
                  </a:lnTo>
                  <a:lnTo>
                    <a:pt x="205755" y="151170"/>
                  </a:lnTo>
                  <a:lnTo>
                    <a:pt x="255698" y="134660"/>
                  </a:lnTo>
                  <a:lnTo>
                    <a:pt x="305114" y="119110"/>
                  </a:lnTo>
                  <a:lnTo>
                    <a:pt x="354038" y="104519"/>
                  </a:lnTo>
                  <a:lnTo>
                    <a:pt x="402503" y="90886"/>
                  </a:lnTo>
                  <a:lnTo>
                    <a:pt x="450547" y="78211"/>
                  </a:lnTo>
                  <a:lnTo>
                    <a:pt x="498204" y="66490"/>
                  </a:lnTo>
                  <a:lnTo>
                    <a:pt x="545508" y="55725"/>
                  </a:lnTo>
                  <a:lnTo>
                    <a:pt x="592496" y="45913"/>
                  </a:lnTo>
                  <a:lnTo>
                    <a:pt x="639202" y="37054"/>
                  </a:lnTo>
                  <a:lnTo>
                    <a:pt x="685662" y="29146"/>
                  </a:lnTo>
                  <a:lnTo>
                    <a:pt x="731910" y="22188"/>
                  </a:lnTo>
                  <a:lnTo>
                    <a:pt x="777982" y="16179"/>
                  </a:lnTo>
                  <a:lnTo>
                    <a:pt x="823913" y="11119"/>
                  </a:lnTo>
                  <a:lnTo>
                    <a:pt x="869739" y="7006"/>
                  </a:lnTo>
                  <a:lnTo>
                    <a:pt x="915493" y="3838"/>
                  </a:lnTo>
                  <a:lnTo>
                    <a:pt x="961212" y="1615"/>
                  </a:lnTo>
                  <a:lnTo>
                    <a:pt x="1006931" y="336"/>
                  </a:lnTo>
                  <a:lnTo>
                    <a:pt x="1052685" y="0"/>
                  </a:lnTo>
                  <a:lnTo>
                    <a:pt x="1098508" y="604"/>
                  </a:lnTo>
                  <a:lnTo>
                    <a:pt x="1144437" y="2150"/>
                  </a:lnTo>
                  <a:lnTo>
                    <a:pt x="1190506" y="4634"/>
                  </a:lnTo>
                  <a:lnTo>
                    <a:pt x="1236750" y="8057"/>
                  </a:lnTo>
                  <a:lnTo>
                    <a:pt x="1283205" y="12417"/>
                  </a:lnTo>
                  <a:lnTo>
                    <a:pt x="1329905" y="17713"/>
                  </a:lnTo>
                  <a:lnTo>
                    <a:pt x="1376887" y="23944"/>
                  </a:lnTo>
                  <a:lnTo>
                    <a:pt x="1424184" y="31108"/>
                  </a:lnTo>
                  <a:lnTo>
                    <a:pt x="1471833" y="39205"/>
                  </a:lnTo>
                  <a:lnTo>
                    <a:pt x="1519868" y="48234"/>
                  </a:lnTo>
                  <a:lnTo>
                    <a:pt x="1568325" y="58193"/>
                  </a:lnTo>
                  <a:lnTo>
                    <a:pt x="1617238" y="69082"/>
                  </a:lnTo>
                  <a:lnTo>
                    <a:pt x="1666643" y="80899"/>
                  </a:lnTo>
                  <a:lnTo>
                    <a:pt x="1716575" y="93643"/>
                  </a:lnTo>
                  <a:lnTo>
                    <a:pt x="1767070" y="107313"/>
                  </a:lnTo>
                  <a:lnTo>
                    <a:pt x="1818161" y="121908"/>
                  </a:lnTo>
                  <a:lnTo>
                    <a:pt x="1869885" y="137427"/>
                  </a:lnTo>
                  <a:lnTo>
                    <a:pt x="1922277" y="153868"/>
                  </a:lnTo>
                  <a:lnTo>
                    <a:pt x="1975372" y="171232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306294" y="1267249"/>
              <a:ext cx="34925" cy="57785"/>
            </a:xfrm>
            <a:custGeom>
              <a:avLst/>
              <a:gdLst/>
              <a:ahLst/>
              <a:cxnLst/>
              <a:rect l="l" t="t" r="r" b="b"/>
              <a:pathLst>
                <a:path w="34925" h="57784">
                  <a:moveTo>
                    <a:pt x="19208" y="0"/>
                  </a:moveTo>
                  <a:lnTo>
                    <a:pt x="19819" y="12781"/>
                  </a:lnTo>
                  <a:lnTo>
                    <a:pt x="23018" y="23076"/>
                  </a:lnTo>
                  <a:lnTo>
                    <a:pt x="28152" y="31114"/>
                  </a:lnTo>
                  <a:lnTo>
                    <a:pt x="34569" y="37129"/>
                  </a:lnTo>
                  <a:lnTo>
                    <a:pt x="25826" y="38090"/>
                  </a:lnTo>
                  <a:lnTo>
                    <a:pt x="16895" y="41439"/>
                  </a:lnTo>
                  <a:lnTo>
                    <a:pt x="8159" y="47753"/>
                  </a:lnTo>
                  <a:lnTo>
                    <a:pt x="0" y="57611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660116" y="1162034"/>
              <a:ext cx="1678939" cy="197485"/>
            </a:xfrm>
            <a:custGeom>
              <a:avLst/>
              <a:gdLst/>
              <a:ahLst/>
              <a:cxnLst/>
              <a:rect l="l" t="t" r="r" b="b"/>
              <a:pathLst>
                <a:path w="1678939" h="197484">
                  <a:moveTo>
                    <a:pt x="0" y="197147"/>
                  </a:moveTo>
                  <a:lnTo>
                    <a:pt x="52027" y="176703"/>
                  </a:lnTo>
                  <a:lnTo>
                    <a:pt x="103288" y="157388"/>
                  </a:lnTo>
                  <a:lnTo>
                    <a:pt x="153830" y="139200"/>
                  </a:lnTo>
                  <a:lnTo>
                    <a:pt x="203702" y="122136"/>
                  </a:lnTo>
                  <a:lnTo>
                    <a:pt x="252952" y="106197"/>
                  </a:lnTo>
                  <a:lnTo>
                    <a:pt x="301626" y="91379"/>
                  </a:lnTo>
                  <a:lnTo>
                    <a:pt x="349774" y="77680"/>
                  </a:lnTo>
                  <a:lnTo>
                    <a:pt x="397442" y="65100"/>
                  </a:lnTo>
                  <a:lnTo>
                    <a:pt x="444680" y="53636"/>
                  </a:lnTo>
                  <a:lnTo>
                    <a:pt x="491534" y="43286"/>
                  </a:lnTo>
                  <a:lnTo>
                    <a:pt x="538052" y="34049"/>
                  </a:lnTo>
                  <a:lnTo>
                    <a:pt x="584283" y="25923"/>
                  </a:lnTo>
                  <a:lnTo>
                    <a:pt x="630275" y="18907"/>
                  </a:lnTo>
                  <a:lnTo>
                    <a:pt x="676074" y="12997"/>
                  </a:lnTo>
                  <a:lnTo>
                    <a:pt x="721730" y="8194"/>
                  </a:lnTo>
                  <a:lnTo>
                    <a:pt x="767289" y="4494"/>
                  </a:lnTo>
                  <a:lnTo>
                    <a:pt x="812801" y="1896"/>
                  </a:lnTo>
                  <a:lnTo>
                    <a:pt x="858312" y="398"/>
                  </a:lnTo>
                  <a:lnTo>
                    <a:pt x="903870" y="0"/>
                  </a:lnTo>
                  <a:lnTo>
                    <a:pt x="949524" y="697"/>
                  </a:lnTo>
                  <a:lnTo>
                    <a:pt x="995321" y="2490"/>
                  </a:lnTo>
                  <a:lnTo>
                    <a:pt x="1041310" y="5376"/>
                  </a:lnTo>
                  <a:lnTo>
                    <a:pt x="1087537" y="9353"/>
                  </a:lnTo>
                  <a:lnTo>
                    <a:pt x="1134052" y="14420"/>
                  </a:lnTo>
                  <a:lnTo>
                    <a:pt x="1180901" y="20575"/>
                  </a:lnTo>
                  <a:lnTo>
                    <a:pt x="1228133" y="27816"/>
                  </a:lnTo>
                  <a:lnTo>
                    <a:pt x="1275795" y="36142"/>
                  </a:lnTo>
                  <a:lnTo>
                    <a:pt x="1323936" y="45549"/>
                  </a:lnTo>
                  <a:lnTo>
                    <a:pt x="1372603" y="56038"/>
                  </a:lnTo>
                  <a:lnTo>
                    <a:pt x="1421844" y="67606"/>
                  </a:lnTo>
                  <a:lnTo>
                    <a:pt x="1471708" y="80251"/>
                  </a:lnTo>
                  <a:lnTo>
                    <a:pt x="1522241" y="93971"/>
                  </a:lnTo>
                  <a:lnTo>
                    <a:pt x="1573492" y="108765"/>
                  </a:lnTo>
                  <a:lnTo>
                    <a:pt x="1625508" y="124631"/>
                  </a:lnTo>
                  <a:lnTo>
                    <a:pt x="1678339" y="14156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306389" y="1267335"/>
              <a:ext cx="34925" cy="57785"/>
            </a:xfrm>
            <a:custGeom>
              <a:avLst/>
              <a:gdLst/>
              <a:ahLst/>
              <a:cxnLst/>
              <a:rect l="l" t="t" r="r" b="b"/>
              <a:pathLst>
                <a:path w="34925" h="57784">
                  <a:moveTo>
                    <a:pt x="18931" y="0"/>
                  </a:moveTo>
                  <a:lnTo>
                    <a:pt x="19603" y="12778"/>
                  </a:lnTo>
                  <a:lnTo>
                    <a:pt x="22852" y="23057"/>
                  </a:lnTo>
                  <a:lnTo>
                    <a:pt x="28025" y="31071"/>
                  </a:lnTo>
                  <a:lnTo>
                    <a:pt x="34470" y="37055"/>
                  </a:lnTo>
                  <a:lnTo>
                    <a:pt x="25732" y="38058"/>
                  </a:lnTo>
                  <a:lnTo>
                    <a:pt x="16818" y="41450"/>
                  </a:lnTo>
                  <a:lnTo>
                    <a:pt x="8111" y="47806"/>
                  </a:lnTo>
                  <a:lnTo>
                    <a:pt x="0" y="57703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957142" y="1191493"/>
              <a:ext cx="1376680" cy="168275"/>
            </a:xfrm>
            <a:custGeom>
              <a:avLst/>
              <a:gdLst/>
              <a:ahLst/>
              <a:cxnLst/>
              <a:rect l="l" t="t" r="r" b="b"/>
              <a:pathLst>
                <a:path w="1376679" h="168275">
                  <a:moveTo>
                    <a:pt x="0" y="167688"/>
                  </a:moveTo>
                  <a:lnTo>
                    <a:pt x="53313" y="146422"/>
                  </a:lnTo>
                  <a:lnTo>
                    <a:pt x="105667" y="126614"/>
                  </a:lnTo>
                  <a:lnTo>
                    <a:pt x="157137" y="108260"/>
                  </a:lnTo>
                  <a:lnTo>
                    <a:pt x="207797" y="91355"/>
                  </a:lnTo>
                  <a:lnTo>
                    <a:pt x="257723" y="75897"/>
                  </a:lnTo>
                  <a:lnTo>
                    <a:pt x="306990" y="61881"/>
                  </a:lnTo>
                  <a:lnTo>
                    <a:pt x="355673" y="49303"/>
                  </a:lnTo>
                  <a:lnTo>
                    <a:pt x="403849" y="38160"/>
                  </a:lnTo>
                  <a:lnTo>
                    <a:pt x="451591" y="28447"/>
                  </a:lnTo>
                  <a:lnTo>
                    <a:pt x="498975" y="20161"/>
                  </a:lnTo>
                  <a:lnTo>
                    <a:pt x="546077" y="13299"/>
                  </a:lnTo>
                  <a:lnTo>
                    <a:pt x="592971" y="7855"/>
                  </a:lnTo>
                  <a:lnTo>
                    <a:pt x="639734" y="3826"/>
                  </a:lnTo>
                  <a:lnTo>
                    <a:pt x="686439" y="1209"/>
                  </a:lnTo>
                  <a:lnTo>
                    <a:pt x="733163" y="0"/>
                  </a:lnTo>
                  <a:lnTo>
                    <a:pt x="779980" y="193"/>
                  </a:lnTo>
                  <a:lnTo>
                    <a:pt x="826967" y="1787"/>
                  </a:lnTo>
                  <a:lnTo>
                    <a:pt x="874197" y="4777"/>
                  </a:lnTo>
                  <a:lnTo>
                    <a:pt x="921747" y="9158"/>
                  </a:lnTo>
                  <a:lnTo>
                    <a:pt x="969691" y="14928"/>
                  </a:lnTo>
                  <a:lnTo>
                    <a:pt x="1018106" y="22082"/>
                  </a:lnTo>
                  <a:lnTo>
                    <a:pt x="1067065" y="30617"/>
                  </a:lnTo>
                  <a:lnTo>
                    <a:pt x="1116645" y="40528"/>
                  </a:lnTo>
                  <a:lnTo>
                    <a:pt x="1166920" y="51812"/>
                  </a:lnTo>
                  <a:lnTo>
                    <a:pt x="1217966" y="64464"/>
                  </a:lnTo>
                  <a:lnTo>
                    <a:pt x="1269858" y="78482"/>
                  </a:lnTo>
                  <a:lnTo>
                    <a:pt x="1322672" y="93861"/>
                  </a:lnTo>
                  <a:lnTo>
                    <a:pt x="1376482" y="110597"/>
                  </a:lnTo>
                </a:path>
              </a:pathLst>
            </a:custGeom>
            <a:ln w="10122">
              <a:solidFill>
                <a:srgbClr val="FF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295542" y="1256126"/>
              <a:ext cx="43180" cy="75565"/>
            </a:xfrm>
            <a:custGeom>
              <a:avLst/>
              <a:gdLst/>
              <a:ahLst/>
              <a:cxnLst/>
              <a:rect l="l" t="t" r="r" b="b"/>
              <a:pathLst>
                <a:path w="43179" h="75565">
                  <a:moveTo>
                    <a:pt x="24115" y="0"/>
                  </a:moveTo>
                  <a:lnTo>
                    <a:pt x="24794" y="16521"/>
                  </a:lnTo>
                  <a:lnTo>
                    <a:pt x="28692" y="29730"/>
                  </a:lnTo>
                  <a:lnTo>
                    <a:pt x="34997" y="39951"/>
                  </a:lnTo>
                  <a:lnTo>
                    <a:pt x="42902" y="47508"/>
                  </a:lnTo>
                  <a:lnTo>
                    <a:pt x="32077" y="49062"/>
                  </a:lnTo>
                  <a:lnTo>
                    <a:pt x="21005" y="53714"/>
                  </a:lnTo>
                  <a:lnTo>
                    <a:pt x="10156" y="62197"/>
                  </a:lnTo>
                  <a:lnTo>
                    <a:pt x="0" y="75245"/>
                  </a:lnTo>
                </a:path>
              </a:pathLst>
            </a:custGeom>
            <a:ln w="10121">
              <a:solidFill>
                <a:srgbClr val="FF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254168" y="1221033"/>
              <a:ext cx="1079500" cy="138430"/>
            </a:xfrm>
            <a:custGeom>
              <a:avLst/>
              <a:gdLst/>
              <a:ahLst/>
              <a:cxnLst/>
              <a:rect l="l" t="t" r="r" b="b"/>
              <a:pathLst>
                <a:path w="1079500" h="138430">
                  <a:moveTo>
                    <a:pt x="0" y="138148"/>
                  </a:moveTo>
                  <a:lnTo>
                    <a:pt x="52956" y="116517"/>
                  </a:lnTo>
                  <a:lnTo>
                    <a:pt x="104741" y="96753"/>
                  </a:lnTo>
                  <a:lnTo>
                    <a:pt x="155476" y="78846"/>
                  </a:lnTo>
                  <a:lnTo>
                    <a:pt x="205279" y="62790"/>
                  </a:lnTo>
                  <a:lnTo>
                    <a:pt x="254272" y="48576"/>
                  </a:lnTo>
                  <a:lnTo>
                    <a:pt x="302574" y="36196"/>
                  </a:lnTo>
                  <a:lnTo>
                    <a:pt x="350305" y="25643"/>
                  </a:lnTo>
                  <a:lnTo>
                    <a:pt x="397585" y="16909"/>
                  </a:lnTo>
                  <a:lnTo>
                    <a:pt x="444535" y="9985"/>
                  </a:lnTo>
                  <a:lnTo>
                    <a:pt x="491274" y="4864"/>
                  </a:lnTo>
                  <a:lnTo>
                    <a:pt x="537923" y="1538"/>
                  </a:lnTo>
                  <a:lnTo>
                    <a:pt x="584601" y="0"/>
                  </a:lnTo>
                  <a:lnTo>
                    <a:pt x="631429" y="240"/>
                  </a:lnTo>
                  <a:lnTo>
                    <a:pt x="678527" y="2251"/>
                  </a:lnTo>
                  <a:lnTo>
                    <a:pt x="726014" y="6026"/>
                  </a:lnTo>
                  <a:lnTo>
                    <a:pt x="774011" y="11556"/>
                  </a:lnTo>
                  <a:lnTo>
                    <a:pt x="822638" y="18834"/>
                  </a:lnTo>
                  <a:lnTo>
                    <a:pt x="872015" y="27851"/>
                  </a:lnTo>
                  <a:lnTo>
                    <a:pt x="922262" y="38600"/>
                  </a:lnTo>
                  <a:lnTo>
                    <a:pt x="973499" y="51073"/>
                  </a:lnTo>
                  <a:lnTo>
                    <a:pt x="1025847" y="65262"/>
                  </a:lnTo>
                  <a:lnTo>
                    <a:pt x="1079424" y="81159"/>
                  </a:lnTo>
                </a:path>
              </a:pathLst>
            </a:custGeom>
            <a:ln w="10122">
              <a:solidFill>
                <a:srgbClr val="FF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295823" y="1256380"/>
              <a:ext cx="43180" cy="75565"/>
            </a:xfrm>
            <a:custGeom>
              <a:avLst/>
              <a:gdLst/>
              <a:ahLst/>
              <a:cxnLst/>
              <a:rect l="l" t="t" r="r" b="b"/>
              <a:pathLst>
                <a:path w="43179" h="75565">
                  <a:moveTo>
                    <a:pt x="23315" y="0"/>
                  </a:moveTo>
                  <a:lnTo>
                    <a:pt x="24169" y="16512"/>
                  </a:lnTo>
                  <a:lnTo>
                    <a:pt x="28207" y="29679"/>
                  </a:lnTo>
                  <a:lnTo>
                    <a:pt x="34620" y="39833"/>
                  </a:lnTo>
                  <a:lnTo>
                    <a:pt x="42605" y="47305"/>
                  </a:lnTo>
                  <a:lnTo>
                    <a:pt x="31797" y="48975"/>
                  </a:lnTo>
                  <a:lnTo>
                    <a:pt x="20775" y="53744"/>
                  </a:lnTo>
                  <a:lnTo>
                    <a:pt x="10016" y="62341"/>
                  </a:lnTo>
                  <a:lnTo>
                    <a:pt x="0" y="75497"/>
                  </a:lnTo>
                </a:path>
              </a:pathLst>
            </a:custGeom>
            <a:ln w="10121">
              <a:solidFill>
                <a:srgbClr val="FF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848220" y="1270961"/>
              <a:ext cx="475615" cy="70485"/>
            </a:xfrm>
            <a:custGeom>
              <a:avLst/>
              <a:gdLst/>
              <a:ahLst/>
              <a:cxnLst/>
              <a:rect l="l" t="t" r="r" b="b"/>
              <a:pathLst>
                <a:path w="475614" h="70484">
                  <a:moveTo>
                    <a:pt x="0" y="70220"/>
                  </a:moveTo>
                  <a:lnTo>
                    <a:pt x="51776" y="48504"/>
                  </a:lnTo>
                  <a:lnTo>
                    <a:pt x="101331" y="30895"/>
                  </a:lnTo>
                  <a:lnTo>
                    <a:pt x="149146" y="17316"/>
                  </a:lnTo>
                  <a:lnTo>
                    <a:pt x="195702" y="7692"/>
                  </a:lnTo>
                  <a:lnTo>
                    <a:pt x="241481" y="1945"/>
                  </a:lnTo>
                  <a:lnTo>
                    <a:pt x="286964" y="0"/>
                  </a:lnTo>
                  <a:lnTo>
                    <a:pt x="332633" y="1778"/>
                  </a:lnTo>
                  <a:lnTo>
                    <a:pt x="378969" y="7204"/>
                  </a:lnTo>
                  <a:lnTo>
                    <a:pt x="426454" y="16201"/>
                  </a:lnTo>
                  <a:lnTo>
                    <a:pt x="475568" y="28692"/>
                  </a:lnTo>
                </a:path>
              </a:pathLst>
            </a:custGeom>
            <a:ln w="20244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4785" y="1224541"/>
              <a:ext cx="78863" cy="131438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3903141" y="1376361"/>
            <a:ext cx="46926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latin typeface="Arial MT"/>
                <a:cs typeface="Arial MT"/>
              </a:rPr>
              <a:t>Mumbai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513702" y="1425106"/>
            <a:ext cx="3354704" cy="1617980"/>
            <a:chOff x="513702" y="1425106"/>
            <a:chExt cx="3354704" cy="1617980"/>
          </a:xfrm>
        </p:grpSpPr>
        <p:sp>
          <p:nvSpPr>
            <p:cNvPr id="64" name="object 64"/>
            <p:cNvSpPr/>
            <p:nvPr/>
          </p:nvSpPr>
          <p:spPr>
            <a:xfrm>
              <a:off x="3507807" y="1469695"/>
              <a:ext cx="350520" cy="635"/>
            </a:xfrm>
            <a:custGeom>
              <a:avLst/>
              <a:gdLst/>
              <a:ahLst/>
              <a:cxnLst/>
              <a:rect l="l" t="t" r="r" b="b"/>
              <a:pathLst>
                <a:path w="350520" h="634">
                  <a:moveTo>
                    <a:pt x="0" y="12"/>
                  </a:moveTo>
                  <a:lnTo>
                    <a:pt x="350056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830534" y="1430186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601544"/>
              <a:ext cx="69291" cy="69291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787573"/>
              <a:ext cx="69291" cy="69291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973615"/>
              <a:ext cx="69291" cy="69291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1877910" y="1319735"/>
            <a:ext cx="158750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00" spc="-20" dirty="0">
                <a:solidFill>
                  <a:srgbClr val="FF6666"/>
                </a:solidFill>
                <a:latin typeface="Arial MT"/>
                <a:cs typeface="Arial MT"/>
              </a:rPr>
              <a:t>0.15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193899" y="1319735"/>
            <a:ext cx="120650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00" spc="-25" dirty="0">
                <a:solidFill>
                  <a:srgbClr val="FF6666"/>
                </a:solidFill>
                <a:latin typeface="Arial MT"/>
                <a:cs typeface="Arial MT"/>
              </a:rPr>
              <a:t>0.2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768917" y="1319735"/>
            <a:ext cx="158750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00" spc="-20" dirty="0">
                <a:solidFill>
                  <a:srgbClr val="FF3333"/>
                </a:solidFill>
                <a:latin typeface="Arial MT"/>
                <a:cs typeface="Arial MT"/>
              </a:rPr>
              <a:t>0.55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47294" y="2073857"/>
            <a:ext cx="4583430" cy="10121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863600">
              <a:lnSpc>
                <a:spcPct val="100000"/>
              </a:lnSpc>
              <a:spcBef>
                <a:spcPts val="114"/>
              </a:spcBef>
              <a:tabLst>
                <a:tab pos="2977515" algn="l"/>
              </a:tabLst>
            </a:pPr>
            <a:r>
              <a:rPr sz="700" dirty="0">
                <a:latin typeface="Arial MT"/>
                <a:cs typeface="Arial MT"/>
              </a:rPr>
              <a:t>Encoder:</a:t>
            </a:r>
            <a:r>
              <a:rPr sz="700" spc="9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Process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context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+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question</a:t>
            </a:r>
            <a:r>
              <a:rPr sz="700" dirty="0">
                <a:latin typeface="Arial MT"/>
                <a:cs typeface="Arial MT"/>
              </a:rPr>
              <a:t>	Decoder:</a:t>
            </a:r>
            <a:r>
              <a:rPr sz="700" spc="9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Attends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to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”Mumbai”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Attention</a:t>
            </a:r>
            <a:r>
              <a:rPr sz="1050" spc="8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interpretation:</a:t>
            </a:r>
            <a:endParaRPr sz="1050">
              <a:latin typeface="Arial MT"/>
              <a:cs typeface="Arial MT"/>
            </a:endParaRPr>
          </a:p>
          <a:p>
            <a:pPr marL="309880" marR="5080">
              <a:lnSpc>
                <a:spcPct val="104400"/>
              </a:lnSpc>
              <a:spcBef>
                <a:spcPts val="195"/>
              </a:spcBef>
            </a:pPr>
            <a:r>
              <a:rPr sz="1050" dirty="0">
                <a:latin typeface="Arial MT"/>
                <a:cs typeface="Arial MT"/>
              </a:rPr>
              <a:t>Decoder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focuses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context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mentioning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”Reserve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Bank”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”Mumbai” </a:t>
            </a:r>
            <a:r>
              <a:rPr sz="1050" dirty="0">
                <a:latin typeface="Arial MT"/>
                <a:cs typeface="Arial MT"/>
              </a:rPr>
              <a:t>Highest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weight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</a:t>
            </a:r>
            <a:r>
              <a:rPr sz="1200" i="1" dirty="0">
                <a:latin typeface="Verdana"/>
                <a:cs typeface="Verdana"/>
              </a:rPr>
              <a:t>α</a:t>
            </a:r>
            <a:r>
              <a:rPr sz="1200" i="1" spc="-60" dirty="0">
                <a:latin typeface="Verdana"/>
                <a:cs typeface="Verdan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050" spc="-10" dirty="0">
                <a:latin typeface="Arial MT"/>
                <a:cs typeface="Arial MT"/>
              </a:rPr>
              <a:t>0</a:t>
            </a:r>
            <a:r>
              <a:rPr sz="1200" i="1" spc="-10" dirty="0">
                <a:latin typeface="Verdana"/>
                <a:cs typeface="Verdana"/>
              </a:rPr>
              <a:t>.</a:t>
            </a:r>
            <a:r>
              <a:rPr sz="1050" spc="-10" dirty="0">
                <a:latin typeface="Arial MT"/>
                <a:cs typeface="Arial MT"/>
              </a:rPr>
              <a:t>55)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”Mumbai”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context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175"/>
              </a:spcBef>
            </a:pPr>
            <a:r>
              <a:rPr sz="1050" dirty="0">
                <a:latin typeface="Arial MT"/>
                <a:cs typeface="Arial MT"/>
              </a:rPr>
              <a:t>Successfully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extracts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answer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relevant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part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input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74" name="object 7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7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7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7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7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68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25" dirty="0">
                <a:solidFill>
                  <a:srgbClr val="FFFFFF"/>
                </a:solidFill>
              </a:rPr>
              <a:t>I</a:t>
            </a:r>
            <a:r>
              <a:rPr cap="small" spc="225" dirty="0">
                <a:solidFill>
                  <a:srgbClr val="FFFFFF"/>
                </a:solidFill>
              </a:rPr>
              <a:t>mplementation</a:t>
            </a:r>
            <a:r>
              <a:rPr spc="305" dirty="0">
                <a:solidFill>
                  <a:srgbClr val="FFFFFF"/>
                </a:solidFill>
              </a:rPr>
              <a:t> </a:t>
            </a:r>
            <a:r>
              <a:rPr spc="195" dirty="0">
                <a:solidFill>
                  <a:srgbClr val="FFFFFF"/>
                </a:solidFill>
              </a:rPr>
              <a:t>C</a:t>
            </a:r>
            <a:r>
              <a:rPr cap="small" spc="195" dirty="0">
                <a:solidFill>
                  <a:srgbClr val="FFFFFF"/>
                </a:solidFill>
              </a:rPr>
              <a:t>onsiderations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542988"/>
            <a:ext cx="69850" cy="2332355"/>
            <a:chOff x="513702" y="542988"/>
            <a:chExt cx="69850" cy="23323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42988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945652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806026"/>
              <a:ext cx="69291" cy="6929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31926" y="443484"/>
            <a:ext cx="3437254" cy="70612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95"/>
              </a:spcBef>
            </a:pP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Training</a:t>
            </a:r>
            <a:r>
              <a:rPr sz="1050" spc="1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with</a:t>
            </a:r>
            <a:r>
              <a:rPr sz="1050" spc="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Attention:</a:t>
            </a:r>
            <a:endParaRPr sz="1050">
              <a:latin typeface="Arial MT"/>
              <a:cs typeface="Arial MT"/>
            </a:endParaRPr>
          </a:p>
          <a:p>
            <a:pPr marL="180340">
              <a:lnSpc>
                <a:spcPct val="100000"/>
              </a:lnSpc>
              <a:spcBef>
                <a:spcPts val="19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8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Teacher</a:t>
            </a:r>
            <a:r>
              <a:rPr sz="9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forcing:</a:t>
            </a:r>
            <a:r>
              <a:rPr sz="950" spc="1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Use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ground-truth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t</a:t>
            </a:r>
            <a:r>
              <a:rPr sz="1050" i="1" spc="-179" baseline="-11904" dirty="0">
                <a:latin typeface="Arial"/>
                <a:cs typeface="Arial"/>
              </a:rPr>
              <a:t> </a:t>
            </a:r>
            <a:r>
              <a:rPr sz="1200" spc="-225" baseline="-10416" dirty="0">
                <a:latin typeface="Cambria"/>
                <a:cs typeface="Cambria"/>
              </a:rPr>
              <a:t>—</a:t>
            </a:r>
            <a:r>
              <a:rPr sz="1050" baseline="-11904" dirty="0">
                <a:latin typeface="Arial MT"/>
                <a:cs typeface="Arial MT"/>
              </a:rPr>
              <a:t>1</a:t>
            </a:r>
            <a:r>
              <a:rPr sz="1050" spc="277" baseline="-11904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as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decoder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input</a:t>
            </a:r>
            <a:endParaRPr sz="950">
              <a:latin typeface="Arial MT"/>
              <a:cs typeface="Arial MT"/>
            </a:endParaRPr>
          </a:p>
          <a:p>
            <a:pPr marL="1803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Loss</a:t>
            </a:r>
            <a:r>
              <a:rPr sz="950" spc="6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function:</a:t>
            </a:r>
            <a:r>
              <a:rPr sz="950" spc="1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Cross-entropy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over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target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vocabulary</a:t>
            </a:r>
            <a:endParaRPr sz="950">
              <a:latin typeface="Arial MT"/>
              <a:cs typeface="Arial MT"/>
            </a:endParaRPr>
          </a:p>
          <a:p>
            <a:pPr marL="2244725">
              <a:lnSpc>
                <a:spcPct val="100000"/>
              </a:lnSpc>
              <a:spcBef>
                <a:spcPts val="370"/>
              </a:spcBef>
            </a:pPr>
            <a:r>
              <a:rPr sz="1050" i="1" baseline="-23809" dirty="0">
                <a:latin typeface="Arial"/>
                <a:cs typeface="Arial"/>
              </a:rPr>
              <a:t>T</a:t>
            </a:r>
            <a:r>
              <a:rPr sz="1050" i="1" spc="-127" baseline="-23809" dirty="0">
                <a:latin typeface="Arial"/>
                <a:cs typeface="Arial"/>
              </a:rPr>
              <a:t> </a:t>
            </a:r>
            <a:r>
              <a:rPr sz="600" spc="-50" dirty="0">
                <a:latin typeface="Lucida Sans Unicode"/>
                <a:cs typeface="Lucida Sans Unicode"/>
              </a:rPr>
              <a:t>′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5361" y="1044687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869" dirty="0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55822" y="1156422"/>
            <a:ext cx="25272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Cambria"/>
                <a:cs typeface="Cambria"/>
              </a:rPr>
              <a:t>∗</a:t>
            </a:r>
            <a:r>
              <a:rPr sz="800" spc="305" dirty="0">
                <a:latin typeface="Cambria"/>
                <a:cs typeface="Cambria"/>
              </a:rPr>
              <a:t>  </a:t>
            </a:r>
            <a:r>
              <a:rPr sz="800" spc="-50" dirty="0">
                <a:latin typeface="Cambria"/>
                <a:cs typeface="Cambria"/>
              </a:rPr>
              <a:t>∗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43351" y="1247887"/>
            <a:ext cx="3079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5420" algn="l"/>
              </a:tabLst>
            </a:pPr>
            <a:r>
              <a:rPr sz="700" i="1" spc="-50" dirty="0">
                <a:latin typeface="Arial"/>
                <a:cs typeface="Arial"/>
              </a:rPr>
              <a:t>t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800" i="1" spc="-25" dirty="0">
                <a:latin typeface="Verdana"/>
                <a:cs typeface="Verdana"/>
              </a:rPr>
              <a:t>&lt;</a:t>
            </a:r>
            <a:r>
              <a:rPr sz="700" i="1" spc="-25" dirty="0"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04236" y="1176310"/>
            <a:ext cx="15462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46430" algn="l"/>
              </a:tabLst>
            </a:pPr>
            <a:r>
              <a:rPr sz="1100" spc="155" dirty="0">
                <a:latin typeface="Cambria"/>
                <a:cs typeface="Cambria"/>
              </a:rPr>
              <a:t>L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180" dirty="0">
                <a:latin typeface="Cambria"/>
                <a:cs typeface="Cambria"/>
              </a:rPr>
              <a:t>−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-45" dirty="0">
                <a:latin typeface="Tahoma"/>
                <a:cs typeface="Tahoma"/>
              </a:rPr>
              <a:t>log</a:t>
            </a:r>
            <a:r>
              <a:rPr sz="1100" spc="-145" dirty="0">
                <a:latin typeface="Tahoma"/>
                <a:cs typeface="Tahoma"/>
              </a:rPr>
              <a:t> </a:t>
            </a:r>
            <a:r>
              <a:rPr sz="950" i="1" dirty="0">
                <a:latin typeface="Arial"/>
                <a:cs typeface="Arial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950" i="1" dirty="0">
                <a:latin typeface="Arial"/>
                <a:cs typeface="Arial"/>
              </a:rPr>
              <a:t>y</a:t>
            </a:r>
            <a:r>
              <a:rPr sz="950" i="1" spc="320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|</a:t>
            </a:r>
            <a:r>
              <a:rPr sz="950" i="1" dirty="0">
                <a:latin typeface="Arial"/>
                <a:cs typeface="Arial"/>
              </a:rPr>
              <a:t>y</a:t>
            </a:r>
            <a:r>
              <a:rPr sz="950" i="1" spc="235" dirty="0">
                <a:latin typeface="Arial"/>
                <a:cs typeface="Arial"/>
              </a:rPr>
              <a:t>  </a:t>
            </a: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950" b="1" spc="-25" dirty="0">
                <a:latin typeface="Arial"/>
                <a:cs typeface="Arial"/>
              </a:rPr>
              <a:t>x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3026" y="1346758"/>
            <a:ext cx="4568825" cy="174371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01295" algn="ctr">
              <a:lnSpc>
                <a:spcPct val="100000"/>
              </a:lnSpc>
              <a:spcBef>
                <a:spcPts val="335"/>
              </a:spcBef>
            </a:pPr>
            <a:r>
              <a:rPr sz="700" i="1" spc="-10" dirty="0">
                <a:latin typeface="Arial"/>
                <a:cs typeface="Arial"/>
              </a:rPr>
              <a:t>t</a:t>
            </a:r>
            <a:r>
              <a:rPr sz="700" i="1" spc="-125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  <a:p>
            <a:pPr marL="269240">
              <a:lnSpc>
                <a:spcPct val="100000"/>
              </a:lnSpc>
              <a:spcBef>
                <a:spcPts val="32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15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Optimizer:</a:t>
            </a:r>
            <a:r>
              <a:rPr sz="950" spc="1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Adam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with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learning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rate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warmup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and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decay</a:t>
            </a:r>
            <a:endParaRPr sz="950">
              <a:latin typeface="Arial MT"/>
              <a:cs typeface="Arial MT"/>
            </a:endParaRPr>
          </a:p>
          <a:p>
            <a:pPr marL="2692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45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Regularization:</a:t>
            </a:r>
            <a:r>
              <a:rPr sz="950" spc="17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Dropout</a:t>
            </a:r>
            <a:r>
              <a:rPr sz="950" spc="9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on</a:t>
            </a:r>
            <a:r>
              <a:rPr sz="950" spc="8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encoder/decoder</a:t>
            </a:r>
            <a:r>
              <a:rPr sz="950" spc="9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states</a:t>
            </a:r>
            <a:r>
              <a:rPr sz="950" spc="8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and</a:t>
            </a:r>
            <a:r>
              <a:rPr sz="950" spc="9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attention</a:t>
            </a:r>
            <a:r>
              <a:rPr sz="950" spc="8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weights</a:t>
            </a:r>
            <a:endParaRPr sz="950">
              <a:latin typeface="Arial MT"/>
              <a:cs typeface="Arial MT"/>
            </a:endParaRPr>
          </a:p>
          <a:p>
            <a:pPr marL="114300">
              <a:lnSpc>
                <a:spcPct val="100000"/>
              </a:lnSpc>
              <a:spcBef>
                <a:spcPts val="114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Inference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with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Attention:</a:t>
            </a:r>
            <a:endParaRPr sz="1050">
              <a:latin typeface="Arial MT"/>
              <a:cs typeface="Arial MT"/>
            </a:endParaRPr>
          </a:p>
          <a:p>
            <a:pPr marL="269240">
              <a:lnSpc>
                <a:spcPct val="100000"/>
              </a:lnSpc>
              <a:spcBef>
                <a:spcPts val="4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7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Greedy</a:t>
            </a:r>
            <a:r>
              <a:rPr sz="9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decoding:</a:t>
            </a:r>
            <a:r>
              <a:rPr sz="950" spc="114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Select</a:t>
            </a:r>
            <a:r>
              <a:rPr sz="950" spc="40" dirty="0">
                <a:latin typeface="Arial MT"/>
                <a:cs typeface="Arial MT"/>
              </a:rPr>
              <a:t> </a:t>
            </a:r>
            <a:r>
              <a:rPr sz="1100" spc="-70" dirty="0">
                <a:latin typeface="Tahoma"/>
                <a:cs typeface="Tahoma"/>
              </a:rPr>
              <a:t>arg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max</a:t>
            </a:r>
            <a:r>
              <a:rPr sz="1050" i="1" spc="-30" baseline="-11904" dirty="0">
                <a:latin typeface="Arial"/>
                <a:cs typeface="Arial"/>
              </a:rPr>
              <a:t>y</a:t>
            </a:r>
            <a:r>
              <a:rPr sz="1050" i="1" spc="225" baseline="-11904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95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t</a:t>
            </a:r>
            <a:r>
              <a:rPr sz="1050" i="1" spc="-104" baseline="-11904" dirty="0">
                <a:latin typeface="Arial"/>
                <a:cs typeface="Arial"/>
              </a:rPr>
              <a:t> </a:t>
            </a:r>
            <a:r>
              <a:rPr sz="1100" spc="-10" dirty="0">
                <a:latin typeface="Cambria"/>
                <a:cs typeface="Cambria"/>
              </a:rPr>
              <a:t>|</a:t>
            </a:r>
            <a:r>
              <a:rPr sz="950" i="1" spc="-10" dirty="0">
                <a:latin typeface="Arial"/>
                <a:cs typeface="Arial"/>
              </a:rPr>
              <a:t>y</a:t>
            </a:r>
            <a:r>
              <a:rPr sz="1200" i="1" spc="-15" baseline="-10416" dirty="0">
                <a:latin typeface="Verdana"/>
                <a:cs typeface="Verdana"/>
              </a:rPr>
              <a:t>&lt;</a:t>
            </a:r>
            <a:r>
              <a:rPr sz="1050" i="1" spc="-15" baseline="-11904" dirty="0">
                <a:latin typeface="Arial"/>
                <a:cs typeface="Arial"/>
              </a:rPr>
              <a:t>t</a:t>
            </a:r>
            <a:r>
              <a:rPr sz="1050" i="1" spc="-104" baseline="-11904" dirty="0">
                <a:latin typeface="Arial"/>
                <a:cs typeface="Arial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180" dirty="0">
                <a:latin typeface="Verdana"/>
                <a:cs typeface="Verdana"/>
              </a:rPr>
              <a:t> </a:t>
            </a:r>
            <a:r>
              <a:rPr sz="950" b="1" dirty="0">
                <a:latin typeface="Arial"/>
                <a:cs typeface="Arial"/>
              </a:rPr>
              <a:t>x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950" dirty="0">
                <a:latin typeface="Arial MT"/>
                <a:cs typeface="Arial MT"/>
              </a:rPr>
              <a:t>at</a:t>
            </a:r>
            <a:r>
              <a:rPr sz="950" spc="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each</a:t>
            </a:r>
            <a:r>
              <a:rPr sz="950" spc="40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step</a:t>
            </a:r>
            <a:endParaRPr sz="950">
              <a:latin typeface="Arial MT"/>
              <a:cs typeface="Arial MT"/>
            </a:endParaRPr>
          </a:p>
          <a:p>
            <a:pPr marL="269240">
              <a:lnSpc>
                <a:spcPct val="100000"/>
              </a:lnSpc>
              <a:spcBef>
                <a:spcPts val="3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Beam</a:t>
            </a:r>
            <a:r>
              <a:rPr sz="950" spc="6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search:</a:t>
            </a:r>
            <a:r>
              <a:rPr sz="950" spc="1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Maintain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top-</a:t>
            </a:r>
            <a:r>
              <a:rPr sz="950" i="1" dirty="0">
                <a:latin typeface="Arial"/>
                <a:cs typeface="Arial"/>
              </a:rPr>
              <a:t>k</a:t>
            </a:r>
            <a:r>
              <a:rPr sz="950" i="1" spc="180" dirty="0">
                <a:latin typeface="Arial"/>
                <a:cs typeface="Arial"/>
              </a:rPr>
              <a:t> </a:t>
            </a:r>
            <a:r>
              <a:rPr sz="950" dirty="0">
                <a:latin typeface="Arial MT"/>
                <a:cs typeface="Arial MT"/>
              </a:rPr>
              <a:t>hypotheses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(typical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i="1" dirty="0">
                <a:latin typeface="Arial"/>
                <a:cs typeface="Arial"/>
              </a:rPr>
              <a:t>k</a:t>
            </a:r>
            <a:r>
              <a:rPr sz="950" i="1" spc="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950" spc="-35" dirty="0">
                <a:latin typeface="Arial MT"/>
                <a:cs typeface="Arial MT"/>
              </a:rPr>
              <a:t>5)</a:t>
            </a:r>
            <a:endParaRPr sz="950">
              <a:latin typeface="Arial MT"/>
              <a:cs typeface="Arial MT"/>
            </a:endParaRPr>
          </a:p>
          <a:p>
            <a:pPr marL="269240">
              <a:lnSpc>
                <a:spcPct val="100000"/>
              </a:lnSpc>
              <a:spcBef>
                <a:spcPts val="18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9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Attention</a:t>
            </a:r>
            <a:r>
              <a:rPr sz="950" spc="6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recomputed:</a:t>
            </a:r>
            <a:r>
              <a:rPr sz="950" spc="1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Fresh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context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b="1" dirty="0">
                <a:latin typeface="Arial"/>
                <a:cs typeface="Arial"/>
              </a:rPr>
              <a:t>c</a:t>
            </a:r>
            <a:r>
              <a:rPr sz="1050" i="1" baseline="-11904" dirty="0">
                <a:latin typeface="Arial"/>
                <a:cs typeface="Arial"/>
              </a:rPr>
              <a:t>t</a:t>
            </a:r>
            <a:r>
              <a:rPr sz="1050" i="1" spc="412" baseline="-11904" dirty="0">
                <a:latin typeface="Arial"/>
                <a:cs typeface="Arial"/>
              </a:rPr>
              <a:t> </a:t>
            </a:r>
            <a:r>
              <a:rPr sz="950" dirty="0">
                <a:latin typeface="Arial MT"/>
                <a:cs typeface="Arial MT"/>
              </a:rPr>
              <a:t>at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each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decoder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step</a:t>
            </a:r>
            <a:endParaRPr sz="950">
              <a:latin typeface="Arial MT"/>
              <a:cs typeface="Arial MT"/>
            </a:endParaRPr>
          </a:p>
          <a:p>
            <a:pPr marL="269240">
              <a:lnSpc>
                <a:spcPct val="100000"/>
              </a:lnSpc>
              <a:spcBef>
                <a:spcPts val="6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Stopping:</a:t>
            </a:r>
            <a:r>
              <a:rPr sz="950" spc="1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Generate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until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1100" dirty="0">
                <a:latin typeface="Cambria"/>
                <a:cs typeface="Cambria"/>
              </a:rPr>
              <a:t>⟨</a:t>
            </a:r>
            <a:r>
              <a:rPr sz="950" dirty="0">
                <a:latin typeface="Arial MT"/>
                <a:cs typeface="Arial MT"/>
              </a:rPr>
              <a:t>END</a:t>
            </a:r>
            <a:r>
              <a:rPr sz="1100" dirty="0">
                <a:latin typeface="Cambria"/>
                <a:cs typeface="Cambria"/>
              </a:rPr>
              <a:t>⟩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950" dirty="0">
                <a:latin typeface="Arial MT"/>
                <a:cs typeface="Arial MT"/>
              </a:rPr>
              <a:t>token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or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max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length</a:t>
            </a:r>
            <a:endParaRPr sz="950">
              <a:latin typeface="Arial MT"/>
              <a:cs typeface="Arial MT"/>
            </a:endParaRPr>
          </a:p>
          <a:p>
            <a:pPr marL="114300">
              <a:lnSpc>
                <a:spcPct val="100000"/>
              </a:lnSpc>
              <a:spcBef>
                <a:spcPts val="8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Computational</a:t>
            </a:r>
            <a:r>
              <a:rPr sz="1050" spc="1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cost:</a:t>
            </a:r>
            <a:endParaRPr sz="1050">
              <a:latin typeface="Arial MT"/>
              <a:cs typeface="Arial MT"/>
            </a:endParaRPr>
          </a:p>
          <a:p>
            <a:pPr marL="269240">
              <a:lnSpc>
                <a:spcPct val="100000"/>
              </a:lnSpc>
              <a:spcBef>
                <a:spcPts val="4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7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Attention:</a:t>
            </a:r>
            <a:r>
              <a:rPr sz="950" spc="130" dirty="0">
                <a:latin typeface="Arial MT"/>
                <a:cs typeface="Arial MT"/>
              </a:rPr>
              <a:t> </a:t>
            </a:r>
            <a:r>
              <a:rPr sz="950" i="1" dirty="0">
                <a:latin typeface="Arial"/>
                <a:cs typeface="Arial"/>
              </a:rPr>
              <a:t>O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950" i="1" spc="17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×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950" i="1" spc="-110" dirty="0">
                <a:latin typeface="Arial"/>
                <a:cs typeface="Arial"/>
              </a:rPr>
              <a:t> </a:t>
            </a:r>
            <a:r>
              <a:rPr sz="1200" spc="-52" baseline="27777" dirty="0">
                <a:latin typeface="Cambria"/>
                <a:cs typeface="Cambria"/>
              </a:rPr>
              <a:t>r</a:t>
            </a:r>
            <a:r>
              <a:rPr sz="1100" spc="-35" dirty="0">
                <a:latin typeface="Tahoma"/>
                <a:cs typeface="Tahoma"/>
              </a:rPr>
              <a:t>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950" dirty="0">
                <a:latin typeface="Arial MT"/>
                <a:cs typeface="Arial MT"/>
              </a:rPr>
              <a:t>for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input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length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950" i="1" spc="-110" dirty="0">
                <a:latin typeface="Arial"/>
                <a:cs typeface="Arial"/>
              </a:rPr>
              <a:t> </a:t>
            </a:r>
            <a:r>
              <a:rPr sz="950" dirty="0">
                <a:latin typeface="Arial MT"/>
                <a:cs typeface="Arial MT"/>
              </a:rPr>
              <a:t>,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output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length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950" i="1" spc="-110" dirty="0">
                <a:latin typeface="Arial"/>
                <a:cs typeface="Arial"/>
              </a:rPr>
              <a:t> </a:t>
            </a:r>
            <a:r>
              <a:rPr sz="1200" spc="-75" baseline="27777" dirty="0">
                <a:latin typeface="Cambria"/>
                <a:cs typeface="Cambria"/>
              </a:rPr>
              <a:t>r</a:t>
            </a:r>
            <a:endParaRPr sz="1200" baseline="27777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71397" y="3084612"/>
            <a:ext cx="8826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50" dirty="0">
                <a:latin typeface="Arial MT"/>
                <a:cs typeface="Arial MT"/>
              </a:rPr>
              <a:t>y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2545" y="3103173"/>
            <a:ext cx="1071880" cy="15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5"/>
              </a:lnSpc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7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Manageable</a:t>
            </a:r>
            <a:r>
              <a:rPr sz="950" spc="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for</a:t>
            </a:r>
            <a:r>
              <a:rPr sz="950" spc="40" dirty="0">
                <a:latin typeface="Arial MT"/>
                <a:cs typeface="Arial MT"/>
              </a:rPr>
              <a:t> </a:t>
            </a:r>
            <a:r>
              <a:rPr sz="950" spc="-50" dirty="0">
                <a:latin typeface="Arial MT"/>
                <a:cs typeface="Arial MT"/>
              </a:rPr>
              <a:t>t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46442" y="3095808"/>
            <a:ext cx="188277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5"/>
              </a:lnSpc>
            </a:pPr>
            <a:r>
              <a:rPr sz="950" dirty="0">
                <a:latin typeface="Arial MT"/>
                <a:cs typeface="Arial MT"/>
              </a:rPr>
              <a:t>pical</a:t>
            </a:r>
            <a:r>
              <a:rPr sz="950" spc="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sequence</a:t>
            </a:r>
            <a:r>
              <a:rPr sz="950" spc="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  <a:hlinkClick r:id="rId5" action="ppaction://hlinksldjump"/>
              </a:rPr>
              <a:t>lengths</a:t>
            </a:r>
            <a:r>
              <a:rPr sz="950" spc="35" dirty="0"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950" dirty="0">
                <a:latin typeface="Arial MT"/>
                <a:cs typeface="Arial MT"/>
                <a:hlinkClick r:id="rId5" action="ppaction://hlinksldjump"/>
              </a:rPr>
              <a:t>(</a:t>
            </a:r>
            <a:r>
              <a:rPr sz="950" i="1" dirty="0">
                <a:latin typeface="Arial"/>
                <a:cs typeface="Arial"/>
                <a:hlinkClick r:id="rId5" action="ppaction://hlinksldjump"/>
              </a:rPr>
              <a:t>T</a:t>
            </a:r>
            <a:r>
              <a:rPr sz="950" i="1" spc="-110" dirty="0">
                <a:latin typeface="Arial"/>
                <a:cs typeface="Arial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185" dirty="0">
                <a:latin typeface="Verdana"/>
                <a:cs typeface="Verdana"/>
              </a:rPr>
              <a:t> 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950" i="1" spc="-114" dirty="0">
                <a:latin typeface="Arial"/>
                <a:cs typeface="Arial"/>
              </a:rPr>
              <a:t> </a:t>
            </a:r>
            <a:r>
              <a:rPr sz="1200" baseline="27777" dirty="0">
                <a:latin typeface="Cambria"/>
                <a:cs typeface="Cambria"/>
              </a:rPr>
              <a:t>r</a:t>
            </a:r>
            <a:r>
              <a:rPr sz="1200" spc="330" baseline="27777" dirty="0">
                <a:latin typeface="Cambria"/>
                <a:cs typeface="Cambri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&lt;</a:t>
            </a:r>
            <a:r>
              <a:rPr sz="1100" i="1" spc="-45" dirty="0">
                <a:latin typeface="Verdana"/>
                <a:cs typeface="Verdana"/>
              </a:rPr>
              <a:t> </a:t>
            </a:r>
            <a:r>
              <a:rPr sz="950" spc="-50" dirty="0">
                <a:latin typeface="Arial MT"/>
                <a:cs typeface="Arial MT"/>
              </a:rPr>
              <a:t>1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29099" y="3103173"/>
            <a:ext cx="624205" cy="15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5"/>
              </a:lnSpc>
            </a:pPr>
            <a:r>
              <a:rPr sz="950" dirty="0">
                <a:latin typeface="Arial MT"/>
                <a:cs typeface="Arial MT"/>
              </a:rPr>
              <a:t>00</a:t>
            </a:r>
            <a:r>
              <a:rPr sz="950" spc="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</a:t>
            </a:r>
            <a:r>
              <a:rPr sz="950" spc="3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2014)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18" name="object 1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448864" y="3118693"/>
            <a:ext cx="908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95" dirty="0">
                <a:latin typeface="Calibri"/>
                <a:cs typeface="Calibri"/>
                <a:hlinkClick r:id="rId5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5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5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5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74389" y="3118693"/>
            <a:ext cx="2927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Calibri"/>
                <a:cs typeface="Calibri"/>
              </a:rPr>
              <a:t>45</a:t>
            </a:r>
            <a:r>
              <a:rPr sz="600" spc="114" dirty="0">
                <a:latin typeface="Calibri"/>
                <a:cs typeface="Calibri"/>
              </a:rPr>
              <a:t> </a:t>
            </a:r>
            <a:r>
              <a:rPr sz="600" spc="90" dirty="0">
                <a:latin typeface="Calibri"/>
                <a:cs typeface="Calibri"/>
              </a:rPr>
              <a:t>/</a:t>
            </a:r>
            <a:r>
              <a:rPr sz="600" spc="114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70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00" dirty="0">
                <a:solidFill>
                  <a:srgbClr val="FFFFFF"/>
                </a:solidFill>
              </a:rPr>
              <a:t>T</a:t>
            </a:r>
            <a:r>
              <a:rPr cap="small" spc="300" dirty="0">
                <a:solidFill>
                  <a:srgbClr val="FFFFFF"/>
                </a:solidFill>
              </a:rPr>
              <a:t>able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cap="small" spc="250" dirty="0">
                <a:solidFill>
                  <a:srgbClr val="FFFFFF"/>
                </a:solidFill>
              </a:rPr>
              <a:t>of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10" dirty="0">
                <a:solidFill>
                  <a:srgbClr val="FFFFFF"/>
                </a:solidFill>
              </a:rPr>
              <a:t>C</a:t>
            </a:r>
            <a:r>
              <a:rPr cap="small" spc="210" dirty="0">
                <a:solidFill>
                  <a:srgbClr val="FFFFFF"/>
                </a:solidFill>
              </a:rPr>
              <a:t>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591032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2" y="859612"/>
            <a:ext cx="169964" cy="1699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128179"/>
            <a:ext cx="169964" cy="1699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2" y="1396758"/>
            <a:ext cx="169964" cy="169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62" y="1665338"/>
            <a:ext cx="169964" cy="1699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1933905"/>
            <a:ext cx="169964" cy="169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02484"/>
            <a:ext cx="169964" cy="16996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471064"/>
            <a:ext cx="169964" cy="1699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3649" y="2739631"/>
            <a:ext cx="169964" cy="16996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9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3029" y="476951"/>
            <a:ext cx="3728720" cy="2442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899"/>
              </a:lnSpc>
              <a:spcBef>
                <a:spcPts val="90"/>
              </a:spcBef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ncoder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-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D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ecoder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18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F</a:t>
            </a:r>
            <a:r>
              <a:rPr sz="1400" cap="small" spc="18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oundation</a:t>
            </a:r>
            <a:r>
              <a:rPr sz="1400" spc="18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I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ntroduction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cap="small" spc="23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to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ttention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15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M</a:t>
            </a:r>
            <a:r>
              <a:rPr sz="1400" cap="small" spc="15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echanisms</a:t>
            </a:r>
            <a:r>
              <a:rPr sz="1400" spc="15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C</a:t>
            </a:r>
            <a:r>
              <a:rPr sz="1400" cap="small" spc="26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ore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ttention</a:t>
            </a:r>
            <a:r>
              <a:rPr sz="1400" spc="23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C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oncepts</a:t>
            </a:r>
            <a:endParaRPr sz="1400">
              <a:latin typeface="Calibri"/>
              <a:cs typeface="Calibri"/>
            </a:endParaRPr>
          </a:p>
          <a:p>
            <a:pPr marL="12700" marR="556260">
              <a:lnSpc>
                <a:spcPct val="125899"/>
              </a:lnSpc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Q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uery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-</a:t>
            </a:r>
            <a:r>
              <a:rPr sz="1400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K</a:t>
            </a:r>
            <a:r>
              <a:rPr sz="1400" cap="small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ey</a:t>
            </a:r>
            <a:r>
              <a:rPr sz="1400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-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V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alue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F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ramework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ttention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S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coring</a:t>
            </a:r>
            <a:r>
              <a:rPr sz="1400" spc="25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F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unctions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B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ahdanau</a:t>
            </a:r>
            <a:r>
              <a:rPr sz="1400" spc="23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ttention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for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S</a:t>
            </a:r>
            <a:r>
              <a:rPr sz="1400" cap="small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eq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2S</a:t>
            </a:r>
            <a:r>
              <a:rPr sz="1400" cap="small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eq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80" dirty="0">
                <a:solidFill>
                  <a:srgbClr val="3333B2"/>
                </a:solidFill>
                <a:latin typeface="Calibri"/>
                <a:cs typeface="Calibri"/>
                <a:hlinkClick r:id="rId17" action="ppaction://hlinksldjump"/>
              </a:rPr>
              <a:t>T</a:t>
            </a:r>
            <a:r>
              <a:rPr sz="1400" cap="small" spc="280" dirty="0">
                <a:solidFill>
                  <a:srgbClr val="3333B2"/>
                </a:solidFill>
                <a:latin typeface="Calibri"/>
                <a:cs typeface="Calibri"/>
                <a:hlinkClick r:id="rId17" action="ppaction://hlinksldjump"/>
              </a:rPr>
              <a:t>ypes</a:t>
            </a:r>
            <a:r>
              <a:rPr sz="1400" spc="215" dirty="0">
                <a:solidFill>
                  <a:srgbClr val="3333B2"/>
                </a:solid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cap="small" spc="220" dirty="0">
                <a:solidFill>
                  <a:srgbClr val="3333B2"/>
                </a:solidFill>
                <a:latin typeface="Calibri"/>
                <a:cs typeface="Calibri"/>
                <a:hlinkClick r:id="rId17" action="ppaction://hlinksldjump"/>
              </a:rPr>
              <a:t>of</a:t>
            </a:r>
            <a:r>
              <a:rPr sz="1400" spc="215" dirty="0">
                <a:solidFill>
                  <a:srgbClr val="3333B2"/>
                </a:solidFill>
                <a:latin typeface="Calibri"/>
                <a:cs typeface="Calibri"/>
                <a:hlinkClick r:id="rId17" action="ppaction://hlinksldjump"/>
              </a:rPr>
              <a:t> A</a:t>
            </a:r>
            <a:r>
              <a:rPr sz="1400" cap="small" spc="215" dirty="0">
                <a:solidFill>
                  <a:srgbClr val="3333B2"/>
                </a:solidFill>
                <a:latin typeface="Calibri"/>
                <a:cs typeface="Calibri"/>
                <a:hlinkClick r:id="rId17" action="ppaction://hlinksldjump"/>
              </a:rPr>
              <a:t>ttention</a:t>
            </a:r>
            <a:endParaRPr sz="1400">
              <a:latin typeface="Calibri"/>
              <a:cs typeface="Calibri"/>
            </a:endParaRPr>
          </a:p>
          <a:p>
            <a:pPr marL="12700" marR="70485">
              <a:lnSpc>
                <a:spcPct val="125899"/>
              </a:lnSpc>
            </a:pP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S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elf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-A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ttention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254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&amp;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P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ositional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16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E</a:t>
            </a:r>
            <a:r>
              <a:rPr sz="1400" cap="small" spc="16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ncoding</a:t>
            </a:r>
            <a:r>
              <a:rPr sz="1400" spc="16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19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S</a:t>
            </a:r>
            <a:r>
              <a:rPr sz="1400" cap="small" spc="19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ummary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25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&amp;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35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K</a:t>
            </a:r>
            <a:r>
              <a:rPr sz="1400" cap="small" spc="35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ey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T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akeaways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3" name="object 2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20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20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20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20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20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20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70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46256" y="619864"/>
            <a:ext cx="5719544" cy="2980029"/>
          </a:xfrm>
          <a:prstGeom prst="rect">
            <a:avLst/>
          </a:prstGeom>
        </p:spPr>
        <p:txBody>
          <a:bodyPr vert="horz" wrap="square" lIns="0" tIns="43544" rIns="0" bIns="0" rtlCol="0">
            <a:spAutoFit/>
          </a:bodyPr>
          <a:lstStyle/>
          <a:p>
            <a:pPr marL="168163">
              <a:spcBef>
                <a:spcPts val="343"/>
              </a:spcBef>
              <a:buClr>
                <a:srgbClr val="8C1515"/>
              </a:buClr>
              <a:buFont typeface="Times New Roman"/>
              <a:buChar char="•"/>
              <a:tabLst>
                <a:tab pos="167863" algn="l"/>
                <a:tab pos="168163" algn="l"/>
              </a:tabLst>
            </a:pPr>
            <a:r>
              <a:rPr sz="946" spc="-2" dirty="0"/>
              <a:t>Attention</a:t>
            </a:r>
            <a:r>
              <a:rPr sz="946" dirty="0"/>
              <a:t> </a:t>
            </a:r>
            <a:r>
              <a:rPr sz="946" spc="-2" dirty="0"/>
              <a:t>significantly </a:t>
            </a:r>
            <a:r>
              <a:rPr sz="946" spc="-2" dirty="0">
                <a:solidFill>
                  <a:srgbClr val="00B050"/>
                </a:solidFill>
              </a:rPr>
              <a:t>improves</a:t>
            </a:r>
            <a:r>
              <a:rPr lang="en-US" sz="946" spc="-2" dirty="0">
                <a:solidFill>
                  <a:srgbClr val="00B050"/>
                </a:solidFill>
              </a:rPr>
              <a:t> </a:t>
            </a:r>
            <a:r>
              <a:rPr sz="946" spc="2" dirty="0">
                <a:solidFill>
                  <a:srgbClr val="00B050"/>
                </a:solidFill>
              </a:rPr>
              <a:t> </a:t>
            </a:r>
            <a:r>
              <a:rPr sz="946" spc="-2" dirty="0">
                <a:solidFill>
                  <a:srgbClr val="00B050"/>
                </a:solidFill>
              </a:rPr>
              <a:t>performance</a:t>
            </a:r>
          </a:p>
          <a:p>
            <a:pPr marL="330321" lvl="1" indent="-108405">
              <a:spcBef>
                <a:spcPts val="246"/>
              </a:spcBef>
              <a:buClr>
                <a:srgbClr val="007C92"/>
              </a:buClr>
              <a:buFont typeface="Times New Roman"/>
              <a:buChar char="•"/>
              <a:tabLst>
                <a:tab pos="330020" algn="l"/>
                <a:tab pos="330321" algn="l"/>
              </a:tabLst>
            </a:pPr>
            <a:r>
              <a:rPr sz="946" dirty="0">
                <a:cs typeface="Calibri"/>
              </a:rPr>
              <a:t>It’s </a:t>
            </a:r>
            <a:r>
              <a:rPr sz="946" spc="-2" dirty="0">
                <a:cs typeface="Calibri"/>
              </a:rPr>
              <a:t>very useful</a:t>
            </a:r>
            <a:r>
              <a:rPr sz="946" dirty="0">
                <a:cs typeface="Calibri"/>
              </a:rPr>
              <a:t> to</a:t>
            </a:r>
            <a:r>
              <a:rPr sz="946" spc="-2" dirty="0">
                <a:cs typeface="Calibri"/>
              </a:rPr>
              <a:t> allow</a:t>
            </a:r>
            <a:r>
              <a:rPr sz="946" spc="-5" dirty="0">
                <a:cs typeface="Calibri"/>
              </a:rPr>
              <a:t> </a:t>
            </a:r>
            <a:r>
              <a:rPr sz="946" spc="-2" dirty="0">
                <a:cs typeface="Calibri"/>
              </a:rPr>
              <a:t>decoder</a:t>
            </a:r>
            <a:r>
              <a:rPr sz="946" spc="2" dirty="0">
                <a:cs typeface="Calibri"/>
              </a:rPr>
              <a:t> </a:t>
            </a:r>
            <a:r>
              <a:rPr sz="946" dirty="0">
                <a:cs typeface="Calibri"/>
              </a:rPr>
              <a:t>to</a:t>
            </a:r>
            <a:r>
              <a:rPr sz="946" spc="-5" dirty="0">
                <a:cs typeface="Calibri"/>
              </a:rPr>
              <a:t> </a:t>
            </a:r>
            <a:r>
              <a:rPr sz="946" spc="-2" dirty="0">
                <a:cs typeface="Calibri"/>
              </a:rPr>
              <a:t>focus</a:t>
            </a:r>
            <a:r>
              <a:rPr sz="946" spc="2" dirty="0">
                <a:cs typeface="Calibri"/>
              </a:rPr>
              <a:t> </a:t>
            </a:r>
            <a:r>
              <a:rPr sz="946" spc="-2" dirty="0">
                <a:cs typeface="Calibri"/>
              </a:rPr>
              <a:t>on </a:t>
            </a:r>
            <a:r>
              <a:rPr sz="946" dirty="0">
                <a:cs typeface="Calibri"/>
              </a:rPr>
              <a:t>certain parts</a:t>
            </a:r>
            <a:r>
              <a:rPr sz="946" spc="2" dirty="0">
                <a:cs typeface="Calibri"/>
              </a:rPr>
              <a:t> </a:t>
            </a:r>
            <a:r>
              <a:rPr sz="946" spc="-2" dirty="0">
                <a:cs typeface="Calibri"/>
              </a:rPr>
              <a:t>of</a:t>
            </a:r>
            <a:r>
              <a:rPr sz="946" dirty="0">
                <a:cs typeface="Calibri"/>
              </a:rPr>
              <a:t> the</a:t>
            </a:r>
            <a:r>
              <a:rPr sz="946" spc="2" dirty="0">
                <a:cs typeface="Calibri"/>
              </a:rPr>
              <a:t> </a:t>
            </a:r>
            <a:r>
              <a:rPr sz="946" spc="-2" dirty="0">
                <a:cs typeface="Calibri"/>
              </a:rPr>
              <a:t>source</a:t>
            </a:r>
            <a:endParaRPr sz="946" dirty="0">
              <a:cs typeface="Calibri"/>
            </a:endParaRPr>
          </a:p>
          <a:p>
            <a:pPr marL="168163">
              <a:spcBef>
                <a:spcPts val="244"/>
              </a:spcBef>
              <a:buClr>
                <a:srgbClr val="8C1515"/>
              </a:buClr>
              <a:buFont typeface="Times New Roman"/>
              <a:buChar char="•"/>
              <a:tabLst>
                <a:tab pos="167863" algn="l"/>
                <a:tab pos="168163" algn="l"/>
              </a:tabLst>
            </a:pPr>
            <a:r>
              <a:rPr sz="946" spc="-2" dirty="0"/>
              <a:t>Attention </a:t>
            </a:r>
            <a:r>
              <a:rPr sz="946" spc="-2" dirty="0">
                <a:solidFill>
                  <a:srgbClr val="00B050"/>
                </a:solidFill>
              </a:rPr>
              <a:t>solves the</a:t>
            </a:r>
            <a:r>
              <a:rPr sz="946" dirty="0">
                <a:solidFill>
                  <a:srgbClr val="00B050"/>
                </a:solidFill>
              </a:rPr>
              <a:t> </a:t>
            </a:r>
            <a:r>
              <a:rPr sz="946" spc="-2" dirty="0">
                <a:solidFill>
                  <a:srgbClr val="00B050"/>
                </a:solidFill>
              </a:rPr>
              <a:t>bottleneck problem</a:t>
            </a:r>
          </a:p>
          <a:p>
            <a:pPr marL="330321" lvl="1" indent="-108405">
              <a:spcBef>
                <a:spcPts val="246"/>
              </a:spcBef>
              <a:buClr>
                <a:srgbClr val="007C92"/>
              </a:buClr>
              <a:buFont typeface="Times New Roman"/>
              <a:buChar char="•"/>
              <a:tabLst>
                <a:tab pos="330020" algn="l"/>
                <a:tab pos="330321" algn="l"/>
              </a:tabLst>
            </a:pPr>
            <a:r>
              <a:rPr sz="946" dirty="0">
                <a:cs typeface="Calibri"/>
              </a:rPr>
              <a:t>Attention</a:t>
            </a:r>
            <a:r>
              <a:rPr sz="946" spc="-2" dirty="0">
                <a:cs typeface="Calibri"/>
              </a:rPr>
              <a:t> allows</a:t>
            </a:r>
            <a:r>
              <a:rPr sz="946" spc="2" dirty="0">
                <a:cs typeface="Calibri"/>
              </a:rPr>
              <a:t> </a:t>
            </a:r>
            <a:r>
              <a:rPr sz="946" spc="-2" dirty="0">
                <a:cs typeface="Calibri"/>
              </a:rPr>
              <a:t>decoder</a:t>
            </a:r>
            <a:r>
              <a:rPr sz="946" spc="2" dirty="0">
                <a:cs typeface="Calibri"/>
              </a:rPr>
              <a:t> </a:t>
            </a:r>
            <a:r>
              <a:rPr sz="946" dirty="0">
                <a:cs typeface="Calibri"/>
              </a:rPr>
              <a:t>to</a:t>
            </a:r>
            <a:r>
              <a:rPr sz="946" spc="-2" dirty="0">
                <a:cs typeface="Calibri"/>
              </a:rPr>
              <a:t> look</a:t>
            </a:r>
            <a:r>
              <a:rPr sz="946" spc="2" dirty="0">
                <a:cs typeface="Calibri"/>
              </a:rPr>
              <a:t> </a:t>
            </a:r>
            <a:r>
              <a:rPr sz="946" dirty="0">
                <a:cs typeface="Calibri"/>
              </a:rPr>
              <a:t>directly</a:t>
            </a:r>
            <a:r>
              <a:rPr sz="946" spc="-2" dirty="0">
                <a:cs typeface="Calibri"/>
              </a:rPr>
              <a:t> </a:t>
            </a:r>
            <a:r>
              <a:rPr sz="946" dirty="0">
                <a:cs typeface="Calibri"/>
              </a:rPr>
              <a:t>at</a:t>
            </a:r>
            <a:r>
              <a:rPr sz="946" spc="2" dirty="0">
                <a:cs typeface="Calibri"/>
              </a:rPr>
              <a:t> </a:t>
            </a:r>
            <a:r>
              <a:rPr sz="946" spc="-2" dirty="0">
                <a:cs typeface="Calibri"/>
              </a:rPr>
              <a:t>source;</a:t>
            </a:r>
            <a:r>
              <a:rPr sz="946" spc="2" dirty="0">
                <a:cs typeface="Calibri"/>
              </a:rPr>
              <a:t> </a:t>
            </a:r>
            <a:r>
              <a:rPr sz="946" spc="-2" dirty="0">
                <a:cs typeface="Calibri"/>
              </a:rPr>
              <a:t>bypass</a:t>
            </a:r>
            <a:r>
              <a:rPr sz="946" spc="2" dirty="0">
                <a:cs typeface="Calibri"/>
              </a:rPr>
              <a:t> </a:t>
            </a:r>
            <a:r>
              <a:rPr sz="946" spc="-2" dirty="0">
                <a:cs typeface="Calibri"/>
              </a:rPr>
              <a:t>bottleneck</a:t>
            </a:r>
            <a:endParaRPr sz="946" dirty="0">
              <a:cs typeface="Calibri"/>
            </a:endParaRPr>
          </a:p>
          <a:p>
            <a:pPr marL="168163">
              <a:spcBef>
                <a:spcPts val="277"/>
              </a:spcBef>
              <a:buClr>
                <a:srgbClr val="8C1515"/>
              </a:buClr>
              <a:buFont typeface="Times New Roman"/>
              <a:buChar char="•"/>
              <a:tabLst>
                <a:tab pos="167863" algn="l"/>
                <a:tab pos="168163" algn="l"/>
              </a:tabLst>
            </a:pPr>
            <a:r>
              <a:rPr sz="946" spc="-2" dirty="0"/>
              <a:t>Attention </a:t>
            </a:r>
            <a:r>
              <a:rPr sz="946" dirty="0">
                <a:solidFill>
                  <a:srgbClr val="00B050"/>
                </a:solidFill>
              </a:rPr>
              <a:t>helps</a:t>
            </a:r>
            <a:r>
              <a:rPr sz="946" spc="-2" dirty="0">
                <a:solidFill>
                  <a:srgbClr val="00B050"/>
                </a:solidFill>
              </a:rPr>
              <a:t> with</a:t>
            </a:r>
            <a:r>
              <a:rPr sz="946" dirty="0">
                <a:solidFill>
                  <a:srgbClr val="00B050"/>
                </a:solidFill>
              </a:rPr>
              <a:t> </a:t>
            </a:r>
            <a:r>
              <a:rPr sz="946" spc="-2" dirty="0">
                <a:solidFill>
                  <a:srgbClr val="00B050"/>
                </a:solidFill>
              </a:rPr>
              <a:t>the</a:t>
            </a:r>
            <a:r>
              <a:rPr sz="946" spc="2" dirty="0">
                <a:solidFill>
                  <a:srgbClr val="00B050"/>
                </a:solidFill>
              </a:rPr>
              <a:t> </a:t>
            </a:r>
            <a:r>
              <a:rPr sz="946" spc="-2" dirty="0">
                <a:solidFill>
                  <a:srgbClr val="00B050"/>
                </a:solidFill>
              </a:rPr>
              <a:t>vanishing gradient</a:t>
            </a:r>
            <a:r>
              <a:rPr sz="946" spc="-5" dirty="0">
                <a:solidFill>
                  <a:srgbClr val="00B050"/>
                </a:solidFill>
              </a:rPr>
              <a:t> </a:t>
            </a:r>
            <a:r>
              <a:rPr sz="946" spc="-2" dirty="0">
                <a:solidFill>
                  <a:srgbClr val="00B050"/>
                </a:solidFill>
              </a:rPr>
              <a:t>problem</a:t>
            </a:r>
          </a:p>
          <a:p>
            <a:pPr marL="330321" lvl="1" indent="-108405">
              <a:spcBef>
                <a:spcPts val="199"/>
              </a:spcBef>
              <a:buClr>
                <a:srgbClr val="007C92"/>
              </a:buClr>
              <a:buFont typeface="Times New Roman"/>
              <a:buChar char="•"/>
              <a:tabLst>
                <a:tab pos="330020" algn="l"/>
                <a:tab pos="330321" algn="l"/>
              </a:tabLst>
            </a:pPr>
            <a:r>
              <a:rPr sz="946" spc="-2" dirty="0">
                <a:cs typeface="Calibri"/>
              </a:rPr>
              <a:t>Provides</a:t>
            </a:r>
            <a:r>
              <a:rPr sz="946" dirty="0">
                <a:cs typeface="Calibri"/>
              </a:rPr>
              <a:t> </a:t>
            </a:r>
            <a:r>
              <a:rPr sz="946" spc="-2" dirty="0">
                <a:cs typeface="Calibri"/>
              </a:rPr>
              <a:t>shortcut</a:t>
            </a:r>
            <a:r>
              <a:rPr sz="946" dirty="0">
                <a:cs typeface="Calibri"/>
              </a:rPr>
              <a:t> to</a:t>
            </a:r>
            <a:r>
              <a:rPr sz="946" spc="-2" dirty="0">
                <a:cs typeface="Calibri"/>
              </a:rPr>
              <a:t> faraway</a:t>
            </a:r>
            <a:r>
              <a:rPr sz="946" spc="-5" dirty="0">
                <a:cs typeface="Calibri"/>
              </a:rPr>
              <a:t> </a:t>
            </a:r>
            <a:r>
              <a:rPr sz="946" dirty="0">
                <a:cs typeface="Calibri"/>
              </a:rPr>
              <a:t>states</a:t>
            </a:r>
            <a:endParaRPr lang="en-US" sz="946" dirty="0">
              <a:cs typeface="Calibri"/>
            </a:endParaRPr>
          </a:p>
          <a:p>
            <a:pPr marL="114111" indent="-108405">
              <a:spcBef>
                <a:spcPts val="199"/>
              </a:spcBef>
              <a:buClr>
                <a:srgbClr val="007C92"/>
              </a:buClr>
              <a:buFont typeface="Times New Roman"/>
              <a:buChar char="•"/>
              <a:tabLst>
                <a:tab pos="330020" algn="l"/>
                <a:tab pos="330321" algn="l"/>
              </a:tabLst>
            </a:pPr>
            <a:r>
              <a:rPr lang="en-US" sz="946" spc="-2" dirty="0">
                <a:cs typeface="Calibri"/>
              </a:rPr>
              <a:t>By inspecting </a:t>
            </a:r>
            <a:r>
              <a:rPr lang="en-US" sz="946" dirty="0">
                <a:cs typeface="Calibri"/>
              </a:rPr>
              <a:t>attention </a:t>
            </a:r>
            <a:r>
              <a:rPr lang="en-US" sz="946" spc="-2" dirty="0">
                <a:cs typeface="Calibri"/>
              </a:rPr>
              <a:t>distribution,</a:t>
            </a:r>
            <a:r>
              <a:rPr lang="en-US" sz="946" spc="2" dirty="0">
                <a:cs typeface="Calibri"/>
              </a:rPr>
              <a:t> </a:t>
            </a:r>
            <a:r>
              <a:rPr lang="en-US" sz="946" spc="-2" dirty="0">
                <a:cs typeface="Calibri"/>
              </a:rPr>
              <a:t>we</a:t>
            </a:r>
            <a:r>
              <a:rPr lang="en-US" sz="946" spc="2" dirty="0">
                <a:cs typeface="Calibri"/>
              </a:rPr>
              <a:t> </a:t>
            </a:r>
            <a:r>
              <a:rPr lang="en-US" sz="946" dirty="0">
                <a:cs typeface="Calibri"/>
              </a:rPr>
              <a:t>see</a:t>
            </a:r>
            <a:r>
              <a:rPr lang="en-US" sz="946" spc="2" dirty="0">
                <a:cs typeface="Calibri"/>
              </a:rPr>
              <a:t> </a:t>
            </a:r>
            <a:r>
              <a:rPr lang="en-US" sz="946" spc="-2" dirty="0">
                <a:cs typeface="Calibri"/>
              </a:rPr>
              <a:t>what</a:t>
            </a:r>
            <a:r>
              <a:rPr lang="en-US" sz="946" spc="5" dirty="0">
                <a:cs typeface="Calibri"/>
              </a:rPr>
              <a:t> </a:t>
            </a:r>
            <a:r>
              <a:rPr lang="en-US" sz="946" dirty="0">
                <a:cs typeface="Calibri"/>
              </a:rPr>
              <a:t>the</a:t>
            </a:r>
            <a:r>
              <a:rPr lang="en-US" sz="946" spc="2" dirty="0">
                <a:cs typeface="Calibri"/>
              </a:rPr>
              <a:t> </a:t>
            </a:r>
            <a:r>
              <a:rPr lang="en-US" sz="946" spc="-2" dirty="0">
                <a:cs typeface="Calibri"/>
              </a:rPr>
              <a:t>decoder</a:t>
            </a:r>
            <a:r>
              <a:rPr lang="en-US" sz="946" spc="2" dirty="0">
                <a:cs typeface="Calibri"/>
              </a:rPr>
              <a:t> </a:t>
            </a:r>
            <a:r>
              <a:rPr lang="en-US" sz="946" spc="-2" dirty="0">
                <a:cs typeface="Calibri"/>
              </a:rPr>
              <a:t>was</a:t>
            </a:r>
            <a:r>
              <a:rPr lang="en-US" sz="946" spc="2" dirty="0">
                <a:cs typeface="Calibri"/>
              </a:rPr>
              <a:t> </a:t>
            </a:r>
            <a:r>
              <a:rPr lang="en-US" sz="946" spc="-2" dirty="0">
                <a:cs typeface="Calibri"/>
              </a:rPr>
              <a:t>focusing</a:t>
            </a:r>
            <a:r>
              <a:rPr lang="en-US" sz="946" dirty="0">
                <a:cs typeface="Calibri"/>
              </a:rPr>
              <a:t> </a:t>
            </a:r>
            <a:r>
              <a:rPr lang="en-US" sz="946" spc="-2" dirty="0">
                <a:cs typeface="Calibri"/>
              </a:rPr>
              <a:t>on</a:t>
            </a:r>
          </a:p>
          <a:p>
            <a:pPr marL="114111" indent="-108405">
              <a:spcBef>
                <a:spcPts val="199"/>
              </a:spcBef>
              <a:buClr>
                <a:srgbClr val="007C92"/>
              </a:buClr>
              <a:buFont typeface="Times New Roman"/>
              <a:buChar char="•"/>
              <a:tabLst>
                <a:tab pos="330020" algn="l"/>
                <a:tab pos="330321" algn="l"/>
              </a:tabLst>
            </a:pPr>
            <a:endParaRPr lang="en-US" sz="946" spc="-2" dirty="0">
              <a:cs typeface="Calibri"/>
            </a:endParaRPr>
          </a:p>
          <a:p>
            <a:pPr marL="216210" indent="-192187">
              <a:spcBef>
                <a:spcPts val="473"/>
              </a:spcBef>
              <a:buSzPts val="2800"/>
              <a:buChar char="•"/>
            </a:pPr>
            <a:r>
              <a:rPr lang="en-US" dirty="0">
                <a:highlight>
                  <a:srgbClr val="FFF2CC"/>
                </a:highlight>
              </a:rPr>
              <a:t>Attention </a:t>
            </a:r>
            <a:r>
              <a:rPr lang="en-US" dirty="0"/>
              <a:t>⇒  Ability to compare an item of interest to a collection of other items in a way that reveals their relevance in the current context. </a:t>
            </a:r>
          </a:p>
          <a:p>
            <a:pPr marL="216210" indent="-192187">
              <a:spcBef>
                <a:spcPts val="0"/>
              </a:spcBef>
              <a:buSzPts val="2800"/>
              <a:buChar char="•"/>
            </a:pPr>
            <a:r>
              <a:rPr lang="en-US" dirty="0">
                <a:highlight>
                  <a:srgbClr val="FFF2CC"/>
                </a:highlight>
              </a:rPr>
              <a:t>Self-attention</a:t>
            </a:r>
            <a:r>
              <a:rPr lang="en-US" dirty="0"/>
              <a:t> ⇒  </a:t>
            </a:r>
          </a:p>
          <a:p>
            <a:pPr marL="432420" indent="0">
              <a:spcBef>
                <a:spcPts val="473"/>
              </a:spcBef>
            </a:pPr>
            <a:r>
              <a:rPr lang="en-US" dirty="0"/>
              <a:t>&gt; Set of </a:t>
            </a:r>
            <a:r>
              <a:rPr lang="en-US" b="1" i="1" dirty="0">
                <a:solidFill>
                  <a:srgbClr val="38761D"/>
                </a:solidFill>
              </a:rPr>
              <a:t>comparisons</a:t>
            </a:r>
            <a:r>
              <a:rPr lang="en-US" dirty="0"/>
              <a:t> are to other elements </a:t>
            </a:r>
            <a:r>
              <a:rPr lang="en-US" b="1" i="1" dirty="0">
                <a:solidFill>
                  <a:srgbClr val="38761D"/>
                </a:solidFill>
              </a:rPr>
              <a:t>within a given sequence</a:t>
            </a:r>
            <a:r>
              <a:rPr lang="en-US" dirty="0"/>
              <a:t> </a:t>
            </a:r>
          </a:p>
          <a:p>
            <a:pPr marL="432420" indent="0">
              <a:spcBef>
                <a:spcPts val="473"/>
              </a:spcBef>
            </a:pPr>
            <a:r>
              <a:rPr lang="en-US" dirty="0"/>
              <a:t>&gt; Use these comparisons to compute an output for the current input</a:t>
            </a:r>
          </a:p>
          <a:p>
            <a:pPr marL="114111" indent="-108405">
              <a:spcBef>
                <a:spcPts val="199"/>
              </a:spcBef>
              <a:buClr>
                <a:srgbClr val="007C92"/>
              </a:buClr>
              <a:buFont typeface="Times New Roman"/>
              <a:buChar char="•"/>
              <a:tabLst>
                <a:tab pos="330020" algn="l"/>
                <a:tab pos="330321" algn="l"/>
              </a:tabLst>
            </a:pPr>
            <a:endParaRPr lang="en-US" sz="946" spc="-2" dirty="0">
              <a:cs typeface="Calibri"/>
            </a:endParaRPr>
          </a:p>
          <a:p>
            <a:pPr marL="114111" indent="-108405">
              <a:spcBef>
                <a:spcPts val="199"/>
              </a:spcBef>
              <a:buClr>
                <a:srgbClr val="007C92"/>
              </a:buClr>
              <a:buFont typeface="Times New Roman"/>
              <a:buChar char="•"/>
              <a:tabLst>
                <a:tab pos="330020" algn="l"/>
                <a:tab pos="330321" algn="l"/>
              </a:tabLst>
            </a:pPr>
            <a:endParaRPr lang="en-US" sz="946" spc="-2" dirty="0">
              <a:cs typeface="Calibri"/>
            </a:endParaRPr>
          </a:p>
          <a:p>
            <a:pPr marL="114111" indent="-108405">
              <a:spcBef>
                <a:spcPts val="199"/>
              </a:spcBef>
              <a:buClr>
                <a:srgbClr val="007C92"/>
              </a:buClr>
              <a:buFont typeface="Times New Roman"/>
              <a:buChar char="•"/>
              <a:tabLst>
                <a:tab pos="330020" algn="l"/>
                <a:tab pos="330321" algn="l"/>
              </a:tabLst>
            </a:pPr>
            <a:endParaRPr sz="946" dirty="0">
              <a:cs typeface="Calibri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192193" y="79320"/>
            <a:ext cx="5189220" cy="540544"/>
          </a:xfrm>
        </p:spPr>
        <p:txBody>
          <a:bodyPr/>
          <a:lstStyle/>
          <a:p>
            <a:r>
              <a:rPr lang="en-US" spc="-2" dirty="0">
                <a:solidFill>
                  <a:schemeClr val="bg1"/>
                </a:solidFill>
              </a:rPr>
              <a:t>Attention </a:t>
            </a:r>
            <a:r>
              <a:rPr lang="en-US" dirty="0">
                <a:solidFill>
                  <a:schemeClr val="bg1"/>
                </a:solidFill>
              </a:rPr>
              <a:t>is a</a:t>
            </a:r>
            <a:r>
              <a:rPr lang="en-US" spc="-5" dirty="0">
                <a:solidFill>
                  <a:schemeClr val="bg1"/>
                </a:solidFill>
              </a:rPr>
              <a:t> </a:t>
            </a:r>
            <a:r>
              <a:rPr lang="en-US" i="1" spc="-2" dirty="0">
                <a:solidFill>
                  <a:schemeClr val="bg1"/>
                </a:solidFill>
                <a:cs typeface="Calibri"/>
              </a:rPr>
              <a:t>general</a:t>
            </a:r>
            <a:r>
              <a:rPr lang="en-US" i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spc="-2" dirty="0">
                <a:solidFill>
                  <a:schemeClr val="bg1"/>
                </a:solidFill>
              </a:rPr>
              <a:t>Deep Learning technique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8578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198648" y="-31246"/>
            <a:ext cx="3988012" cy="443544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43244" tIns="21622" rIns="43244" bIns="21622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Self-Attention	| Transformers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74067" y="3072067"/>
            <a:ext cx="54955" cy="5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04"/>
              </a:lnSpc>
            </a:pPr>
            <a:r>
              <a:rPr sz="426" spc="-2" dirty="0">
                <a:solidFill>
                  <a:srgbClr val="888888"/>
                </a:solidFill>
                <a:latin typeface="Calibri"/>
                <a:cs typeface="Calibri"/>
              </a:rPr>
              <a:t>28</a:t>
            </a:r>
            <a:endParaRPr sz="426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373" y="1825973"/>
            <a:ext cx="2490237" cy="671119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162458" indent="-156452">
              <a:spcBef>
                <a:spcPts val="47"/>
              </a:spcBef>
              <a:buFont typeface="Arial MT"/>
              <a:buChar char="•"/>
              <a:tabLst>
                <a:tab pos="162157" algn="l"/>
                <a:tab pos="162458" algn="l"/>
              </a:tabLst>
            </a:pPr>
            <a:r>
              <a:rPr sz="1135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Each</a:t>
            </a:r>
            <a:r>
              <a:rPr sz="1135" spc="-1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135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output,</a:t>
            </a:r>
            <a:r>
              <a:rPr sz="1135" spc="-1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13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y</a:t>
            </a:r>
            <a:r>
              <a:rPr sz="1135" spc="15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13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135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135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is</a:t>
            </a:r>
            <a:endParaRPr lang="en-US" sz="1135" spc="-2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162157">
              <a:lnSpc>
                <a:spcPts val="1140"/>
              </a:lnSpc>
            </a:pPr>
            <a:r>
              <a:rPr lang="en-US" sz="1135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computed</a:t>
            </a:r>
            <a:r>
              <a:rPr lang="en-US" sz="1135" spc="-2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1135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independently</a:t>
            </a:r>
            <a:endParaRPr lang="en-US" sz="1135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162157" marR="227921" indent="-156452">
              <a:buFont typeface="Arial MT"/>
              <a:buChar char="•"/>
              <a:tabLst>
                <a:tab pos="162157" algn="l"/>
                <a:tab pos="162458" algn="l"/>
              </a:tabLst>
            </a:pPr>
            <a:r>
              <a:rPr lang="en-US" sz="1135" spc="-7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Entire </a:t>
            </a:r>
            <a:r>
              <a:rPr lang="en-US" sz="1135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process can </a:t>
            </a:r>
            <a:r>
              <a:rPr lang="en-US" sz="1135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be </a:t>
            </a:r>
            <a:r>
              <a:rPr lang="en-US" sz="1135" spc="-23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1135" spc="-7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parallelized</a:t>
            </a:r>
            <a:endParaRPr lang="en-US" sz="1135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162458" indent="-156452">
              <a:spcBef>
                <a:spcPts val="47"/>
              </a:spcBef>
              <a:buFont typeface="Arial MT"/>
              <a:buChar char="•"/>
              <a:tabLst>
                <a:tab pos="162157" algn="l"/>
                <a:tab pos="162458" algn="l"/>
              </a:tabLst>
            </a:pPr>
            <a:endParaRPr sz="1135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27143" y="362095"/>
            <a:ext cx="3341983" cy="272184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3033" y="2685414"/>
            <a:ext cx="2367882" cy="96308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8"/>
              </a:lnSpc>
            </a:pP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Calculating</a:t>
            </a:r>
            <a:r>
              <a:rPr sz="662" b="1" spc="-7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dirty="0">
                <a:solidFill>
                  <a:srgbClr val="0D65F0"/>
                </a:solidFill>
                <a:latin typeface="Arial"/>
                <a:cs typeface="Arial"/>
              </a:rPr>
              <a:t>the</a:t>
            </a:r>
            <a:r>
              <a:rPr sz="662" b="1" spc="-5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value</a:t>
            </a:r>
            <a:r>
              <a:rPr sz="662" b="1" spc="-5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of</a:t>
            </a:r>
            <a:r>
              <a:rPr sz="662" b="1" spc="-7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y3,</a:t>
            </a:r>
            <a:r>
              <a:rPr sz="662" b="1" spc="-5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dirty="0">
                <a:solidFill>
                  <a:srgbClr val="0D65F0"/>
                </a:solidFill>
                <a:latin typeface="Arial"/>
                <a:cs typeface="Arial"/>
              </a:rPr>
              <a:t>the</a:t>
            </a:r>
            <a:r>
              <a:rPr sz="662" b="1" spc="-5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dirty="0">
                <a:solidFill>
                  <a:srgbClr val="0D65F0"/>
                </a:solidFill>
                <a:latin typeface="Arial"/>
                <a:cs typeface="Arial"/>
              </a:rPr>
              <a:t>third</a:t>
            </a:r>
            <a:r>
              <a:rPr sz="662" b="1" spc="-7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element</a:t>
            </a:r>
            <a:r>
              <a:rPr sz="662" b="1" spc="-5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of</a:t>
            </a:r>
            <a:r>
              <a:rPr sz="662" b="1" spc="-5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dirty="0">
                <a:solidFill>
                  <a:srgbClr val="0D65F0"/>
                </a:solidFill>
                <a:latin typeface="Arial"/>
                <a:cs typeface="Arial"/>
              </a:rPr>
              <a:t>a</a:t>
            </a:r>
            <a:r>
              <a:rPr sz="662" b="1" spc="-7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sequence</a:t>
            </a:r>
            <a:endParaRPr sz="662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033" y="2786315"/>
            <a:ext cx="1587397" cy="96308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8"/>
              </a:lnSpc>
            </a:pP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using</a:t>
            </a:r>
            <a:r>
              <a:rPr sz="662" b="1" spc="-17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causal</a:t>
            </a:r>
            <a:r>
              <a:rPr sz="662" b="1" spc="-14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dirty="0">
                <a:solidFill>
                  <a:srgbClr val="0D65F0"/>
                </a:solidFill>
                <a:latin typeface="Arial"/>
                <a:cs typeface="Arial"/>
              </a:rPr>
              <a:t>(left-to-right)</a:t>
            </a:r>
            <a:r>
              <a:rPr sz="662" b="1" spc="-17" dirty="0">
                <a:solidFill>
                  <a:srgbClr val="0D65F0"/>
                </a:solidFill>
                <a:latin typeface="Arial"/>
                <a:cs typeface="Arial"/>
              </a:rPr>
              <a:t> </a:t>
            </a:r>
            <a:r>
              <a:rPr sz="662" b="1" spc="-2" dirty="0">
                <a:solidFill>
                  <a:srgbClr val="0D65F0"/>
                </a:solidFill>
                <a:latin typeface="Arial"/>
                <a:cs typeface="Arial"/>
              </a:rPr>
              <a:t>self-attention</a:t>
            </a:r>
            <a:endParaRPr sz="662" dirty="0">
              <a:latin typeface="Arial"/>
              <a:cs typeface="Arial"/>
            </a:endParaRPr>
          </a:p>
        </p:txBody>
      </p:sp>
      <p:pic>
        <p:nvPicPr>
          <p:cNvPr id="12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126" y="969640"/>
            <a:ext cx="1221288" cy="250051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14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126" y="662920"/>
            <a:ext cx="631056" cy="149980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15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8117" y="662920"/>
            <a:ext cx="530354" cy="168894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16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21435" y="675633"/>
            <a:ext cx="623726" cy="156181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4288" y="1011550"/>
            <a:ext cx="1769294" cy="181825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1560" y="1257710"/>
            <a:ext cx="1007045" cy="323760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9" name="Rounded Rectangle 18"/>
          <p:cNvSpPr/>
          <p:nvPr/>
        </p:nvSpPr>
        <p:spPr>
          <a:xfrm>
            <a:off x="21937" y="637904"/>
            <a:ext cx="3309546" cy="969665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90665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Self-Attention</a:t>
            </a:r>
            <a:r>
              <a:rPr lang="en-IN" spc="-24" dirty="0">
                <a:solidFill>
                  <a:schemeClr val="bg1"/>
                </a:solidFill>
              </a:rPr>
              <a:t> </a:t>
            </a:r>
            <a:r>
              <a:rPr lang="en-IN" dirty="0">
                <a:solidFill>
                  <a:schemeClr val="bg1"/>
                </a:solidFill>
              </a:rPr>
              <a:t>Hypothetical</a:t>
            </a:r>
            <a:r>
              <a:rPr lang="en-IN" spc="-19" dirty="0">
                <a:solidFill>
                  <a:schemeClr val="bg1"/>
                </a:solidFill>
              </a:rPr>
              <a:t> </a:t>
            </a:r>
            <a:r>
              <a:rPr lang="en-IN" dirty="0">
                <a:solidFill>
                  <a:schemeClr val="bg1"/>
                </a:solidFill>
              </a:rPr>
              <a:t>Example</a:t>
            </a:r>
          </a:p>
        </p:txBody>
      </p:sp>
      <p:pic>
        <p:nvPicPr>
          <p:cNvPr id="5" name="Picture 2" descr="https://miro.medium.com/v2/resize:fit:700/1*Ynj1S5JKlg0msE-O8u66aQ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93" y="1185702"/>
            <a:ext cx="2604086" cy="1069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https://miro.medium.com/v2/resize:fit:700/1*9bkh88lu4wKyyc8MbFOBU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265" y="761006"/>
            <a:ext cx="2717557" cy="1483739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51160" y="3127816"/>
            <a:ext cx="4518452" cy="23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73" dirty="0"/>
              <a:t>Image credit: https://towardsdatascience.com/attention-please-85bd0abac41#:~:text=If%20keys%2C%20values%20and%20queries,things%20at%20the%20same%20time.</a:t>
            </a:r>
          </a:p>
        </p:txBody>
      </p:sp>
    </p:spTree>
    <p:extLst>
      <p:ext uri="{BB962C8B-B14F-4D97-AF65-F5344CB8AC3E}">
        <p14:creationId xmlns:p14="http://schemas.microsoft.com/office/powerpoint/2010/main" val="408787169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0" dirty="0">
                <a:solidFill>
                  <a:srgbClr val="FFFFFF"/>
                </a:solidFill>
              </a:rPr>
              <a:t>A</a:t>
            </a:r>
            <a:r>
              <a:rPr cap="small" spc="260" dirty="0">
                <a:solidFill>
                  <a:srgbClr val="FFFFFF"/>
                </a:solidFill>
              </a:rPr>
              <a:t>ttention</a:t>
            </a:r>
            <a:r>
              <a:rPr spc="285" dirty="0">
                <a:solidFill>
                  <a:srgbClr val="FFFFFF"/>
                </a:solidFill>
              </a:rPr>
              <a:t> </a:t>
            </a:r>
            <a:r>
              <a:rPr spc="290" dirty="0">
                <a:solidFill>
                  <a:srgbClr val="FFFFFF"/>
                </a:solidFill>
              </a:rPr>
              <a:t>T</a:t>
            </a:r>
            <a:r>
              <a:rPr cap="small" spc="290" dirty="0">
                <a:solidFill>
                  <a:srgbClr val="FFFFFF"/>
                </a:solidFill>
              </a:rPr>
              <a:t>ypes</a:t>
            </a:r>
            <a:r>
              <a:rPr spc="290" dirty="0">
                <a:solidFill>
                  <a:srgbClr val="FFFFFF"/>
                </a:solidFill>
              </a:rPr>
              <a:t>:</a:t>
            </a:r>
            <a:r>
              <a:rPr spc="495" dirty="0">
                <a:solidFill>
                  <a:srgbClr val="FFFFFF"/>
                </a:solidFill>
              </a:rPr>
              <a:t> </a:t>
            </a:r>
            <a:r>
              <a:rPr spc="190" dirty="0">
                <a:solidFill>
                  <a:srgbClr val="FFFFFF"/>
                </a:solidFill>
              </a:rPr>
              <a:t>T</a:t>
            </a:r>
            <a:r>
              <a:rPr cap="small" spc="190" dirty="0">
                <a:solidFill>
                  <a:srgbClr val="FFFFFF"/>
                </a:solidFill>
              </a:rPr>
              <a:t>axonomy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62343" y="571118"/>
          <a:ext cx="5034914" cy="1553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6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9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9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2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Type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Q</a:t>
                      </a:r>
                      <a:r>
                        <a:rPr sz="950" spc="25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Source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K,V</a:t>
                      </a:r>
                      <a:r>
                        <a:rPr sz="950" spc="35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Source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Use</a:t>
                      </a:r>
                      <a:r>
                        <a:rPr sz="950" spc="55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2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Case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Self-</a:t>
                      </a:r>
                      <a:r>
                        <a:rPr sz="950" spc="-1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Attention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Same</a:t>
                      </a:r>
                      <a:r>
                        <a:rPr sz="95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sequence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Same</a:t>
                      </a:r>
                      <a:r>
                        <a:rPr sz="95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sequence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15"/>
                        </a:spcBef>
                        <a:tabLst>
                          <a:tab pos="1094105" algn="l"/>
                        </a:tabLst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Intra-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sequence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rela-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spc="-10" dirty="0">
                          <a:latin typeface="Arial MT"/>
                          <a:cs typeface="Arial MT"/>
                        </a:rPr>
                        <a:t>tionships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Cross-</a:t>
                      </a:r>
                      <a:r>
                        <a:rPr sz="950" spc="-1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Attention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Sequence</a:t>
                      </a:r>
                      <a:r>
                        <a:rPr sz="950" spc="1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50" dirty="0">
                          <a:latin typeface="Arial MT"/>
                          <a:cs typeface="Arial MT"/>
                        </a:rPr>
                        <a:t>A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Sequence</a:t>
                      </a:r>
                      <a:r>
                        <a:rPr sz="950" spc="1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50" dirty="0">
                          <a:latin typeface="Arial MT"/>
                          <a:cs typeface="Arial MT"/>
                        </a:rPr>
                        <a:t>B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Inter-sequence</a:t>
                      </a:r>
                      <a:r>
                        <a:rPr sz="950" spc="310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align-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ment</a:t>
                      </a:r>
                      <a:r>
                        <a:rPr sz="95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(seq2seq)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Masked</a:t>
                      </a:r>
                      <a:r>
                        <a:rPr sz="950" spc="8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Attention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Same</a:t>
                      </a:r>
                      <a:r>
                        <a:rPr sz="95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sequence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Same</a:t>
                      </a:r>
                      <a:r>
                        <a:rPr sz="950" spc="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(causal</a:t>
                      </a:r>
                      <a:r>
                        <a:rPr sz="950" spc="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20" dirty="0">
                          <a:latin typeface="Arial MT"/>
                          <a:cs typeface="Arial MT"/>
                        </a:rPr>
                        <a:t>mask)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Autoregressive</a:t>
                      </a:r>
                      <a:r>
                        <a:rPr sz="950" spc="4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gener-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spc="-10" dirty="0">
                          <a:latin typeface="Arial MT"/>
                          <a:cs typeface="Arial MT"/>
                        </a:rPr>
                        <a:t>ation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Multi-</a:t>
                      </a:r>
                      <a:r>
                        <a:rPr sz="950" spc="-20" dirty="0">
                          <a:solidFill>
                            <a:srgbClr val="1B1472"/>
                          </a:solidFill>
                          <a:latin typeface="Arial MT"/>
                          <a:cs typeface="Arial MT"/>
                        </a:rPr>
                        <a:t>Head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Same</a:t>
                      </a:r>
                      <a:r>
                        <a:rPr sz="95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(parallel)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dirty="0">
                          <a:latin typeface="Arial MT"/>
                          <a:cs typeface="Arial MT"/>
                        </a:rPr>
                        <a:t>Same</a:t>
                      </a:r>
                      <a:r>
                        <a:rPr sz="95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(parallel)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55"/>
                        </a:spcBef>
                        <a:tabLst>
                          <a:tab pos="706120" algn="l"/>
                        </a:tabLst>
                      </a:pPr>
                      <a:r>
                        <a:rPr sz="950" spc="-10" dirty="0">
                          <a:latin typeface="Arial MT"/>
                          <a:cs typeface="Arial MT"/>
                        </a:rPr>
                        <a:t>Multiple</a:t>
                      </a:r>
                      <a:r>
                        <a:rPr sz="95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950" spc="-10" dirty="0">
                          <a:latin typeface="Arial MT"/>
                          <a:cs typeface="Arial MT"/>
                        </a:rPr>
                        <a:t>relationship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16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spc="-10" dirty="0">
                          <a:latin typeface="Arial MT"/>
                          <a:cs typeface="Arial MT"/>
                        </a:rPr>
                        <a:t>types</a:t>
                      </a:r>
                      <a:endParaRPr sz="950" dirty="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513702" y="2510040"/>
            <a:ext cx="69850" cy="505459"/>
            <a:chOff x="513702" y="2510040"/>
            <a:chExt cx="69850" cy="50545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510040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727972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945891"/>
              <a:ext cx="69291" cy="6929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47294" y="2159468"/>
            <a:ext cx="4322445" cy="89852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Key</a:t>
            </a:r>
            <a:r>
              <a:rPr sz="1050" spc="-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Distinctions:</a:t>
            </a:r>
            <a:endParaRPr sz="1050">
              <a:latin typeface="Arial MT"/>
              <a:cs typeface="Arial MT"/>
            </a:endParaRPr>
          </a:p>
          <a:p>
            <a:pPr marL="309880" marR="5080">
              <a:lnSpc>
                <a:spcPct val="136200"/>
              </a:lnSpc>
              <a:spcBef>
                <a:spcPts val="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Source</a:t>
            </a:r>
            <a:r>
              <a:rPr sz="1050" spc="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of</a:t>
            </a:r>
            <a:r>
              <a:rPr sz="1050" spc="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Q,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K,</a:t>
            </a:r>
            <a:r>
              <a:rPr sz="1050" spc="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V:</a:t>
            </a:r>
            <a:r>
              <a:rPr sz="1050" spc="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Where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query,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key,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value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vectors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come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from?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Masking:</a:t>
            </a:r>
            <a:r>
              <a:rPr sz="1050" spc="1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What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positions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attend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what?</a:t>
            </a:r>
            <a:endParaRPr sz="1050">
              <a:latin typeface="Arial MT"/>
              <a:cs typeface="Arial MT"/>
            </a:endParaRPr>
          </a:p>
          <a:p>
            <a:pPr marL="309880">
              <a:lnSpc>
                <a:spcPct val="100000"/>
              </a:lnSpc>
              <a:spcBef>
                <a:spcPts val="45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Purpose:</a:t>
            </a:r>
            <a:r>
              <a:rPr sz="1050" spc="1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What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relationships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are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being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modeled?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10" name="object 1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5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5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5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5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74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0" dirty="0">
                <a:solidFill>
                  <a:srgbClr val="FFFFFF"/>
                </a:solidFill>
              </a:rPr>
              <a:t>S</a:t>
            </a:r>
            <a:r>
              <a:rPr cap="small" spc="260" dirty="0">
                <a:solidFill>
                  <a:srgbClr val="FFFFFF"/>
                </a:solidFill>
              </a:rPr>
              <a:t>elf</a:t>
            </a:r>
            <a:r>
              <a:rPr spc="260" dirty="0">
                <a:solidFill>
                  <a:srgbClr val="FFFFFF"/>
                </a:solidFill>
              </a:rPr>
              <a:t>-</a:t>
            </a:r>
            <a:r>
              <a:rPr spc="245" dirty="0">
                <a:solidFill>
                  <a:srgbClr val="FFFFFF"/>
                </a:solidFill>
              </a:rPr>
              <a:t>A</a:t>
            </a:r>
            <a:r>
              <a:rPr cap="small" spc="245" dirty="0">
                <a:solidFill>
                  <a:srgbClr val="FFFFFF"/>
                </a:solidFill>
              </a:rPr>
              <a:t>ttention</a:t>
            </a:r>
            <a:r>
              <a:rPr spc="245" dirty="0">
                <a:solidFill>
                  <a:srgbClr val="FFFFFF"/>
                </a:solidFill>
              </a:rPr>
              <a:t>:</a:t>
            </a:r>
            <a:r>
              <a:rPr spc="495" dirty="0">
                <a:solidFill>
                  <a:srgbClr val="FFFFFF"/>
                </a:solidFill>
              </a:rPr>
              <a:t> </a:t>
            </a:r>
            <a:r>
              <a:rPr spc="240" dirty="0">
                <a:solidFill>
                  <a:srgbClr val="FFFFFF"/>
                </a:solidFill>
              </a:rPr>
              <a:t>D</a:t>
            </a:r>
            <a:r>
              <a:rPr cap="small" spc="240" dirty="0">
                <a:solidFill>
                  <a:srgbClr val="FFFFFF"/>
                </a:solidFill>
              </a:rPr>
              <a:t>efinition</a:t>
            </a:r>
            <a:r>
              <a:rPr spc="290" dirty="0">
                <a:solidFill>
                  <a:srgbClr val="FFFFFF"/>
                </a:solidFill>
              </a:rPr>
              <a:t> </a:t>
            </a:r>
            <a:r>
              <a:rPr cap="small" spc="220" dirty="0">
                <a:solidFill>
                  <a:srgbClr val="FFFFFF"/>
                </a:solidFill>
              </a:rPr>
              <a:t>and</a:t>
            </a:r>
            <a:r>
              <a:rPr spc="285" dirty="0">
                <a:solidFill>
                  <a:srgbClr val="FFFFFF"/>
                </a:solidFill>
              </a:rPr>
              <a:t> </a:t>
            </a:r>
            <a:r>
              <a:rPr spc="190" dirty="0">
                <a:solidFill>
                  <a:srgbClr val="FFFFFF"/>
                </a:solidFill>
              </a:rPr>
              <a:t>P</a:t>
            </a:r>
            <a:r>
              <a:rPr cap="small" spc="190" dirty="0">
                <a:solidFill>
                  <a:srgbClr val="FFFFFF"/>
                </a:solidFill>
              </a:rPr>
              <a:t>urpose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63105"/>
            <a:ext cx="5760085" cy="2670810"/>
            <a:chOff x="0" y="563105"/>
            <a:chExt cx="5760085" cy="26708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63105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362176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556118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445334"/>
              <a:ext cx="69291" cy="6929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31926" y="485576"/>
            <a:ext cx="4793615" cy="2595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Self-attention:</a:t>
            </a:r>
            <a:r>
              <a:rPr sz="1050" spc="10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Query,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key,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value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all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come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same</a:t>
            </a:r>
            <a:r>
              <a:rPr sz="1050" i="1" spc="55" dirty="0">
                <a:latin typeface="Arial"/>
                <a:cs typeface="Arial"/>
              </a:rPr>
              <a:t> </a:t>
            </a:r>
            <a:r>
              <a:rPr sz="1050" spc="-10" dirty="0">
                <a:latin typeface="Arial MT"/>
                <a:cs typeface="Arial MT"/>
              </a:rPr>
              <a:t>sequence.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50">
              <a:latin typeface="Arial MT"/>
              <a:cs typeface="Arial MT"/>
            </a:endParaRPr>
          </a:p>
          <a:p>
            <a:pPr marR="10160" algn="ctr">
              <a:lnSpc>
                <a:spcPct val="100000"/>
              </a:lnSpc>
              <a:tabLst>
                <a:tab pos="810895" algn="l"/>
                <a:tab pos="1612900" algn="l"/>
              </a:tabLst>
            </a:pPr>
            <a:r>
              <a:rPr sz="1050" b="1" dirty="0">
                <a:latin typeface="Arial"/>
                <a:cs typeface="Arial"/>
              </a:rPr>
              <a:t>Q</a:t>
            </a:r>
            <a:r>
              <a:rPr sz="1050" b="1" spc="6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050" b="1" spc="-20" dirty="0">
                <a:latin typeface="Arial"/>
                <a:cs typeface="Arial"/>
              </a:rPr>
              <a:t>XW</a:t>
            </a:r>
            <a:r>
              <a:rPr sz="1050" i="1" spc="-30" baseline="-15873" dirty="0">
                <a:latin typeface="Arial"/>
                <a:cs typeface="Arial"/>
              </a:rPr>
              <a:t>Q</a:t>
            </a:r>
            <a:r>
              <a:rPr sz="1200" i="1" spc="-20" dirty="0">
                <a:latin typeface="Verdana"/>
                <a:cs typeface="Verdana"/>
              </a:rPr>
              <a:t>,</a:t>
            </a:r>
            <a:r>
              <a:rPr sz="1200" i="1" dirty="0">
                <a:latin typeface="Verdana"/>
                <a:cs typeface="Verdana"/>
              </a:rPr>
              <a:t>	</a:t>
            </a:r>
            <a:r>
              <a:rPr sz="1050" b="1" dirty="0">
                <a:latin typeface="Arial"/>
                <a:cs typeface="Arial"/>
              </a:rPr>
              <a:t>K</a:t>
            </a:r>
            <a:r>
              <a:rPr sz="1050" b="1" spc="7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b="1" dirty="0">
                <a:latin typeface="Arial"/>
                <a:cs typeface="Arial"/>
              </a:rPr>
              <a:t>XW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-44" baseline="-15873" dirty="0">
                <a:latin typeface="Arial"/>
                <a:cs typeface="Arial"/>
              </a:rPr>
              <a:t> </a:t>
            </a:r>
            <a:r>
              <a:rPr sz="1200" i="1" spc="-50" dirty="0">
                <a:latin typeface="Verdana"/>
                <a:cs typeface="Verdana"/>
              </a:rPr>
              <a:t>,</a:t>
            </a:r>
            <a:r>
              <a:rPr sz="1200" i="1" dirty="0">
                <a:latin typeface="Verdana"/>
                <a:cs typeface="Verdana"/>
              </a:rPr>
              <a:t>	</a:t>
            </a:r>
            <a:r>
              <a:rPr sz="1050" b="1" dirty="0">
                <a:latin typeface="Arial"/>
                <a:cs typeface="Arial"/>
              </a:rPr>
              <a:t>V</a:t>
            </a:r>
            <a:r>
              <a:rPr sz="1050" b="1" spc="6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050" b="1" spc="-25" dirty="0">
                <a:latin typeface="Arial"/>
                <a:cs typeface="Arial"/>
              </a:rPr>
              <a:t>XW</a:t>
            </a:r>
            <a:r>
              <a:rPr sz="1050" i="1" spc="-37" baseline="-15873" dirty="0">
                <a:latin typeface="Arial"/>
                <a:cs typeface="Arial"/>
              </a:rPr>
              <a:t>V</a:t>
            </a:r>
            <a:endParaRPr sz="1050" baseline="-15873">
              <a:latin typeface="Arial"/>
              <a:cs typeface="Arial"/>
            </a:endParaRPr>
          </a:p>
          <a:p>
            <a:pPr marL="25400" marR="1815464">
              <a:lnSpc>
                <a:spcPct val="116500"/>
              </a:lnSpc>
              <a:spcBef>
                <a:spcPts val="200"/>
              </a:spcBef>
            </a:pPr>
            <a:r>
              <a:rPr sz="1050" dirty="0">
                <a:latin typeface="Arial MT"/>
                <a:cs typeface="Arial MT"/>
              </a:rPr>
              <a:t>where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b="1" dirty="0">
                <a:latin typeface="Arial"/>
                <a:cs typeface="Arial"/>
              </a:rPr>
              <a:t>X</a:t>
            </a:r>
            <a:r>
              <a:rPr sz="1050" b="1" spc="6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[</a:t>
            </a:r>
            <a:r>
              <a:rPr sz="1050" i="1" spc="-45" dirty="0">
                <a:latin typeface="Arial"/>
                <a:cs typeface="Arial"/>
              </a:rPr>
              <a:t>x</a:t>
            </a:r>
            <a:r>
              <a:rPr sz="1050" spc="-67" baseline="-15873" dirty="0">
                <a:latin typeface="Arial MT"/>
                <a:cs typeface="Arial MT"/>
              </a:rPr>
              <a:t>1</a:t>
            </a:r>
            <a:r>
              <a:rPr sz="1200" i="1" spc="-45" dirty="0">
                <a:latin typeface="Verdana"/>
                <a:cs typeface="Verdana"/>
              </a:rPr>
              <a:t>,</a:t>
            </a:r>
            <a:r>
              <a:rPr sz="1200" i="1" spc="-215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,</a:t>
            </a:r>
            <a:r>
              <a:rPr sz="1200" i="1" spc="-215" dirty="0">
                <a:latin typeface="Verdana"/>
                <a:cs typeface="Verdana"/>
              </a:rPr>
              <a:t> 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n</a:t>
            </a:r>
            <a:r>
              <a:rPr sz="1050" i="1" spc="-195" baseline="-15873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]</a:t>
            </a:r>
            <a:r>
              <a:rPr sz="1200" baseline="31250" dirty="0">
                <a:latin typeface="Cambria"/>
                <a:cs typeface="Cambria"/>
              </a:rPr>
              <a:t>T</a:t>
            </a:r>
            <a:r>
              <a:rPr sz="1200" spc="292" baseline="31250" dirty="0">
                <a:latin typeface="Cambria"/>
                <a:cs typeface="Cambria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sequence.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Purpose:</a:t>
            </a:r>
            <a:r>
              <a:rPr sz="1050" spc="1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Model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relationships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within</a:t>
            </a:r>
            <a:r>
              <a:rPr sz="1050" i="1" spc="7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sequence.</a:t>
            </a:r>
            <a:endParaRPr sz="1050">
              <a:latin typeface="Arial MT"/>
              <a:cs typeface="Arial MT"/>
            </a:endParaRPr>
          </a:p>
          <a:p>
            <a:pPr marR="813435" algn="ctr">
              <a:lnSpc>
                <a:spcPct val="100000"/>
              </a:lnSpc>
              <a:spcBef>
                <a:spcPts val="26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Time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Series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Example:</a:t>
            </a:r>
            <a:r>
              <a:rPr sz="1050" spc="1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Stock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price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prediction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using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past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24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hours</a:t>
            </a:r>
            <a:endParaRPr sz="1050">
              <a:latin typeface="Arial MT"/>
              <a:cs typeface="Arial MT"/>
            </a:endParaRPr>
          </a:p>
          <a:p>
            <a:pPr marR="847090" algn="ctr">
              <a:lnSpc>
                <a:spcPct val="100000"/>
              </a:lnSpc>
              <a:spcBef>
                <a:spcPts val="100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6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Input:</a:t>
            </a:r>
            <a:r>
              <a:rPr sz="950" spc="10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Gold</a:t>
            </a:r>
            <a:r>
              <a:rPr sz="950" spc="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prices</a:t>
            </a:r>
            <a:r>
              <a:rPr sz="950" spc="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over</a:t>
            </a:r>
            <a:r>
              <a:rPr sz="950" spc="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24</a:t>
            </a:r>
            <a:r>
              <a:rPr sz="950" spc="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hours:</a:t>
            </a:r>
            <a:r>
              <a:rPr sz="950" spc="10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[</a:t>
            </a:r>
            <a:r>
              <a:rPr sz="1100" dirty="0">
                <a:latin typeface="Trebuchet MS"/>
                <a:cs typeface="Trebuchet MS"/>
              </a:rPr>
              <a:t>|</a:t>
            </a:r>
            <a:r>
              <a:rPr sz="950" dirty="0">
                <a:latin typeface="Arial MT"/>
                <a:cs typeface="Arial MT"/>
              </a:rPr>
              <a:t>6,180,</a:t>
            </a:r>
            <a:r>
              <a:rPr sz="950" spc="35" dirty="0">
                <a:latin typeface="Arial MT"/>
                <a:cs typeface="Arial MT"/>
              </a:rPr>
              <a:t> </a:t>
            </a:r>
            <a:r>
              <a:rPr sz="1100" dirty="0">
                <a:latin typeface="Trebuchet MS"/>
                <a:cs typeface="Trebuchet MS"/>
              </a:rPr>
              <a:t>|</a:t>
            </a:r>
            <a:r>
              <a:rPr sz="950" dirty="0">
                <a:latin typeface="Arial MT"/>
                <a:cs typeface="Arial MT"/>
              </a:rPr>
              <a:t>6,200,</a:t>
            </a:r>
            <a:r>
              <a:rPr sz="950" spc="40" dirty="0">
                <a:latin typeface="Arial MT"/>
                <a:cs typeface="Arial MT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8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85" dirty="0">
                <a:latin typeface="Verdana"/>
                <a:cs typeface="Verdana"/>
              </a:rPr>
              <a:t> </a:t>
            </a:r>
            <a:r>
              <a:rPr sz="1100" i="1" spc="-30" dirty="0">
                <a:latin typeface="Verdana"/>
                <a:cs typeface="Verdana"/>
              </a:rPr>
              <a:t>.</a:t>
            </a:r>
            <a:r>
              <a:rPr sz="950" spc="-30" dirty="0">
                <a:latin typeface="Arial MT"/>
                <a:cs typeface="Arial MT"/>
              </a:rPr>
              <a:t>,</a:t>
            </a:r>
            <a:r>
              <a:rPr sz="950" spc="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|</a:t>
            </a:r>
            <a:r>
              <a:rPr sz="950" spc="-10" dirty="0">
                <a:latin typeface="Arial MT"/>
                <a:cs typeface="Arial MT"/>
              </a:rPr>
              <a:t>6,280]</a:t>
            </a:r>
            <a:endParaRPr sz="950">
              <a:latin typeface="Arial MT"/>
              <a:cs typeface="Arial MT"/>
            </a:endParaRPr>
          </a:p>
          <a:p>
            <a:pPr marL="180340">
              <a:lnSpc>
                <a:spcPct val="100000"/>
              </a:lnSpc>
              <a:spcBef>
                <a:spcPts val="18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Self-attention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allows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each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hour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attend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all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other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hours</a:t>
            </a:r>
            <a:endParaRPr sz="950">
              <a:latin typeface="Arial MT"/>
              <a:cs typeface="Arial MT"/>
            </a:endParaRPr>
          </a:p>
          <a:p>
            <a:pPr marL="1803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Example:</a:t>
            </a:r>
            <a:r>
              <a:rPr sz="950" spc="1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Hour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24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might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attend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strongly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hours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17,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10,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3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(7-hour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periodicity)</a:t>
            </a:r>
            <a:endParaRPr sz="950">
              <a:latin typeface="Arial MT"/>
              <a:cs typeface="Arial MT"/>
            </a:endParaRPr>
          </a:p>
          <a:p>
            <a:pPr marL="1803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3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Captures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temporal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patterns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automatically</a:t>
            </a:r>
            <a:endParaRPr sz="9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290"/>
              </a:spcBef>
            </a:pPr>
            <a:r>
              <a:rPr sz="1050" spc="-20" dirty="0">
                <a:solidFill>
                  <a:srgbClr val="1B1472"/>
                </a:solidFill>
                <a:latin typeface="Arial MT"/>
                <a:cs typeface="Arial MT"/>
              </a:rPr>
              <a:t>Text</a:t>
            </a:r>
            <a:r>
              <a:rPr sz="1050" spc="1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Example:</a:t>
            </a:r>
            <a:r>
              <a:rPr sz="1050" spc="11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”The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student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didn’t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pass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exam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because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he</a:t>
            </a:r>
            <a:r>
              <a:rPr sz="105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was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unprepared”</a:t>
            </a:r>
            <a:endParaRPr sz="1050">
              <a:latin typeface="Arial MT"/>
              <a:cs typeface="Arial MT"/>
            </a:endParaRPr>
          </a:p>
          <a:p>
            <a:pPr marL="180340">
              <a:lnSpc>
                <a:spcPct val="100000"/>
              </a:lnSpc>
              <a:spcBef>
                <a:spcPts val="250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Self-attention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helps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”he”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attend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”student”</a:t>
            </a:r>
            <a:endParaRPr sz="950">
              <a:latin typeface="Arial MT"/>
              <a:cs typeface="Arial MT"/>
            </a:endParaRPr>
          </a:p>
          <a:p>
            <a:pPr marL="1803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Resolves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coreference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within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the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sentence</a:t>
            </a:r>
            <a:endParaRPr sz="950">
              <a:latin typeface="Arial MT"/>
              <a:cs typeface="Arial MT"/>
            </a:endParaRPr>
          </a:p>
          <a:p>
            <a:pPr marL="180340">
              <a:lnSpc>
                <a:spcPct val="100000"/>
              </a:lnSpc>
              <a:spcBef>
                <a:spcPts val="6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15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Captures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long-range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dependencies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(”he”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1100" spc="155" dirty="0">
                <a:latin typeface="Cambria"/>
                <a:cs typeface="Cambria"/>
              </a:rPr>
              <a:t>→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950" spc="-10" dirty="0">
                <a:latin typeface="Arial MT"/>
                <a:cs typeface="Arial MT"/>
              </a:rPr>
              <a:t>”student”)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6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6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6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6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75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0" dirty="0">
                <a:solidFill>
                  <a:srgbClr val="FFFFFF"/>
                </a:solidFill>
              </a:rPr>
              <a:t>S</a:t>
            </a:r>
            <a:r>
              <a:rPr cap="small" spc="260" dirty="0">
                <a:solidFill>
                  <a:srgbClr val="FFFFFF"/>
                </a:solidFill>
              </a:rPr>
              <a:t>elf</a:t>
            </a:r>
            <a:r>
              <a:rPr spc="260" dirty="0">
                <a:solidFill>
                  <a:srgbClr val="FFFFFF"/>
                </a:solidFill>
              </a:rPr>
              <a:t>-</a:t>
            </a:r>
            <a:r>
              <a:rPr spc="245" dirty="0">
                <a:solidFill>
                  <a:srgbClr val="FFFFFF"/>
                </a:solidFill>
              </a:rPr>
              <a:t>A</a:t>
            </a:r>
            <a:r>
              <a:rPr cap="small" spc="245" dirty="0">
                <a:solidFill>
                  <a:srgbClr val="FFFFFF"/>
                </a:solidFill>
              </a:rPr>
              <a:t>ttention</a:t>
            </a:r>
            <a:r>
              <a:rPr spc="245" dirty="0">
                <a:solidFill>
                  <a:srgbClr val="FFFFFF"/>
                </a:solidFill>
              </a:rPr>
              <a:t>:</a:t>
            </a:r>
            <a:r>
              <a:rPr spc="490" dirty="0">
                <a:solidFill>
                  <a:srgbClr val="FFFFFF"/>
                </a:solidFill>
              </a:rPr>
              <a:t> </a:t>
            </a:r>
            <a:r>
              <a:rPr spc="195" dirty="0">
                <a:solidFill>
                  <a:srgbClr val="FFFFFF"/>
                </a:solidFill>
              </a:rPr>
              <a:t>V</a:t>
            </a:r>
            <a:r>
              <a:rPr cap="small" spc="195" dirty="0">
                <a:solidFill>
                  <a:srgbClr val="FFFFFF"/>
                </a:solidFill>
              </a:rPr>
              <a:t>isualization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64119"/>
            <a:ext cx="4413250" cy="39243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50" spc="-20" dirty="0">
                <a:solidFill>
                  <a:srgbClr val="1B1472"/>
                </a:solidFill>
                <a:latin typeface="Arial MT"/>
                <a:cs typeface="Arial MT"/>
              </a:rPr>
              <a:t>Text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Example:</a:t>
            </a:r>
            <a:r>
              <a:rPr sz="1050" spc="1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Pronoun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resolution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self-</a:t>
            </a:r>
            <a:r>
              <a:rPr sz="1050" spc="-10" dirty="0">
                <a:latin typeface="Arial MT"/>
                <a:cs typeface="Arial MT"/>
              </a:rPr>
              <a:t>attention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050" dirty="0">
                <a:latin typeface="Arial MT"/>
                <a:cs typeface="Arial MT"/>
              </a:rPr>
              <a:t>Sentence:</a:t>
            </a:r>
            <a:r>
              <a:rPr sz="1050" spc="1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”The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customer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complained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because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EC2027"/>
                </a:solidFill>
                <a:latin typeface="Arial MT"/>
                <a:cs typeface="Arial MT"/>
              </a:rPr>
              <a:t>he</a:t>
            </a:r>
            <a:r>
              <a:rPr sz="1050" spc="55" dirty="0">
                <a:solidFill>
                  <a:srgbClr val="EC2027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received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wrong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order”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82796" y="2204375"/>
            <a:ext cx="49403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latin typeface="Arial MT"/>
                <a:cs typeface="Arial MT"/>
              </a:rPr>
              <a:t>received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7066" y="2180245"/>
            <a:ext cx="36512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latin typeface="Arial MT"/>
                <a:cs typeface="Arial MT"/>
              </a:rPr>
              <a:t>wrong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31320" y="2204375"/>
            <a:ext cx="31686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latin typeface="Arial MT"/>
                <a:cs typeface="Arial MT"/>
              </a:rPr>
              <a:t>order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46664" y="1432231"/>
            <a:ext cx="4476115" cy="1015365"/>
            <a:chOff x="1146664" y="1432231"/>
            <a:chExt cx="4476115" cy="1015365"/>
          </a:xfrm>
        </p:grpSpPr>
        <p:sp>
          <p:nvSpPr>
            <p:cNvPr id="8" name="object 8"/>
            <p:cNvSpPr/>
            <p:nvPr/>
          </p:nvSpPr>
          <p:spPr>
            <a:xfrm>
              <a:off x="3552544" y="2150703"/>
              <a:ext cx="294640" cy="294640"/>
            </a:xfrm>
            <a:custGeom>
              <a:avLst/>
              <a:gdLst/>
              <a:ahLst/>
              <a:cxnLst/>
              <a:rect l="l" t="t" r="r" b="b"/>
              <a:pathLst>
                <a:path w="294639" h="294639">
                  <a:moveTo>
                    <a:pt x="147035" y="0"/>
                  </a:moveTo>
                  <a:lnTo>
                    <a:pt x="100560" y="7495"/>
                  </a:lnTo>
                  <a:lnTo>
                    <a:pt x="60197" y="28369"/>
                  </a:lnTo>
                  <a:lnTo>
                    <a:pt x="28368" y="60197"/>
                  </a:lnTo>
                  <a:lnTo>
                    <a:pt x="7495" y="100560"/>
                  </a:lnTo>
                  <a:lnTo>
                    <a:pt x="0" y="147035"/>
                  </a:lnTo>
                  <a:lnTo>
                    <a:pt x="7495" y="193510"/>
                  </a:lnTo>
                  <a:lnTo>
                    <a:pt x="28368" y="233872"/>
                  </a:lnTo>
                  <a:lnTo>
                    <a:pt x="60197" y="265701"/>
                  </a:lnTo>
                  <a:lnTo>
                    <a:pt x="100560" y="286574"/>
                  </a:lnTo>
                  <a:lnTo>
                    <a:pt x="147035" y="294070"/>
                  </a:lnTo>
                  <a:lnTo>
                    <a:pt x="193510" y="286574"/>
                  </a:lnTo>
                  <a:lnTo>
                    <a:pt x="233872" y="265701"/>
                  </a:lnTo>
                  <a:lnTo>
                    <a:pt x="265701" y="233872"/>
                  </a:lnTo>
                  <a:lnTo>
                    <a:pt x="286574" y="193510"/>
                  </a:lnTo>
                  <a:lnTo>
                    <a:pt x="294070" y="147035"/>
                  </a:lnTo>
                  <a:lnTo>
                    <a:pt x="286574" y="100560"/>
                  </a:lnTo>
                  <a:lnTo>
                    <a:pt x="265701" y="60197"/>
                  </a:lnTo>
                  <a:lnTo>
                    <a:pt x="233872" y="28369"/>
                  </a:lnTo>
                  <a:lnTo>
                    <a:pt x="193510" y="7495"/>
                  </a:lnTo>
                  <a:lnTo>
                    <a:pt x="147035" y="0"/>
                  </a:lnTo>
                  <a:close/>
                </a:path>
              </a:pathLst>
            </a:custGeom>
            <a:solidFill>
              <a:srgbClr val="FF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52544" y="2150703"/>
              <a:ext cx="294640" cy="294640"/>
            </a:xfrm>
            <a:custGeom>
              <a:avLst/>
              <a:gdLst/>
              <a:ahLst/>
              <a:cxnLst/>
              <a:rect l="l" t="t" r="r" b="b"/>
              <a:pathLst>
                <a:path w="294639" h="294639">
                  <a:moveTo>
                    <a:pt x="294070" y="147035"/>
                  </a:moveTo>
                  <a:lnTo>
                    <a:pt x="286574" y="100560"/>
                  </a:lnTo>
                  <a:lnTo>
                    <a:pt x="265701" y="60197"/>
                  </a:lnTo>
                  <a:lnTo>
                    <a:pt x="233872" y="28369"/>
                  </a:lnTo>
                  <a:lnTo>
                    <a:pt x="193510" y="7495"/>
                  </a:lnTo>
                  <a:lnTo>
                    <a:pt x="147035" y="0"/>
                  </a:lnTo>
                  <a:lnTo>
                    <a:pt x="100560" y="7495"/>
                  </a:lnTo>
                  <a:lnTo>
                    <a:pt x="60197" y="28369"/>
                  </a:lnTo>
                  <a:lnTo>
                    <a:pt x="28368" y="60197"/>
                  </a:lnTo>
                  <a:lnTo>
                    <a:pt x="7495" y="100560"/>
                  </a:lnTo>
                  <a:lnTo>
                    <a:pt x="0" y="147035"/>
                  </a:lnTo>
                  <a:lnTo>
                    <a:pt x="7495" y="193510"/>
                  </a:lnTo>
                  <a:lnTo>
                    <a:pt x="28368" y="233872"/>
                  </a:lnTo>
                  <a:lnTo>
                    <a:pt x="60197" y="265701"/>
                  </a:lnTo>
                  <a:lnTo>
                    <a:pt x="100560" y="286574"/>
                  </a:lnTo>
                  <a:lnTo>
                    <a:pt x="147035" y="294070"/>
                  </a:lnTo>
                  <a:lnTo>
                    <a:pt x="193510" y="286574"/>
                  </a:lnTo>
                  <a:lnTo>
                    <a:pt x="233872" y="265701"/>
                  </a:lnTo>
                  <a:lnTo>
                    <a:pt x="265701" y="233872"/>
                  </a:lnTo>
                  <a:lnTo>
                    <a:pt x="286574" y="193510"/>
                  </a:lnTo>
                  <a:lnTo>
                    <a:pt x="294070" y="147035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49565" y="1681013"/>
              <a:ext cx="1798955" cy="507365"/>
            </a:xfrm>
            <a:custGeom>
              <a:avLst/>
              <a:gdLst/>
              <a:ahLst/>
              <a:cxnLst/>
              <a:rect l="l" t="t" r="r" b="b"/>
              <a:pathLst>
                <a:path w="1798954" h="507364">
                  <a:moveTo>
                    <a:pt x="1798929" y="476162"/>
                  </a:moveTo>
                  <a:lnTo>
                    <a:pt x="1784102" y="439319"/>
                  </a:lnTo>
                  <a:lnTo>
                    <a:pt x="1767055" y="403997"/>
                  </a:lnTo>
                  <a:lnTo>
                    <a:pt x="1747875" y="370191"/>
                  </a:lnTo>
                  <a:lnTo>
                    <a:pt x="1726649" y="337896"/>
                  </a:lnTo>
                  <a:lnTo>
                    <a:pt x="1703464" y="307106"/>
                  </a:lnTo>
                  <a:lnTo>
                    <a:pt x="1678409" y="277818"/>
                  </a:lnTo>
                  <a:lnTo>
                    <a:pt x="1651570" y="250027"/>
                  </a:lnTo>
                  <a:lnTo>
                    <a:pt x="1623035" y="223728"/>
                  </a:lnTo>
                  <a:lnTo>
                    <a:pt x="1592892" y="198916"/>
                  </a:lnTo>
                  <a:lnTo>
                    <a:pt x="1561226" y="175585"/>
                  </a:lnTo>
                  <a:lnTo>
                    <a:pt x="1528127" y="153733"/>
                  </a:lnTo>
                  <a:lnTo>
                    <a:pt x="1493680" y="133353"/>
                  </a:lnTo>
                  <a:lnTo>
                    <a:pt x="1457975" y="114441"/>
                  </a:lnTo>
                  <a:lnTo>
                    <a:pt x="1421097" y="96993"/>
                  </a:lnTo>
                  <a:lnTo>
                    <a:pt x="1383135" y="81002"/>
                  </a:lnTo>
                  <a:lnTo>
                    <a:pt x="1344175" y="66466"/>
                  </a:lnTo>
                  <a:lnTo>
                    <a:pt x="1304305" y="53378"/>
                  </a:lnTo>
                  <a:lnTo>
                    <a:pt x="1263613" y="41735"/>
                  </a:lnTo>
                  <a:lnTo>
                    <a:pt x="1222186" y="31530"/>
                  </a:lnTo>
                  <a:lnTo>
                    <a:pt x="1180111" y="22760"/>
                  </a:lnTo>
                  <a:lnTo>
                    <a:pt x="1137475" y="15420"/>
                  </a:lnTo>
                  <a:lnTo>
                    <a:pt x="1094366" y="9505"/>
                  </a:lnTo>
                  <a:lnTo>
                    <a:pt x="1050872" y="5011"/>
                  </a:lnTo>
                  <a:lnTo>
                    <a:pt x="1007079" y="1931"/>
                  </a:lnTo>
                  <a:lnTo>
                    <a:pt x="963075" y="262"/>
                  </a:lnTo>
                  <a:lnTo>
                    <a:pt x="918948" y="0"/>
                  </a:lnTo>
                  <a:lnTo>
                    <a:pt x="874784" y="1138"/>
                  </a:lnTo>
                  <a:lnTo>
                    <a:pt x="830671" y="3672"/>
                  </a:lnTo>
                  <a:lnTo>
                    <a:pt x="786697" y="7598"/>
                  </a:lnTo>
                  <a:lnTo>
                    <a:pt x="742948" y="12911"/>
                  </a:lnTo>
                  <a:lnTo>
                    <a:pt x="699513" y="19606"/>
                  </a:lnTo>
                  <a:lnTo>
                    <a:pt x="656478" y="27678"/>
                  </a:lnTo>
                  <a:lnTo>
                    <a:pt x="613931" y="37123"/>
                  </a:lnTo>
                  <a:lnTo>
                    <a:pt x="571960" y="47935"/>
                  </a:lnTo>
                  <a:lnTo>
                    <a:pt x="530651" y="60110"/>
                  </a:lnTo>
                  <a:lnTo>
                    <a:pt x="490092" y="73644"/>
                  </a:lnTo>
                  <a:lnTo>
                    <a:pt x="450371" y="88530"/>
                  </a:lnTo>
                  <a:lnTo>
                    <a:pt x="411574" y="104766"/>
                  </a:lnTo>
                  <a:lnTo>
                    <a:pt x="373789" y="122345"/>
                  </a:lnTo>
                  <a:lnTo>
                    <a:pt x="337104" y="141263"/>
                  </a:lnTo>
                  <a:lnTo>
                    <a:pt x="301606" y="161515"/>
                  </a:lnTo>
                  <a:lnTo>
                    <a:pt x="267381" y="183097"/>
                  </a:lnTo>
                  <a:lnTo>
                    <a:pt x="234519" y="206003"/>
                  </a:lnTo>
                  <a:lnTo>
                    <a:pt x="203105" y="230230"/>
                  </a:lnTo>
                  <a:lnTo>
                    <a:pt x="173228" y="255771"/>
                  </a:lnTo>
                  <a:lnTo>
                    <a:pt x="144974" y="282623"/>
                  </a:lnTo>
                  <a:lnTo>
                    <a:pt x="118431" y="310781"/>
                  </a:lnTo>
                  <a:lnTo>
                    <a:pt x="93687" y="340239"/>
                  </a:lnTo>
                  <a:lnTo>
                    <a:pt x="70829" y="370994"/>
                  </a:lnTo>
                  <a:lnTo>
                    <a:pt x="49943" y="403039"/>
                  </a:lnTo>
                  <a:lnTo>
                    <a:pt x="31118" y="436372"/>
                  </a:lnTo>
                  <a:lnTo>
                    <a:pt x="14441" y="470986"/>
                  </a:lnTo>
                  <a:lnTo>
                    <a:pt x="0" y="506876"/>
                  </a:lnTo>
                </a:path>
              </a:pathLst>
            </a:custGeom>
            <a:ln w="20244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6906" y="2125662"/>
              <a:ext cx="128859" cy="8186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79570" y="1434771"/>
              <a:ext cx="2520315" cy="763905"/>
            </a:xfrm>
            <a:custGeom>
              <a:avLst/>
              <a:gdLst/>
              <a:ahLst/>
              <a:cxnLst/>
              <a:rect l="l" t="t" r="r" b="b"/>
              <a:pathLst>
                <a:path w="2520315" h="763905">
                  <a:moveTo>
                    <a:pt x="2520073" y="713389"/>
                  </a:moveTo>
                  <a:lnTo>
                    <a:pt x="2516227" y="647734"/>
                  </a:lnTo>
                  <a:lnTo>
                    <a:pt x="2504925" y="585301"/>
                  </a:lnTo>
                  <a:lnTo>
                    <a:pt x="2486524" y="526081"/>
                  </a:lnTo>
                  <a:lnTo>
                    <a:pt x="2461377" y="470065"/>
                  </a:lnTo>
                  <a:lnTo>
                    <a:pt x="2429841" y="417247"/>
                  </a:lnTo>
                  <a:lnTo>
                    <a:pt x="2392269" y="367617"/>
                  </a:lnTo>
                  <a:lnTo>
                    <a:pt x="2349017" y="321167"/>
                  </a:lnTo>
                  <a:lnTo>
                    <a:pt x="2300440" y="277890"/>
                  </a:lnTo>
                  <a:lnTo>
                    <a:pt x="2246893" y="237776"/>
                  </a:lnTo>
                  <a:lnTo>
                    <a:pt x="2188731" y="200819"/>
                  </a:lnTo>
                  <a:lnTo>
                    <a:pt x="2126309" y="167009"/>
                  </a:lnTo>
                  <a:lnTo>
                    <a:pt x="2059982" y="136339"/>
                  </a:lnTo>
                  <a:lnTo>
                    <a:pt x="1990105" y="108801"/>
                  </a:lnTo>
                  <a:lnTo>
                    <a:pt x="1953946" y="96203"/>
                  </a:lnTo>
                  <a:lnTo>
                    <a:pt x="1917032" y="84385"/>
                  </a:lnTo>
                  <a:lnTo>
                    <a:pt x="1879409" y="73346"/>
                  </a:lnTo>
                  <a:lnTo>
                    <a:pt x="1841120" y="63085"/>
                  </a:lnTo>
                  <a:lnTo>
                    <a:pt x="1802210" y="53600"/>
                  </a:lnTo>
                  <a:lnTo>
                    <a:pt x="1762723" y="44892"/>
                  </a:lnTo>
                  <a:lnTo>
                    <a:pt x="1722703" y="36957"/>
                  </a:lnTo>
                  <a:lnTo>
                    <a:pt x="1682195" y="29797"/>
                  </a:lnTo>
                  <a:lnTo>
                    <a:pt x="1641244" y="23409"/>
                  </a:lnTo>
                  <a:lnTo>
                    <a:pt x="1599893" y="17793"/>
                  </a:lnTo>
                  <a:lnTo>
                    <a:pt x="1558187" y="12947"/>
                  </a:lnTo>
                  <a:lnTo>
                    <a:pt x="1516171" y="8871"/>
                  </a:lnTo>
                  <a:lnTo>
                    <a:pt x="1473888" y="5564"/>
                  </a:lnTo>
                  <a:lnTo>
                    <a:pt x="1431383" y="3024"/>
                  </a:lnTo>
                  <a:lnTo>
                    <a:pt x="1388701" y="1251"/>
                  </a:lnTo>
                  <a:lnTo>
                    <a:pt x="1345886" y="243"/>
                  </a:lnTo>
                  <a:lnTo>
                    <a:pt x="1302982" y="0"/>
                  </a:lnTo>
                  <a:lnTo>
                    <a:pt x="1260034" y="520"/>
                  </a:lnTo>
                  <a:lnTo>
                    <a:pt x="1217085" y="1802"/>
                  </a:lnTo>
                  <a:lnTo>
                    <a:pt x="1174182" y="3846"/>
                  </a:lnTo>
                  <a:lnTo>
                    <a:pt x="1131366" y="6651"/>
                  </a:lnTo>
                  <a:lnTo>
                    <a:pt x="1088684" y="10214"/>
                  </a:lnTo>
                  <a:lnTo>
                    <a:pt x="1046180" y="14536"/>
                  </a:lnTo>
                  <a:lnTo>
                    <a:pt x="1003897" y="19616"/>
                  </a:lnTo>
                  <a:lnTo>
                    <a:pt x="961880" y="25452"/>
                  </a:lnTo>
                  <a:lnTo>
                    <a:pt x="920175" y="32043"/>
                  </a:lnTo>
                  <a:lnTo>
                    <a:pt x="878824" y="39388"/>
                  </a:lnTo>
                  <a:lnTo>
                    <a:pt x="837872" y="47487"/>
                  </a:lnTo>
                  <a:lnTo>
                    <a:pt x="797365" y="56338"/>
                  </a:lnTo>
                  <a:lnTo>
                    <a:pt x="757345" y="65940"/>
                  </a:lnTo>
                  <a:lnTo>
                    <a:pt x="717858" y="76292"/>
                  </a:lnTo>
                  <a:lnTo>
                    <a:pt x="678948" y="87394"/>
                  </a:lnTo>
                  <a:lnTo>
                    <a:pt x="640659" y="99243"/>
                  </a:lnTo>
                  <a:lnTo>
                    <a:pt x="603036" y="111840"/>
                  </a:lnTo>
                  <a:lnTo>
                    <a:pt x="566123" y="125183"/>
                  </a:lnTo>
                  <a:lnTo>
                    <a:pt x="529964" y="139271"/>
                  </a:lnTo>
                  <a:lnTo>
                    <a:pt x="494604" y="154103"/>
                  </a:lnTo>
                  <a:lnTo>
                    <a:pt x="426458" y="185995"/>
                  </a:lnTo>
                  <a:lnTo>
                    <a:pt x="362039" y="220852"/>
                  </a:lnTo>
                  <a:lnTo>
                    <a:pt x="301703" y="258664"/>
                  </a:lnTo>
                  <a:lnTo>
                    <a:pt x="245804" y="299424"/>
                  </a:lnTo>
                  <a:lnTo>
                    <a:pt x="194698" y="343123"/>
                  </a:lnTo>
                  <a:lnTo>
                    <a:pt x="148740" y="389754"/>
                  </a:lnTo>
                  <a:lnTo>
                    <a:pt x="108284" y="439309"/>
                  </a:lnTo>
                  <a:lnTo>
                    <a:pt x="73685" y="491778"/>
                  </a:lnTo>
                  <a:lnTo>
                    <a:pt x="45300" y="547154"/>
                  </a:lnTo>
                  <a:lnTo>
                    <a:pt x="23482" y="605429"/>
                  </a:lnTo>
                  <a:lnTo>
                    <a:pt x="8586" y="666595"/>
                  </a:lnTo>
                  <a:lnTo>
                    <a:pt x="968" y="730642"/>
                  </a:lnTo>
                  <a:lnTo>
                    <a:pt x="0" y="763745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49204" y="2174730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59" h="26669">
                  <a:moveTo>
                    <a:pt x="60732" y="0"/>
                  </a:moveTo>
                  <a:lnTo>
                    <a:pt x="48799" y="4622"/>
                  </a:lnTo>
                  <a:lnTo>
                    <a:pt x="40045" y="10913"/>
                  </a:lnTo>
                  <a:lnTo>
                    <a:pt x="34043" y="18327"/>
                  </a:lnTo>
                  <a:lnTo>
                    <a:pt x="30366" y="26317"/>
                  </a:lnTo>
                  <a:lnTo>
                    <a:pt x="26689" y="18327"/>
                  </a:lnTo>
                  <a:lnTo>
                    <a:pt x="20687" y="10913"/>
                  </a:lnTo>
                  <a:lnTo>
                    <a:pt x="11933" y="4622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39609" y="1798645"/>
              <a:ext cx="1260475" cy="387985"/>
            </a:xfrm>
            <a:custGeom>
              <a:avLst/>
              <a:gdLst/>
              <a:ahLst/>
              <a:cxnLst/>
              <a:rect l="l" t="t" r="r" b="b"/>
              <a:pathLst>
                <a:path w="1260475" h="387985">
                  <a:moveTo>
                    <a:pt x="1260040" y="349515"/>
                  </a:moveTo>
                  <a:lnTo>
                    <a:pt x="1252465" y="285565"/>
                  </a:lnTo>
                  <a:lnTo>
                    <a:pt x="1230690" y="228218"/>
                  </a:lnTo>
                  <a:lnTo>
                    <a:pt x="1196135" y="177420"/>
                  </a:lnTo>
                  <a:lnTo>
                    <a:pt x="1150219" y="133122"/>
                  </a:lnTo>
                  <a:lnTo>
                    <a:pt x="1094364" y="95269"/>
                  </a:lnTo>
                  <a:lnTo>
                    <a:pt x="1029989" y="63812"/>
                  </a:lnTo>
                  <a:lnTo>
                    <a:pt x="958514" y="38697"/>
                  </a:lnTo>
                  <a:lnTo>
                    <a:pt x="920558" y="28503"/>
                  </a:lnTo>
                  <a:lnTo>
                    <a:pt x="881359" y="19874"/>
                  </a:lnTo>
                  <a:lnTo>
                    <a:pt x="841095" y="12805"/>
                  </a:lnTo>
                  <a:lnTo>
                    <a:pt x="799944" y="7290"/>
                  </a:lnTo>
                  <a:lnTo>
                    <a:pt x="758082" y="3322"/>
                  </a:lnTo>
                  <a:lnTo>
                    <a:pt x="715689" y="894"/>
                  </a:lnTo>
                  <a:lnTo>
                    <a:pt x="672940" y="0"/>
                  </a:lnTo>
                  <a:lnTo>
                    <a:pt x="630014" y="633"/>
                  </a:lnTo>
                  <a:lnTo>
                    <a:pt x="587087" y="2787"/>
                  </a:lnTo>
                  <a:lnTo>
                    <a:pt x="544339" y="6456"/>
                  </a:lnTo>
                  <a:lnTo>
                    <a:pt x="501945" y="11633"/>
                  </a:lnTo>
                  <a:lnTo>
                    <a:pt x="460084" y="18311"/>
                  </a:lnTo>
                  <a:lnTo>
                    <a:pt x="418933" y="26485"/>
                  </a:lnTo>
                  <a:lnTo>
                    <a:pt x="378669" y="36147"/>
                  </a:lnTo>
                  <a:lnTo>
                    <a:pt x="339471" y="47291"/>
                  </a:lnTo>
                  <a:lnTo>
                    <a:pt x="301515" y="59910"/>
                  </a:lnTo>
                  <a:lnTo>
                    <a:pt x="264979" y="73999"/>
                  </a:lnTo>
                  <a:lnTo>
                    <a:pt x="230041" y="89551"/>
                  </a:lnTo>
                  <a:lnTo>
                    <a:pt x="165666" y="125016"/>
                  </a:lnTo>
                  <a:lnTo>
                    <a:pt x="109813" y="166254"/>
                  </a:lnTo>
                  <a:lnTo>
                    <a:pt x="63899" y="213214"/>
                  </a:lnTo>
                  <a:lnTo>
                    <a:pt x="29345" y="265842"/>
                  </a:lnTo>
                  <a:lnTo>
                    <a:pt x="7572" y="324089"/>
                  </a:lnTo>
                  <a:lnTo>
                    <a:pt x="1922" y="355302"/>
                  </a:lnTo>
                  <a:lnTo>
                    <a:pt x="0" y="38790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09242" y="2162759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1" y="0"/>
                  </a:moveTo>
                  <a:lnTo>
                    <a:pt x="48798" y="4622"/>
                  </a:lnTo>
                  <a:lnTo>
                    <a:pt x="40044" y="10913"/>
                  </a:lnTo>
                  <a:lnTo>
                    <a:pt x="34042" y="18327"/>
                  </a:lnTo>
                  <a:lnTo>
                    <a:pt x="30366" y="26317"/>
                  </a:lnTo>
                  <a:lnTo>
                    <a:pt x="26688" y="18327"/>
                  </a:lnTo>
                  <a:lnTo>
                    <a:pt x="20686" y="10914"/>
                  </a:lnTo>
                  <a:lnTo>
                    <a:pt x="11932" y="4623"/>
                  </a:lnTo>
                  <a:lnTo>
                    <a:pt x="0" y="1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69632" y="1988168"/>
              <a:ext cx="630555" cy="210820"/>
            </a:xfrm>
            <a:custGeom>
              <a:avLst/>
              <a:gdLst/>
              <a:ahLst/>
              <a:cxnLst/>
              <a:rect l="l" t="t" r="r" b="b"/>
              <a:pathLst>
                <a:path w="630554" h="210819">
                  <a:moveTo>
                    <a:pt x="630026" y="159992"/>
                  </a:moveTo>
                  <a:lnTo>
                    <a:pt x="615347" y="100126"/>
                  </a:lnTo>
                  <a:lnTo>
                    <a:pt x="575109" y="54716"/>
                  </a:lnTo>
                  <a:lnTo>
                    <a:pt x="514991" y="23240"/>
                  </a:lnTo>
                  <a:lnTo>
                    <a:pt x="440674" y="5176"/>
                  </a:lnTo>
                  <a:lnTo>
                    <a:pt x="399966" y="1009"/>
                  </a:lnTo>
                  <a:lnTo>
                    <a:pt x="357838" y="0"/>
                  </a:lnTo>
                  <a:lnTo>
                    <a:pt x="315001" y="2081"/>
                  </a:lnTo>
                  <a:lnTo>
                    <a:pt x="272163" y="7190"/>
                  </a:lnTo>
                  <a:lnTo>
                    <a:pt x="230036" y="15259"/>
                  </a:lnTo>
                  <a:lnTo>
                    <a:pt x="189329" y="26224"/>
                  </a:lnTo>
                  <a:lnTo>
                    <a:pt x="150752" y="40019"/>
                  </a:lnTo>
                  <a:lnTo>
                    <a:pt x="115015" y="56579"/>
                  </a:lnTo>
                  <a:lnTo>
                    <a:pt x="54902" y="97733"/>
                  </a:lnTo>
                  <a:lnTo>
                    <a:pt x="14670" y="149164"/>
                  </a:lnTo>
                  <a:lnTo>
                    <a:pt x="3785" y="178570"/>
                  </a:lnTo>
                  <a:lnTo>
                    <a:pt x="0" y="210349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39265" y="2174729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1" y="0"/>
                  </a:moveTo>
                  <a:lnTo>
                    <a:pt x="48798" y="4622"/>
                  </a:lnTo>
                  <a:lnTo>
                    <a:pt x="40045" y="10914"/>
                  </a:lnTo>
                  <a:lnTo>
                    <a:pt x="34043" y="18328"/>
                  </a:lnTo>
                  <a:lnTo>
                    <a:pt x="30366" y="26318"/>
                  </a:lnTo>
                  <a:lnTo>
                    <a:pt x="26689" y="18328"/>
                  </a:lnTo>
                  <a:lnTo>
                    <a:pt x="20687" y="10915"/>
                  </a:lnTo>
                  <a:lnTo>
                    <a:pt x="11933" y="4624"/>
                  </a:lnTo>
                  <a:lnTo>
                    <a:pt x="0" y="3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99658" y="1988168"/>
              <a:ext cx="630555" cy="210820"/>
            </a:xfrm>
            <a:custGeom>
              <a:avLst/>
              <a:gdLst/>
              <a:ahLst/>
              <a:cxnLst/>
              <a:rect l="l" t="t" r="r" b="b"/>
              <a:pathLst>
                <a:path w="630554" h="210819">
                  <a:moveTo>
                    <a:pt x="0" y="159992"/>
                  </a:moveTo>
                  <a:lnTo>
                    <a:pt x="14668" y="100126"/>
                  </a:lnTo>
                  <a:lnTo>
                    <a:pt x="54898" y="54716"/>
                  </a:lnTo>
                  <a:lnTo>
                    <a:pt x="115009" y="23240"/>
                  </a:lnTo>
                  <a:lnTo>
                    <a:pt x="189321" y="5176"/>
                  </a:lnTo>
                  <a:lnTo>
                    <a:pt x="230028" y="1009"/>
                  </a:lnTo>
                  <a:lnTo>
                    <a:pt x="272155" y="0"/>
                  </a:lnTo>
                  <a:lnTo>
                    <a:pt x="314992" y="2081"/>
                  </a:lnTo>
                  <a:lnTo>
                    <a:pt x="357830" y="7190"/>
                  </a:lnTo>
                  <a:lnTo>
                    <a:pt x="399957" y="15259"/>
                  </a:lnTo>
                  <a:lnTo>
                    <a:pt x="440665" y="26224"/>
                  </a:lnTo>
                  <a:lnTo>
                    <a:pt x="479243" y="40019"/>
                  </a:lnTo>
                  <a:lnTo>
                    <a:pt x="514981" y="56579"/>
                  </a:lnTo>
                  <a:lnTo>
                    <a:pt x="575098" y="97733"/>
                  </a:lnTo>
                  <a:lnTo>
                    <a:pt x="615336" y="149164"/>
                  </a:lnTo>
                  <a:lnTo>
                    <a:pt x="626225" y="178570"/>
                  </a:lnTo>
                  <a:lnTo>
                    <a:pt x="630014" y="210349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99305" y="2174728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1" y="0"/>
                  </a:moveTo>
                  <a:lnTo>
                    <a:pt x="48798" y="4623"/>
                  </a:lnTo>
                  <a:lnTo>
                    <a:pt x="40045" y="10915"/>
                  </a:lnTo>
                  <a:lnTo>
                    <a:pt x="34044" y="18329"/>
                  </a:lnTo>
                  <a:lnTo>
                    <a:pt x="30367" y="26319"/>
                  </a:lnTo>
                  <a:lnTo>
                    <a:pt x="26690" y="18329"/>
                  </a:lnTo>
                  <a:lnTo>
                    <a:pt x="20687" y="10916"/>
                  </a:lnTo>
                  <a:lnTo>
                    <a:pt x="11933" y="4626"/>
                  </a:lnTo>
                  <a:lnTo>
                    <a:pt x="0" y="4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99649" y="1803496"/>
              <a:ext cx="1260475" cy="393700"/>
            </a:xfrm>
            <a:custGeom>
              <a:avLst/>
              <a:gdLst/>
              <a:ahLst/>
              <a:cxnLst/>
              <a:rect l="l" t="t" r="r" b="b"/>
              <a:pathLst>
                <a:path w="1260475" h="393700">
                  <a:moveTo>
                    <a:pt x="0" y="344664"/>
                  </a:moveTo>
                  <a:lnTo>
                    <a:pt x="7571" y="280777"/>
                  </a:lnTo>
                  <a:lnTo>
                    <a:pt x="29344" y="223609"/>
                  </a:lnTo>
                  <a:lnTo>
                    <a:pt x="63896" y="173098"/>
                  </a:lnTo>
                  <a:lnTo>
                    <a:pt x="109809" y="129178"/>
                  </a:lnTo>
                  <a:lnTo>
                    <a:pt x="165663" y="91787"/>
                  </a:lnTo>
                  <a:lnTo>
                    <a:pt x="230036" y="60862"/>
                  </a:lnTo>
                  <a:lnTo>
                    <a:pt x="301510" y="36338"/>
                  </a:lnTo>
                  <a:lnTo>
                    <a:pt x="339466" y="26457"/>
                  </a:lnTo>
                  <a:lnTo>
                    <a:pt x="378664" y="18152"/>
                  </a:lnTo>
                  <a:lnTo>
                    <a:pt x="418928" y="11416"/>
                  </a:lnTo>
                  <a:lnTo>
                    <a:pt x="460079" y="6241"/>
                  </a:lnTo>
                  <a:lnTo>
                    <a:pt x="501940" y="2618"/>
                  </a:lnTo>
                  <a:lnTo>
                    <a:pt x="544333" y="540"/>
                  </a:lnTo>
                  <a:lnTo>
                    <a:pt x="587082" y="0"/>
                  </a:lnTo>
                  <a:lnTo>
                    <a:pt x="630008" y="988"/>
                  </a:lnTo>
                  <a:lnTo>
                    <a:pt x="672934" y="3497"/>
                  </a:lnTo>
                  <a:lnTo>
                    <a:pt x="715683" y="7519"/>
                  </a:lnTo>
                  <a:lnTo>
                    <a:pt x="758076" y="13046"/>
                  </a:lnTo>
                  <a:lnTo>
                    <a:pt x="799938" y="20070"/>
                  </a:lnTo>
                  <a:lnTo>
                    <a:pt x="841089" y="28583"/>
                  </a:lnTo>
                  <a:lnTo>
                    <a:pt x="881353" y="38578"/>
                  </a:lnTo>
                  <a:lnTo>
                    <a:pt x="920551" y="50046"/>
                  </a:lnTo>
                  <a:lnTo>
                    <a:pt x="958508" y="62980"/>
                  </a:lnTo>
                  <a:lnTo>
                    <a:pt x="995044" y="77370"/>
                  </a:lnTo>
                  <a:lnTo>
                    <a:pt x="1029983" y="93211"/>
                  </a:lnTo>
                  <a:lnTo>
                    <a:pt x="1094358" y="129208"/>
                  </a:lnTo>
                  <a:lnTo>
                    <a:pt x="1150214" y="170908"/>
                  </a:lnTo>
                  <a:lnTo>
                    <a:pt x="1196129" y="218247"/>
                  </a:lnTo>
                  <a:lnTo>
                    <a:pt x="1230684" y="271161"/>
                  </a:lnTo>
                  <a:lnTo>
                    <a:pt x="1252459" y="329587"/>
                  </a:lnTo>
                  <a:lnTo>
                    <a:pt x="1258111" y="360847"/>
                  </a:lnTo>
                  <a:lnTo>
                    <a:pt x="1260035" y="393462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29318" y="2173171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1" y="0"/>
                  </a:moveTo>
                  <a:lnTo>
                    <a:pt x="48798" y="4622"/>
                  </a:lnTo>
                  <a:lnTo>
                    <a:pt x="40044" y="10913"/>
                  </a:lnTo>
                  <a:lnTo>
                    <a:pt x="34042" y="18327"/>
                  </a:lnTo>
                  <a:lnTo>
                    <a:pt x="30366" y="26317"/>
                  </a:lnTo>
                  <a:lnTo>
                    <a:pt x="26688" y="18327"/>
                  </a:lnTo>
                  <a:lnTo>
                    <a:pt x="20686" y="10914"/>
                  </a:lnTo>
                  <a:lnTo>
                    <a:pt x="11932" y="4623"/>
                  </a:lnTo>
                  <a:lnTo>
                    <a:pt x="0" y="1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99644" y="1619584"/>
              <a:ext cx="1890395" cy="579120"/>
            </a:xfrm>
            <a:custGeom>
              <a:avLst/>
              <a:gdLst/>
              <a:ahLst/>
              <a:cxnLst/>
              <a:rect l="l" t="t" r="r" b="b"/>
              <a:pathLst>
                <a:path w="1890395" h="579119">
                  <a:moveTo>
                    <a:pt x="0" y="528576"/>
                  </a:moveTo>
                  <a:lnTo>
                    <a:pt x="5100" y="463496"/>
                  </a:lnTo>
                  <a:lnTo>
                    <a:pt x="19984" y="402779"/>
                  </a:lnTo>
                  <a:lnTo>
                    <a:pt x="44019" y="346405"/>
                  </a:lnTo>
                  <a:lnTo>
                    <a:pt x="76573" y="294356"/>
                  </a:lnTo>
                  <a:lnTo>
                    <a:pt x="117017" y="246611"/>
                  </a:lnTo>
                  <a:lnTo>
                    <a:pt x="164719" y="203152"/>
                  </a:lnTo>
                  <a:lnTo>
                    <a:pt x="219048" y="163958"/>
                  </a:lnTo>
                  <a:lnTo>
                    <a:pt x="279372" y="129012"/>
                  </a:lnTo>
                  <a:lnTo>
                    <a:pt x="345061" y="98293"/>
                  </a:lnTo>
                  <a:lnTo>
                    <a:pt x="415484" y="71782"/>
                  </a:lnTo>
                  <a:lnTo>
                    <a:pt x="452273" y="60098"/>
                  </a:lnTo>
                  <a:lnTo>
                    <a:pt x="490008" y="49459"/>
                  </a:lnTo>
                  <a:lnTo>
                    <a:pt x="528612" y="39863"/>
                  </a:lnTo>
                  <a:lnTo>
                    <a:pt x="568004" y="31306"/>
                  </a:lnTo>
                  <a:lnTo>
                    <a:pt x="608107" y="23787"/>
                  </a:lnTo>
                  <a:lnTo>
                    <a:pt x="648840" y="17303"/>
                  </a:lnTo>
                  <a:lnTo>
                    <a:pt x="690126" y="11851"/>
                  </a:lnTo>
                  <a:lnTo>
                    <a:pt x="731885" y="7430"/>
                  </a:lnTo>
                  <a:lnTo>
                    <a:pt x="774039" y="4037"/>
                  </a:lnTo>
                  <a:lnTo>
                    <a:pt x="816508" y="1669"/>
                  </a:lnTo>
                  <a:lnTo>
                    <a:pt x="859214" y="324"/>
                  </a:lnTo>
                  <a:lnTo>
                    <a:pt x="902078" y="0"/>
                  </a:lnTo>
                  <a:lnTo>
                    <a:pt x="945020" y="693"/>
                  </a:lnTo>
                  <a:lnTo>
                    <a:pt x="987963" y="2403"/>
                  </a:lnTo>
                  <a:lnTo>
                    <a:pt x="1030826" y="5125"/>
                  </a:lnTo>
                  <a:lnTo>
                    <a:pt x="1073532" y="8859"/>
                  </a:lnTo>
                  <a:lnTo>
                    <a:pt x="1116002" y="13601"/>
                  </a:lnTo>
                  <a:lnTo>
                    <a:pt x="1158155" y="19349"/>
                  </a:lnTo>
                  <a:lnTo>
                    <a:pt x="1199915" y="26101"/>
                  </a:lnTo>
                  <a:lnTo>
                    <a:pt x="1241201" y="33854"/>
                  </a:lnTo>
                  <a:lnTo>
                    <a:pt x="1281934" y="42606"/>
                  </a:lnTo>
                  <a:lnTo>
                    <a:pt x="1322037" y="52354"/>
                  </a:lnTo>
                  <a:lnTo>
                    <a:pt x="1361430" y="63096"/>
                  </a:lnTo>
                  <a:lnTo>
                    <a:pt x="1400033" y="74830"/>
                  </a:lnTo>
                  <a:lnTo>
                    <a:pt x="1437769" y="87553"/>
                  </a:lnTo>
                  <a:lnTo>
                    <a:pt x="1474559" y="101262"/>
                  </a:lnTo>
                  <a:lnTo>
                    <a:pt x="1510322" y="115956"/>
                  </a:lnTo>
                  <a:lnTo>
                    <a:pt x="1578458" y="148286"/>
                  </a:lnTo>
                  <a:lnTo>
                    <a:pt x="1641544" y="184525"/>
                  </a:lnTo>
                  <a:lnTo>
                    <a:pt x="1698950" y="224653"/>
                  </a:lnTo>
                  <a:lnTo>
                    <a:pt x="1750045" y="268650"/>
                  </a:lnTo>
                  <a:lnTo>
                    <a:pt x="1794198" y="316496"/>
                  </a:lnTo>
                  <a:lnTo>
                    <a:pt x="1830778" y="368174"/>
                  </a:lnTo>
                  <a:lnTo>
                    <a:pt x="1859153" y="423663"/>
                  </a:lnTo>
                  <a:lnTo>
                    <a:pt x="1878692" y="482944"/>
                  </a:lnTo>
                  <a:lnTo>
                    <a:pt x="1888764" y="545997"/>
                  </a:lnTo>
                  <a:lnTo>
                    <a:pt x="1890053" y="578933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59332" y="2174730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1" y="0"/>
                  </a:moveTo>
                  <a:lnTo>
                    <a:pt x="48798" y="4622"/>
                  </a:lnTo>
                  <a:lnTo>
                    <a:pt x="40044" y="10913"/>
                  </a:lnTo>
                  <a:lnTo>
                    <a:pt x="34042" y="18327"/>
                  </a:lnTo>
                  <a:lnTo>
                    <a:pt x="30366" y="26317"/>
                  </a:lnTo>
                  <a:lnTo>
                    <a:pt x="26688" y="18327"/>
                  </a:lnTo>
                  <a:lnTo>
                    <a:pt x="20686" y="10914"/>
                  </a:lnTo>
                  <a:lnTo>
                    <a:pt x="11932" y="4623"/>
                  </a:lnTo>
                  <a:lnTo>
                    <a:pt x="0" y="1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44892" y="2151749"/>
            <a:ext cx="3041650" cy="45275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545"/>
              </a:spcBef>
              <a:tabLst>
                <a:tab pos="508000" algn="l"/>
                <a:tab pos="2585085" algn="l"/>
              </a:tabLst>
            </a:pPr>
            <a:r>
              <a:rPr sz="950" spc="-25" dirty="0">
                <a:latin typeface="Arial MT"/>
                <a:cs typeface="Arial MT"/>
              </a:rPr>
              <a:t>The</a:t>
            </a:r>
            <a:r>
              <a:rPr sz="950" dirty="0">
                <a:latin typeface="Arial MT"/>
                <a:cs typeface="Arial MT"/>
              </a:rPr>
              <a:t>	</a:t>
            </a:r>
            <a:r>
              <a:rPr sz="1425" baseline="2923" dirty="0">
                <a:latin typeface="Arial MT"/>
                <a:cs typeface="Arial MT"/>
              </a:rPr>
              <a:t>customer</a:t>
            </a:r>
            <a:r>
              <a:rPr sz="1425" spc="397" baseline="2923" dirty="0">
                <a:latin typeface="Arial MT"/>
                <a:cs typeface="Arial MT"/>
              </a:rPr>
              <a:t> </a:t>
            </a:r>
            <a:r>
              <a:rPr sz="1425" baseline="5847" dirty="0">
                <a:latin typeface="Arial MT"/>
                <a:cs typeface="Arial MT"/>
              </a:rPr>
              <a:t>complained</a:t>
            </a:r>
            <a:r>
              <a:rPr sz="1425" spc="719" baseline="5847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because</a:t>
            </a:r>
            <a:r>
              <a:rPr sz="950" dirty="0">
                <a:latin typeface="Arial MT"/>
                <a:cs typeface="Arial MT"/>
              </a:rPr>
              <a:t>	</a:t>
            </a:r>
            <a:r>
              <a:rPr sz="950" spc="-25" dirty="0">
                <a:latin typeface="Arial MT"/>
                <a:cs typeface="Arial MT"/>
              </a:rPr>
              <a:t>he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950" dirty="0">
                <a:latin typeface="Arial MT"/>
                <a:cs typeface="Arial MT"/>
              </a:rPr>
              <a:t>Self-attention</a:t>
            </a:r>
            <a:r>
              <a:rPr sz="950" spc="1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learns:</a:t>
            </a:r>
            <a:r>
              <a:rPr sz="950" spc="3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”he”</a:t>
            </a:r>
            <a:r>
              <a:rPr sz="950" spc="145" dirty="0">
                <a:latin typeface="Arial MT"/>
                <a:cs typeface="Arial MT"/>
              </a:rPr>
              <a:t> </a:t>
            </a:r>
            <a:r>
              <a:rPr sz="1100" spc="155" dirty="0">
                <a:latin typeface="Cambria"/>
                <a:cs typeface="Cambria"/>
              </a:rPr>
              <a:t>→</a:t>
            </a:r>
            <a:r>
              <a:rPr sz="1100" spc="165" dirty="0">
                <a:latin typeface="Cambria"/>
                <a:cs typeface="Cambria"/>
              </a:rPr>
              <a:t> </a:t>
            </a:r>
            <a:r>
              <a:rPr sz="950" dirty="0">
                <a:latin typeface="Arial MT"/>
                <a:cs typeface="Arial MT"/>
              </a:rPr>
              <a:t>”customer”</a:t>
            </a:r>
            <a:r>
              <a:rPr sz="950" spc="1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(high</a:t>
            </a:r>
            <a:r>
              <a:rPr sz="950" spc="14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weight)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6" name="object 2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3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3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3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3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3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3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76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0" dirty="0">
                <a:solidFill>
                  <a:srgbClr val="FFFFFF"/>
                </a:solidFill>
              </a:rPr>
              <a:t>S</a:t>
            </a:r>
            <a:r>
              <a:rPr cap="small" spc="260" dirty="0">
                <a:solidFill>
                  <a:srgbClr val="FFFFFF"/>
                </a:solidFill>
              </a:rPr>
              <a:t>elf</a:t>
            </a:r>
            <a:r>
              <a:rPr spc="260" dirty="0">
                <a:solidFill>
                  <a:srgbClr val="FFFFFF"/>
                </a:solidFill>
              </a:rPr>
              <a:t>-</a:t>
            </a:r>
            <a:r>
              <a:rPr spc="245" dirty="0">
                <a:solidFill>
                  <a:srgbClr val="FFFFFF"/>
                </a:solidFill>
              </a:rPr>
              <a:t>A</a:t>
            </a:r>
            <a:r>
              <a:rPr cap="small" spc="245" dirty="0">
                <a:solidFill>
                  <a:srgbClr val="FFFFFF"/>
                </a:solidFill>
              </a:rPr>
              <a:t>ttention</a:t>
            </a:r>
            <a:r>
              <a:rPr spc="245" dirty="0">
                <a:solidFill>
                  <a:srgbClr val="FFFFFF"/>
                </a:solidFill>
              </a:rPr>
              <a:t>:</a:t>
            </a:r>
            <a:r>
              <a:rPr spc="490" dirty="0">
                <a:solidFill>
                  <a:srgbClr val="FFFFFF"/>
                </a:solidFill>
              </a:rPr>
              <a:t> </a:t>
            </a:r>
            <a:r>
              <a:rPr spc="195" dirty="0">
                <a:solidFill>
                  <a:srgbClr val="FFFFFF"/>
                </a:solidFill>
              </a:rPr>
              <a:t>V</a:t>
            </a:r>
            <a:r>
              <a:rPr cap="small" spc="195" dirty="0">
                <a:solidFill>
                  <a:srgbClr val="FFFFFF"/>
                </a:solidFill>
              </a:rPr>
              <a:t>isualization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66176" y="2208592"/>
            <a:ext cx="2343150" cy="66040"/>
            <a:chOff x="1666176" y="2208592"/>
            <a:chExt cx="2343150" cy="66040"/>
          </a:xfrm>
        </p:grpSpPr>
        <p:sp>
          <p:nvSpPr>
            <p:cNvPr id="4" name="object 4"/>
            <p:cNvSpPr/>
            <p:nvPr/>
          </p:nvSpPr>
          <p:spPr>
            <a:xfrm>
              <a:off x="1668716" y="2241499"/>
              <a:ext cx="2335530" cy="0"/>
            </a:xfrm>
            <a:custGeom>
              <a:avLst/>
              <a:gdLst/>
              <a:ahLst/>
              <a:cxnLst/>
              <a:rect l="l" t="t" r="r" b="b"/>
              <a:pathLst>
                <a:path w="2335529">
                  <a:moveTo>
                    <a:pt x="0" y="0"/>
                  </a:moveTo>
                  <a:lnTo>
                    <a:pt x="2334945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79875" y="2211132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6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044060" y="2148127"/>
            <a:ext cx="29591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20" dirty="0">
                <a:latin typeface="Arial MT"/>
                <a:cs typeface="Arial MT"/>
              </a:rPr>
              <a:t>Hour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35810" y="1422487"/>
            <a:ext cx="66040" cy="821690"/>
            <a:chOff x="1635810" y="1422487"/>
            <a:chExt cx="66040" cy="821690"/>
          </a:xfrm>
        </p:grpSpPr>
        <p:sp>
          <p:nvSpPr>
            <p:cNvPr id="8" name="object 8"/>
            <p:cNvSpPr/>
            <p:nvPr/>
          </p:nvSpPr>
          <p:spPr>
            <a:xfrm>
              <a:off x="1668716" y="1427557"/>
              <a:ext cx="0" cy="814069"/>
            </a:xfrm>
            <a:custGeom>
              <a:avLst/>
              <a:gdLst/>
              <a:ahLst/>
              <a:cxnLst/>
              <a:rect l="l" t="t" r="r" b="b"/>
              <a:pathLst>
                <a:path h="814069">
                  <a:moveTo>
                    <a:pt x="0" y="81394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38350" y="1425027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7294" y="886198"/>
            <a:ext cx="3856990" cy="5029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Time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Series:</a:t>
            </a:r>
            <a:r>
              <a:rPr sz="1050" spc="1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Each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time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step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attends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relevant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past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time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steps</a:t>
            </a:r>
            <a:endParaRPr sz="1050">
              <a:latin typeface="Arial MT"/>
              <a:cs typeface="Arial MT"/>
            </a:endParaRPr>
          </a:p>
          <a:p>
            <a:pPr marL="1085215">
              <a:lnSpc>
                <a:spcPct val="100000"/>
              </a:lnSpc>
              <a:spcBef>
                <a:spcPts val="1155"/>
              </a:spcBef>
            </a:pPr>
            <a:r>
              <a:rPr sz="950" dirty="0">
                <a:latin typeface="Arial MT"/>
                <a:cs typeface="Arial MT"/>
              </a:rPr>
              <a:t>Price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spc="-25" dirty="0">
                <a:latin typeface="Arial MT"/>
                <a:cs typeface="Arial MT"/>
              </a:rPr>
              <a:t>(</a:t>
            </a:r>
            <a:r>
              <a:rPr sz="1100" spc="-25" dirty="0">
                <a:latin typeface="Trebuchet MS"/>
                <a:cs typeface="Trebuchet MS"/>
              </a:rPr>
              <a:t>|</a:t>
            </a:r>
            <a:r>
              <a:rPr sz="950" spc="-25" dirty="0">
                <a:latin typeface="Arial MT"/>
                <a:cs typeface="Arial MT"/>
              </a:rPr>
              <a:t>)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97636" y="1518683"/>
            <a:ext cx="1901825" cy="517525"/>
            <a:chOff x="1897636" y="1518683"/>
            <a:chExt cx="1901825" cy="517525"/>
          </a:xfrm>
        </p:grpSpPr>
        <p:sp>
          <p:nvSpPr>
            <p:cNvPr id="12" name="object 12"/>
            <p:cNvSpPr/>
            <p:nvPr/>
          </p:nvSpPr>
          <p:spPr>
            <a:xfrm>
              <a:off x="1902716" y="1586296"/>
              <a:ext cx="1872614" cy="445134"/>
            </a:xfrm>
            <a:custGeom>
              <a:avLst/>
              <a:gdLst/>
              <a:ahLst/>
              <a:cxnLst/>
              <a:rect l="l" t="t" r="r" b="b"/>
              <a:pathLst>
                <a:path w="1872614" h="445135">
                  <a:moveTo>
                    <a:pt x="0" y="444603"/>
                  </a:moveTo>
                  <a:lnTo>
                    <a:pt x="92650" y="406324"/>
                  </a:lnTo>
                  <a:lnTo>
                    <a:pt x="170044" y="375214"/>
                  </a:lnTo>
                  <a:lnTo>
                    <a:pt x="234000" y="351000"/>
                  </a:lnTo>
                  <a:lnTo>
                    <a:pt x="277037" y="335284"/>
                  </a:lnTo>
                  <a:lnTo>
                    <a:pt x="325719" y="317407"/>
                  </a:lnTo>
                  <a:lnTo>
                    <a:pt x="376282" y="300367"/>
                  </a:lnTo>
                  <a:lnTo>
                    <a:pt x="424964" y="287165"/>
                  </a:lnTo>
                  <a:lnTo>
                    <a:pt x="468001" y="280800"/>
                  </a:lnTo>
                  <a:lnTo>
                    <a:pt x="511038" y="285356"/>
                  </a:lnTo>
                  <a:lnTo>
                    <a:pt x="559720" y="298677"/>
                  </a:lnTo>
                  <a:lnTo>
                    <a:pt x="610283" y="314401"/>
                  </a:lnTo>
                  <a:lnTo>
                    <a:pt x="658965" y="326163"/>
                  </a:lnTo>
                  <a:lnTo>
                    <a:pt x="702002" y="327602"/>
                  </a:lnTo>
                  <a:lnTo>
                    <a:pt x="745039" y="314500"/>
                  </a:lnTo>
                  <a:lnTo>
                    <a:pt x="793721" y="290626"/>
                  </a:lnTo>
                  <a:lnTo>
                    <a:pt x="844284" y="261605"/>
                  </a:lnTo>
                  <a:lnTo>
                    <a:pt x="892965" y="233056"/>
                  </a:lnTo>
                  <a:lnTo>
                    <a:pt x="936002" y="210602"/>
                  </a:lnTo>
                  <a:lnTo>
                    <a:pt x="979040" y="190270"/>
                  </a:lnTo>
                  <a:lnTo>
                    <a:pt x="1027721" y="166901"/>
                  </a:lnTo>
                  <a:lnTo>
                    <a:pt x="1078284" y="144338"/>
                  </a:lnTo>
                  <a:lnTo>
                    <a:pt x="1126966" y="126423"/>
                  </a:lnTo>
                  <a:lnTo>
                    <a:pt x="1170003" y="117000"/>
                  </a:lnTo>
                  <a:lnTo>
                    <a:pt x="1213040" y="119997"/>
                  </a:lnTo>
                  <a:lnTo>
                    <a:pt x="1261722" y="132538"/>
                  </a:lnTo>
                  <a:lnTo>
                    <a:pt x="1312285" y="148261"/>
                  </a:lnTo>
                  <a:lnTo>
                    <a:pt x="1360967" y="160802"/>
                  </a:lnTo>
                  <a:lnTo>
                    <a:pt x="1404004" y="163799"/>
                  </a:lnTo>
                  <a:lnTo>
                    <a:pt x="1447041" y="153753"/>
                  </a:lnTo>
                  <a:lnTo>
                    <a:pt x="1495723" y="134593"/>
                  </a:lnTo>
                  <a:lnTo>
                    <a:pt x="1546286" y="111095"/>
                  </a:lnTo>
                  <a:lnTo>
                    <a:pt x="1594967" y="88038"/>
                  </a:lnTo>
                  <a:lnTo>
                    <a:pt x="1638005" y="70200"/>
                  </a:lnTo>
                  <a:lnTo>
                    <a:pt x="1701961" y="49644"/>
                  </a:lnTo>
                  <a:lnTo>
                    <a:pt x="1779355" y="26577"/>
                  </a:lnTo>
                  <a:lnTo>
                    <a:pt x="1844574" y="7772"/>
                  </a:lnTo>
                  <a:lnTo>
                    <a:pt x="1872005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50050" y="1561623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29" h="49530">
                  <a:moveTo>
                    <a:pt x="24672" y="0"/>
                  </a:moveTo>
                  <a:lnTo>
                    <a:pt x="15068" y="1938"/>
                  </a:lnTo>
                  <a:lnTo>
                    <a:pt x="7226" y="7226"/>
                  </a:lnTo>
                  <a:lnTo>
                    <a:pt x="1938" y="15068"/>
                  </a:lnTo>
                  <a:lnTo>
                    <a:pt x="0" y="24672"/>
                  </a:lnTo>
                  <a:lnTo>
                    <a:pt x="1938" y="34276"/>
                  </a:lnTo>
                  <a:lnTo>
                    <a:pt x="7226" y="42118"/>
                  </a:lnTo>
                  <a:lnTo>
                    <a:pt x="15068" y="47406"/>
                  </a:lnTo>
                  <a:lnTo>
                    <a:pt x="24672" y="49345"/>
                  </a:lnTo>
                  <a:lnTo>
                    <a:pt x="34276" y="47406"/>
                  </a:lnTo>
                  <a:lnTo>
                    <a:pt x="42118" y="42118"/>
                  </a:lnTo>
                  <a:lnTo>
                    <a:pt x="47406" y="34276"/>
                  </a:lnTo>
                  <a:lnTo>
                    <a:pt x="49345" y="24672"/>
                  </a:lnTo>
                  <a:lnTo>
                    <a:pt x="47406" y="15068"/>
                  </a:lnTo>
                  <a:lnTo>
                    <a:pt x="42118" y="7226"/>
                  </a:lnTo>
                  <a:lnTo>
                    <a:pt x="34276" y="1938"/>
                  </a:lnTo>
                  <a:lnTo>
                    <a:pt x="24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87035" y="1528843"/>
              <a:ext cx="687705" cy="160655"/>
            </a:xfrm>
            <a:custGeom>
              <a:avLst/>
              <a:gdLst/>
              <a:ahLst/>
              <a:cxnLst/>
              <a:rect l="l" t="t" r="r" b="b"/>
              <a:pathLst>
                <a:path w="687704" h="160655">
                  <a:moveTo>
                    <a:pt x="687687" y="57453"/>
                  </a:moveTo>
                  <a:lnTo>
                    <a:pt x="635667" y="39921"/>
                  </a:lnTo>
                  <a:lnTo>
                    <a:pt x="584186" y="25439"/>
                  </a:lnTo>
                  <a:lnTo>
                    <a:pt x="533324" y="14105"/>
                  </a:lnTo>
                  <a:lnTo>
                    <a:pt x="483160" y="6021"/>
                  </a:lnTo>
                  <a:lnTo>
                    <a:pt x="433772" y="1286"/>
                  </a:lnTo>
                  <a:lnTo>
                    <a:pt x="385240" y="0"/>
                  </a:lnTo>
                  <a:lnTo>
                    <a:pt x="337643" y="2263"/>
                  </a:lnTo>
                  <a:lnTo>
                    <a:pt x="291060" y="8175"/>
                  </a:lnTo>
                  <a:lnTo>
                    <a:pt x="245570" y="17836"/>
                  </a:lnTo>
                  <a:lnTo>
                    <a:pt x="201251" y="31347"/>
                  </a:lnTo>
                  <a:lnTo>
                    <a:pt x="158183" y="48806"/>
                  </a:lnTo>
                  <a:lnTo>
                    <a:pt x="116445" y="70315"/>
                  </a:lnTo>
                  <a:lnTo>
                    <a:pt x="76115" y="95974"/>
                  </a:lnTo>
                  <a:lnTo>
                    <a:pt x="37274" y="125881"/>
                  </a:lnTo>
                  <a:lnTo>
                    <a:pt x="0" y="160138"/>
                  </a:lnTo>
                </a:path>
              </a:pathLst>
            </a:custGeom>
            <a:ln w="202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0382" y="1613658"/>
              <a:ext cx="101976" cy="101976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260204" y="1592569"/>
            <a:ext cx="561340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00" dirty="0">
                <a:solidFill>
                  <a:srgbClr val="FF0000"/>
                </a:solidFill>
                <a:latin typeface="Arial MT"/>
                <a:cs typeface="Arial MT"/>
              </a:rPr>
              <a:t>Attends</a:t>
            </a:r>
            <a:r>
              <a:rPr sz="500" spc="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500" spc="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500" dirty="0">
                <a:solidFill>
                  <a:srgbClr val="FF0000"/>
                </a:solidFill>
                <a:latin typeface="Arial MT"/>
                <a:cs typeface="Arial MT"/>
              </a:rPr>
              <a:t>3h</a:t>
            </a:r>
            <a:r>
              <a:rPr sz="500" spc="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FF0000"/>
                </a:solidFill>
                <a:latin typeface="Arial MT"/>
                <a:cs typeface="Arial MT"/>
              </a:rPr>
              <a:t>ago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370021" y="1430725"/>
            <a:ext cx="1410335" cy="457200"/>
            <a:chOff x="2370021" y="1430725"/>
            <a:chExt cx="1410335" cy="457200"/>
          </a:xfrm>
        </p:grpSpPr>
        <p:sp>
          <p:nvSpPr>
            <p:cNvPr id="18" name="object 18"/>
            <p:cNvSpPr/>
            <p:nvPr/>
          </p:nvSpPr>
          <p:spPr>
            <a:xfrm>
              <a:off x="2379484" y="1435805"/>
              <a:ext cx="1395730" cy="426720"/>
            </a:xfrm>
            <a:custGeom>
              <a:avLst/>
              <a:gdLst/>
              <a:ahLst/>
              <a:cxnLst/>
              <a:rect l="l" t="t" r="r" b="b"/>
              <a:pathLst>
                <a:path w="1395729" h="426719">
                  <a:moveTo>
                    <a:pt x="1395238" y="150491"/>
                  </a:moveTo>
                  <a:lnTo>
                    <a:pt x="1357330" y="120667"/>
                  </a:lnTo>
                  <a:lnTo>
                    <a:pt x="1319097" y="94455"/>
                  </a:lnTo>
                  <a:lnTo>
                    <a:pt x="1280552" y="71732"/>
                  </a:lnTo>
                  <a:lnTo>
                    <a:pt x="1241708" y="52373"/>
                  </a:lnTo>
                  <a:lnTo>
                    <a:pt x="1202578" y="36256"/>
                  </a:lnTo>
                  <a:lnTo>
                    <a:pt x="1163174" y="23259"/>
                  </a:lnTo>
                  <a:lnTo>
                    <a:pt x="1123508" y="13257"/>
                  </a:lnTo>
                  <a:lnTo>
                    <a:pt x="1083594" y="6129"/>
                  </a:lnTo>
                  <a:lnTo>
                    <a:pt x="1043445" y="1751"/>
                  </a:lnTo>
                  <a:lnTo>
                    <a:pt x="1003071" y="0"/>
                  </a:lnTo>
                  <a:lnTo>
                    <a:pt x="962488" y="752"/>
                  </a:lnTo>
                  <a:lnTo>
                    <a:pt x="921706" y="3886"/>
                  </a:lnTo>
                  <a:lnTo>
                    <a:pt x="880739" y="9278"/>
                  </a:lnTo>
                  <a:lnTo>
                    <a:pt x="839599" y="16805"/>
                  </a:lnTo>
                  <a:lnTo>
                    <a:pt x="798299" y="26343"/>
                  </a:lnTo>
                  <a:lnTo>
                    <a:pt x="756851" y="37771"/>
                  </a:lnTo>
                  <a:lnTo>
                    <a:pt x="715269" y="50964"/>
                  </a:lnTo>
                  <a:lnTo>
                    <a:pt x="673565" y="65801"/>
                  </a:lnTo>
                  <a:lnTo>
                    <a:pt x="631751" y="82157"/>
                  </a:lnTo>
                  <a:lnTo>
                    <a:pt x="589840" y="99910"/>
                  </a:lnTo>
                  <a:lnTo>
                    <a:pt x="547845" y="118937"/>
                  </a:lnTo>
                  <a:lnTo>
                    <a:pt x="505779" y="139114"/>
                  </a:lnTo>
                  <a:lnTo>
                    <a:pt x="463653" y="160320"/>
                  </a:lnTo>
                  <a:lnTo>
                    <a:pt x="421482" y="182430"/>
                  </a:lnTo>
                  <a:lnTo>
                    <a:pt x="379276" y="205322"/>
                  </a:lnTo>
                  <a:lnTo>
                    <a:pt x="337050" y="228873"/>
                  </a:lnTo>
                  <a:lnTo>
                    <a:pt x="294815" y="252959"/>
                  </a:lnTo>
                  <a:lnTo>
                    <a:pt x="252585" y="277458"/>
                  </a:lnTo>
                  <a:lnTo>
                    <a:pt x="210371" y="302247"/>
                  </a:lnTo>
                  <a:lnTo>
                    <a:pt x="168187" y="327202"/>
                  </a:lnTo>
                  <a:lnTo>
                    <a:pt x="126045" y="352201"/>
                  </a:lnTo>
                  <a:lnTo>
                    <a:pt x="83958" y="377121"/>
                  </a:lnTo>
                  <a:lnTo>
                    <a:pt x="41939" y="401838"/>
                  </a:lnTo>
                  <a:lnTo>
                    <a:pt x="0" y="42623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75101" y="1814156"/>
              <a:ext cx="48260" cy="68580"/>
            </a:xfrm>
            <a:custGeom>
              <a:avLst/>
              <a:gdLst/>
              <a:ahLst/>
              <a:cxnLst/>
              <a:rect l="l" t="t" r="r" b="b"/>
              <a:pathLst>
                <a:path w="48260" h="68580">
                  <a:moveTo>
                    <a:pt x="47804" y="68430"/>
                  </a:moveTo>
                  <a:lnTo>
                    <a:pt x="35114" y="57829"/>
                  </a:lnTo>
                  <a:lnTo>
                    <a:pt x="22714" y="51837"/>
                  </a:lnTo>
                  <a:lnTo>
                    <a:pt x="10908" y="49636"/>
                  </a:lnTo>
                  <a:lnTo>
                    <a:pt x="0" y="50410"/>
                  </a:lnTo>
                  <a:lnTo>
                    <a:pt x="6124" y="41350"/>
                  </a:lnTo>
                  <a:lnTo>
                    <a:pt x="10121" y="30025"/>
                  </a:lnTo>
                  <a:lnTo>
                    <a:pt x="11132" y="16290"/>
                  </a:lnTo>
                  <a:lnTo>
                    <a:pt x="8297" y="0"/>
                  </a:lnTo>
                </a:path>
              </a:pathLst>
            </a:custGeom>
            <a:ln w="1012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130361" y="1592861"/>
            <a:ext cx="481330" cy="107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00" dirty="0">
                <a:solidFill>
                  <a:srgbClr val="FF0000"/>
                </a:solidFill>
                <a:latin typeface="Arial MT"/>
                <a:cs typeface="Arial MT"/>
              </a:rPr>
              <a:t>Weekly</a:t>
            </a:r>
            <a:r>
              <a:rPr sz="500" spc="1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FF0000"/>
                </a:solidFill>
                <a:latin typeface="Arial MT"/>
                <a:cs typeface="Arial MT"/>
              </a:rPr>
              <a:t>pattern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2" name="object 2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3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3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3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3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3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3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77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383" y="1310680"/>
            <a:ext cx="1845301" cy="171605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Self Attention Vs Cross Attention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356" y="1173513"/>
            <a:ext cx="1691014" cy="1799239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910869" y="613410"/>
            <a:ext cx="32271" cy="25047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125" y="625875"/>
            <a:ext cx="2006507" cy="547638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944" y="890776"/>
            <a:ext cx="2020181" cy="292637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73" y="657498"/>
            <a:ext cx="1387396" cy="18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5015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25" dirty="0">
                <a:solidFill>
                  <a:srgbClr val="FFFFFF"/>
                </a:solidFill>
              </a:rPr>
              <a:t>C</a:t>
            </a:r>
            <a:r>
              <a:rPr cap="small" spc="225" dirty="0">
                <a:solidFill>
                  <a:srgbClr val="FFFFFF"/>
                </a:solidFill>
              </a:rPr>
              <a:t>ross</a:t>
            </a:r>
            <a:r>
              <a:rPr spc="225" dirty="0">
                <a:solidFill>
                  <a:srgbClr val="FFFFFF"/>
                </a:solidFill>
              </a:rPr>
              <a:t>-</a:t>
            </a:r>
            <a:r>
              <a:rPr spc="245" dirty="0">
                <a:solidFill>
                  <a:srgbClr val="FFFFFF"/>
                </a:solidFill>
              </a:rPr>
              <a:t>A</a:t>
            </a:r>
            <a:r>
              <a:rPr cap="small" spc="245" dirty="0">
                <a:solidFill>
                  <a:srgbClr val="FFFFFF"/>
                </a:solidFill>
              </a:rPr>
              <a:t>ttention</a:t>
            </a:r>
            <a:r>
              <a:rPr spc="245" dirty="0">
                <a:solidFill>
                  <a:srgbClr val="FFFFFF"/>
                </a:solidFill>
              </a:rPr>
              <a:t>:</a:t>
            </a:r>
            <a:r>
              <a:rPr spc="500" dirty="0">
                <a:solidFill>
                  <a:srgbClr val="FFFFFF"/>
                </a:solidFill>
              </a:rPr>
              <a:t> </a:t>
            </a:r>
            <a:r>
              <a:rPr spc="260" dirty="0">
                <a:solidFill>
                  <a:srgbClr val="FFFFFF"/>
                </a:solidFill>
              </a:rPr>
              <a:t>I</a:t>
            </a:r>
            <a:r>
              <a:rPr cap="small" spc="260" dirty="0">
                <a:solidFill>
                  <a:srgbClr val="FFFFFF"/>
                </a:solidFill>
              </a:rPr>
              <a:t>nter</a:t>
            </a:r>
            <a:r>
              <a:rPr spc="260" dirty="0">
                <a:solidFill>
                  <a:srgbClr val="FFFFFF"/>
                </a:solidFill>
              </a:rPr>
              <a:t>-</a:t>
            </a:r>
            <a:r>
              <a:rPr spc="240" dirty="0">
                <a:solidFill>
                  <a:srgbClr val="FFFFFF"/>
                </a:solidFill>
              </a:rPr>
              <a:t>S</a:t>
            </a:r>
            <a:r>
              <a:rPr cap="small" spc="240" dirty="0">
                <a:solidFill>
                  <a:srgbClr val="FFFFFF"/>
                </a:solidFill>
              </a:rPr>
              <a:t>equence</a:t>
            </a:r>
            <a:r>
              <a:rPr spc="290" dirty="0">
                <a:solidFill>
                  <a:srgbClr val="FFFFFF"/>
                </a:solidFill>
              </a:rPr>
              <a:t> </a:t>
            </a:r>
            <a:r>
              <a:rPr spc="204" dirty="0">
                <a:solidFill>
                  <a:srgbClr val="FFFFFF"/>
                </a:solidFill>
              </a:rPr>
              <a:t>A</a:t>
            </a:r>
            <a:r>
              <a:rPr cap="small" spc="204" dirty="0">
                <a:solidFill>
                  <a:srgbClr val="FFFFFF"/>
                </a:solidFill>
              </a:rPr>
              <a:t>lignment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554380"/>
            <a:ext cx="69850" cy="1536065"/>
            <a:chOff x="513702" y="554380"/>
            <a:chExt cx="69850" cy="1536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54380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149045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020811"/>
              <a:ext cx="69291" cy="6929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68426" y="476851"/>
            <a:ext cx="4713605" cy="2625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Cross-attention:</a:t>
            </a:r>
            <a:r>
              <a:rPr sz="1050" spc="1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Query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sequence,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keys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values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i="1" spc="-10" dirty="0">
                <a:latin typeface="Arial"/>
                <a:cs typeface="Arial"/>
              </a:rPr>
              <a:t>another</a:t>
            </a:r>
            <a:r>
              <a:rPr sz="1050" spc="-10" dirty="0"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50">
              <a:latin typeface="Arial MT"/>
              <a:cs typeface="Arial MT"/>
            </a:endParaRPr>
          </a:p>
          <a:p>
            <a:pPr marL="1253490">
              <a:lnSpc>
                <a:spcPct val="100000"/>
              </a:lnSpc>
              <a:tabLst>
                <a:tab pos="2131695" algn="l"/>
                <a:tab pos="3004820" algn="l"/>
              </a:tabLst>
            </a:pPr>
            <a:r>
              <a:rPr sz="1050" b="1" dirty="0">
                <a:latin typeface="Arial"/>
                <a:cs typeface="Arial"/>
              </a:rPr>
              <a:t>Q</a:t>
            </a:r>
            <a:r>
              <a:rPr sz="1050" b="1" spc="6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050" b="1" spc="-10" dirty="0">
                <a:latin typeface="Arial"/>
                <a:cs typeface="Arial"/>
              </a:rPr>
              <a:t>X</a:t>
            </a:r>
            <a:r>
              <a:rPr sz="1050" i="1" spc="-15" baseline="-15873" dirty="0">
                <a:latin typeface="Arial"/>
                <a:cs typeface="Arial"/>
              </a:rPr>
              <a:t>A</a:t>
            </a:r>
            <a:r>
              <a:rPr sz="1050" b="1" spc="-10" dirty="0">
                <a:latin typeface="Arial"/>
                <a:cs typeface="Arial"/>
              </a:rPr>
              <a:t>W</a:t>
            </a:r>
            <a:r>
              <a:rPr sz="1050" i="1" spc="-15" baseline="-15873" dirty="0">
                <a:latin typeface="Arial"/>
                <a:cs typeface="Arial"/>
              </a:rPr>
              <a:t>Q</a:t>
            </a:r>
            <a:r>
              <a:rPr sz="1200" i="1" spc="-10" dirty="0">
                <a:latin typeface="Verdana"/>
                <a:cs typeface="Verdana"/>
              </a:rPr>
              <a:t>,</a:t>
            </a:r>
            <a:r>
              <a:rPr sz="1200" i="1" dirty="0">
                <a:latin typeface="Verdana"/>
                <a:cs typeface="Verdana"/>
              </a:rPr>
              <a:t>	</a:t>
            </a:r>
            <a:r>
              <a:rPr sz="1050" b="1" dirty="0">
                <a:latin typeface="Arial"/>
                <a:cs typeface="Arial"/>
              </a:rPr>
              <a:t>K</a:t>
            </a:r>
            <a:r>
              <a:rPr sz="1050" b="1" spc="7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b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B</a:t>
            </a:r>
            <a:r>
              <a:rPr sz="1050" i="1" spc="-157" baseline="-15873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W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-37" baseline="-15873" dirty="0">
                <a:latin typeface="Arial"/>
                <a:cs typeface="Arial"/>
              </a:rPr>
              <a:t> </a:t>
            </a:r>
            <a:r>
              <a:rPr sz="1200" i="1" spc="-50" dirty="0">
                <a:latin typeface="Verdana"/>
                <a:cs typeface="Verdana"/>
              </a:rPr>
              <a:t>,</a:t>
            </a:r>
            <a:r>
              <a:rPr sz="1200" i="1" dirty="0">
                <a:latin typeface="Verdana"/>
                <a:cs typeface="Verdana"/>
              </a:rPr>
              <a:t>	</a:t>
            </a:r>
            <a:r>
              <a:rPr sz="1050" b="1" dirty="0">
                <a:latin typeface="Arial"/>
                <a:cs typeface="Arial"/>
              </a:rPr>
              <a:t>V</a:t>
            </a:r>
            <a:r>
              <a:rPr sz="1050" b="1" spc="6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b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B</a:t>
            </a:r>
            <a:r>
              <a:rPr sz="1050" i="1" spc="-165" baseline="-15873" dirty="0">
                <a:latin typeface="Arial"/>
                <a:cs typeface="Arial"/>
              </a:rPr>
              <a:t> </a:t>
            </a:r>
            <a:r>
              <a:rPr sz="1050" b="1" spc="-25" dirty="0">
                <a:latin typeface="Arial"/>
                <a:cs typeface="Arial"/>
              </a:rPr>
              <a:t>W</a:t>
            </a:r>
            <a:r>
              <a:rPr sz="1050" i="1" spc="-37" baseline="-15873" dirty="0">
                <a:latin typeface="Arial"/>
                <a:cs typeface="Arial"/>
              </a:rPr>
              <a:t>V</a:t>
            </a:r>
            <a:endParaRPr sz="1050" baseline="-15873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50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Time</a:t>
            </a:r>
            <a:r>
              <a:rPr sz="1050" spc="7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Series</a:t>
            </a:r>
            <a:r>
              <a:rPr sz="1050" spc="7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Example:</a:t>
            </a:r>
            <a:r>
              <a:rPr sz="1050" spc="16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Multivariate</a:t>
            </a:r>
            <a:r>
              <a:rPr sz="1050" spc="7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forecasting</a:t>
            </a:r>
            <a:endParaRPr sz="105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  <a:spcBef>
                <a:spcPts val="19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2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Sequence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A: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Stock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prices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(query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current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state)</a:t>
            </a:r>
            <a:endParaRPr sz="95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15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Sequence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B: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Economic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indicators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(keys/values:</a:t>
            </a:r>
            <a:r>
              <a:rPr sz="950" spc="1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inflation,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GDP,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interest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rates)</a:t>
            </a:r>
            <a:endParaRPr sz="95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15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Cross-attention:</a:t>
            </a:r>
            <a:r>
              <a:rPr sz="950" spc="1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Stock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prices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attend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relevant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economic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indicators</a:t>
            </a:r>
            <a:endParaRPr sz="95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Example:</a:t>
            </a:r>
            <a:r>
              <a:rPr sz="950" spc="1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Gold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price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queries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inflation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rate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and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USD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exchange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rate</a:t>
            </a:r>
            <a:endParaRPr sz="95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  <a:spcBef>
                <a:spcPts val="55"/>
              </a:spcBef>
            </a:pPr>
            <a:r>
              <a:rPr sz="1050" spc="-20" dirty="0">
                <a:solidFill>
                  <a:srgbClr val="1B1472"/>
                </a:solidFill>
                <a:latin typeface="Arial MT"/>
                <a:cs typeface="Arial MT"/>
              </a:rPr>
              <a:t>Text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Example:</a:t>
            </a:r>
            <a:r>
              <a:rPr sz="1050" spc="10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Hindi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200" spc="190" dirty="0">
                <a:latin typeface="Cambria"/>
                <a:cs typeface="Cambria"/>
              </a:rPr>
              <a:t>→</a:t>
            </a:r>
            <a:r>
              <a:rPr sz="1200" spc="55" dirty="0">
                <a:latin typeface="Cambria"/>
                <a:cs typeface="Cambria"/>
              </a:rPr>
              <a:t> </a:t>
            </a:r>
            <a:r>
              <a:rPr sz="1050" dirty="0">
                <a:latin typeface="Arial MT"/>
                <a:cs typeface="Arial MT"/>
              </a:rPr>
              <a:t>English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translation</a:t>
            </a:r>
            <a:endParaRPr sz="105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  <a:spcBef>
                <a:spcPts val="16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Sequence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(Decoder):</a:t>
            </a:r>
            <a:r>
              <a:rPr sz="950" spc="1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English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words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being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generated</a:t>
            </a:r>
            <a:endParaRPr sz="95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Sequence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(Encoder):</a:t>
            </a:r>
            <a:r>
              <a:rPr sz="950" spc="1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Hindi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source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sentence</a:t>
            </a:r>
            <a:endParaRPr sz="950">
              <a:latin typeface="Arial MT"/>
              <a:cs typeface="Arial MT"/>
            </a:endParaRPr>
          </a:p>
          <a:p>
            <a:pPr marL="243840">
              <a:lnSpc>
                <a:spcPts val="1095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2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When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generating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”book”,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decoder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attends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Hindi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”kitaab”</a:t>
            </a:r>
            <a:endParaRPr sz="950">
              <a:latin typeface="Arial MT"/>
              <a:cs typeface="Arial MT"/>
            </a:endParaRPr>
          </a:p>
          <a:p>
            <a:pPr marL="243840">
              <a:lnSpc>
                <a:spcPts val="1260"/>
              </a:lnSpc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Example:</a:t>
            </a:r>
            <a:r>
              <a:rPr sz="950" spc="1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Generating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”yah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kitaab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achchhi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hai”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1100" spc="155" dirty="0">
                <a:latin typeface="Cambria"/>
                <a:cs typeface="Cambria"/>
              </a:rPr>
              <a:t>→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950" dirty="0">
                <a:latin typeface="Arial MT"/>
                <a:cs typeface="Arial MT"/>
              </a:rPr>
              <a:t>”This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book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is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good”</a:t>
            </a:r>
            <a:endParaRPr sz="950">
              <a:latin typeface="Arial MT"/>
              <a:cs typeface="Arial MT"/>
            </a:endParaRPr>
          </a:p>
          <a:p>
            <a:pPr marL="534670">
              <a:lnSpc>
                <a:spcPts val="1185"/>
              </a:lnSpc>
            </a:pPr>
            <a:r>
              <a:rPr sz="900" spc="42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2</a:t>
            </a:r>
            <a:r>
              <a:rPr sz="900" spc="60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latin typeface="Arial MT"/>
                <a:cs typeface="Arial MT"/>
              </a:rPr>
              <a:t>”book”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(EN)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attends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”kitaab”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(HI)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1000" i="1" dirty="0">
                <a:latin typeface="Verdana"/>
                <a:cs typeface="Verdana"/>
              </a:rPr>
              <a:t>α</a:t>
            </a:r>
            <a:r>
              <a:rPr sz="1000" i="1" spc="-90" dirty="0">
                <a:latin typeface="Verdana"/>
                <a:cs typeface="Verdana"/>
              </a:rPr>
              <a:t> </a:t>
            </a:r>
            <a:r>
              <a:rPr sz="1000" spc="220" dirty="0">
                <a:latin typeface="Cambria"/>
                <a:cs typeface="Cambria"/>
              </a:rPr>
              <a:t>≈</a:t>
            </a:r>
            <a:r>
              <a:rPr sz="1000" spc="40" dirty="0">
                <a:latin typeface="Cambria"/>
                <a:cs typeface="Cambria"/>
              </a:rPr>
              <a:t> </a:t>
            </a:r>
            <a:r>
              <a:rPr sz="900" spc="-20" dirty="0">
                <a:latin typeface="Arial MT"/>
                <a:cs typeface="Arial MT"/>
              </a:rPr>
              <a:t>0</a:t>
            </a:r>
            <a:r>
              <a:rPr sz="1000" i="1" spc="-20" dirty="0">
                <a:latin typeface="Verdana"/>
                <a:cs typeface="Verdana"/>
              </a:rPr>
              <a:t>.</a:t>
            </a:r>
            <a:r>
              <a:rPr sz="900" spc="-20" dirty="0">
                <a:latin typeface="Arial MT"/>
                <a:cs typeface="Arial MT"/>
              </a:rPr>
              <a:t>85</a:t>
            </a:r>
            <a:endParaRPr sz="900">
              <a:latin typeface="Arial MT"/>
              <a:cs typeface="Arial MT"/>
            </a:endParaRPr>
          </a:p>
          <a:p>
            <a:pPr marL="534670">
              <a:lnSpc>
                <a:spcPts val="1200"/>
              </a:lnSpc>
            </a:pPr>
            <a:r>
              <a:rPr sz="900" spc="42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2</a:t>
            </a:r>
            <a:r>
              <a:rPr sz="900" spc="60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latin typeface="Arial MT"/>
                <a:cs typeface="Arial MT"/>
              </a:rPr>
              <a:t>”good”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(EN)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attends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”achchhi”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(HI)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1000" i="1" dirty="0">
                <a:latin typeface="Verdana"/>
                <a:cs typeface="Verdana"/>
              </a:rPr>
              <a:t>α</a:t>
            </a:r>
            <a:r>
              <a:rPr sz="1000" i="1" spc="-85" dirty="0">
                <a:latin typeface="Verdana"/>
                <a:cs typeface="Verdana"/>
              </a:rPr>
              <a:t> </a:t>
            </a:r>
            <a:r>
              <a:rPr sz="1000" spc="220" dirty="0">
                <a:latin typeface="Cambria"/>
                <a:cs typeface="Cambria"/>
              </a:rPr>
              <a:t>≈</a:t>
            </a:r>
            <a:r>
              <a:rPr sz="1000" spc="40" dirty="0">
                <a:latin typeface="Cambria"/>
                <a:cs typeface="Cambria"/>
              </a:rPr>
              <a:t> </a:t>
            </a:r>
            <a:r>
              <a:rPr sz="900" spc="-20" dirty="0">
                <a:latin typeface="Arial MT"/>
                <a:cs typeface="Arial MT"/>
              </a:rPr>
              <a:t>0</a:t>
            </a:r>
            <a:r>
              <a:rPr sz="1000" i="1" spc="-20" dirty="0">
                <a:latin typeface="Verdana"/>
                <a:cs typeface="Verdana"/>
              </a:rPr>
              <a:t>.</a:t>
            </a:r>
            <a:r>
              <a:rPr sz="900" spc="-20" dirty="0">
                <a:latin typeface="Arial MT"/>
                <a:cs typeface="Arial MT"/>
              </a:rPr>
              <a:t>78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9" name="object 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5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5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5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5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79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25" dirty="0">
                <a:solidFill>
                  <a:srgbClr val="FFFFFF"/>
                </a:solidFill>
              </a:rPr>
              <a:t>C</a:t>
            </a:r>
            <a:r>
              <a:rPr cap="small" spc="225" dirty="0">
                <a:solidFill>
                  <a:srgbClr val="FFFFFF"/>
                </a:solidFill>
              </a:rPr>
              <a:t>ross</a:t>
            </a:r>
            <a:r>
              <a:rPr spc="225" dirty="0">
                <a:solidFill>
                  <a:srgbClr val="FFFFFF"/>
                </a:solidFill>
              </a:rPr>
              <a:t>-</a:t>
            </a:r>
            <a:r>
              <a:rPr spc="245" dirty="0">
                <a:solidFill>
                  <a:srgbClr val="FFFFFF"/>
                </a:solidFill>
              </a:rPr>
              <a:t>A</a:t>
            </a:r>
            <a:r>
              <a:rPr cap="small" spc="245" dirty="0">
                <a:solidFill>
                  <a:srgbClr val="FFFFFF"/>
                </a:solidFill>
              </a:rPr>
              <a:t>ttention</a:t>
            </a:r>
            <a:r>
              <a:rPr spc="245" dirty="0">
                <a:solidFill>
                  <a:srgbClr val="FFFFFF"/>
                </a:solidFill>
              </a:rPr>
              <a:t>:</a:t>
            </a:r>
            <a:r>
              <a:rPr spc="480" dirty="0">
                <a:solidFill>
                  <a:srgbClr val="FFFFFF"/>
                </a:solidFill>
              </a:rPr>
              <a:t> </a:t>
            </a:r>
            <a:r>
              <a:rPr spc="195" dirty="0">
                <a:solidFill>
                  <a:srgbClr val="FFFFFF"/>
                </a:solidFill>
              </a:rPr>
              <a:t>V</a:t>
            </a:r>
            <a:r>
              <a:rPr cap="small" spc="195" dirty="0">
                <a:solidFill>
                  <a:srgbClr val="FFFFFF"/>
                </a:solidFill>
              </a:rPr>
              <a:t>isualization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702" y="873607"/>
            <a:ext cx="69291" cy="692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4626" y="796091"/>
            <a:ext cx="284226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Machine</a:t>
            </a:r>
            <a:r>
              <a:rPr sz="1050" spc="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Translation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Example:</a:t>
            </a:r>
            <a:r>
              <a:rPr sz="1050" spc="9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Hindi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English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9018" y="1028960"/>
            <a:ext cx="290195" cy="208279"/>
          </a:xfrm>
          <a:prstGeom prst="rect">
            <a:avLst/>
          </a:prstGeom>
          <a:solidFill>
            <a:srgbClr val="D1D0E3"/>
          </a:solidFill>
          <a:ln w="5060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14"/>
              </a:spcBef>
            </a:pPr>
            <a:r>
              <a:rPr sz="950" spc="-25" dirty="0">
                <a:latin typeface="Arial MT"/>
                <a:cs typeface="Arial MT"/>
              </a:rPr>
              <a:t>yah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22183" y="1041273"/>
            <a:ext cx="424180" cy="183515"/>
          </a:xfrm>
          <a:prstGeom prst="rect">
            <a:avLst/>
          </a:prstGeom>
          <a:solidFill>
            <a:srgbClr val="D1D0E3"/>
          </a:solidFill>
          <a:ln w="5060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latin typeface="Arial MT"/>
                <a:cs typeface="Arial MT"/>
              </a:rPr>
              <a:t>kitaab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3925" y="1041273"/>
            <a:ext cx="521334" cy="183515"/>
          </a:xfrm>
          <a:prstGeom prst="rect">
            <a:avLst/>
          </a:prstGeom>
          <a:solidFill>
            <a:srgbClr val="D1D0E3"/>
          </a:solidFill>
          <a:ln w="5060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latin typeface="Arial MT"/>
                <a:cs typeface="Arial MT"/>
              </a:rPr>
              <a:t>achchhi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45846" y="1041273"/>
            <a:ext cx="257810" cy="183515"/>
          </a:xfrm>
          <a:prstGeom prst="rect">
            <a:avLst/>
          </a:prstGeom>
          <a:solidFill>
            <a:srgbClr val="D1D0E3"/>
          </a:solidFill>
          <a:ln w="5060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14"/>
              </a:spcBef>
            </a:pPr>
            <a:r>
              <a:rPr sz="950" spc="-25" dirty="0">
                <a:latin typeface="Arial MT"/>
                <a:cs typeface="Arial MT"/>
              </a:rPr>
              <a:t>hai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43697" y="1039531"/>
            <a:ext cx="34417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latin typeface="Arial MT"/>
                <a:cs typeface="Arial MT"/>
              </a:rPr>
              <a:t>Hindi: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230315" y="1674715"/>
            <a:ext cx="1504950" cy="264795"/>
            <a:chOff x="2230315" y="1674715"/>
            <a:chExt cx="1504950" cy="264795"/>
          </a:xfrm>
        </p:grpSpPr>
        <p:sp>
          <p:nvSpPr>
            <p:cNvPr id="11" name="object 11"/>
            <p:cNvSpPr/>
            <p:nvPr/>
          </p:nvSpPr>
          <p:spPr>
            <a:xfrm>
              <a:off x="2232855" y="1677255"/>
              <a:ext cx="462280" cy="259715"/>
            </a:xfrm>
            <a:custGeom>
              <a:avLst/>
              <a:gdLst/>
              <a:ahLst/>
              <a:cxnLst/>
              <a:rect l="l" t="t" r="r" b="b"/>
              <a:pathLst>
                <a:path w="462280" h="259714">
                  <a:moveTo>
                    <a:pt x="230962" y="0"/>
                  </a:moveTo>
                  <a:lnTo>
                    <a:pt x="169562" y="4628"/>
                  </a:lnTo>
                  <a:lnTo>
                    <a:pt x="114390" y="17689"/>
                  </a:lnTo>
                  <a:lnTo>
                    <a:pt x="67646" y="37948"/>
                  </a:lnTo>
                  <a:lnTo>
                    <a:pt x="31532" y="64171"/>
                  </a:lnTo>
                  <a:lnTo>
                    <a:pt x="8250" y="95121"/>
                  </a:lnTo>
                  <a:lnTo>
                    <a:pt x="0" y="129565"/>
                  </a:lnTo>
                  <a:lnTo>
                    <a:pt x="8250" y="164009"/>
                  </a:lnTo>
                  <a:lnTo>
                    <a:pt x="31532" y="194960"/>
                  </a:lnTo>
                  <a:lnTo>
                    <a:pt x="67646" y="221182"/>
                  </a:lnTo>
                  <a:lnTo>
                    <a:pt x="114390" y="241441"/>
                  </a:lnTo>
                  <a:lnTo>
                    <a:pt x="169562" y="254503"/>
                  </a:lnTo>
                  <a:lnTo>
                    <a:pt x="230962" y="259131"/>
                  </a:lnTo>
                  <a:lnTo>
                    <a:pt x="292361" y="254503"/>
                  </a:lnTo>
                  <a:lnTo>
                    <a:pt x="347533" y="241441"/>
                  </a:lnTo>
                  <a:lnTo>
                    <a:pt x="394277" y="221182"/>
                  </a:lnTo>
                  <a:lnTo>
                    <a:pt x="430391" y="194960"/>
                  </a:lnTo>
                  <a:lnTo>
                    <a:pt x="453674" y="164009"/>
                  </a:lnTo>
                  <a:lnTo>
                    <a:pt x="461924" y="129565"/>
                  </a:lnTo>
                  <a:lnTo>
                    <a:pt x="453674" y="95121"/>
                  </a:lnTo>
                  <a:lnTo>
                    <a:pt x="430391" y="64171"/>
                  </a:lnTo>
                  <a:lnTo>
                    <a:pt x="394277" y="37948"/>
                  </a:lnTo>
                  <a:lnTo>
                    <a:pt x="347533" y="17689"/>
                  </a:lnTo>
                  <a:lnTo>
                    <a:pt x="292361" y="4628"/>
                  </a:lnTo>
                  <a:lnTo>
                    <a:pt x="230962" y="0"/>
                  </a:lnTo>
                  <a:close/>
                </a:path>
              </a:pathLst>
            </a:custGeom>
            <a:solidFill>
              <a:srgbClr val="BCD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32855" y="1677255"/>
              <a:ext cx="462280" cy="259715"/>
            </a:xfrm>
            <a:custGeom>
              <a:avLst/>
              <a:gdLst/>
              <a:ahLst/>
              <a:cxnLst/>
              <a:rect l="l" t="t" r="r" b="b"/>
              <a:pathLst>
                <a:path w="462280" h="259714">
                  <a:moveTo>
                    <a:pt x="461924" y="129565"/>
                  </a:moveTo>
                  <a:lnTo>
                    <a:pt x="430391" y="64171"/>
                  </a:lnTo>
                  <a:lnTo>
                    <a:pt x="394277" y="37948"/>
                  </a:lnTo>
                  <a:lnTo>
                    <a:pt x="347533" y="17689"/>
                  </a:lnTo>
                  <a:lnTo>
                    <a:pt x="292361" y="4628"/>
                  </a:lnTo>
                  <a:lnTo>
                    <a:pt x="230962" y="0"/>
                  </a:lnTo>
                  <a:lnTo>
                    <a:pt x="169562" y="4628"/>
                  </a:lnTo>
                  <a:lnTo>
                    <a:pt x="114390" y="17689"/>
                  </a:lnTo>
                  <a:lnTo>
                    <a:pt x="67646" y="37948"/>
                  </a:lnTo>
                  <a:lnTo>
                    <a:pt x="31532" y="64171"/>
                  </a:lnTo>
                  <a:lnTo>
                    <a:pt x="8250" y="95121"/>
                  </a:lnTo>
                  <a:lnTo>
                    <a:pt x="0" y="129565"/>
                  </a:lnTo>
                  <a:lnTo>
                    <a:pt x="8250" y="164009"/>
                  </a:lnTo>
                  <a:lnTo>
                    <a:pt x="31532" y="194960"/>
                  </a:lnTo>
                  <a:lnTo>
                    <a:pt x="67646" y="221182"/>
                  </a:lnTo>
                  <a:lnTo>
                    <a:pt x="114390" y="241441"/>
                  </a:lnTo>
                  <a:lnTo>
                    <a:pt x="169562" y="254503"/>
                  </a:lnTo>
                  <a:lnTo>
                    <a:pt x="230962" y="259131"/>
                  </a:lnTo>
                  <a:lnTo>
                    <a:pt x="292361" y="254503"/>
                  </a:lnTo>
                  <a:lnTo>
                    <a:pt x="347533" y="241441"/>
                  </a:lnTo>
                  <a:lnTo>
                    <a:pt x="394277" y="221182"/>
                  </a:lnTo>
                  <a:lnTo>
                    <a:pt x="430391" y="194960"/>
                  </a:lnTo>
                  <a:lnTo>
                    <a:pt x="453674" y="164009"/>
                  </a:lnTo>
                  <a:lnTo>
                    <a:pt x="461924" y="129565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78503" y="1677255"/>
              <a:ext cx="511175" cy="259715"/>
            </a:xfrm>
            <a:custGeom>
              <a:avLst/>
              <a:gdLst/>
              <a:ahLst/>
              <a:cxnLst/>
              <a:rect l="l" t="t" r="r" b="b"/>
              <a:pathLst>
                <a:path w="511175" h="259714">
                  <a:moveTo>
                    <a:pt x="255560" y="0"/>
                  </a:moveTo>
                  <a:lnTo>
                    <a:pt x="196962" y="3421"/>
                  </a:lnTo>
                  <a:lnTo>
                    <a:pt x="143170" y="13169"/>
                  </a:lnTo>
                  <a:lnTo>
                    <a:pt x="95719" y="28463"/>
                  </a:lnTo>
                  <a:lnTo>
                    <a:pt x="56143" y="48528"/>
                  </a:lnTo>
                  <a:lnTo>
                    <a:pt x="25975" y="72585"/>
                  </a:lnTo>
                  <a:lnTo>
                    <a:pt x="0" y="129565"/>
                  </a:lnTo>
                  <a:lnTo>
                    <a:pt x="6749" y="159274"/>
                  </a:lnTo>
                  <a:lnTo>
                    <a:pt x="56143" y="210602"/>
                  </a:lnTo>
                  <a:lnTo>
                    <a:pt x="95719" y="230667"/>
                  </a:lnTo>
                  <a:lnTo>
                    <a:pt x="143170" y="245962"/>
                  </a:lnTo>
                  <a:lnTo>
                    <a:pt x="196962" y="255709"/>
                  </a:lnTo>
                  <a:lnTo>
                    <a:pt x="255560" y="259131"/>
                  </a:lnTo>
                  <a:lnTo>
                    <a:pt x="314158" y="255709"/>
                  </a:lnTo>
                  <a:lnTo>
                    <a:pt x="367950" y="245962"/>
                  </a:lnTo>
                  <a:lnTo>
                    <a:pt x="415401" y="230667"/>
                  </a:lnTo>
                  <a:lnTo>
                    <a:pt x="454978" y="210602"/>
                  </a:lnTo>
                  <a:lnTo>
                    <a:pt x="485146" y="186545"/>
                  </a:lnTo>
                  <a:lnTo>
                    <a:pt x="511121" y="129565"/>
                  </a:lnTo>
                  <a:lnTo>
                    <a:pt x="504371" y="99857"/>
                  </a:lnTo>
                  <a:lnTo>
                    <a:pt x="454978" y="48528"/>
                  </a:lnTo>
                  <a:lnTo>
                    <a:pt x="415401" y="28463"/>
                  </a:lnTo>
                  <a:lnTo>
                    <a:pt x="367950" y="13169"/>
                  </a:lnTo>
                  <a:lnTo>
                    <a:pt x="314158" y="3421"/>
                  </a:lnTo>
                  <a:lnTo>
                    <a:pt x="255560" y="0"/>
                  </a:lnTo>
                  <a:close/>
                </a:path>
              </a:pathLst>
            </a:custGeom>
            <a:solidFill>
              <a:srgbClr val="BCD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78503" y="1677255"/>
              <a:ext cx="511175" cy="259715"/>
            </a:xfrm>
            <a:custGeom>
              <a:avLst/>
              <a:gdLst/>
              <a:ahLst/>
              <a:cxnLst/>
              <a:rect l="l" t="t" r="r" b="b"/>
              <a:pathLst>
                <a:path w="511175" h="259714">
                  <a:moveTo>
                    <a:pt x="511121" y="129565"/>
                  </a:moveTo>
                  <a:lnTo>
                    <a:pt x="485146" y="72585"/>
                  </a:lnTo>
                  <a:lnTo>
                    <a:pt x="454978" y="48528"/>
                  </a:lnTo>
                  <a:lnTo>
                    <a:pt x="415401" y="28463"/>
                  </a:lnTo>
                  <a:lnTo>
                    <a:pt x="367950" y="13169"/>
                  </a:lnTo>
                  <a:lnTo>
                    <a:pt x="314158" y="3421"/>
                  </a:lnTo>
                  <a:lnTo>
                    <a:pt x="255560" y="0"/>
                  </a:lnTo>
                  <a:lnTo>
                    <a:pt x="196962" y="3421"/>
                  </a:lnTo>
                  <a:lnTo>
                    <a:pt x="143170" y="13169"/>
                  </a:lnTo>
                  <a:lnTo>
                    <a:pt x="95719" y="28463"/>
                  </a:lnTo>
                  <a:lnTo>
                    <a:pt x="56143" y="48528"/>
                  </a:lnTo>
                  <a:lnTo>
                    <a:pt x="25975" y="72585"/>
                  </a:lnTo>
                  <a:lnTo>
                    <a:pt x="0" y="129565"/>
                  </a:lnTo>
                  <a:lnTo>
                    <a:pt x="6749" y="159274"/>
                  </a:lnTo>
                  <a:lnTo>
                    <a:pt x="56143" y="210602"/>
                  </a:lnTo>
                  <a:lnTo>
                    <a:pt x="95719" y="230667"/>
                  </a:lnTo>
                  <a:lnTo>
                    <a:pt x="143170" y="245962"/>
                  </a:lnTo>
                  <a:lnTo>
                    <a:pt x="196962" y="255709"/>
                  </a:lnTo>
                  <a:lnTo>
                    <a:pt x="255560" y="259131"/>
                  </a:lnTo>
                  <a:lnTo>
                    <a:pt x="314158" y="255709"/>
                  </a:lnTo>
                  <a:lnTo>
                    <a:pt x="367950" y="245962"/>
                  </a:lnTo>
                  <a:lnTo>
                    <a:pt x="415401" y="230667"/>
                  </a:lnTo>
                  <a:lnTo>
                    <a:pt x="454978" y="210602"/>
                  </a:lnTo>
                  <a:lnTo>
                    <a:pt x="485146" y="186545"/>
                  </a:lnTo>
                  <a:lnTo>
                    <a:pt x="511121" y="129565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76243" y="1677255"/>
              <a:ext cx="256540" cy="259715"/>
            </a:xfrm>
            <a:custGeom>
              <a:avLst/>
              <a:gdLst/>
              <a:ahLst/>
              <a:cxnLst/>
              <a:rect l="l" t="t" r="r" b="b"/>
              <a:pathLst>
                <a:path w="256539" h="259714">
                  <a:moveTo>
                    <a:pt x="128067" y="0"/>
                  </a:moveTo>
                  <a:lnTo>
                    <a:pt x="78217" y="10181"/>
                  </a:lnTo>
                  <a:lnTo>
                    <a:pt x="37509" y="37948"/>
                  </a:lnTo>
                  <a:lnTo>
                    <a:pt x="10064" y="79132"/>
                  </a:lnTo>
                  <a:lnTo>
                    <a:pt x="0" y="129565"/>
                  </a:lnTo>
                  <a:lnTo>
                    <a:pt x="10064" y="179998"/>
                  </a:lnTo>
                  <a:lnTo>
                    <a:pt x="37509" y="221182"/>
                  </a:lnTo>
                  <a:lnTo>
                    <a:pt x="78217" y="248949"/>
                  </a:lnTo>
                  <a:lnTo>
                    <a:pt x="128067" y="259131"/>
                  </a:lnTo>
                  <a:lnTo>
                    <a:pt x="177918" y="248949"/>
                  </a:lnTo>
                  <a:lnTo>
                    <a:pt x="218625" y="221182"/>
                  </a:lnTo>
                  <a:lnTo>
                    <a:pt x="246071" y="179998"/>
                  </a:lnTo>
                  <a:lnTo>
                    <a:pt x="256135" y="129565"/>
                  </a:lnTo>
                  <a:lnTo>
                    <a:pt x="246071" y="79132"/>
                  </a:lnTo>
                  <a:lnTo>
                    <a:pt x="218625" y="37948"/>
                  </a:lnTo>
                  <a:lnTo>
                    <a:pt x="177918" y="10181"/>
                  </a:lnTo>
                  <a:lnTo>
                    <a:pt x="128067" y="0"/>
                  </a:lnTo>
                  <a:close/>
                </a:path>
              </a:pathLst>
            </a:custGeom>
            <a:solidFill>
              <a:srgbClr val="BCD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76243" y="1677255"/>
              <a:ext cx="256540" cy="259715"/>
            </a:xfrm>
            <a:custGeom>
              <a:avLst/>
              <a:gdLst/>
              <a:ahLst/>
              <a:cxnLst/>
              <a:rect l="l" t="t" r="r" b="b"/>
              <a:pathLst>
                <a:path w="256539" h="259714">
                  <a:moveTo>
                    <a:pt x="256135" y="129565"/>
                  </a:moveTo>
                  <a:lnTo>
                    <a:pt x="246071" y="79132"/>
                  </a:lnTo>
                  <a:lnTo>
                    <a:pt x="218625" y="37948"/>
                  </a:lnTo>
                  <a:lnTo>
                    <a:pt x="177918" y="10181"/>
                  </a:lnTo>
                  <a:lnTo>
                    <a:pt x="128067" y="0"/>
                  </a:lnTo>
                  <a:lnTo>
                    <a:pt x="78217" y="10181"/>
                  </a:lnTo>
                  <a:lnTo>
                    <a:pt x="37509" y="37948"/>
                  </a:lnTo>
                  <a:lnTo>
                    <a:pt x="10064" y="79132"/>
                  </a:lnTo>
                  <a:lnTo>
                    <a:pt x="0" y="129565"/>
                  </a:lnTo>
                  <a:lnTo>
                    <a:pt x="10064" y="179998"/>
                  </a:lnTo>
                  <a:lnTo>
                    <a:pt x="37509" y="221182"/>
                  </a:lnTo>
                  <a:lnTo>
                    <a:pt x="78217" y="248949"/>
                  </a:lnTo>
                  <a:lnTo>
                    <a:pt x="128067" y="259131"/>
                  </a:lnTo>
                  <a:lnTo>
                    <a:pt x="177918" y="248949"/>
                  </a:lnTo>
                  <a:lnTo>
                    <a:pt x="218625" y="221182"/>
                  </a:lnTo>
                  <a:lnTo>
                    <a:pt x="246071" y="179998"/>
                  </a:lnTo>
                  <a:lnTo>
                    <a:pt x="256135" y="129565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333345" y="1713457"/>
            <a:ext cx="132905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65150" algn="l"/>
                <a:tab pos="1225550" algn="l"/>
              </a:tabLst>
            </a:pPr>
            <a:r>
              <a:rPr sz="950" spc="-20" dirty="0">
                <a:latin typeface="Arial MT"/>
                <a:cs typeface="Arial MT"/>
              </a:rPr>
              <a:t>This</a:t>
            </a:r>
            <a:r>
              <a:rPr sz="950" dirty="0">
                <a:latin typeface="Arial MT"/>
                <a:cs typeface="Arial MT"/>
              </a:rPr>
              <a:t>	</a:t>
            </a:r>
            <a:r>
              <a:rPr sz="950" spc="-20" dirty="0">
                <a:latin typeface="Arial MT"/>
                <a:cs typeface="Arial MT"/>
              </a:rPr>
              <a:t>book</a:t>
            </a:r>
            <a:r>
              <a:rPr sz="950" dirty="0">
                <a:latin typeface="Arial MT"/>
                <a:cs typeface="Arial MT"/>
              </a:rPr>
              <a:t>	</a:t>
            </a:r>
            <a:r>
              <a:rPr sz="950" spc="-25" dirty="0">
                <a:latin typeface="Arial MT"/>
                <a:cs typeface="Arial MT"/>
              </a:rPr>
              <a:t>is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11521" y="1656551"/>
            <a:ext cx="526415" cy="300990"/>
            <a:chOff x="3911521" y="1656551"/>
            <a:chExt cx="526415" cy="300990"/>
          </a:xfrm>
        </p:grpSpPr>
        <p:sp>
          <p:nvSpPr>
            <p:cNvPr id="19" name="object 19"/>
            <p:cNvSpPr/>
            <p:nvPr/>
          </p:nvSpPr>
          <p:spPr>
            <a:xfrm>
              <a:off x="3914061" y="1659091"/>
              <a:ext cx="521334" cy="295910"/>
            </a:xfrm>
            <a:custGeom>
              <a:avLst/>
              <a:gdLst/>
              <a:ahLst/>
              <a:cxnLst/>
              <a:rect l="l" t="t" r="r" b="b"/>
              <a:pathLst>
                <a:path w="521335" h="295910">
                  <a:moveTo>
                    <a:pt x="260497" y="0"/>
                  </a:moveTo>
                  <a:lnTo>
                    <a:pt x="200767" y="3901"/>
                  </a:lnTo>
                  <a:lnTo>
                    <a:pt x="145936" y="15015"/>
                  </a:lnTo>
                  <a:lnTo>
                    <a:pt x="97568" y="32454"/>
                  </a:lnTo>
                  <a:lnTo>
                    <a:pt x="57227" y="55331"/>
                  </a:lnTo>
                  <a:lnTo>
                    <a:pt x="26476" y="82761"/>
                  </a:lnTo>
                  <a:lnTo>
                    <a:pt x="0" y="147729"/>
                  </a:lnTo>
                  <a:lnTo>
                    <a:pt x="6879" y="181602"/>
                  </a:lnTo>
                  <a:lnTo>
                    <a:pt x="57227" y="240126"/>
                  </a:lnTo>
                  <a:lnTo>
                    <a:pt x="97568" y="263004"/>
                  </a:lnTo>
                  <a:lnTo>
                    <a:pt x="145936" y="280443"/>
                  </a:lnTo>
                  <a:lnTo>
                    <a:pt x="200767" y="291557"/>
                  </a:lnTo>
                  <a:lnTo>
                    <a:pt x="260497" y="295458"/>
                  </a:lnTo>
                  <a:lnTo>
                    <a:pt x="320227" y="291557"/>
                  </a:lnTo>
                  <a:lnTo>
                    <a:pt x="375058" y="280443"/>
                  </a:lnTo>
                  <a:lnTo>
                    <a:pt x="423426" y="263004"/>
                  </a:lnTo>
                  <a:lnTo>
                    <a:pt x="463767" y="240126"/>
                  </a:lnTo>
                  <a:lnTo>
                    <a:pt x="494518" y="212697"/>
                  </a:lnTo>
                  <a:lnTo>
                    <a:pt x="520995" y="147729"/>
                  </a:lnTo>
                  <a:lnTo>
                    <a:pt x="514115" y="113855"/>
                  </a:lnTo>
                  <a:lnTo>
                    <a:pt x="463767" y="55331"/>
                  </a:lnTo>
                  <a:lnTo>
                    <a:pt x="423426" y="32454"/>
                  </a:lnTo>
                  <a:lnTo>
                    <a:pt x="375058" y="15015"/>
                  </a:lnTo>
                  <a:lnTo>
                    <a:pt x="320227" y="3901"/>
                  </a:lnTo>
                  <a:lnTo>
                    <a:pt x="260497" y="0"/>
                  </a:lnTo>
                  <a:close/>
                </a:path>
              </a:pathLst>
            </a:custGeom>
            <a:solidFill>
              <a:srgbClr val="BCD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14061" y="1659091"/>
              <a:ext cx="521334" cy="295910"/>
            </a:xfrm>
            <a:custGeom>
              <a:avLst/>
              <a:gdLst/>
              <a:ahLst/>
              <a:cxnLst/>
              <a:rect l="l" t="t" r="r" b="b"/>
              <a:pathLst>
                <a:path w="521335" h="295910">
                  <a:moveTo>
                    <a:pt x="520995" y="147729"/>
                  </a:moveTo>
                  <a:lnTo>
                    <a:pt x="494518" y="82761"/>
                  </a:lnTo>
                  <a:lnTo>
                    <a:pt x="463767" y="55331"/>
                  </a:lnTo>
                  <a:lnTo>
                    <a:pt x="423426" y="32454"/>
                  </a:lnTo>
                  <a:lnTo>
                    <a:pt x="375058" y="15015"/>
                  </a:lnTo>
                  <a:lnTo>
                    <a:pt x="320227" y="3901"/>
                  </a:lnTo>
                  <a:lnTo>
                    <a:pt x="260497" y="0"/>
                  </a:lnTo>
                  <a:lnTo>
                    <a:pt x="200767" y="3901"/>
                  </a:lnTo>
                  <a:lnTo>
                    <a:pt x="145936" y="15015"/>
                  </a:lnTo>
                  <a:lnTo>
                    <a:pt x="97568" y="32454"/>
                  </a:lnTo>
                  <a:lnTo>
                    <a:pt x="57227" y="55331"/>
                  </a:lnTo>
                  <a:lnTo>
                    <a:pt x="26476" y="82761"/>
                  </a:lnTo>
                  <a:lnTo>
                    <a:pt x="0" y="147729"/>
                  </a:lnTo>
                  <a:lnTo>
                    <a:pt x="6879" y="181602"/>
                  </a:lnTo>
                  <a:lnTo>
                    <a:pt x="57227" y="240126"/>
                  </a:lnTo>
                  <a:lnTo>
                    <a:pt x="97568" y="263004"/>
                  </a:lnTo>
                  <a:lnTo>
                    <a:pt x="145936" y="280443"/>
                  </a:lnTo>
                  <a:lnTo>
                    <a:pt x="200767" y="291557"/>
                  </a:lnTo>
                  <a:lnTo>
                    <a:pt x="260497" y="295458"/>
                  </a:lnTo>
                  <a:lnTo>
                    <a:pt x="320227" y="291557"/>
                  </a:lnTo>
                  <a:lnTo>
                    <a:pt x="375058" y="280443"/>
                  </a:lnTo>
                  <a:lnTo>
                    <a:pt x="423426" y="263004"/>
                  </a:lnTo>
                  <a:lnTo>
                    <a:pt x="463767" y="240126"/>
                  </a:lnTo>
                  <a:lnTo>
                    <a:pt x="494518" y="212697"/>
                  </a:lnTo>
                  <a:lnTo>
                    <a:pt x="520995" y="147729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596644" y="1700617"/>
            <a:ext cx="272986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439035" algn="l"/>
              </a:tabLst>
            </a:pPr>
            <a:r>
              <a:rPr sz="950" spc="-10" dirty="0">
                <a:latin typeface="Arial MT"/>
                <a:cs typeface="Arial MT"/>
              </a:rPr>
              <a:t>English:</a:t>
            </a:r>
            <a:r>
              <a:rPr sz="950" dirty="0">
                <a:latin typeface="Arial MT"/>
                <a:cs typeface="Arial MT"/>
              </a:rPr>
              <a:t>	</a:t>
            </a:r>
            <a:r>
              <a:rPr sz="950" spc="-20" dirty="0">
                <a:latin typeface="Arial MT"/>
                <a:cs typeface="Arial MT"/>
              </a:rPr>
              <a:t>good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966146" y="1227038"/>
            <a:ext cx="135890" cy="458470"/>
            <a:chOff x="2966146" y="1227038"/>
            <a:chExt cx="135890" cy="458470"/>
          </a:xfrm>
        </p:grpSpPr>
        <p:sp>
          <p:nvSpPr>
            <p:cNvPr id="23" name="object 23"/>
            <p:cNvSpPr/>
            <p:nvPr/>
          </p:nvSpPr>
          <p:spPr>
            <a:xfrm>
              <a:off x="3034063" y="1247282"/>
              <a:ext cx="0" cy="427990"/>
            </a:xfrm>
            <a:custGeom>
              <a:avLst/>
              <a:gdLst/>
              <a:ahLst/>
              <a:cxnLst/>
              <a:rect l="l" t="t" r="r" b="b"/>
              <a:pathLst>
                <a:path h="427989">
                  <a:moveTo>
                    <a:pt x="0" y="427442"/>
                  </a:moveTo>
                  <a:lnTo>
                    <a:pt x="0" y="0"/>
                  </a:lnTo>
                </a:path>
              </a:pathLst>
            </a:custGeom>
            <a:ln w="20244">
              <a:solidFill>
                <a:srgbClr val="EC20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66146" y="1227038"/>
              <a:ext cx="135832" cy="6478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3077019" y="1342541"/>
            <a:ext cx="5461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EC2027"/>
                </a:solidFill>
                <a:latin typeface="Verdana"/>
                <a:cs typeface="Verdana"/>
              </a:rPr>
              <a:t>α</a:t>
            </a:r>
            <a:r>
              <a:rPr sz="1100" i="1" spc="-60" dirty="0">
                <a:solidFill>
                  <a:srgbClr val="EC2027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EC2027"/>
                </a:solidFill>
                <a:latin typeface="Tahoma"/>
                <a:cs typeface="Tahoma"/>
              </a:rPr>
              <a:t>=</a:t>
            </a:r>
            <a:r>
              <a:rPr sz="1100" spc="-15" dirty="0">
                <a:solidFill>
                  <a:srgbClr val="EC2027"/>
                </a:solidFill>
                <a:latin typeface="Tahoma"/>
                <a:cs typeface="Tahoma"/>
              </a:rPr>
              <a:t> </a:t>
            </a:r>
            <a:r>
              <a:rPr sz="950" spc="-20" dirty="0">
                <a:solidFill>
                  <a:srgbClr val="EC2027"/>
                </a:solidFill>
                <a:latin typeface="Arial MT"/>
                <a:cs typeface="Arial MT"/>
              </a:rPr>
              <a:t>0</a:t>
            </a:r>
            <a:r>
              <a:rPr sz="1100" i="1" spc="-20" dirty="0">
                <a:solidFill>
                  <a:srgbClr val="EC2027"/>
                </a:solidFill>
                <a:latin typeface="Verdana"/>
                <a:cs typeface="Verdana"/>
              </a:rPr>
              <a:t>.</a:t>
            </a:r>
            <a:r>
              <a:rPr sz="950" spc="-20" dirty="0">
                <a:solidFill>
                  <a:srgbClr val="EC2027"/>
                </a:solidFill>
                <a:latin typeface="Arial MT"/>
                <a:cs typeface="Arial MT"/>
              </a:rPr>
              <a:t>82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395900" y="1196430"/>
            <a:ext cx="1647825" cy="513080"/>
            <a:chOff x="2395900" y="1196430"/>
            <a:chExt cx="1647825" cy="513080"/>
          </a:xfrm>
        </p:grpSpPr>
        <p:sp>
          <p:nvSpPr>
            <p:cNvPr id="27" name="object 27"/>
            <p:cNvSpPr/>
            <p:nvPr/>
          </p:nvSpPr>
          <p:spPr>
            <a:xfrm>
              <a:off x="2557135" y="1243214"/>
              <a:ext cx="374650" cy="442595"/>
            </a:xfrm>
            <a:custGeom>
              <a:avLst/>
              <a:gdLst/>
              <a:ahLst/>
              <a:cxnLst/>
              <a:rect l="l" t="t" r="r" b="b"/>
              <a:pathLst>
                <a:path w="374650" h="442594">
                  <a:moveTo>
                    <a:pt x="374362" y="44239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49320" y="1241283"/>
              <a:ext cx="46355" cy="40005"/>
            </a:xfrm>
            <a:custGeom>
              <a:avLst/>
              <a:gdLst/>
              <a:ahLst/>
              <a:cxnLst/>
              <a:rect l="l" t="t" r="r" b="b"/>
              <a:pathLst>
                <a:path w="46355" h="40005">
                  <a:moveTo>
                    <a:pt x="0" y="39703"/>
                  </a:moveTo>
                  <a:lnTo>
                    <a:pt x="6123" y="28467"/>
                  </a:lnTo>
                  <a:lnTo>
                    <a:pt x="8741" y="18010"/>
                  </a:lnTo>
                  <a:lnTo>
                    <a:pt x="8534" y="8474"/>
                  </a:lnTo>
                  <a:lnTo>
                    <a:pt x="6180" y="0"/>
                  </a:lnTo>
                  <a:lnTo>
                    <a:pt x="14148" y="3723"/>
                  </a:lnTo>
                  <a:lnTo>
                    <a:pt x="23518" y="5506"/>
                  </a:lnTo>
                  <a:lnTo>
                    <a:pt x="34264" y="4653"/>
                  </a:lnTo>
                  <a:lnTo>
                    <a:pt x="46359" y="474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136628" y="1230901"/>
              <a:ext cx="384810" cy="455295"/>
            </a:xfrm>
            <a:custGeom>
              <a:avLst/>
              <a:gdLst/>
              <a:ahLst/>
              <a:cxnLst/>
              <a:rect l="l" t="t" r="r" b="b"/>
              <a:pathLst>
                <a:path w="384810" h="455294">
                  <a:moveTo>
                    <a:pt x="0" y="454710"/>
                  </a:moveTo>
                  <a:lnTo>
                    <a:pt x="38477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82860" y="1228969"/>
              <a:ext cx="46355" cy="40005"/>
            </a:xfrm>
            <a:custGeom>
              <a:avLst/>
              <a:gdLst/>
              <a:ahLst/>
              <a:cxnLst/>
              <a:rect l="l" t="t" r="r" b="b"/>
              <a:pathLst>
                <a:path w="46354" h="40005">
                  <a:moveTo>
                    <a:pt x="0" y="474"/>
                  </a:moveTo>
                  <a:lnTo>
                    <a:pt x="12094" y="4653"/>
                  </a:lnTo>
                  <a:lnTo>
                    <a:pt x="22840" y="5506"/>
                  </a:lnTo>
                  <a:lnTo>
                    <a:pt x="32211" y="3723"/>
                  </a:lnTo>
                  <a:lnTo>
                    <a:pt x="40179" y="0"/>
                  </a:lnTo>
                  <a:lnTo>
                    <a:pt x="37825" y="8474"/>
                  </a:lnTo>
                  <a:lnTo>
                    <a:pt x="37617" y="18010"/>
                  </a:lnTo>
                  <a:lnTo>
                    <a:pt x="40236" y="28467"/>
                  </a:lnTo>
                  <a:lnTo>
                    <a:pt x="46359" y="39703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03033" y="1213010"/>
              <a:ext cx="836294" cy="494030"/>
            </a:xfrm>
            <a:custGeom>
              <a:avLst/>
              <a:gdLst/>
              <a:ahLst/>
              <a:cxnLst/>
              <a:rect l="l" t="t" r="r" b="b"/>
              <a:pathLst>
                <a:path w="836295" h="494030">
                  <a:moveTo>
                    <a:pt x="0" y="493965"/>
                  </a:moveTo>
                  <a:lnTo>
                    <a:pt x="835923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003032" y="1198970"/>
              <a:ext cx="38100" cy="52705"/>
            </a:xfrm>
            <a:custGeom>
              <a:avLst/>
              <a:gdLst/>
              <a:ahLst/>
              <a:cxnLst/>
              <a:rect l="l" t="t" r="r" b="b"/>
              <a:pathLst>
                <a:path w="38100" h="52705">
                  <a:moveTo>
                    <a:pt x="0" y="0"/>
                  </a:moveTo>
                  <a:lnTo>
                    <a:pt x="10049" y="7921"/>
                  </a:lnTo>
                  <a:lnTo>
                    <a:pt x="19919" y="12257"/>
                  </a:lnTo>
                  <a:lnTo>
                    <a:pt x="29354" y="13652"/>
                  </a:lnTo>
                  <a:lnTo>
                    <a:pt x="38103" y="12753"/>
                  </a:lnTo>
                  <a:lnTo>
                    <a:pt x="33095" y="19983"/>
                  </a:lnTo>
                  <a:lnTo>
                    <a:pt x="29766" y="28921"/>
                  </a:lnTo>
                  <a:lnTo>
                    <a:pt x="28804" y="39658"/>
                  </a:lnTo>
                  <a:lnTo>
                    <a:pt x="30895" y="52282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463816" y="1259596"/>
              <a:ext cx="0" cy="415290"/>
            </a:xfrm>
            <a:custGeom>
              <a:avLst/>
              <a:gdLst/>
              <a:ahLst/>
              <a:cxnLst/>
              <a:rect l="l" t="t" r="r" b="b"/>
              <a:pathLst>
                <a:path h="415289">
                  <a:moveTo>
                    <a:pt x="0" y="415129"/>
                  </a:moveTo>
                  <a:lnTo>
                    <a:pt x="0" y="0"/>
                  </a:lnTo>
                </a:path>
              </a:pathLst>
            </a:custGeom>
            <a:ln w="20244">
              <a:solidFill>
                <a:srgbClr val="1B14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5900" y="1239351"/>
              <a:ext cx="135832" cy="64781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875116" y="1348700"/>
            <a:ext cx="5461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1B1472"/>
                </a:solidFill>
                <a:latin typeface="Verdana"/>
                <a:cs typeface="Verdana"/>
              </a:rPr>
              <a:t>α</a:t>
            </a:r>
            <a:r>
              <a:rPr sz="1100" i="1" spc="-60" dirty="0">
                <a:solidFill>
                  <a:srgbClr val="1B147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1B1472"/>
                </a:solidFill>
                <a:latin typeface="Tahoma"/>
                <a:cs typeface="Tahoma"/>
              </a:rPr>
              <a:t>=</a:t>
            </a:r>
            <a:r>
              <a:rPr sz="1100" spc="-15" dirty="0">
                <a:solidFill>
                  <a:srgbClr val="1B1472"/>
                </a:solidFill>
                <a:latin typeface="Tahoma"/>
                <a:cs typeface="Tahoma"/>
              </a:rPr>
              <a:t> </a:t>
            </a:r>
            <a:r>
              <a:rPr sz="950" spc="-20" dirty="0">
                <a:solidFill>
                  <a:srgbClr val="1B1472"/>
                </a:solidFill>
                <a:latin typeface="Arial MT"/>
                <a:cs typeface="Arial MT"/>
              </a:rPr>
              <a:t>0</a:t>
            </a:r>
            <a:r>
              <a:rPr sz="1100" i="1" spc="-20" dirty="0">
                <a:solidFill>
                  <a:srgbClr val="1B1472"/>
                </a:solidFill>
                <a:latin typeface="Verdana"/>
                <a:cs typeface="Verdana"/>
              </a:rPr>
              <a:t>.</a:t>
            </a:r>
            <a:r>
              <a:rPr sz="950" spc="-20" dirty="0">
                <a:solidFill>
                  <a:srgbClr val="1B1472"/>
                </a:solidFill>
                <a:latin typeface="Arial MT"/>
                <a:cs typeface="Arial MT"/>
              </a:rPr>
              <a:t>85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665013" y="1221309"/>
            <a:ext cx="405765" cy="461009"/>
            <a:chOff x="3665013" y="1221309"/>
            <a:chExt cx="405765" cy="461009"/>
          </a:xfrm>
        </p:grpSpPr>
        <p:sp>
          <p:nvSpPr>
            <p:cNvPr id="37" name="object 37"/>
            <p:cNvSpPr/>
            <p:nvPr/>
          </p:nvSpPr>
          <p:spPr>
            <a:xfrm>
              <a:off x="3697021" y="1242491"/>
              <a:ext cx="363220" cy="429259"/>
            </a:xfrm>
            <a:custGeom>
              <a:avLst/>
              <a:gdLst/>
              <a:ahLst/>
              <a:cxnLst/>
              <a:rect l="l" t="t" r="r" b="b"/>
              <a:pathLst>
                <a:path w="363220" h="429260">
                  <a:moveTo>
                    <a:pt x="363058" y="429056"/>
                  </a:moveTo>
                  <a:lnTo>
                    <a:pt x="0" y="0"/>
                  </a:lnTo>
                </a:path>
              </a:pathLst>
            </a:custGeom>
            <a:ln w="20244">
              <a:solidFill>
                <a:srgbClr val="218B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65013" y="1221309"/>
              <a:ext cx="108476" cy="94906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3914952" y="1340953"/>
            <a:ext cx="5461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218B21"/>
                </a:solidFill>
                <a:latin typeface="Verdana"/>
                <a:cs typeface="Verdana"/>
              </a:rPr>
              <a:t>α</a:t>
            </a:r>
            <a:r>
              <a:rPr sz="1100" i="1" spc="-60" dirty="0">
                <a:solidFill>
                  <a:srgbClr val="218B21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218B21"/>
                </a:solidFill>
                <a:latin typeface="Tahoma"/>
                <a:cs typeface="Tahoma"/>
              </a:rPr>
              <a:t>=</a:t>
            </a:r>
            <a:r>
              <a:rPr sz="1100" spc="-15" dirty="0">
                <a:solidFill>
                  <a:srgbClr val="218B21"/>
                </a:solidFill>
                <a:latin typeface="Tahoma"/>
                <a:cs typeface="Tahoma"/>
              </a:rPr>
              <a:t> </a:t>
            </a:r>
            <a:r>
              <a:rPr sz="950" spc="-20" dirty="0">
                <a:solidFill>
                  <a:srgbClr val="218B21"/>
                </a:solidFill>
                <a:latin typeface="Arial MT"/>
                <a:cs typeface="Arial MT"/>
              </a:rPr>
              <a:t>0</a:t>
            </a:r>
            <a:r>
              <a:rPr sz="1100" i="1" spc="-20" dirty="0">
                <a:solidFill>
                  <a:srgbClr val="218B21"/>
                </a:solidFill>
                <a:latin typeface="Verdana"/>
                <a:cs typeface="Verdana"/>
              </a:rPr>
              <a:t>.</a:t>
            </a:r>
            <a:r>
              <a:rPr sz="950" spc="-20" dirty="0">
                <a:solidFill>
                  <a:srgbClr val="218B21"/>
                </a:solidFill>
                <a:latin typeface="Arial MT"/>
                <a:cs typeface="Arial MT"/>
              </a:rPr>
              <a:t>78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0" y="2106688"/>
            <a:ext cx="5760085" cy="1127125"/>
            <a:chOff x="0" y="2106688"/>
            <a:chExt cx="5760085" cy="1127125"/>
          </a:xfrm>
        </p:grpSpPr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106688"/>
              <a:ext cx="69291" cy="6929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511564"/>
              <a:ext cx="69291" cy="6929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44626" y="2009672"/>
            <a:ext cx="4633595" cy="614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9875">
              <a:lnSpc>
                <a:spcPct val="114700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Key:</a:t>
            </a:r>
            <a:r>
              <a:rPr sz="1050" spc="11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Decoder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(English)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dynamically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attends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relevant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parts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encoder (Hindi).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This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is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exactly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Bahdanau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attention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–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original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cross-attention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mechanism!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8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8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8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8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8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8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80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5" dirty="0">
                <a:solidFill>
                  <a:srgbClr val="FFFFFF"/>
                </a:solidFill>
              </a:rPr>
              <a:t>M</a:t>
            </a:r>
            <a:r>
              <a:rPr cap="small" spc="265" dirty="0">
                <a:solidFill>
                  <a:srgbClr val="FFFFFF"/>
                </a:solidFill>
              </a:rPr>
              <a:t>asked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245" dirty="0">
                <a:solidFill>
                  <a:srgbClr val="FFFFFF"/>
                </a:solidFill>
              </a:rPr>
              <a:t>A</a:t>
            </a:r>
            <a:r>
              <a:rPr cap="small" spc="245" dirty="0">
                <a:solidFill>
                  <a:srgbClr val="FFFFFF"/>
                </a:solidFill>
              </a:rPr>
              <a:t>ttention</a:t>
            </a:r>
            <a:r>
              <a:rPr spc="245" dirty="0">
                <a:solidFill>
                  <a:srgbClr val="FFFFFF"/>
                </a:solidFill>
              </a:rPr>
              <a:t>:</a:t>
            </a:r>
            <a:r>
              <a:rPr spc="480" dirty="0">
                <a:solidFill>
                  <a:srgbClr val="FFFFFF"/>
                </a:solidFill>
              </a:rPr>
              <a:t> </a:t>
            </a:r>
            <a:r>
              <a:rPr spc="240" dirty="0">
                <a:solidFill>
                  <a:srgbClr val="FFFFFF"/>
                </a:solidFill>
              </a:rPr>
              <a:t>C</a:t>
            </a:r>
            <a:r>
              <a:rPr cap="small" spc="240" dirty="0">
                <a:solidFill>
                  <a:srgbClr val="FFFFFF"/>
                </a:solidFill>
              </a:rPr>
              <a:t>ausal</a:t>
            </a:r>
            <a:r>
              <a:rPr spc="240" dirty="0">
                <a:solidFill>
                  <a:srgbClr val="FFFFFF"/>
                </a:solidFill>
              </a:rPr>
              <a:t>/A</a:t>
            </a:r>
            <a:r>
              <a:rPr cap="small" spc="240" dirty="0">
                <a:solidFill>
                  <a:srgbClr val="FFFFFF"/>
                </a:solidFill>
              </a:rPr>
              <a:t>utoregressive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568731"/>
            <a:ext cx="69850" cy="1764030"/>
            <a:chOff x="513702" y="568731"/>
            <a:chExt cx="69850" cy="17640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68731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362671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263140"/>
              <a:ext cx="69291" cy="6929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44626" y="471715"/>
            <a:ext cx="4539615" cy="392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Masked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attention:</a:t>
            </a:r>
            <a:r>
              <a:rPr sz="1050" spc="1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Self-attention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causal</a:t>
            </a:r>
            <a:r>
              <a:rPr sz="1050" i="1" spc="55" dirty="0">
                <a:latin typeface="Arial"/>
                <a:cs typeface="Arial"/>
              </a:rPr>
              <a:t> </a:t>
            </a:r>
            <a:r>
              <a:rPr sz="1050" i="1" dirty="0">
                <a:latin typeface="Arial"/>
                <a:cs typeface="Arial"/>
              </a:rPr>
              <a:t>constraint</a:t>
            </a:r>
            <a:r>
              <a:rPr sz="1050" i="1" spc="16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–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only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attend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to </a:t>
            </a:r>
            <a:r>
              <a:rPr sz="1050" spc="-10" dirty="0">
                <a:latin typeface="Arial MT"/>
                <a:cs typeface="Arial MT"/>
              </a:rPr>
              <a:t>past.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60"/>
              </a:spcBef>
            </a:pPr>
            <a:r>
              <a:rPr sz="1050" dirty="0">
                <a:solidFill>
                  <a:srgbClr val="1B1472"/>
                </a:solidFill>
              </a:rPr>
              <a:t>Time</a:t>
            </a:r>
            <a:r>
              <a:rPr sz="1050" spc="50" dirty="0">
                <a:solidFill>
                  <a:srgbClr val="1B1472"/>
                </a:solidFill>
              </a:rPr>
              <a:t> </a:t>
            </a:r>
            <a:r>
              <a:rPr sz="1050" dirty="0">
                <a:solidFill>
                  <a:srgbClr val="1B1472"/>
                </a:solidFill>
              </a:rPr>
              <a:t>Series</a:t>
            </a:r>
            <a:r>
              <a:rPr sz="1050" spc="50" dirty="0">
                <a:solidFill>
                  <a:srgbClr val="1B1472"/>
                </a:solidFill>
              </a:rPr>
              <a:t> </a:t>
            </a:r>
            <a:r>
              <a:rPr sz="1050" dirty="0">
                <a:solidFill>
                  <a:srgbClr val="1B1472"/>
                </a:solidFill>
              </a:rPr>
              <a:t>Example:</a:t>
            </a:r>
            <a:r>
              <a:rPr sz="1050" spc="135" dirty="0">
                <a:solidFill>
                  <a:srgbClr val="1B1472"/>
                </a:solidFill>
              </a:rPr>
              <a:t> </a:t>
            </a:r>
            <a:r>
              <a:rPr sz="1050" dirty="0"/>
              <a:t>Stock</a:t>
            </a:r>
            <a:r>
              <a:rPr sz="1050" spc="50" dirty="0"/>
              <a:t> </a:t>
            </a:r>
            <a:r>
              <a:rPr sz="1050" dirty="0"/>
              <a:t>price</a:t>
            </a:r>
            <a:r>
              <a:rPr sz="1050" spc="50" dirty="0"/>
              <a:t> </a:t>
            </a:r>
            <a:r>
              <a:rPr sz="1050" dirty="0"/>
              <a:t>prediction</a:t>
            </a:r>
            <a:r>
              <a:rPr sz="1050" spc="50" dirty="0"/>
              <a:t> </a:t>
            </a:r>
            <a:r>
              <a:rPr sz="1050" dirty="0"/>
              <a:t>(prevent</a:t>
            </a:r>
            <a:r>
              <a:rPr sz="1050" spc="55" dirty="0"/>
              <a:t> </a:t>
            </a:r>
            <a:r>
              <a:rPr sz="1050" dirty="0"/>
              <a:t>future</a:t>
            </a:r>
            <a:r>
              <a:rPr sz="1050" spc="50" dirty="0"/>
              <a:t> </a:t>
            </a:r>
            <a:r>
              <a:rPr sz="1050" spc="-10" dirty="0"/>
              <a:t>leakage)</a:t>
            </a:r>
            <a:endParaRPr sz="1050"/>
          </a:p>
          <a:p>
            <a:pPr marL="205740">
              <a:lnSpc>
                <a:spcPct val="100000"/>
              </a:lnSpc>
              <a:spcBef>
                <a:spcPts val="13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6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/>
              <a:t>Predicting</a:t>
            </a:r>
            <a:r>
              <a:rPr sz="950" spc="35" dirty="0"/>
              <a:t> </a:t>
            </a:r>
            <a:r>
              <a:rPr sz="950" dirty="0"/>
              <a:t>price</a:t>
            </a:r>
            <a:r>
              <a:rPr sz="950" spc="40" dirty="0"/>
              <a:t> </a:t>
            </a:r>
            <a:r>
              <a:rPr sz="950" dirty="0"/>
              <a:t>at</a:t>
            </a:r>
            <a:r>
              <a:rPr sz="950" spc="35" dirty="0"/>
              <a:t> </a:t>
            </a:r>
            <a:r>
              <a:rPr sz="950" dirty="0"/>
              <a:t>time</a:t>
            </a:r>
            <a:r>
              <a:rPr sz="950" spc="35" dirty="0"/>
              <a:t> 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950" i="1" spc="140" dirty="0">
                <a:latin typeface="Arial"/>
                <a:cs typeface="Arial"/>
              </a:rPr>
              <a:t> </a:t>
            </a:r>
            <a:r>
              <a:rPr sz="950" dirty="0"/>
              <a:t>using</a:t>
            </a:r>
            <a:r>
              <a:rPr sz="950" spc="35" dirty="0"/>
              <a:t> </a:t>
            </a:r>
            <a:r>
              <a:rPr sz="950" dirty="0"/>
              <a:t>only</a:t>
            </a:r>
            <a:r>
              <a:rPr sz="950" spc="35" dirty="0"/>
              <a:t> </a:t>
            </a:r>
            <a:r>
              <a:rPr sz="950" dirty="0"/>
              <a:t>times</a:t>
            </a:r>
            <a:r>
              <a:rPr sz="950" spc="35" dirty="0"/>
              <a:t> </a:t>
            </a:r>
            <a:r>
              <a:rPr sz="950" spc="-50" dirty="0"/>
              <a:t>1</a:t>
            </a:r>
            <a:r>
              <a:rPr sz="1100" i="1" spc="-50" dirty="0">
                <a:latin typeface="Verdana"/>
                <a:cs typeface="Verdana"/>
              </a:rPr>
              <a:t>,</a:t>
            </a:r>
            <a:r>
              <a:rPr sz="1100" i="1" spc="-18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8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8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8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185" dirty="0">
                <a:latin typeface="Verdana"/>
                <a:cs typeface="Verdana"/>
              </a:rPr>
              <a:t> 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950" i="1" spc="10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950" spc="-50" dirty="0"/>
              <a:t>1</a:t>
            </a:r>
            <a:endParaRPr sz="950">
              <a:latin typeface="Cambria"/>
              <a:cs typeface="Cambria"/>
            </a:endParaRPr>
          </a:p>
          <a:p>
            <a:pPr marL="205740">
              <a:lnSpc>
                <a:spcPct val="100000"/>
              </a:lnSpc>
              <a:spcBef>
                <a:spcPts val="3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7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/>
              <a:t>Mask</a:t>
            </a:r>
            <a:r>
              <a:rPr sz="950" spc="45" dirty="0"/>
              <a:t> </a:t>
            </a:r>
            <a:r>
              <a:rPr sz="950" dirty="0"/>
              <a:t>prevents</a:t>
            </a:r>
            <a:r>
              <a:rPr sz="950" spc="45" dirty="0"/>
              <a:t> </a:t>
            </a:r>
            <a:r>
              <a:rPr sz="950" dirty="0"/>
              <a:t>attending</a:t>
            </a:r>
            <a:r>
              <a:rPr sz="950" spc="40" dirty="0"/>
              <a:t> </a:t>
            </a:r>
            <a:r>
              <a:rPr sz="950" dirty="0"/>
              <a:t>to</a:t>
            </a:r>
            <a:r>
              <a:rPr sz="950" spc="45" dirty="0"/>
              <a:t> </a:t>
            </a:r>
            <a:r>
              <a:rPr sz="950" dirty="0"/>
              <a:t>future</a:t>
            </a:r>
            <a:r>
              <a:rPr sz="950" spc="40" dirty="0"/>
              <a:t> </a:t>
            </a:r>
            <a:r>
              <a:rPr sz="950" dirty="0"/>
              <a:t>times</a:t>
            </a:r>
            <a:r>
              <a:rPr sz="950" spc="45" dirty="0"/>
              <a:t> 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950" i="1" spc="1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950" spc="-50" dirty="0"/>
              <a:t>1</a:t>
            </a:r>
            <a:r>
              <a:rPr sz="1100" i="1" spc="-50" dirty="0">
                <a:latin typeface="Verdana"/>
                <a:cs typeface="Verdana"/>
              </a:rPr>
              <a:t>,</a:t>
            </a:r>
            <a:r>
              <a:rPr sz="1100" i="1" spc="-180" dirty="0">
                <a:latin typeface="Verdana"/>
                <a:cs typeface="Verdana"/>
              </a:rPr>
              <a:t> 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950" i="1" spc="1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950" spc="-50" dirty="0"/>
              <a:t>2</a:t>
            </a:r>
            <a:r>
              <a:rPr sz="1100" i="1" spc="-50" dirty="0">
                <a:latin typeface="Verdana"/>
                <a:cs typeface="Verdana"/>
              </a:rPr>
              <a:t>,</a:t>
            </a:r>
            <a:r>
              <a:rPr sz="1100" i="1" spc="-18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8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80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  <a:p>
            <a:pPr marL="205740">
              <a:lnSpc>
                <a:spcPct val="100000"/>
              </a:lnSpc>
              <a:spcBef>
                <a:spcPts val="18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/>
              <a:t>Ensures</a:t>
            </a:r>
            <a:r>
              <a:rPr sz="950" spc="65" dirty="0"/>
              <a:t> </a:t>
            </a:r>
            <a:r>
              <a:rPr sz="950" dirty="0"/>
              <a:t>no</a:t>
            </a:r>
            <a:r>
              <a:rPr sz="950" spc="65" dirty="0"/>
              <a:t> </a:t>
            </a:r>
            <a:r>
              <a:rPr sz="950" dirty="0"/>
              <a:t>”cheating”</a:t>
            </a:r>
            <a:r>
              <a:rPr sz="950" spc="65" dirty="0"/>
              <a:t> </a:t>
            </a:r>
            <a:r>
              <a:rPr sz="950" dirty="0"/>
              <a:t>during</a:t>
            </a:r>
            <a:r>
              <a:rPr sz="950" spc="65" dirty="0"/>
              <a:t> </a:t>
            </a:r>
            <a:r>
              <a:rPr sz="950" spc="-10" dirty="0"/>
              <a:t>training</a:t>
            </a:r>
            <a:endParaRPr sz="950">
              <a:latin typeface="Times New Roman"/>
              <a:cs typeface="Times New Roman"/>
            </a:endParaRPr>
          </a:p>
          <a:p>
            <a:pPr marL="2057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2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/>
              <a:t>Example:</a:t>
            </a:r>
            <a:r>
              <a:rPr sz="950" spc="160" dirty="0"/>
              <a:t> </a:t>
            </a:r>
            <a:r>
              <a:rPr sz="950" dirty="0"/>
              <a:t>Predict</a:t>
            </a:r>
            <a:r>
              <a:rPr sz="950" spc="70" dirty="0"/>
              <a:t> </a:t>
            </a:r>
            <a:r>
              <a:rPr sz="950" dirty="0"/>
              <a:t>tomorrow’s</a:t>
            </a:r>
            <a:r>
              <a:rPr sz="950" spc="75" dirty="0"/>
              <a:t> </a:t>
            </a:r>
            <a:r>
              <a:rPr sz="950" dirty="0"/>
              <a:t>gold</a:t>
            </a:r>
            <a:r>
              <a:rPr sz="950" spc="75" dirty="0"/>
              <a:t> </a:t>
            </a:r>
            <a:r>
              <a:rPr sz="950" dirty="0"/>
              <a:t>price</a:t>
            </a:r>
            <a:r>
              <a:rPr sz="950" spc="75" dirty="0"/>
              <a:t> </a:t>
            </a:r>
            <a:r>
              <a:rPr sz="950" dirty="0"/>
              <a:t>without</a:t>
            </a:r>
            <a:r>
              <a:rPr sz="950" spc="75" dirty="0"/>
              <a:t> </a:t>
            </a:r>
            <a:r>
              <a:rPr sz="950" dirty="0"/>
              <a:t>seeing</a:t>
            </a:r>
            <a:r>
              <a:rPr sz="950" spc="70" dirty="0"/>
              <a:t> </a:t>
            </a:r>
            <a:r>
              <a:rPr sz="950" dirty="0"/>
              <a:t>tomorrow’s</a:t>
            </a:r>
            <a:r>
              <a:rPr sz="950" spc="75" dirty="0"/>
              <a:t> </a:t>
            </a:r>
            <a:r>
              <a:rPr sz="950" dirty="0"/>
              <a:t>actual</a:t>
            </a:r>
            <a:r>
              <a:rPr sz="950" spc="75" dirty="0"/>
              <a:t> </a:t>
            </a:r>
            <a:r>
              <a:rPr sz="950" spc="-10" dirty="0"/>
              <a:t>price</a:t>
            </a:r>
            <a:endParaRPr sz="9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340"/>
              </a:spcBef>
            </a:pPr>
            <a:r>
              <a:rPr sz="1050" spc="-20" dirty="0">
                <a:solidFill>
                  <a:srgbClr val="1B1472"/>
                </a:solidFill>
              </a:rPr>
              <a:t>Text</a:t>
            </a:r>
            <a:r>
              <a:rPr sz="1050" spc="40" dirty="0">
                <a:solidFill>
                  <a:srgbClr val="1B1472"/>
                </a:solidFill>
              </a:rPr>
              <a:t> </a:t>
            </a:r>
            <a:r>
              <a:rPr sz="1050" dirty="0">
                <a:solidFill>
                  <a:srgbClr val="1B1472"/>
                </a:solidFill>
              </a:rPr>
              <a:t>Example:</a:t>
            </a:r>
            <a:r>
              <a:rPr sz="1050" spc="120" dirty="0">
                <a:solidFill>
                  <a:srgbClr val="1B1472"/>
                </a:solidFill>
              </a:rPr>
              <a:t> </a:t>
            </a:r>
            <a:r>
              <a:rPr sz="1050" spc="-30" dirty="0"/>
              <a:t>GPT-</a:t>
            </a:r>
            <a:r>
              <a:rPr sz="1050" dirty="0"/>
              <a:t>style</a:t>
            </a:r>
            <a:r>
              <a:rPr sz="1050" spc="45" dirty="0"/>
              <a:t> </a:t>
            </a:r>
            <a:r>
              <a:rPr sz="1050" dirty="0"/>
              <a:t>language</a:t>
            </a:r>
            <a:r>
              <a:rPr sz="1050" spc="45" dirty="0"/>
              <a:t> </a:t>
            </a:r>
            <a:r>
              <a:rPr sz="1050" spc="-10" dirty="0"/>
              <a:t>modeling</a:t>
            </a:r>
            <a:endParaRPr sz="1050"/>
          </a:p>
          <a:p>
            <a:pPr marL="205740">
              <a:lnSpc>
                <a:spcPct val="100000"/>
              </a:lnSpc>
              <a:spcBef>
                <a:spcPts val="28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7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/>
              <a:t>Task:</a:t>
            </a:r>
            <a:r>
              <a:rPr sz="950" spc="114" dirty="0"/>
              <a:t> </a:t>
            </a:r>
            <a:r>
              <a:rPr sz="950" dirty="0"/>
              <a:t>Predict</a:t>
            </a:r>
            <a:r>
              <a:rPr sz="950" spc="40" dirty="0"/>
              <a:t> </a:t>
            </a:r>
            <a:r>
              <a:rPr sz="950" dirty="0"/>
              <a:t>next</a:t>
            </a:r>
            <a:r>
              <a:rPr sz="950" spc="40" dirty="0"/>
              <a:t> </a:t>
            </a:r>
            <a:r>
              <a:rPr sz="950" dirty="0"/>
              <a:t>word</a:t>
            </a:r>
            <a:r>
              <a:rPr sz="950" spc="40" dirty="0"/>
              <a:t> </a:t>
            </a:r>
            <a:r>
              <a:rPr sz="950" dirty="0"/>
              <a:t>given</a:t>
            </a:r>
            <a:r>
              <a:rPr sz="950" spc="40" dirty="0"/>
              <a:t> </a:t>
            </a:r>
            <a:r>
              <a:rPr sz="950" dirty="0"/>
              <a:t>previous</a:t>
            </a:r>
            <a:r>
              <a:rPr sz="950" spc="40" dirty="0"/>
              <a:t> </a:t>
            </a:r>
            <a:r>
              <a:rPr sz="950" dirty="0"/>
              <a:t>words.</a:t>
            </a:r>
            <a:r>
              <a:rPr sz="950" spc="110" dirty="0"/>
              <a:t> </a:t>
            </a:r>
            <a:r>
              <a:rPr sz="950" dirty="0"/>
              <a:t>”The</a:t>
            </a:r>
            <a:r>
              <a:rPr sz="950" spc="40" dirty="0"/>
              <a:t> </a:t>
            </a:r>
            <a:r>
              <a:rPr sz="950" dirty="0"/>
              <a:t>customer</a:t>
            </a:r>
            <a:r>
              <a:rPr sz="950" spc="45" dirty="0"/>
              <a:t> </a:t>
            </a:r>
            <a:r>
              <a:rPr sz="950" dirty="0"/>
              <a:t>was</a:t>
            </a:r>
            <a:r>
              <a:rPr sz="950" spc="40" dirty="0"/>
              <a:t> </a:t>
            </a:r>
            <a:r>
              <a:rPr sz="950" dirty="0"/>
              <a:t>very</a:t>
            </a:r>
            <a:r>
              <a:rPr sz="950" spc="105" dirty="0"/>
              <a:t> </a:t>
            </a:r>
            <a:r>
              <a:rPr sz="950" u="sng" spc="3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950" spc="-50" dirty="0"/>
              <a:t>”</a:t>
            </a:r>
            <a:endParaRPr sz="950">
              <a:latin typeface="Times New Roman"/>
              <a:cs typeface="Times New Roman"/>
            </a:endParaRPr>
          </a:p>
          <a:p>
            <a:pPr marL="2057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8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/>
              <a:t>Token</a:t>
            </a:r>
            <a:r>
              <a:rPr sz="950" spc="50" dirty="0"/>
              <a:t> </a:t>
            </a:r>
            <a:r>
              <a:rPr sz="950" dirty="0"/>
              <a:t>at</a:t>
            </a:r>
            <a:r>
              <a:rPr sz="950" spc="50" dirty="0"/>
              <a:t> </a:t>
            </a:r>
            <a:r>
              <a:rPr sz="950" dirty="0"/>
              <a:t>position</a:t>
            </a:r>
            <a:r>
              <a:rPr sz="950" spc="50" dirty="0"/>
              <a:t> </a:t>
            </a:r>
            <a:r>
              <a:rPr sz="950" dirty="0"/>
              <a:t>5</a:t>
            </a:r>
            <a:r>
              <a:rPr sz="950" spc="50" dirty="0"/>
              <a:t> </a:t>
            </a:r>
            <a:r>
              <a:rPr sz="950" dirty="0"/>
              <a:t>(”very”)</a:t>
            </a:r>
            <a:r>
              <a:rPr sz="950" spc="55" dirty="0"/>
              <a:t> </a:t>
            </a:r>
            <a:r>
              <a:rPr sz="950" dirty="0"/>
              <a:t>can</a:t>
            </a:r>
            <a:r>
              <a:rPr sz="950" spc="50" dirty="0"/>
              <a:t> </a:t>
            </a:r>
            <a:r>
              <a:rPr sz="950" dirty="0"/>
              <a:t>only</a:t>
            </a:r>
            <a:r>
              <a:rPr sz="950" spc="50" dirty="0"/>
              <a:t> </a:t>
            </a:r>
            <a:r>
              <a:rPr sz="950" dirty="0"/>
              <a:t>attend</a:t>
            </a:r>
            <a:r>
              <a:rPr sz="950" spc="50" dirty="0"/>
              <a:t> </a:t>
            </a:r>
            <a:r>
              <a:rPr sz="950" dirty="0"/>
              <a:t>to</a:t>
            </a:r>
            <a:r>
              <a:rPr sz="950" spc="50" dirty="0"/>
              <a:t> </a:t>
            </a:r>
            <a:r>
              <a:rPr sz="950" dirty="0"/>
              <a:t>positions</a:t>
            </a:r>
            <a:r>
              <a:rPr sz="950" spc="50" dirty="0"/>
              <a:t> </a:t>
            </a:r>
            <a:r>
              <a:rPr sz="950" dirty="0"/>
              <a:t>1-</a:t>
            </a:r>
            <a:r>
              <a:rPr sz="950" spc="-50" dirty="0"/>
              <a:t>4</a:t>
            </a:r>
            <a:endParaRPr sz="950">
              <a:latin typeface="Times New Roman"/>
              <a:cs typeface="Times New Roman"/>
            </a:endParaRPr>
          </a:p>
          <a:p>
            <a:pPr marL="2057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/>
              <a:t>Cannot</a:t>
            </a:r>
            <a:r>
              <a:rPr sz="950" spc="70" dirty="0"/>
              <a:t> </a:t>
            </a:r>
            <a:r>
              <a:rPr sz="950" dirty="0"/>
              <a:t>see</a:t>
            </a:r>
            <a:r>
              <a:rPr sz="950" spc="60" dirty="0"/>
              <a:t> </a:t>
            </a:r>
            <a:r>
              <a:rPr sz="950" dirty="0"/>
              <a:t>future</a:t>
            </a:r>
            <a:r>
              <a:rPr sz="950" spc="65" dirty="0"/>
              <a:t> </a:t>
            </a:r>
            <a:r>
              <a:rPr sz="950" dirty="0"/>
              <a:t>tokens</a:t>
            </a:r>
            <a:r>
              <a:rPr sz="950" spc="60" dirty="0"/>
              <a:t> </a:t>
            </a:r>
            <a:r>
              <a:rPr sz="950" dirty="0"/>
              <a:t>during</a:t>
            </a:r>
            <a:r>
              <a:rPr sz="950" spc="60" dirty="0"/>
              <a:t> </a:t>
            </a:r>
            <a:r>
              <a:rPr sz="950" dirty="0"/>
              <a:t>training</a:t>
            </a:r>
            <a:r>
              <a:rPr sz="950" spc="65" dirty="0"/>
              <a:t> </a:t>
            </a:r>
            <a:r>
              <a:rPr sz="950" dirty="0"/>
              <a:t>or</a:t>
            </a:r>
            <a:r>
              <a:rPr sz="950" spc="60" dirty="0"/>
              <a:t> </a:t>
            </a:r>
            <a:r>
              <a:rPr sz="950" spc="-10" dirty="0"/>
              <a:t>inference</a:t>
            </a:r>
            <a:endParaRPr sz="950">
              <a:latin typeface="Times New Roman"/>
              <a:cs typeface="Times New Roman"/>
            </a:endParaRPr>
          </a:p>
          <a:p>
            <a:pPr marL="2057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/>
              <a:t>Autoregressive:</a:t>
            </a:r>
            <a:r>
              <a:rPr sz="950" spc="150" dirty="0"/>
              <a:t> </a:t>
            </a:r>
            <a:r>
              <a:rPr sz="950" dirty="0"/>
              <a:t>generate</a:t>
            </a:r>
            <a:r>
              <a:rPr sz="950" spc="65" dirty="0"/>
              <a:t> </a:t>
            </a:r>
            <a:r>
              <a:rPr sz="950" dirty="0"/>
              <a:t>one</a:t>
            </a:r>
            <a:r>
              <a:rPr sz="950" spc="65" dirty="0"/>
              <a:t> </a:t>
            </a:r>
            <a:r>
              <a:rPr sz="950" dirty="0"/>
              <a:t>token</a:t>
            </a:r>
            <a:r>
              <a:rPr sz="950" spc="65" dirty="0"/>
              <a:t> </a:t>
            </a:r>
            <a:r>
              <a:rPr sz="950" dirty="0"/>
              <a:t>at</a:t>
            </a:r>
            <a:r>
              <a:rPr sz="950" spc="65" dirty="0"/>
              <a:t> </a:t>
            </a:r>
            <a:r>
              <a:rPr sz="950" dirty="0"/>
              <a:t>a</a:t>
            </a:r>
            <a:r>
              <a:rPr sz="950" spc="65" dirty="0"/>
              <a:t> </a:t>
            </a:r>
            <a:r>
              <a:rPr sz="950" dirty="0"/>
              <a:t>time,</a:t>
            </a:r>
            <a:r>
              <a:rPr sz="950" spc="70" dirty="0"/>
              <a:t> </a:t>
            </a:r>
            <a:r>
              <a:rPr sz="950" dirty="0"/>
              <a:t>left-to-</a:t>
            </a:r>
            <a:r>
              <a:rPr sz="950" spc="-10" dirty="0"/>
              <a:t>right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15" name="object 1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5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5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5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5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81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6210F42-0AEC-CA9E-7F9C-BC96018EDF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3300" y="700253"/>
            <a:ext cx="1925193" cy="43421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/>
          <p:cNvSpPr>
            <a:spLocks noGrp="1"/>
          </p:cNvSpPr>
          <p:nvPr>
            <p:ph sz="quarter" idx="10"/>
          </p:nvPr>
        </p:nvSpPr>
        <p:spPr>
          <a:xfrm>
            <a:off x="76487" y="14925"/>
            <a:ext cx="3988012" cy="540544"/>
          </a:xfrm>
        </p:spPr>
        <p:txBody>
          <a:bodyPr>
            <a:normAutofit/>
          </a:bodyPr>
          <a:lstStyle/>
          <a:p>
            <a:r>
              <a:rPr lang="en-IN" sz="1200" spc="265" dirty="0">
                <a:solidFill>
                  <a:srgbClr val="FFFFFF"/>
                </a:solidFill>
              </a:rPr>
              <a:t>M</a:t>
            </a:r>
            <a:r>
              <a:rPr lang="en-IN" sz="1200" cap="small" spc="265" dirty="0">
                <a:solidFill>
                  <a:srgbClr val="FFFFFF"/>
                </a:solidFill>
              </a:rPr>
              <a:t>asked</a:t>
            </a:r>
            <a:r>
              <a:rPr lang="en-IN" sz="1200" spc="275" dirty="0">
                <a:solidFill>
                  <a:srgbClr val="FFFFFF"/>
                </a:solidFill>
              </a:rPr>
              <a:t> </a:t>
            </a:r>
            <a:r>
              <a:rPr lang="en-IN" sz="1200" spc="245" dirty="0">
                <a:solidFill>
                  <a:srgbClr val="FFFFFF"/>
                </a:solidFill>
              </a:rPr>
              <a:t>A</a:t>
            </a:r>
            <a:r>
              <a:rPr lang="en-IN" sz="1200" cap="small" spc="245" dirty="0">
                <a:solidFill>
                  <a:srgbClr val="FFFFFF"/>
                </a:solidFill>
              </a:rPr>
              <a:t>ttention</a:t>
            </a:r>
            <a:r>
              <a:rPr lang="en-IN" sz="1200" spc="245" dirty="0">
                <a:solidFill>
                  <a:srgbClr val="FFFFFF"/>
                </a:solidFill>
              </a:rPr>
              <a:t>:</a:t>
            </a:r>
            <a:r>
              <a:rPr lang="en-IN" sz="1200" spc="480" dirty="0">
                <a:solidFill>
                  <a:srgbClr val="FFFFFF"/>
                </a:solidFill>
              </a:rPr>
              <a:t> </a:t>
            </a:r>
            <a:r>
              <a:rPr lang="en-IN" sz="1200" spc="240" dirty="0">
                <a:solidFill>
                  <a:srgbClr val="FFFFFF"/>
                </a:solidFill>
              </a:rPr>
              <a:t>C</a:t>
            </a:r>
            <a:r>
              <a:rPr lang="en-IN" sz="1200" cap="small" spc="240" dirty="0">
                <a:solidFill>
                  <a:srgbClr val="FFFFFF"/>
                </a:solidFill>
              </a:rPr>
              <a:t>ausal</a:t>
            </a:r>
            <a:r>
              <a:rPr lang="en-IN" sz="1200" spc="240" dirty="0">
                <a:solidFill>
                  <a:srgbClr val="FFFFFF"/>
                </a:solidFill>
              </a:rPr>
              <a:t>/A</a:t>
            </a:r>
            <a:r>
              <a:rPr lang="en-IN" sz="1200" cap="small" spc="240" dirty="0">
                <a:solidFill>
                  <a:srgbClr val="FFFFFF"/>
                </a:solidFill>
              </a:rPr>
              <a:t>utoregressive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87" y="1078474"/>
            <a:ext cx="2515951" cy="1952541"/>
          </a:xfrm>
          <a:prstGeom prst="rect">
            <a:avLst/>
          </a:prstGeom>
        </p:spPr>
        <p:txBody>
          <a:bodyPr vert="horz" wrap="square" lIns="0" tIns="6306" rIns="0" bIns="0" rtlCol="0">
            <a:spAutoFit/>
          </a:bodyPr>
          <a:lstStyle/>
          <a:p>
            <a:pPr marL="162157" indent="-162157">
              <a:buFont typeface="Arial" panose="020B0604020202020204" pitchFamily="34" charset="0"/>
              <a:buChar char="•"/>
            </a:pPr>
            <a:r>
              <a:rPr lang="en-US" sz="1040" dirty="0">
                <a:latin typeface="Cambria" panose="02040503050406030204" pitchFamily="18" charset="0"/>
                <a:ea typeface="Cambria" panose="02040503050406030204" pitchFamily="18" charset="0"/>
              </a:rPr>
              <a:t>Calculation of the comparisons in QK results in a score for each query value to every key value, </a:t>
            </a:r>
            <a:r>
              <a:rPr lang="en-US" sz="104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including those that follow the query</a:t>
            </a:r>
          </a:p>
          <a:p>
            <a:pPr marL="162157" indent="-162157">
              <a:buFont typeface="Arial" panose="020B0604020202020204" pitchFamily="34" charset="0"/>
              <a:buChar char="•"/>
            </a:pPr>
            <a:r>
              <a:rPr lang="en-US" sz="1040" dirty="0">
                <a:latin typeface="Cambria" panose="02040503050406030204" pitchFamily="18" charset="0"/>
                <a:ea typeface="Cambria" panose="02040503050406030204" pitchFamily="18" charset="0"/>
              </a:rPr>
              <a:t>Inappropriate in the setting of language modeling</a:t>
            </a:r>
          </a:p>
          <a:p>
            <a:pPr marL="168163" marR="2402" indent="-162157">
              <a:spcBef>
                <a:spcPts val="50"/>
              </a:spcBef>
              <a:buClr>
                <a:srgbClr val="8B1515"/>
              </a:buClr>
              <a:buFont typeface="Arial" panose="020B0604020202020204" pitchFamily="34" charset="0"/>
              <a:buChar char="•"/>
              <a:tabLst>
                <a:tab pos="167863" algn="l"/>
                <a:tab pos="168163" algn="l"/>
              </a:tabLst>
            </a:pPr>
            <a:r>
              <a:rPr sz="1040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 use </a:t>
            </a:r>
            <a:r>
              <a:rPr sz="10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self-attention in </a:t>
            </a:r>
            <a:r>
              <a:rPr sz="1040" spc="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40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decoders</a:t>
            </a:r>
            <a:r>
              <a:rPr sz="10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 </a:t>
            </a:r>
            <a:r>
              <a:rPr sz="1040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we </a:t>
            </a:r>
            <a:r>
              <a:rPr sz="10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need </a:t>
            </a:r>
            <a:r>
              <a:rPr sz="1040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 </a:t>
            </a:r>
            <a:r>
              <a:rPr sz="10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ensure </a:t>
            </a:r>
            <a:r>
              <a:rPr sz="1040" spc="-23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we</a:t>
            </a:r>
            <a:r>
              <a:rPr sz="1040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can’t</a:t>
            </a:r>
            <a:r>
              <a:rPr sz="1040" spc="-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peek</a:t>
            </a:r>
            <a:r>
              <a:rPr sz="1040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at</a:t>
            </a:r>
            <a:r>
              <a:rPr sz="1040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0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future.</a:t>
            </a:r>
            <a:endParaRPr lang="en-US" sz="104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168163" marR="2402" indent="-162157">
              <a:spcBef>
                <a:spcPts val="50"/>
              </a:spcBef>
              <a:buClr>
                <a:srgbClr val="8B1515"/>
              </a:buClr>
              <a:buFont typeface="Arial" panose="020B0604020202020204" pitchFamily="34" charset="0"/>
              <a:buChar char="•"/>
              <a:tabLst>
                <a:tab pos="167863" algn="l"/>
                <a:tab pos="168163" algn="l"/>
              </a:tabLst>
            </a:pPr>
            <a:r>
              <a:rPr lang="en-US" sz="10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 enable </a:t>
            </a:r>
            <a:r>
              <a:rPr lang="en-US" sz="1040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parallelization, </a:t>
            </a:r>
            <a:r>
              <a:rPr lang="en-US" sz="10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we </a:t>
            </a:r>
            <a:r>
              <a:rPr lang="en-US" sz="1040" spc="-23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1040" b="1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mask</a:t>
            </a:r>
            <a:r>
              <a:rPr lang="en-US" sz="1040" b="1" spc="-17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1040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out</a:t>
            </a:r>
            <a:r>
              <a:rPr lang="en-US" sz="1040" b="1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1040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attention</a:t>
            </a:r>
            <a:r>
              <a:rPr lang="en-US" sz="1040" b="1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10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</a:t>
            </a:r>
            <a:r>
              <a:rPr lang="en-US" sz="1040" spc="-7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10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future </a:t>
            </a:r>
            <a:r>
              <a:rPr lang="en-US" sz="1040" spc="-23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10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words </a:t>
            </a:r>
            <a:r>
              <a:rPr lang="en-US" sz="1040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by setting </a:t>
            </a:r>
            <a:r>
              <a:rPr lang="en-US" sz="10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attention </a:t>
            </a:r>
            <a:r>
              <a:rPr lang="en-US" sz="1040" spc="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1040" spc="-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scores </a:t>
            </a:r>
            <a:r>
              <a:rPr lang="en-US" sz="10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</a:t>
            </a:r>
            <a:r>
              <a:rPr lang="en-US" sz="1040" spc="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1040" spc="-2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−∞</a:t>
            </a:r>
            <a:endParaRPr sz="104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499" y="169680"/>
            <a:ext cx="1594916" cy="231034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9BDDB26-29E3-593A-3D0F-2E0780002EDA}"/>
              </a:ext>
            </a:extLst>
          </p:cNvPr>
          <p:cNvSpPr txBox="1"/>
          <p:nvPr/>
        </p:nvSpPr>
        <p:spPr>
          <a:xfrm>
            <a:off x="-20858" y="635785"/>
            <a:ext cx="2909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spc="2" dirty="0">
                <a:solidFill>
                  <a:schemeClr val="tx1"/>
                </a:solidFill>
                <a:latin typeface="Calibri"/>
                <a:cs typeface="Calibri"/>
              </a:rPr>
              <a:t>Masking the future in self-attention</a:t>
            </a:r>
            <a:endParaRPr lang="en-IN" sz="1000" b="1" spc="2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1F01875-7E0F-42E4-97EA-DA20179B5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306" y="882006"/>
            <a:ext cx="2515951" cy="200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55092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235" dirty="0">
                <a:solidFill>
                  <a:srgbClr val="FFFFFF"/>
                </a:solidFill>
              </a:rPr>
              <a:t>M</a:t>
            </a:r>
            <a:r>
              <a:rPr sz="1400" cap="small" spc="235" dirty="0">
                <a:solidFill>
                  <a:srgbClr val="FFFFFF"/>
                </a:solidFill>
              </a:rPr>
              <a:t>asked</a:t>
            </a:r>
            <a:r>
              <a:rPr sz="1400" spc="229" dirty="0">
                <a:solidFill>
                  <a:srgbClr val="FFFFFF"/>
                </a:solidFill>
              </a:rPr>
              <a:t> </a:t>
            </a:r>
            <a:r>
              <a:rPr sz="1400" spc="210" dirty="0">
                <a:solidFill>
                  <a:srgbClr val="FFFFFF"/>
                </a:solidFill>
              </a:rPr>
              <a:t>A</a:t>
            </a:r>
            <a:r>
              <a:rPr sz="1400" cap="small" spc="210" dirty="0">
                <a:solidFill>
                  <a:srgbClr val="FFFFFF"/>
                </a:solidFill>
              </a:rPr>
              <a:t>ttention</a:t>
            </a:r>
            <a:r>
              <a:rPr sz="1400" spc="210" dirty="0">
                <a:solidFill>
                  <a:srgbClr val="FFFFFF"/>
                </a:solidFill>
              </a:rPr>
              <a:t>:</a:t>
            </a:r>
            <a:r>
              <a:rPr sz="1400" spc="409" dirty="0">
                <a:solidFill>
                  <a:srgbClr val="FFFFFF"/>
                </a:solidFill>
              </a:rPr>
              <a:t> </a:t>
            </a:r>
            <a:r>
              <a:rPr sz="1400" spc="229" dirty="0">
                <a:solidFill>
                  <a:srgbClr val="FFFFFF"/>
                </a:solidFill>
              </a:rPr>
              <a:t>C</a:t>
            </a:r>
            <a:r>
              <a:rPr sz="1400" cap="small" spc="229" dirty="0">
                <a:solidFill>
                  <a:srgbClr val="FFFFFF"/>
                </a:solidFill>
              </a:rPr>
              <a:t>ausal</a:t>
            </a:r>
            <a:r>
              <a:rPr sz="1400" spc="235" dirty="0">
                <a:solidFill>
                  <a:srgbClr val="FFFFFF"/>
                </a:solidFill>
              </a:rPr>
              <a:t> M</a:t>
            </a:r>
            <a:r>
              <a:rPr sz="1400" cap="small" spc="235" dirty="0">
                <a:solidFill>
                  <a:srgbClr val="FFFFFF"/>
                </a:solidFill>
              </a:rPr>
              <a:t>ask</a:t>
            </a:r>
            <a:r>
              <a:rPr sz="1400" spc="235" dirty="0">
                <a:solidFill>
                  <a:srgbClr val="FFFFFF"/>
                </a:solidFill>
              </a:rPr>
              <a:t> </a:t>
            </a:r>
            <a:r>
              <a:rPr sz="1400" spc="180" dirty="0">
                <a:solidFill>
                  <a:srgbClr val="FFFFFF"/>
                </a:solidFill>
              </a:rPr>
              <a:t>V</a:t>
            </a:r>
            <a:r>
              <a:rPr sz="1400" cap="small" spc="180" dirty="0">
                <a:solidFill>
                  <a:srgbClr val="FFFFFF"/>
                </a:solidFill>
              </a:rPr>
              <a:t>isualization</a:t>
            </a:r>
            <a:endParaRPr sz="1400"/>
          </a:p>
        </p:txBody>
      </p:sp>
      <p:sp>
        <p:nvSpPr>
          <p:cNvPr id="9" name="object 9"/>
          <p:cNvSpPr txBox="1"/>
          <p:nvPr/>
        </p:nvSpPr>
        <p:spPr>
          <a:xfrm>
            <a:off x="644626" y="481744"/>
            <a:ext cx="367728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Attention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mask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pattern:</a:t>
            </a:r>
            <a:r>
              <a:rPr sz="1050" spc="1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Query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(row)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attends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Key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(column)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5277" y="2475971"/>
            <a:ext cx="4669790" cy="387927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5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Interpretation:</a:t>
            </a:r>
            <a:r>
              <a:rPr sz="1050" spc="1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Lower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triangular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pattern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ensures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token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i</a:t>
            </a:r>
            <a:r>
              <a:rPr sz="1050" i="1" spc="150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only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sees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tokens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200" spc="265" dirty="0">
                <a:latin typeface="Cambria"/>
                <a:cs typeface="Cambria"/>
              </a:rPr>
              <a:t>≤</a:t>
            </a:r>
            <a:r>
              <a:rPr sz="1200" spc="114" dirty="0">
                <a:latin typeface="Cambria"/>
                <a:cs typeface="Cambria"/>
              </a:rPr>
              <a:t> </a:t>
            </a:r>
            <a:r>
              <a:rPr sz="1050" i="1" dirty="0">
                <a:latin typeface="Arial"/>
                <a:cs typeface="Arial"/>
              </a:rPr>
              <a:t>i</a:t>
            </a:r>
            <a:r>
              <a:rPr sz="1050" i="1" spc="-190" dirty="0">
                <a:latin typeface="Arial"/>
                <a:cs typeface="Arial"/>
              </a:rPr>
              <a:t> </a:t>
            </a:r>
            <a:r>
              <a:rPr sz="1050" spc="-50" dirty="0">
                <a:latin typeface="Arial MT"/>
                <a:cs typeface="Arial MT"/>
              </a:rPr>
              <a:t>.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Implementation:</a:t>
            </a:r>
            <a:r>
              <a:rPr sz="1050" spc="1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200" spc="210" dirty="0">
                <a:latin typeface="Cambria"/>
                <a:cs typeface="Cambria"/>
              </a:rPr>
              <a:t>−∞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masked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positions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before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softmax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200" spc="190" dirty="0">
                <a:latin typeface="Cambria"/>
                <a:cs typeface="Cambria"/>
              </a:rPr>
              <a:t>→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050" dirty="0">
                <a:latin typeface="Arial MT"/>
                <a:cs typeface="Arial MT"/>
              </a:rPr>
              <a:t>weight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=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0.</a:t>
            </a:r>
            <a:endParaRPr sz="1050" dirty="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0" name="object 2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2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2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2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2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2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2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74389" y="3137672"/>
            <a:ext cx="29273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dirty="0">
                <a:latin typeface="Calibri"/>
                <a:cs typeface="Calibri"/>
              </a:rPr>
              <a:t>54</a:t>
            </a:r>
            <a:r>
              <a:rPr sz="600" spc="114" dirty="0">
                <a:latin typeface="Calibri"/>
                <a:cs typeface="Calibri"/>
              </a:rPr>
              <a:t> </a:t>
            </a:r>
            <a:r>
              <a:rPr sz="600" spc="90" dirty="0">
                <a:latin typeface="Calibri"/>
                <a:cs typeface="Calibri"/>
              </a:rPr>
              <a:t>/</a:t>
            </a:r>
            <a:r>
              <a:rPr sz="600" spc="114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70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2972888-2704-584B-52C8-EDC1DB3A7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0" y="822974"/>
            <a:ext cx="2732131" cy="159890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20" dirty="0">
                <a:solidFill>
                  <a:srgbClr val="FFFFFF"/>
                </a:solidFill>
              </a:rPr>
              <a:t>M</a:t>
            </a:r>
            <a:r>
              <a:rPr cap="small" spc="220" dirty="0">
                <a:solidFill>
                  <a:srgbClr val="FFFFFF"/>
                </a:solidFill>
              </a:rPr>
              <a:t>ulti</a:t>
            </a:r>
            <a:r>
              <a:rPr spc="220" dirty="0">
                <a:solidFill>
                  <a:srgbClr val="FFFFFF"/>
                </a:solidFill>
              </a:rPr>
              <a:t>-</a:t>
            </a:r>
            <a:r>
              <a:rPr spc="275" dirty="0">
                <a:solidFill>
                  <a:srgbClr val="FFFFFF"/>
                </a:solidFill>
              </a:rPr>
              <a:t>H</a:t>
            </a:r>
            <a:r>
              <a:rPr cap="small" spc="275" dirty="0">
                <a:solidFill>
                  <a:srgbClr val="FFFFFF"/>
                </a:solidFill>
              </a:rPr>
              <a:t>ead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245" dirty="0">
                <a:solidFill>
                  <a:srgbClr val="FFFFFF"/>
                </a:solidFill>
              </a:rPr>
              <a:t>A</a:t>
            </a:r>
            <a:r>
              <a:rPr cap="small" spc="245" dirty="0">
                <a:solidFill>
                  <a:srgbClr val="FFFFFF"/>
                </a:solidFill>
              </a:rPr>
              <a:t>ttention</a:t>
            </a:r>
            <a:r>
              <a:rPr spc="245" dirty="0">
                <a:solidFill>
                  <a:srgbClr val="FFFFFF"/>
                </a:solidFill>
              </a:rPr>
              <a:t>:</a:t>
            </a:r>
            <a:r>
              <a:rPr spc="475" dirty="0">
                <a:solidFill>
                  <a:srgbClr val="FFFFFF"/>
                </a:solidFill>
              </a:rPr>
              <a:t> </a:t>
            </a:r>
            <a:r>
              <a:rPr spc="225" dirty="0">
                <a:solidFill>
                  <a:srgbClr val="FFFFFF"/>
                </a:solidFill>
              </a:rPr>
              <a:t>C</a:t>
            </a:r>
            <a:r>
              <a:rPr cap="small" spc="225" dirty="0">
                <a:solidFill>
                  <a:srgbClr val="FFFFFF"/>
                </a:solidFill>
              </a:rPr>
              <a:t>oncept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62686"/>
            <a:ext cx="5760085" cy="2670810"/>
            <a:chOff x="0" y="562686"/>
            <a:chExt cx="5760085" cy="26708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62686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756132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133030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021433"/>
              <a:ext cx="69291" cy="6929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31926" y="455712"/>
            <a:ext cx="4491990" cy="2624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 marR="17780">
              <a:lnSpc>
                <a:spcPct val="117800"/>
              </a:lnSpc>
              <a:spcBef>
                <a:spcPts val="13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Motivation:</a:t>
            </a:r>
            <a:r>
              <a:rPr sz="1050" spc="1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Single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attention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may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miss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different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types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relationships.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Solution:</a:t>
            </a:r>
            <a:r>
              <a:rPr sz="1050" spc="1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multiple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attention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”heads”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parallel,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each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learning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different patterns.</a:t>
            </a:r>
            <a:endParaRPr sz="10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26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Time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Series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Example:</a:t>
            </a:r>
            <a:r>
              <a:rPr sz="1050" spc="1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Gold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price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3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heads</a:t>
            </a:r>
            <a:endParaRPr sz="1050">
              <a:latin typeface="Arial MT"/>
              <a:cs typeface="Arial MT"/>
            </a:endParaRPr>
          </a:p>
          <a:p>
            <a:pPr marL="180340">
              <a:lnSpc>
                <a:spcPct val="100000"/>
              </a:lnSpc>
              <a:spcBef>
                <a:spcPts val="250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Head</a:t>
            </a:r>
            <a:r>
              <a:rPr sz="950" spc="6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1:</a:t>
            </a:r>
            <a:r>
              <a:rPr sz="950" spc="1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Attends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short-term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trends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(last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2-3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days)</a:t>
            </a:r>
            <a:endParaRPr sz="950">
              <a:latin typeface="Arial MT"/>
              <a:cs typeface="Arial MT"/>
            </a:endParaRPr>
          </a:p>
          <a:p>
            <a:pPr marL="1803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Head</a:t>
            </a:r>
            <a:r>
              <a:rPr sz="950" spc="6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2:</a:t>
            </a:r>
            <a:r>
              <a:rPr sz="950" spc="1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Attends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weekly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patterns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(7-day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cycles)</a:t>
            </a:r>
            <a:endParaRPr sz="950">
              <a:latin typeface="Arial MT"/>
              <a:cs typeface="Arial MT"/>
            </a:endParaRPr>
          </a:p>
          <a:p>
            <a:pPr marL="180340">
              <a:lnSpc>
                <a:spcPct val="100000"/>
              </a:lnSpc>
              <a:spcBef>
                <a:spcPts val="210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Head</a:t>
            </a:r>
            <a:r>
              <a:rPr sz="950" spc="6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3:</a:t>
            </a:r>
            <a:r>
              <a:rPr sz="950" spc="1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Attends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monthly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patterns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(30-day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trends)</a:t>
            </a:r>
            <a:endParaRPr sz="950">
              <a:latin typeface="Arial MT"/>
              <a:cs typeface="Arial MT"/>
            </a:endParaRPr>
          </a:p>
          <a:p>
            <a:pPr marL="1803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3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Combined:</a:t>
            </a:r>
            <a:r>
              <a:rPr sz="950" spc="16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Richer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representation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than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single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attention</a:t>
            </a:r>
            <a:endParaRPr sz="9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285"/>
              </a:spcBef>
            </a:pPr>
            <a:r>
              <a:rPr sz="1050" spc="-20" dirty="0">
                <a:solidFill>
                  <a:srgbClr val="1B1472"/>
                </a:solidFill>
                <a:latin typeface="Arial MT"/>
                <a:cs typeface="Arial MT"/>
              </a:rPr>
              <a:t>Text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Example:</a:t>
            </a:r>
            <a:r>
              <a:rPr sz="1050" spc="114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Sentence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3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heads</a:t>
            </a:r>
            <a:endParaRPr sz="1050">
              <a:latin typeface="Arial MT"/>
              <a:cs typeface="Arial MT"/>
            </a:endParaRPr>
          </a:p>
          <a:p>
            <a:pPr marL="180340">
              <a:lnSpc>
                <a:spcPct val="100000"/>
              </a:lnSpc>
              <a:spcBef>
                <a:spcPts val="90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2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Syntax</a:t>
            </a:r>
            <a:r>
              <a:rPr sz="950" spc="8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head:</a:t>
            </a:r>
            <a:r>
              <a:rPr sz="950" spc="1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Subject-verb-object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relationships</a:t>
            </a:r>
            <a:endParaRPr sz="950">
              <a:latin typeface="Arial MT"/>
              <a:cs typeface="Arial MT"/>
            </a:endParaRPr>
          </a:p>
          <a:p>
            <a:pPr marL="471170">
              <a:lnSpc>
                <a:spcPct val="100000"/>
              </a:lnSpc>
              <a:spcBef>
                <a:spcPts val="155"/>
              </a:spcBef>
            </a:pPr>
            <a:r>
              <a:rPr sz="900" spc="42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2</a:t>
            </a:r>
            <a:r>
              <a:rPr sz="900" spc="57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latin typeface="Arial MT"/>
                <a:cs typeface="Arial MT"/>
              </a:rPr>
              <a:t>”The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customer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00FF"/>
                </a:solidFill>
                <a:latin typeface="Arial MT"/>
                <a:cs typeface="Arial MT"/>
              </a:rPr>
              <a:t>complained</a:t>
            </a:r>
            <a:r>
              <a:rPr sz="900" dirty="0">
                <a:latin typeface="Arial MT"/>
                <a:cs typeface="Arial MT"/>
              </a:rPr>
              <a:t>”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–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verb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attends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subject</a:t>
            </a:r>
            <a:endParaRPr sz="900">
              <a:latin typeface="Arial MT"/>
              <a:cs typeface="Arial MT"/>
            </a:endParaRPr>
          </a:p>
          <a:p>
            <a:pPr marL="180340">
              <a:lnSpc>
                <a:spcPct val="100000"/>
              </a:lnSpc>
              <a:spcBef>
                <a:spcPts val="120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Semantic</a:t>
            </a:r>
            <a:r>
              <a:rPr sz="950" spc="6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head:</a:t>
            </a:r>
            <a:r>
              <a:rPr sz="950" spc="1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Meaning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and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coreference</a:t>
            </a:r>
            <a:endParaRPr sz="950">
              <a:latin typeface="Arial MT"/>
              <a:cs typeface="Arial MT"/>
            </a:endParaRPr>
          </a:p>
          <a:p>
            <a:pPr marR="1576070" algn="r">
              <a:lnSpc>
                <a:spcPct val="100000"/>
              </a:lnSpc>
              <a:spcBef>
                <a:spcPts val="155"/>
              </a:spcBef>
            </a:pPr>
            <a:r>
              <a:rPr sz="900" spc="42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2</a:t>
            </a:r>
            <a:r>
              <a:rPr sz="900" spc="615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latin typeface="Arial MT"/>
                <a:cs typeface="Arial MT"/>
              </a:rPr>
              <a:t>”he”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attends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”customer”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(resolves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pronoun)</a:t>
            </a:r>
            <a:endParaRPr sz="900">
              <a:latin typeface="Arial MT"/>
              <a:cs typeface="Arial MT"/>
            </a:endParaRPr>
          </a:p>
          <a:p>
            <a:pPr marR="1637664" algn="r">
              <a:lnSpc>
                <a:spcPct val="100000"/>
              </a:lnSpc>
              <a:spcBef>
                <a:spcPts val="120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9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Positional</a:t>
            </a:r>
            <a:r>
              <a:rPr sz="9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head:</a:t>
            </a:r>
            <a:r>
              <a:rPr sz="950" spc="1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Adjacent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word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dependencies</a:t>
            </a:r>
            <a:endParaRPr sz="950">
              <a:latin typeface="Arial MT"/>
              <a:cs typeface="Arial MT"/>
            </a:endParaRPr>
          </a:p>
          <a:p>
            <a:pPr marL="471170">
              <a:lnSpc>
                <a:spcPct val="100000"/>
              </a:lnSpc>
              <a:spcBef>
                <a:spcPts val="160"/>
              </a:spcBef>
            </a:pPr>
            <a:r>
              <a:rPr sz="900" spc="42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2</a:t>
            </a:r>
            <a:r>
              <a:rPr sz="900" spc="65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latin typeface="Arial MT"/>
                <a:cs typeface="Arial MT"/>
              </a:rPr>
              <a:t>”very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happy”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–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modifier-adjective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pair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6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6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6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6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84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20" dirty="0">
                <a:solidFill>
                  <a:srgbClr val="FFFFFF"/>
                </a:solidFill>
              </a:rPr>
              <a:t>M</a:t>
            </a:r>
            <a:r>
              <a:rPr cap="small" spc="220" dirty="0">
                <a:solidFill>
                  <a:srgbClr val="FFFFFF"/>
                </a:solidFill>
              </a:rPr>
              <a:t>ulti</a:t>
            </a:r>
            <a:r>
              <a:rPr spc="220" dirty="0">
                <a:solidFill>
                  <a:srgbClr val="FFFFFF"/>
                </a:solidFill>
              </a:rPr>
              <a:t>-</a:t>
            </a:r>
            <a:r>
              <a:rPr spc="275" dirty="0">
                <a:solidFill>
                  <a:srgbClr val="FFFFFF"/>
                </a:solidFill>
              </a:rPr>
              <a:t>H</a:t>
            </a:r>
            <a:r>
              <a:rPr cap="small" spc="275" dirty="0">
                <a:solidFill>
                  <a:srgbClr val="FFFFFF"/>
                </a:solidFill>
              </a:rPr>
              <a:t>ead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245" dirty="0">
                <a:solidFill>
                  <a:srgbClr val="FFFFFF"/>
                </a:solidFill>
              </a:rPr>
              <a:t>A</a:t>
            </a:r>
            <a:r>
              <a:rPr cap="small" spc="245" dirty="0">
                <a:solidFill>
                  <a:srgbClr val="FFFFFF"/>
                </a:solidFill>
              </a:rPr>
              <a:t>ttention</a:t>
            </a:r>
            <a:r>
              <a:rPr spc="245" dirty="0">
                <a:solidFill>
                  <a:srgbClr val="FFFFFF"/>
                </a:solidFill>
              </a:rPr>
              <a:t>:</a:t>
            </a:r>
            <a:r>
              <a:rPr spc="475" dirty="0">
                <a:solidFill>
                  <a:srgbClr val="FFFFFF"/>
                </a:solidFill>
              </a:rPr>
              <a:t> </a:t>
            </a:r>
            <a:r>
              <a:rPr spc="250" dirty="0">
                <a:solidFill>
                  <a:srgbClr val="FFFFFF"/>
                </a:solidFill>
              </a:rPr>
              <a:t>A</a:t>
            </a:r>
            <a:r>
              <a:rPr cap="small" spc="250" dirty="0">
                <a:solidFill>
                  <a:srgbClr val="FFFFFF"/>
                </a:solidFill>
              </a:rPr>
              <a:t>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316" y="642200"/>
            <a:ext cx="69291" cy="692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8241" y="564672"/>
            <a:ext cx="190627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Formula</a:t>
            </a:r>
            <a:r>
              <a:rPr sz="1050" spc="1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(Vaswani</a:t>
            </a:r>
            <a:r>
              <a:rPr sz="1050" spc="1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et</a:t>
            </a:r>
            <a:r>
              <a:rPr sz="1050" spc="1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al.,</a:t>
            </a:r>
            <a:r>
              <a:rPr sz="1050" spc="1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2017):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0986" y="888623"/>
            <a:ext cx="32410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latin typeface="Arial MT"/>
                <a:cs typeface="Arial MT"/>
              </a:rPr>
              <a:t>MultiHead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b="1" spc="-10" dirty="0">
                <a:latin typeface="Arial"/>
                <a:cs typeface="Arial"/>
              </a:rPr>
              <a:t>Q</a:t>
            </a:r>
            <a:r>
              <a:rPr sz="1200" i="1" spc="-10" dirty="0">
                <a:latin typeface="Verdana"/>
                <a:cs typeface="Verdana"/>
              </a:rPr>
              <a:t>,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050" b="1" spc="-60" dirty="0">
                <a:latin typeface="Arial"/>
                <a:cs typeface="Arial"/>
              </a:rPr>
              <a:t>K</a:t>
            </a:r>
            <a:r>
              <a:rPr sz="1200" i="1" spc="-60" dirty="0">
                <a:latin typeface="Verdana"/>
                <a:cs typeface="Verdana"/>
              </a:rPr>
              <a:t>,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050" b="1" dirty="0">
                <a:latin typeface="Arial"/>
                <a:cs typeface="Arial"/>
              </a:rPr>
              <a:t>V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Concat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head</a:t>
            </a:r>
            <a:r>
              <a:rPr sz="1050" baseline="-15873" dirty="0">
                <a:latin typeface="Arial MT"/>
                <a:cs typeface="Arial MT"/>
              </a:rPr>
              <a:t>1</a:t>
            </a:r>
            <a:r>
              <a:rPr sz="1200" i="1" dirty="0">
                <a:latin typeface="Verdana"/>
                <a:cs typeface="Verdana"/>
              </a:rPr>
              <a:t>,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04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04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,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050" dirty="0">
                <a:latin typeface="Arial MT"/>
                <a:cs typeface="Arial MT"/>
              </a:rPr>
              <a:t>head</a:t>
            </a:r>
            <a:r>
              <a:rPr sz="1050" i="1" baseline="-15873" dirty="0">
                <a:latin typeface="Arial"/>
                <a:cs typeface="Arial"/>
              </a:rPr>
              <a:t>h</a:t>
            </a:r>
            <a:r>
              <a:rPr sz="1050" i="1" spc="-187" baseline="-15873" dirty="0">
                <a:latin typeface="Arial"/>
                <a:cs typeface="Arial"/>
              </a:rPr>
              <a:t> </a:t>
            </a:r>
            <a:r>
              <a:rPr sz="1200" spc="-25" dirty="0">
                <a:latin typeface="Tahoma"/>
                <a:cs typeface="Tahoma"/>
              </a:rPr>
              <a:t>)</a:t>
            </a:r>
            <a:r>
              <a:rPr sz="1050" b="1" spc="-25" dirty="0">
                <a:latin typeface="Arial"/>
                <a:cs typeface="Arial"/>
              </a:rPr>
              <a:t>W</a:t>
            </a:r>
            <a:r>
              <a:rPr sz="1050" i="1" spc="-37" baseline="-15873" dirty="0">
                <a:latin typeface="Arial"/>
                <a:cs typeface="Arial"/>
              </a:rPr>
              <a:t>O</a:t>
            </a:r>
            <a:endParaRPr sz="1050" baseline="-15873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8241" y="1238724"/>
            <a:ext cx="182245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latin typeface="Arial MT"/>
                <a:cs typeface="Arial MT"/>
              </a:rPr>
              <a:t>where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each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head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i</a:t>
            </a:r>
            <a:r>
              <a:rPr sz="1050" i="1" spc="120" dirty="0">
                <a:latin typeface="Arial"/>
                <a:cs typeface="Arial"/>
              </a:rPr>
              <a:t> </a:t>
            </a:r>
            <a:r>
              <a:rPr sz="1050" spc="-10" dirty="0">
                <a:latin typeface="Arial MT"/>
                <a:cs typeface="Arial MT"/>
              </a:rPr>
              <a:t>computes: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7316" y="1975446"/>
            <a:ext cx="69291" cy="692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07441" y="1558833"/>
            <a:ext cx="2377440" cy="1070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ts val="1120"/>
              </a:lnSpc>
              <a:spcBef>
                <a:spcPts val="95"/>
              </a:spcBef>
            </a:pPr>
            <a:r>
              <a:rPr sz="1050" dirty="0">
                <a:latin typeface="Arial MT"/>
                <a:cs typeface="Arial MT"/>
              </a:rPr>
              <a:t>head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480" baseline="-15873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10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Attention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b="1" dirty="0">
                <a:latin typeface="Arial"/>
                <a:cs typeface="Arial"/>
              </a:rPr>
              <a:t>QW</a:t>
            </a:r>
            <a:r>
              <a:rPr sz="1050" i="1" baseline="39682" dirty="0">
                <a:latin typeface="Arial"/>
                <a:cs typeface="Arial"/>
              </a:rPr>
              <a:t>Q</a:t>
            </a:r>
            <a:r>
              <a:rPr sz="1200" i="1" dirty="0">
                <a:latin typeface="Verdana"/>
                <a:cs typeface="Verdana"/>
              </a:rPr>
              <a:t>,</a:t>
            </a:r>
            <a:r>
              <a:rPr sz="1200" i="1" spc="-195" dirty="0">
                <a:latin typeface="Verdana"/>
                <a:cs typeface="Verdana"/>
              </a:rPr>
              <a:t> </a:t>
            </a:r>
            <a:r>
              <a:rPr sz="1050" b="1" dirty="0">
                <a:latin typeface="Arial"/>
                <a:cs typeface="Arial"/>
              </a:rPr>
              <a:t>KW</a:t>
            </a:r>
            <a:r>
              <a:rPr sz="1050" i="1" baseline="39682" dirty="0">
                <a:latin typeface="Arial"/>
                <a:cs typeface="Arial"/>
              </a:rPr>
              <a:t>K</a:t>
            </a:r>
            <a:r>
              <a:rPr sz="1050" i="1" spc="-30" baseline="39682" dirty="0">
                <a:latin typeface="Arial"/>
                <a:cs typeface="Arial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,</a:t>
            </a:r>
            <a:r>
              <a:rPr sz="1200" i="1" spc="-195" dirty="0">
                <a:latin typeface="Verdana"/>
                <a:cs typeface="Verdana"/>
              </a:rPr>
              <a:t> </a:t>
            </a:r>
            <a:r>
              <a:rPr sz="1050" b="1" dirty="0">
                <a:latin typeface="Arial"/>
                <a:cs typeface="Arial"/>
              </a:rPr>
              <a:t>VW</a:t>
            </a:r>
            <a:r>
              <a:rPr sz="1050" i="1" baseline="39682" dirty="0">
                <a:latin typeface="Arial"/>
                <a:cs typeface="Arial"/>
              </a:rPr>
              <a:t>V</a:t>
            </a:r>
            <a:r>
              <a:rPr sz="1050" i="1" spc="-37" baseline="39682" dirty="0">
                <a:latin typeface="Arial"/>
                <a:cs typeface="Arial"/>
              </a:rPr>
              <a:t> </a:t>
            </a:r>
            <a:r>
              <a:rPr sz="1200" spc="-5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1433830">
              <a:lnSpc>
                <a:spcPts val="520"/>
              </a:lnSpc>
              <a:tabLst>
                <a:tab pos="1809750" algn="l"/>
                <a:tab pos="2176145" algn="l"/>
              </a:tabLst>
            </a:pPr>
            <a:r>
              <a:rPr sz="700" i="1" spc="-50" dirty="0">
                <a:latin typeface="Arial"/>
                <a:cs typeface="Arial"/>
              </a:rPr>
              <a:t>i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i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700">
              <a:latin typeface="Arial"/>
              <a:cs typeface="Arial"/>
            </a:endParaRPr>
          </a:p>
          <a:p>
            <a:pPr marL="62865">
              <a:lnSpc>
                <a:spcPct val="100000"/>
              </a:lnSpc>
            </a:pP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Typical</a:t>
            </a:r>
            <a:r>
              <a:rPr sz="1050" spc="-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hyperparameters:</a:t>
            </a:r>
            <a:endParaRPr sz="1050">
              <a:latin typeface="Arial MT"/>
              <a:cs typeface="Arial MT"/>
            </a:endParaRPr>
          </a:p>
          <a:p>
            <a:pPr marL="218440">
              <a:lnSpc>
                <a:spcPct val="100000"/>
              </a:lnSpc>
              <a:spcBef>
                <a:spcPts val="244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69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950" i="1" dirty="0">
                <a:latin typeface="Arial"/>
                <a:cs typeface="Arial"/>
              </a:rPr>
              <a:t>h</a:t>
            </a:r>
            <a:r>
              <a:rPr sz="950" i="1" spc="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950" dirty="0">
                <a:latin typeface="Arial MT"/>
                <a:cs typeface="Arial MT"/>
              </a:rPr>
              <a:t>8</a:t>
            </a:r>
            <a:r>
              <a:rPr sz="950" spc="1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heads</a:t>
            </a:r>
            <a:endParaRPr sz="950">
              <a:latin typeface="Arial MT"/>
              <a:cs typeface="Arial MT"/>
            </a:endParaRPr>
          </a:p>
          <a:p>
            <a:pPr marL="218440">
              <a:lnSpc>
                <a:spcPct val="100000"/>
              </a:lnSpc>
              <a:spcBef>
                <a:spcPts val="3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71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950" i="1" dirty="0">
                <a:latin typeface="Arial"/>
                <a:cs typeface="Arial"/>
              </a:rPr>
              <a:t>d</a:t>
            </a:r>
            <a:r>
              <a:rPr sz="1050" baseline="-11904" dirty="0">
                <a:latin typeface="Arial MT"/>
                <a:cs typeface="Arial MT"/>
              </a:rPr>
              <a:t>model</a:t>
            </a:r>
            <a:r>
              <a:rPr sz="1050" spc="284" baseline="-11904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950" spc="-25" dirty="0">
                <a:latin typeface="Arial MT"/>
                <a:cs typeface="Arial MT"/>
              </a:rPr>
              <a:t>512</a:t>
            </a:r>
            <a:endParaRPr sz="950">
              <a:latin typeface="Arial MT"/>
              <a:cs typeface="Arial MT"/>
            </a:endParaRPr>
          </a:p>
          <a:p>
            <a:pPr marL="218440">
              <a:lnSpc>
                <a:spcPct val="100000"/>
              </a:lnSpc>
              <a:spcBef>
                <a:spcPts val="3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719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950" i="1" dirty="0">
                <a:latin typeface="Arial"/>
                <a:cs typeface="Arial"/>
              </a:rPr>
              <a:t>d</a:t>
            </a:r>
            <a:r>
              <a:rPr sz="1050" i="1" baseline="-11904" dirty="0">
                <a:latin typeface="Arial"/>
                <a:cs typeface="Arial"/>
              </a:rPr>
              <a:t>k</a:t>
            </a:r>
            <a:r>
              <a:rPr sz="1050" i="1" spc="405" baseline="-119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950" i="1" dirty="0">
                <a:latin typeface="Arial"/>
                <a:cs typeface="Arial"/>
              </a:rPr>
              <a:t>d</a:t>
            </a:r>
            <a:r>
              <a:rPr sz="1050" i="1" baseline="-11904" dirty="0">
                <a:latin typeface="Arial"/>
                <a:cs typeface="Arial"/>
              </a:rPr>
              <a:t>v</a:t>
            </a:r>
            <a:r>
              <a:rPr sz="1050" i="1" spc="405" baseline="-119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950" dirty="0">
                <a:latin typeface="Arial MT"/>
                <a:cs typeface="Arial MT"/>
              </a:rPr>
              <a:t>64</a:t>
            </a:r>
            <a:r>
              <a:rPr sz="950" spc="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per</a:t>
            </a:r>
            <a:r>
              <a:rPr sz="950" spc="25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head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79629" y="776746"/>
            <a:ext cx="694055" cy="222250"/>
          </a:xfrm>
          <a:prstGeom prst="rect">
            <a:avLst/>
          </a:prstGeom>
          <a:solidFill>
            <a:srgbClr val="CCCCFF"/>
          </a:solidFill>
          <a:ln w="506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1395"/>
              </a:lnSpc>
            </a:pPr>
            <a:r>
              <a:rPr sz="1050" b="1" spc="-50" dirty="0">
                <a:latin typeface="Arial"/>
                <a:cs typeface="Arial"/>
              </a:rPr>
              <a:t>Q</a:t>
            </a:r>
            <a:r>
              <a:rPr sz="1200" i="1" spc="-50" dirty="0">
                <a:latin typeface="Verdana"/>
                <a:cs typeface="Verdana"/>
              </a:rPr>
              <a:t>,</a:t>
            </a:r>
            <a:r>
              <a:rPr sz="1200" i="1" spc="-215" dirty="0">
                <a:latin typeface="Verdana"/>
                <a:cs typeface="Verdana"/>
              </a:rPr>
              <a:t> </a:t>
            </a:r>
            <a:r>
              <a:rPr sz="1050" b="1" spc="-60" dirty="0">
                <a:latin typeface="Arial"/>
                <a:cs typeface="Arial"/>
              </a:rPr>
              <a:t>K</a:t>
            </a:r>
            <a:r>
              <a:rPr sz="1200" i="1" spc="-60" dirty="0">
                <a:latin typeface="Verdana"/>
                <a:cs typeface="Verdana"/>
              </a:rPr>
              <a:t>,</a:t>
            </a:r>
            <a:r>
              <a:rPr sz="1200" i="1" spc="-215" dirty="0">
                <a:latin typeface="Verdana"/>
                <a:cs typeface="Verdana"/>
              </a:rPr>
              <a:t> </a:t>
            </a:r>
            <a:r>
              <a:rPr sz="1050" b="1" spc="-50" dirty="0">
                <a:latin typeface="Arial"/>
                <a:cs typeface="Arial"/>
              </a:rPr>
              <a:t>V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12706" y="1193949"/>
            <a:ext cx="672465" cy="424815"/>
            <a:chOff x="3112706" y="1193949"/>
            <a:chExt cx="672465" cy="424815"/>
          </a:xfrm>
        </p:grpSpPr>
        <p:sp>
          <p:nvSpPr>
            <p:cNvPr id="11" name="object 11"/>
            <p:cNvSpPr/>
            <p:nvPr/>
          </p:nvSpPr>
          <p:spPr>
            <a:xfrm>
              <a:off x="3115246" y="1196489"/>
              <a:ext cx="667385" cy="419734"/>
            </a:xfrm>
            <a:custGeom>
              <a:avLst/>
              <a:gdLst/>
              <a:ahLst/>
              <a:cxnLst/>
              <a:rect l="l" t="t" r="r" b="b"/>
              <a:pathLst>
                <a:path w="667385" h="419734">
                  <a:moveTo>
                    <a:pt x="667098" y="0"/>
                  </a:moveTo>
                  <a:lnTo>
                    <a:pt x="0" y="0"/>
                  </a:lnTo>
                  <a:lnTo>
                    <a:pt x="0" y="419196"/>
                  </a:lnTo>
                  <a:lnTo>
                    <a:pt x="667098" y="419196"/>
                  </a:lnTo>
                  <a:lnTo>
                    <a:pt x="667098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15246" y="1196489"/>
              <a:ext cx="667385" cy="419734"/>
            </a:xfrm>
            <a:custGeom>
              <a:avLst/>
              <a:gdLst/>
              <a:ahLst/>
              <a:cxnLst/>
              <a:rect l="l" t="t" r="r" b="b"/>
              <a:pathLst>
                <a:path w="667385" h="419734">
                  <a:moveTo>
                    <a:pt x="0" y="419196"/>
                  </a:moveTo>
                  <a:lnTo>
                    <a:pt x="667098" y="419196"/>
                  </a:lnTo>
                  <a:lnTo>
                    <a:pt x="667098" y="0"/>
                  </a:lnTo>
                  <a:lnTo>
                    <a:pt x="0" y="0"/>
                  </a:lnTo>
                  <a:lnTo>
                    <a:pt x="0" y="41919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19894" y="1296833"/>
            <a:ext cx="32448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260350" algn="l"/>
              </a:tabLst>
            </a:pPr>
            <a:r>
              <a:rPr sz="700" spc="-50" dirty="0">
                <a:latin typeface="Arial MT"/>
                <a:cs typeface="Arial MT"/>
              </a:rPr>
              <a:t>1</a:t>
            </a:r>
            <a:r>
              <a:rPr sz="700" dirty="0">
                <a:latin typeface="Arial MT"/>
                <a:cs typeface="Arial MT"/>
              </a:rPr>
              <a:t>	</a:t>
            </a:r>
            <a:r>
              <a:rPr sz="700" spc="-50" dirty="0"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76790" y="1210765"/>
            <a:ext cx="556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950" b="1" dirty="0">
                <a:latin typeface="Arial"/>
                <a:cs typeface="Arial"/>
              </a:rPr>
              <a:t>W</a:t>
            </a:r>
            <a:r>
              <a:rPr sz="1050" i="1" baseline="31746" dirty="0">
                <a:latin typeface="Arial"/>
                <a:cs typeface="Arial"/>
              </a:rPr>
              <a:t>Q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950" b="1" dirty="0">
                <a:latin typeface="Arial"/>
                <a:cs typeface="Arial"/>
              </a:rPr>
              <a:t>W</a:t>
            </a:r>
            <a:r>
              <a:rPr sz="1050" i="1" baseline="31746" dirty="0">
                <a:latin typeface="Arial"/>
                <a:cs typeface="Arial"/>
              </a:rPr>
              <a:t>K</a:t>
            </a:r>
            <a:r>
              <a:rPr sz="1050" i="1" spc="-37" baseline="31746" dirty="0">
                <a:latin typeface="Arial"/>
                <a:cs typeface="Arial"/>
              </a:rPr>
              <a:t> </a:t>
            </a:r>
            <a:r>
              <a:rPr sz="950" spc="-50" dirty="0">
                <a:latin typeface="Arial MT"/>
                <a:cs typeface="Arial MT"/>
              </a:rPr>
              <a:t>,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24936" y="1346414"/>
            <a:ext cx="24257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425" b="1" spc="-37" baseline="-23391" dirty="0">
                <a:latin typeface="Arial"/>
                <a:cs typeface="Arial"/>
              </a:rPr>
              <a:t>W</a:t>
            </a:r>
            <a:r>
              <a:rPr sz="700" i="1" spc="-25" dirty="0">
                <a:latin typeface="Arial"/>
                <a:cs typeface="Arial"/>
              </a:rPr>
              <a:t>V</a:t>
            </a:r>
            <a:endParaRPr sz="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68039" y="1466353"/>
            <a:ext cx="635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145469" y="998605"/>
            <a:ext cx="913765" cy="1071245"/>
            <a:chOff x="3145469" y="998605"/>
            <a:chExt cx="913765" cy="1071245"/>
          </a:xfrm>
        </p:grpSpPr>
        <p:sp>
          <p:nvSpPr>
            <p:cNvPr id="18" name="object 18"/>
            <p:cNvSpPr/>
            <p:nvPr/>
          </p:nvSpPr>
          <p:spPr>
            <a:xfrm>
              <a:off x="3771092" y="1001145"/>
              <a:ext cx="285115" cy="190500"/>
            </a:xfrm>
            <a:custGeom>
              <a:avLst/>
              <a:gdLst/>
              <a:ahLst/>
              <a:cxnLst/>
              <a:rect l="l" t="t" r="r" b="b"/>
              <a:pathLst>
                <a:path w="285114" h="190500">
                  <a:moveTo>
                    <a:pt x="285101" y="0"/>
                  </a:moveTo>
                  <a:lnTo>
                    <a:pt x="0" y="19000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68986" y="1152694"/>
              <a:ext cx="38735" cy="50800"/>
            </a:xfrm>
            <a:custGeom>
              <a:avLst/>
              <a:gdLst/>
              <a:ahLst/>
              <a:cxnLst/>
              <a:rect l="l" t="t" r="r" b="b"/>
              <a:pathLst>
                <a:path w="38735" h="50800">
                  <a:moveTo>
                    <a:pt x="38737" y="50534"/>
                  </a:moveTo>
                  <a:lnTo>
                    <a:pt x="28273" y="43168"/>
                  </a:lnTo>
                  <a:lnTo>
                    <a:pt x="18184" y="39373"/>
                  </a:lnTo>
                  <a:lnTo>
                    <a:pt x="8687" y="38490"/>
                  </a:lnTo>
                  <a:lnTo>
                    <a:pt x="0" y="39861"/>
                  </a:lnTo>
                  <a:lnTo>
                    <a:pt x="4609" y="32370"/>
                  </a:lnTo>
                  <a:lnTo>
                    <a:pt x="7449" y="23265"/>
                  </a:lnTo>
                  <a:lnTo>
                    <a:pt x="7830" y="12492"/>
                  </a:lnTo>
                  <a:lnTo>
                    <a:pt x="5059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48009" y="1781687"/>
              <a:ext cx="601980" cy="285750"/>
            </a:xfrm>
            <a:custGeom>
              <a:avLst/>
              <a:gdLst/>
              <a:ahLst/>
              <a:cxnLst/>
              <a:rect l="l" t="t" r="r" b="b"/>
              <a:pathLst>
                <a:path w="601979" h="285750">
                  <a:moveTo>
                    <a:pt x="300786" y="0"/>
                  </a:moveTo>
                  <a:lnTo>
                    <a:pt x="240166" y="2901"/>
                  </a:lnTo>
                  <a:lnTo>
                    <a:pt x="183705" y="11222"/>
                  </a:lnTo>
                  <a:lnTo>
                    <a:pt x="132612" y="24388"/>
                  </a:lnTo>
                  <a:lnTo>
                    <a:pt x="88097" y="41826"/>
                  </a:lnTo>
                  <a:lnTo>
                    <a:pt x="51369" y="62961"/>
                  </a:lnTo>
                  <a:lnTo>
                    <a:pt x="6110" y="114025"/>
                  </a:lnTo>
                  <a:lnTo>
                    <a:pt x="0" y="142806"/>
                  </a:lnTo>
                  <a:lnTo>
                    <a:pt x="6110" y="171587"/>
                  </a:lnTo>
                  <a:lnTo>
                    <a:pt x="51369" y="222651"/>
                  </a:lnTo>
                  <a:lnTo>
                    <a:pt x="88097" y="243786"/>
                  </a:lnTo>
                  <a:lnTo>
                    <a:pt x="132612" y="261224"/>
                  </a:lnTo>
                  <a:lnTo>
                    <a:pt x="183705" y="274391"/>
                  </a:lnTo>
                  <a:lnTo>
                    <a:pt x="240166" y="282712"/>
                  </a:lnTo>
                  <a:lnTo>
                    <a:pt x="300786" y="285613"/>
                  </a:lnTo>
                  <a:lnTo>
                    <a:pt x="361405" y="282712"/>
                  </a:lnTo>
                  <a:lnTo>
                    <a:pt x="417866" y="274391"/>
                  </a:lnTo>
                  <a:lnTo>
                    <a:pt x="468959" y="261224"/>
                  </a:lnTo>
                  <a:lnTo>
                    <a:pt x="513475" y="243786"/>
                  </a:lnTo>
                  <a:lnTo>
                    <a:pt x="550203" y="222651"/>
                  </a:lnTo>
                  <a:lnTo>
                    <a:pt x="595461" y="171587"/>
                  </a:lnTo>
                  <a:lnTo>
                    <a:pt x="601572" y="142806"/>
                  </a:lnTo>
                  <a:lnTo>
                    <a:pt x="595461" y="114025"/>
                  </a:lnTo>
                  <a:lnTo>
                    <a:pt x="550203" y="62961"/>
                  </a:lnTo>
                  <a:lnTo>
                    <a:pt x="513475" y="41826"/>
                  </a:lnTo>
                  <a:lnTo>
                    <a:pt x="468959" y="24388"/>
                  </a:lnTo>
                  <a:lnTo>
                    <a:pt x="417866" y="11222"/>
                  </a:lnTo>
                  <a:lnTo>
                    <a:pt x="361405" y="2901"/>
                  </a:lnTo>
                  <a:lnTo>
                    <a:pt x="300786" y="0"/>
                  </a:lnTo>
                  <a:close/>
                </a:path>
              </a:pathLst>
            </a:custGeom>
            <a:solidFill>
              <a:srgbClr val="FFFA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48009" y="1781687"/>
              <a:ext cx="601980" cy="285750"/>
            </a:xfrm>
            <a:custGeom>
              <a:avLst/>
              <a:gdLst/>
              <a:ahLst/>
              <a:cxnLst/>
              <a:rect l="l" t="t" r="r" b="b"/>
              <a:pathLst>
                <a:path w="601979" h="285750">
                  <a:moveTo>
                    <a:pt x="601572" y="142806"/>
                  </a:moveTo>
                  <a:lnTo>
                    <a:pt x="577935" y="87219"/>
                  </a:lnTo>
                  <a:lnTo>
                    <a:pt x="513475" y="41826"/>
                  </a:lnTo>
                  <a:lnTo>
                    <a:pt x="468959" y="24388"/>
                  </a:lnTo>
                  <a:lnTo>
                    <a:pt x="417866" y="11222"/>
                  </a:lnTo>
                  <a:lnTo>
                    <a:pt x="361405" y="2901"/>
                  </a:lnTo>
                  <a:lnTo>
                    <a:pt x="300786" y="0"/>
                  </a:lnTo>
                  <a:lnTo>
                    <a:pt x="240166" y="2901"/>
                  </a:lnTo>
                  <a:lnTo>
                    <a:pt x="183705" y="11222"/>
                  </a:lnTo>
                  <a:lnTo>
                    <a:pt x="132612" y="24388"/>
                  </a:lnTo>
                  <a:lnTo>
                    <a:pt x="88097" y="41826"/>
                  </a:lnTo>
                  <a:lnTo>
                    <a:pt x="51369" y="62961"/>
                  </a:lnTo>
                  <a:lnTo>
                    <a:pt x="6110" y="114025"/>
                  </a:lnTo>
                  <a:lnTo>
                    <a:pt x="0" y="142806"/>
                  </a:lnTo>
                  <a:lnTo>
                    <a:pt x="6110" y="171587"/>
                  </a:lnTo>
                  <a:lnTo>
                    <a:pt x="51369" y="222651"/>
                  </a:lnTo>
                  <a:lnTo>
                    <a:pt x="88097" y="243786"/>
                  </a:lnTo>
                  <a:lnTo>
                    <a:pt x="132612" y="261224"/>
                  </a:lnTo>
                  <a:lnTo>
                    <a:pt x="183705" y="274391"/>
                  </a:lnTo>
                  <a:lnTo>
                    <a:pt x="240166" y="282712"/>
                  </a:lnTo>
                  <a:lnTo>
                    <a:pt x="300786" y="285613"/>
                  </a:lnTo>
                  <a:lnTo>
                    <a:pt x="361405" y="282712"/>
                  </a:lnTo>
                  <a:lnTo>
                    <a:pt x="417866" y="274391"/>
                  </a:lnTo>
                  <a:lnTo>
                    <a:pt x="468959" y="261224"/>
                  </a:lnTo>
                  <a:lnTo>
                    <a:pt x="513475" y="243786"/>
                  </a:lnTo>
                  <a:lnTo>
                    <a:pt x="550203" y="222651"/>
                  </a:lnTo>
                  <a:lnTo>
                    <a:pt x="595461" y="171587"/>
                  </a:lnTo>
                  <a:lnTo>
                    <a:pt x="601572" y="14280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243554" y="1821762"/>
            <a:ext cx="40449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latin typeface="Arial MT"/>
                <a:cs typeface="Arial MT"/>
              </a:rPr>
              <a:t>head</a:t>
            </a:r>
            <a:r>
              <a:rPr sz="1050" spc="-15" baseline="-11904" dirty="0">
                <a:latin typeface="Arial MT"/>
                <a:cs typeface="Arial MT"/>
              </a:rPr>
              <a:t>1</a:t>
            </a:r>
            <a:endParaRPr sz="1050" baseline="-11904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415889" y="1193949"/>
            <a:ext cx="1146810" cy="585470"/>
            <a:chOff x="3415889" y="1193949"/>
            <a:chExt cx="1146810" cy="585470"/>
          </a:xfrm>
        </p:grpSpPr>
        <p:sp>
          <p:nvSpPr>
            <p:cNvPr id="24" name="object 24"/>
            <p:cNvSpPr/>
            <p:nvPr/>
          </p:nvSpPr>
          <p:spPr>
            <a:xfrm>
              <a:off x="3448795" y="1618216"/>
              <a:ext cx="0" cy="156210"/>
            </a:xfrm>
            <a:custGeom>
              <a:avLst/>
              <a:gdLst/>
              <a:ahLst/>
              <a:cxnLst/>
              <a:rect l="l" t="t" r="r" b="b"/>
              <a:pathLst>
                <a:path h="156210">
                  <a:moveTo>
                    <a:pt x="0" y="0"/>
                  </a:moveTo>
                  <a:lnTo>
                    <a:pt x="0" y="15588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18429" y="1750309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2" y="0"/>
                  </a:moveTo>
                  <a:lnTo>
                    <a:pt x="48799" y="4622"/>
                  </a:lnTo>
                  <a:lnTo>
                    <a:pt x="40045" y="10913"/>
                  </a:lnTo>
                  <a:lnTo>
                    <a:pt x="34043" y="18327"/>
                  </a:lnTo>
                  <a:lnTo>
                    <a:pt x="30366" y="26317"/>
                  </a:lnTo>
                  <a:lnTo>
                    <a:pt x="26689" y="18327"/>
                  </a:lnTo>
                  <a:lnTo>
                    <a:pt x="20687" y="10913"/>
                  </a:lnTo>
                  <a:lnTo>
                    <a:pt x="11933" y="4622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92857" y="1196489"/>
              <a:ext cx="667385" cy="419734"/>
            </a:xfrm>
            <a:custGeom>
              <a:avLst/>
              <a:gdLst/>
              <a:ahLst/>
              <a:cxnLst/>
              <a:rect l="l" t="t" r="r" b="b"/>
              <a:pathLst>
                <a:path w="667385" h="419734">
                  <a:moveTo>
                    <a:pt x="667098" y="0"/>
                  </a:moveTo>
                  <a:lnTo>
                    <a:pt x="0" y="0"/>
                  </a:lnTo>
                  <a:lnTo>
                    <a:pt x="0" y="419196"/>
                  </a:lnTo>
                  <a:lnTo>
                    <a:pt x="667098" y="419196"/>
                  </a:lnTo>
                  <a:lnTo>
                    <a:pt x="667098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92857" y="1196489"/>
              <a:ext cx="667385" cy="419734"/>
            </a:xfrm>
            <a:custGeom>
              <a:avLst/>
              <a:gdLst/>
              <a:ahLst/>
              <a:cxnLst/>
              <a:rect l="l" t="t" r="r" b="b"/>
              <a:pathLst>
                <a:path w="667385" h="419734">
                  <a:moveTo>
                    <a:pt x="0" y="419196"/>
                  </a:moveTo>
                  <a:lnTo>
                    <a:pt x="667098" y="419196"/>
                  </a:lnTo>
                  <a:lnTo>
                    <a:pt x="667098" y="0"/>
                  </a:lnTo>
                  <a:lnTo>
                    <a:pt x="0" y="0"/>
                  </a:lnTo>
                  <a:lnTo>
                    <a:pt x="0" y="41919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097502" y="1296833"/>
            <a:ext cx="32448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260350" algn="l"/>
              </a:tabLst>
            </a:pPr>
            <a:r>
              <a:rPr sz="700" spc="-50" dirty="0">
                <a:latin typeface="Arial MT"/>
                <a:cs typeface="Arial MT"/>
              </a:rPr>
              <a:t>2</a:t>
            </a:r>
            <a:r>
              <a:rPr sz="700" dirty="0">
                <a:latin typeface="Arial MT"/>
                <a:cs typeface="Arial MT"/>
              </a:rPr>
              <a:t>	</a:t>
            </a:r>
            <a:r>
              <a:rPr sz="700" spc="-50" dirty="0"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54398" y="1210765"/>
            <a:ext cx="556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950" b="1" dirty="0">
                <a:latin typeface="Arial"/>
                <a:cs typeface="Arial"/>
              </a:rPr>
              <a:t>W</a:t>
            </a:r>
            <a:r>
              <a:rPr sz="1050" i="1" baseline="31746" dirty="0">
                <a:latin typeface="Arial"/>
                <a:cs typeface="Arial"/>
              </a:rPr>
              <a:t>Q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950" b="1" dirty="0">
                <a:latin typeface="Arial"/>
                <a:cs typeface="Arial"/>
              </a:rPr>
              <a:t>W</a:t>
            </a:r>
            <a:r>
              <a:rPr sz="1050" i="1" baseline="31746" dirty="0">
                <a:latin typeface="Arial"/>
                <a:cs typeface="Arial"/>
              </a:rPr>
              <a:t>K</a:t>
            </a:r>
            <a:r>
              <a:rPr sz="1050" i="1" spc="-37" baseline="31746" dirty="0">
                <a:latin typeface="Arial"/>
                <a:cs typeface="Arial"/>
              </a:rPr>
              <a:t> </a:t>
            </a:r>
            <a:r>
              <a:rPr sz="950" spc="-50" dirty="0">
                <a:latin typeface="Arial MT"/>
                <a:cs typeface="Arial MT"/>
              </a:rPr>
              <a:t>,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02544" y="1346414"/>
            <a:ext cx="24257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425" b="1" spc="-37" baseline="-23391" dirty="0">
                <a:latin typeface="Arial"/>
                <a:cs typeface="Arial"/>
              </a:rPr>
              <a:t>W</a:t>
            </a:r>
            <a:r>
              <a:rPr sz="700" i="1" spc="-25" dirty="0">
                <a:latin typeface="Arial"/>
                <a:cs typeface="Arial"/>
              </a:rPr>
              <a:t>V</a:t>
            </a:r>
            <a:endParaRPr sz="7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45648" y="1466353"/>
            <a:ext cx="635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923080" y="998605"/>
            <a:ext cx="607060" cy="1071245"/>
            <a:chOff x="3923080" y="998605"/>
            <a:chExt cx="607060" cy="1071245"/>
          </a:xfrm>
        </p:grpSpPr>
        <p:sp>
          <p:nvSpPr>
            <p:cNvPr id="33" name="object 33"/>
            <p:cNvSpPr/>
            <p:nvPr/>
          </p:nvSpPr>
          <p:spPr>
            <a:xfrm>
              <a:off x="4226405" y="1001145"/>
              <a:ext cx="0" cy="187960"/>
            </a:xfrm>
            <a:custGeom>
              <a:avLst/>
              <a:gdLst/>
              <a:ahLst/>
              <a:cxnLst/>
              <a:rect l="l" t="t" r="r" b="b"/>
              <a:pathLst>
                <a:path h="187959">
                  <a:moveTo>
                    <a:pt x="0" y="0"/>
                  </a:moveTo>
                  <a:lnTo>
                    <a:pt x="0" y="187753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196039" y="1165111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2" y="0"/>
                  </a:moveTo>
                  <a:lnTo>
                    <a:pt x="48799" y="4622"/>
                  </a:lnTo>
                  <a:lnTo>
                    <a:pt x="40045" y="10913"/>
                  </a:lnTo>
                  <a:lnTo>
                    <a:pt x="34043" y="18327"/>
                  </a:lnTo>
                  <a:lnTo>
                    <a:pt x="30366" y="26317"/>
                  </a:lnTo>
                  <a:lnTo>
                    <a:pt x="26689" y="18327"/>
                  </a:lnTo>
                  <a:lnTo>
                    <a:pt x="20687" y="10913"/>
                  </a:lnTo>
                  <a:lnTo>
                    <a:pt x="11933" y="4622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925620" y="1781687"/>
              <a:ext cx="601980" cy="285750"/>
            </a:xfrm>
            <a:custGeom>
              <a:avLst/>
              <a:gdLst/>
              <a:ahLst/>
              <a:cxnLst/>
              <a:rect l="l" t="t" r="r" b="b"/>
              <a:pathLst>
                <a:path w="601979" h="285750">
                  <a:moveTo>
                    <a:pt x="300786" y="0"/>
                  </a:moveTo>
                  <a:lnTo>
                    <a:pt x="240166" y="2901"/>
                  </a:lnTo>
                  <a:lnTo>
                    <a:pt x="183705" y="11222"/>
                  </a:lnTo>
                  <a:lnTo>
                    <a:pt x="132612" y="24388"/>
                  </a:lnTo>
                  <a:lnTo>
                    <a:pt x="88097" y="41826"/>
                  </a:lnTo>
                  <a:lnTo>
                    <a:pt x="51369" y="62961"/>
                  </a:lnTo>
                  <a:lnTo>
                    <a:pt x="6110" y="114025"/>
                  </a:lnTo>
                  <a:lnTo>
                    <a:pt x="0" y="142806"/>
                  </a:lnTo>
                  <a:lnTo>
                    <a:pt x="6110" y="171587"/>
                  </a:lnTo>
                  <a:lnTo>
                    <a:pt x="51369" y="222651"/>
                  </a:lnTo>
                  <a:lnTo>
                    <a:pt x="88097" y="243786"/>
                  </a:lnTo>
                  <a:lnTo>
                    <a:pt x="132612" y="261224"/>
                  </a:lnTo>
                  <a:lnTo>
                    <a:pt x="183705" y="274391"/>
                  </a:lnTo>
                  <a:lnTo>
                    <a:pt x="240166" y="282712"/>
                  </a:lnTo>
                  <a:lnTo>
                    <a:pt x="300786" y="285613"/>
                  </a:lnTo>
                  <a:lnTo>
                    <a:pt x="361405" y="282712"/>
                  </a:lnTo>
                  <a:lnTo>
                    <a:pt x="417866" y="274391"/>
                  </a:lnTo>
                  <a:lnTo>
                    <a:pt x="468959" y="261224"/>
                  </a:lnTo>
                  <a:lnTo>
                    <a:pt x="513475" y="243786"/>
                  </a:lnTo>
                  <a:lnTo>
                    <a:pt x="550203" y="222651"/>
                  </a:lnTo>
                  <a:lnTo>
                    <a:pt x="595461" y="171587"/>
                  </a:lnTo>
                  <a:lnTo>
                    <a:pt x="601572" y="142806"/>
                  </a:lnTo>
                  <a:lnTo>
                    <a:pt x="595461" y="114025"/>
                  </a:lnTo>
                  <a:lnTo>
                    <a:pt x="550203" y="62961"/>
                  </a:lnTo>
                  <a:lnTo>
                    <a:pt x="513475" y="41826"/>
                  </a:lnTo>
                  <a:lnTo>
                    <a:pt x="468959" y="24388"/>
                  </a:lnTo>
                  <a:lnTo>
                    <a:pt x="417866" y="11222"/>
                  </a:lnTo>
                  <a:lnTo>
                    <a:pt x="361405" y="2901"/>
                  </a:lnTo>
                  <a:lnTo>
                    <a:pt x="300786" y="0"/>
                  </a:lnTo>
                  <a:close/>
                </a:path>
              </a:pathLst>
            </a:custGeom>
            <a:solidFill>
              <a:srgbClr val="FFFA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925620" y="1781687"/>
              <a:ext cx="601980" cy="285750"/>
            </a:xfrm>
            <a:custGeom>
              <a:avLst/>
              <a:gdLst/>
              <a:ahLst/>
              <a:cxnLst/>
              <a:rect l="l" t="t" r="r" b="b"/>
              <a:pathLst>
                <a:path w="601979" h="285750">
                  <a:moveTo>
                    <a:pt x="601572" y="142806"/>
                  </a:moveTo>
                  <a:lnTo>
                    <a:pt x="577935" y="87219"/>
                  </a:lnTo>
                  <a:lnTo>
                    <a:pt x="513475" y="41826"/>
                  </a:lnTo>
                  <a:lnTo>
                    <a:pt x="468959" y="24388"/>
                  </a:lnTo>
                  <a:lnTo>
                    <a:pt x="417866" y="11222"/>
                  </a:lnTo>
                  <a:lnTo>
                    <a:pt x="361405" y="2901"/>
                  </a:lnTo>
                  <a:lnTo>
                    <a:pt x="300786" y="0"/>
                  </a:lnTo>
                  <a:lnTo>
                    <a:pt x="240166" y="2901"/>
                  </a:lnTo>
                  <a:lnTo>
                    <a:pt x="183705" y="11222"/>
                  </a:lnTo>
                  <a:lnTo>
                    <a:pt x="132612" y="24388"/>
                  </a:lnTo>
                  <a:lnTo>
                    <a:pt x="88097" y="41826"/>
                  </a:lnTo>
                  <a:lnTo>
                    <a:pt x="51369" y="62961"/>
                  </a:lnTo>
                  <a:lnTo>
                    <a:pt x="6110" y="114025"/>
                  </a:lnTo>
                  <a:lnTo>
                    <a:pt x="0" y="142806"/>
                  </a:lnTo>
                  <a:lnTo>
                    <a:pt x="6110" y="171587"/>
                  </a:lnTo>
                  <a:lnTo>
                    <a:pt x="51369" y="222651"/>
                  </a:lnTo>
                  <a:lnTo>
                    <a:pt x="88097" y="243786"/>
                  </a:lnTo>
                  <a:lnTo>
                    <a:pt x="132612" y="261224"/>
                  </a:lnTo>
                  <a:lnTo>
                    <a:pt x="183705" y="274391"/>
                  </a:lnTo>
                  <a:lnTo>
                    <a:pt x="240166" y="282712"/>
                  </a:lnTo>
                  <a:lnTo>
                    <a:pt x="300786" y="285613"/>
                  </a:lnTo>
                  <a:lnTo>
                    <a:pt x="361405" y="282712"/>
                  </a:lnTo>
                  <a:lnTo>
                    <a:pt x="417866" y="274391"/>
                  </a:lnTo>
                  <a:lnTo>
                    <a:pt x="468959" y="261224"/>
                  </a:lnTo>
                  <a:lnTo>
                    <a:pt x="513475" y="243786"/>
                  </a:lnTo>
                  <a:lnTo>
                    <a:pt x="550203" y="222651"/>
                  </a:lnTo>
                  <a:lnTo>
                    <a:pt x="595461" y="171587"/>
                  </a:lnTo>
                  <a:lnTo>
                    <a:pt x="601572" y="14280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021150" y="1821762"/>
            <a:ext cx="40449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latin typeface="Arial MT"/>
                <a:cs typeface="Arial MT"/>
              </a:rPr>
              <a:t>head</a:t>
            </a:r>
            <a:r>
              <a:rPr sz="1050" spc="-15" baseline="-11904" dirty="0">
                <a:latin typeface="Arial MT"/>
                <a:cs typeface="Arial MT"/>
              </a:rPr>
              <a:t>2</a:t>
            </a:r>
            <a:endParaRPr sz="1050" baseline="-11904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193499" y="1193198"/>
            <a:ext cx="1146810" cy="586105"/>
            <a:chOff x="4193499" y="1193198"/>
            <a:chExt cx="1146810" cy="586105"/>
          </a:xfrm>
        </p:grpSpPr>
        <p:sp>
          <p:nvSpPr>
            <p:cNvPr id="39" name="object 39"/>
            <p:cNvSpPr/>
            <p:nvPr/>
          </p:nvSpPr>
          <p:spPr>
            <a:xfrm>
              <a:off x="4226405" y="1618216"/>
              <a:ext cx="0" cy="156210"/>
            </a:xfrm>
            <a:custGeom>
              <a:avLst/>
              <a:gdLst/>
              <a:ahLst/>
              <a:cxnLst/>
              <a:rect l="l" t="t" r="r" b="b"/>
              <a:pathLst>
                <a:path h="156210">
                  <a:moveTo>
                    <a:pt x="0" y="0"/>
                  </a:moveTo>
                  <a:lnTo>
                    <a:pt x="0" y="15588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196039" y="1750309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2" y="0"/>
                  </a:moveTo>
                  <a:lnTo>
                    <a:pt x="48799" y="4622"/>
                  </a:lnTo>
                  <a:lnTo>
                    <a:pt x="40045" y="10913"/>
                  </a:lnTo>
                  <a:lnTo>
                    <a:pt x="34043" y="18327"/>
                  </a:lnTo>
                  <a:lnTo>
                    <a:pt x="30366" y="26317"/>
                  </a:lnTo>
                  <a:lnTo>
                    <a:pt x="26689" y="18327"/>
                  </a:lnTo>
                  <a:lnTo>
                    <a:pt x="20687" y="10913"/>
                  </a:lnTo>
                  <a:lnTo>
                    <a:pt x="11933" y="4622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670468" y="1195738"/>
              <a:ext cx="667385" cy="421005"/>
            </a:xfrm>
            <a:custGeom>
              <a:avLst/>
              <a:gdLst/>
              <a:ahLst/>
              <a:cxnLst/>
              <a:rect l="l" t="t" r="r" b="b"/>
              <a:pathLst>
                <a:path w="667385" h="421005">
                  <a:moveTo>
                    <a:pt x="667098" y="0"/>
                  </a:moveTo>
                  <a:lnTo>
                    <a:pt x="0" y="0"/>
                  </a:lnTo>
                  <a:lnTo>
                    <a:pt x="0" y="420698"/>
                  </a:lnTo>
                  <a:lnTo>
                    <a:pt x="667098" y="420698"/>
                  </a:lnTo>
                  <a:lnTo>
                    <a:pt x="667098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670468" y="1195738"/>
              <a:ext cx="667385" cy="421005"/>
            </a:xfrm>
            <a:custGeom>
              <a:avLst/>
              <a:gdLst/>
              <a:ahLst/>
              <a:cxnLst/>
              <a:rect l="l" t="t" r="r" b="b"/>
              <a:pathLst>
                <a:path w="667385" h="421005">
                  <a:moveTo>
                    <a:pt x="0" y="420698"/>
                  </a:moveTo>
                  <a:lnTo>
                    <a:pt x="667098" y="420698"/>
                  </a:lnTo>
                  <a:lnTo>
                    <a:pt x="667098" y="0"/>
                  </a:lnTo>
                  <a:lnTo>
                    <a:pt x="0" y="0"/>
                  </a:lnTo>
                  <a:lnTo>
                    <a:pt x="0" y="420698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875098" y="1296084"/>
            <a:ext cx="32448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260350" algn="l"/>
              </a:tabLst>
            </a:pPr>
            <a:r>
              <a:rPr sz="700" spc="-50" dirty="0">
                <a:latin typeface="Arial MT"/>
                <a:cs typeface="Arial MT"/>
              </a:rPr>
              <a:t>3</a:t>
            </a:r>
            <a:r>
              <a:rPr sz="700" dirty="0">
                <a:latin typeface="Arial MT"/>
                <a:cs typeface="Arial MT"/>
              </a:rPr>
              <a:t>	</a:t>
            </a:r>
            <a:r>
              <a:rPr sz="700" spc="-50" dirty="0">
                <a:latin typeface="Arial MT"/>
                <a:cs typeface="Arial MT"/>
              </a:rPr>
              <a:t>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731994" y="1210016"/>
            <a:ext cx="556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950" b="1" dirty="0">
                <a:latin typeface="Arial"/>
                <a:cs typeface="Arial"/>
              </a:rPr>
              <a:t>W</a:t>
            </a:r>
            <a:r>
              <a:rPr sz="1050" i="1" baseline="31746" dirty="0">
                <a:latin typeface="Arial"/>
                <a:cs typeface="Arial"/>
              </a:rPr>
              <a:t>Q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950" b="1" dirty="0">
                <a:latin typeface="Arial"/>
                <a:cs typeface="Arial"/>
              </a:rPr>
              <a:t>W</a:t>
            </a:r>
            <a:r>
              <a:rPr sz="1050" i="1" baseline="31746" dirty="0">
                <a:latin typeface="Arial"/>
                <a:cs typeface="Arial"/>
              </a:rPr>
              <a:t>K</a:t>
            </a:r>
            <a:r>
              <a:rPr sz="1050" i="1" spc="-37" baseline="31746" dirty="0">
                <a:latin typeface="Arial"/>
                <a:cs typeface="Arial"/>
              </a:rPr>
              <a:t> </a:t>
            </a:r>
            <a:r>
              <a:rPr sz="950" spc="-50" dirty="0">
                <a:latin typeface="Arial MT"/>
                <a:cs typeface="Arial MT"/>
              </a:rPr>
              <a:t>,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880140" y="1345665"/>
            <a:ext cx="24257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425" b="1" spc="-37" baseline="-23391" dirty="0">
                <a:latin typeface="Arial"/>
                <a:cs typeface="Arial"/>
              </a:rPr>
              <a:t>W</a:t>
            </a:r>
            <a:r>
              <a:rPr sz="700" i="1" spc="-25" dirty="0">
                <a:latin typeface="Arial"/>
                <a:cs typeface="Arial"/>
              </a:rPr>
              <a:t>V</a:t>
            </a:r>
            <a:endParaRPr sz="7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23243" y="1465604"/>
            <a:ext cx="635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Arial MT"/>
                <a:cs typeface="Arial MT"/>
              </a:rPr>
              <a:t>3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394100" y="998605"/>
            <a:ext cx="913765" cy="1072515"/>
            <a:chOff x="4394100" y="998605"/>
            <a:chExt cx="913765" cy="1072515"/>
          </a:xfrm>
        </p:grpSpPr>
        <p:sp>
          <p:nvSpPr>
            <p:cNvPr id="48" name="object 48"/>
            <p:cNvSpPr/>
            <p:nvPr/>
          </p:nvSpPr>
          <p:spPr>
            <a:xfrm>
              <a:off x="4396640" y="1001145"/>
              <a:ext cx="284480" cy="189865"/>
            </a:xfrm>
            <a:custGeom>
              <a:avLst/>
              <a:gdLst/>
              <a:ahLst/>
              <a:cxnLst/>
              <a:rect l="l" t="t" r="r" b="b"/>
              <a:pathLst>
                <a:path w="284479" h="189865">
                  <a:moveTo>
                    <a:pt x="0" y="0"/>
                  </a:moveTo>
                  <a:lnTo>
                    <a:pt x="283952" y="189256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643960" y="1151943"/>
              <a:ext cx="38735" cy="50800"/>
            </a:xfrm>
            <a:custGeom>
              <a:avLst/>
              <a:gdLst/>
              <a:ahLst/>
              <a:cxnLst/>
              <a:rect l="l" t="t" r="r" b="b"/>
              <a:pathLst>
                <a:path w="38735" h="50800">
                  <a:moveTo>
                    <a:pt x="33680" y="0"/>
                  </a:moveTo>
                  <a:lnTo>
                    <a:pt x="30909" y="12492"/>
                  </a:lnTo>
                  <a:lnTo>
                    <a:pt x="31289" y="23265"/>
                  </a:lnTo>
                  <a:lnTo>
                    <a:pt x="34129" y="32371"/>
                  </a:lnTo>
                  <a:lnTo>
                    <a:pt x="38738" y="39862"/>
                  </a:lnTo>
                  <a:lnTo>
                    <a:pt x="30051" y="38490"/>
                  </a:lnTo>
                  <a:lnTo>
                    <a:pt x="20553" y="39373"/>
                  </a:lnTo>
                  <a:lnTo>
                    <a:pt x="10464" y="43168"/>
                  </a:lnTo>
                  <a:lnTo>
                    <a:pt x="0" y="50534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703231" y="1780625"/>
              <a:ext cx="601980" cy="288290"/>
            </a:xfrm>
            <a:custGeom>
              <a:avLst/>
              <a:gdLst/>
              <a:ahLst/>
              <a:cxnLst/>
              <a:rect l="l" t="t" r="r" b="b"/>
              <a:pathLst>
                <a:path w="601979" h="288289">
                  <a:moveTo>
                    <a:pt x="300786" y="0"/>
                  </a:moveTo>
                  <a:lnTo>
                    <a:pt x="240166" y="2922"/>
                  </a:lnTo>
                  <a:lnTo>
                    <a:pt x="183705" y="11305"/>
                  </a:lnTo>
                  <a:lnTo>
                    <a:pt x="132612" y="24570"/>
                  </a:lnTo>
                  <a:lnTo>
                    <a:pt x="88097" y="42137"/>
                  </a:lnTo>
                  <a:lnTo>
                    <a:pt x="51369" y="63430"/>
                  </a:lnTo>
                  <a:lnTo>
                    <a:pt x="6110" y="114873"/>
                  </a:lnTo>
                  <a:lnTo>
                    <a:pt x="0" y="143868"/>
                  </a:lnTo>
                  <a:lnTo>
                    <a:pt x="6110" y="172863"/>
                  </a:lnTo>
                  <a:lnTo>
                    <a:pt x="51369" y="224307"/>
                  </a:lnTo>
                  <a:lnTo>
                    <a:pt x="88097" y="245599"/>
                  </a:lnTo>
                  <a:lnTo>
                    <a:pt x="132612" y="263167"/>
                  </a:lnTo>
                  <a:lnTo>
                    <a:pt x="183705" y="276431"/>
                  </a:lnTo>
                  <a:lnTo>
                    <a:pt x="240166" y="284814"/>
                  </a:lnTo>
                  <a:lnTo>
                    <a:pt x="300786" y="287737"/>
                  </a:lnTo>
                  <a:lnTo>
                    <a:pt x="361405" y="284814"/>
                  </a:lnTo>
                  <a:lnTo>
                    <a:pt x="417866" y="276431"/>
                  </a:lnTo>
                  <a:lnTo>
                    <a:pt x="468959" y="263167"/>
                  </a:lnTo>
                  <a:lnTo>
                    <a:pt x="513475" y="245599"/>
                  </a:lnTo>
                  <a:lnTo>
                    <a:pt x="550203" y="224307"/>
                  </a:lnTo>
                  <a:lnTo>
                    <a:pt x="595461" y="172863"/>
                  </a:lnTo>
                  <a:lnTo>
                    <a:pt x="601572" y="143868"/>
                  </a:lnTo>
                  <a:lnTo>
                    <a:pt x="595461" y="114873"/>
                  </a:lnTo>
                  <a:lnTo>
                    <a:pt x="550203" y="63430"/>
                  </a:lnTo>
                  <a:lnTo>
                    <a:pt x="513475" y="42137"/>
                  </a:lnTo>
                  <a:lnTo>
                    <a:pt x="468959" y="24570"/>
                  </a:lnTo>
                  <a:lnTo>
                    <a:pt x="417866" y="11305"/>
                  </a:lnTo>
                  <a:lnTo>
                    <a:pt x="361405" y="2922"/>
                  </a:lnTo>
                  <a:lnTo>
                    <a:pt x="300786" y="0"/>
                  </a:lnTo>
                  <a:close/>
                </a:path>
              </a:pathLst>
            </a:custGeom>
            <a:solidFill>
              <a:srgbClr val="FFFA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703231" y="1780625"/>
              <a:ext cx="601980" cy="288290"/>
            </a:xfrm>
            <a:custGeom>
              <a:avLst/>
              <a:gdLst/>
              <a:ahLst/>
              <a:cxnLst/>
              <a:rect l="l" t="t" r="r" b="b"/>
              <a:pathLst>
                <a:path w="601979" h="288289">
                  <a:moveTo>
                    <a:pt x="601572" y="143868"/>
                  </a:moveTo>
                  <a:lnTo>
                    <a:pt x="577935" y="87868"/>
                  </a:lnTo>
                  <a:lnTo>
                    <a:pt x="513475" y="42137"/>
                  </a:lnTo>
                  <a:lnTo>
                    <a:pt x="468959" y="24570"/>
                  </a:lnTo>
                  <a:lnTo>
                    <a:pt x="417866" y="11305"/>
                  </a:lnTo>
                  <a:lnTo>
                    <a:pt x="361405" y="2922"/>
                  </a:lnTo>
                  <a:lnTo>
                    <a:pt x="300786" y="0"/>
                  </a:lnTo>
                  <a:lnTo>
                    <a:pt x="240166" y="2922"/>
                  </a:lnTo>
                  <a:lnTo>
                    <a:pt x="183705" y="11305"/>
                  </a:lnTo>
                  <a:lnTo>
                    <a:pt x="132612" y="24570"/>
                  </a:lnTo>
                  <a:lnTo>
                    <a:pt x="88097" y="42137"/>
                  </a:lnTo>
                  <a:lnTo>
                    <a:pt x="51369" y="63430"/>
                  </a:lnTo>
                  <a:lnTo>
                    <a:pt x="6110" y="114873"/>
                  </a:lnTo>
                  <a:lnTo>
                    <a:pt x="0" y="143868"/>
                  </a:lnTo>
                  <a:lnTo>
                    <a:pt x="6110" y="172863"/>
                  </a:lnTo>
                  <a:lnTo>
                    <a:pt x="51369" y="224307"/>
                  </a:lnTo>
                  <a:lnTo>
                    <a:pt x="88097" y="245599"/>
                  </a:lnTo>
                  <a:lnTo>
                    <a:pt x="132612" y="263167"/>
                  </a:lnTo>
                  <a:lnTo>
                    <a:pt x="183705" y="276431"/>
                  </a:lnTo>
                  <a:lnTo>
                    <a:pt x="240166" y="284814"/>
                  </a:lnTo>
                  <a:lnTo>
                    <a:pt x="300786" y="287737"/>
                  </a:lnTo>
                  <a:lnTo>
                    <a:pt x="361405" y="284814"/>
                  </a:lnTo>
                  <a:lnTo>
                    <a:pt x="417866" y="276431"/>
                  </a:lnTo>
                  <a:lnTo>
                    <a:pt x="468959" y="263167"/>
                  </a:lnTo>
                  <a:lnTo>
                    <a:pt x="513475" y="245599"/>
                  </a:lnTo>
                  <a:lnTo>
                    <a:pt x="550203" y="224307"/>
                  </a:lnTo>
                  <a:lnTo>
                    <a:pt x="595461" y="172863"/>
                  </a:lnTo>
                  <a:lnTo>
                    <a:pt x="601572" y="143868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798758" y="1821013"/>
            <a:ext cx="40449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latin typeface="Arial MT"/>
                <a:cs typeface="Arial MT"/>
              </a:rPr>
              <a:t>head</a:t>
            </a:r>
            <a:r>
              <a:rPr sz="1050" spc="-15" baseline="-11904" dirty="0">
                <a:latin typeface="Arial MT"/>
                <a:cs typeface="Arial MT"/>
              </a:rPr>
              <a:t>3</a:t>
            </a:r>
            <a:endParaRPr sz="1050" baseline="-11904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656122" y="1616427"/>
            <a:ext cx="1381125" cy="614680"/>
            <a:chOff x="3656122" y="1616427"/>
            <a:chExt cx="1381125" cy="614680"/>
          </a:xfrm>
        </p:grpSpPr>
        <p:sp>
          <p:nvSpPr>
            <p:cNvPr id="54" name="object 54"/>
            <p:cNvSpPr/>
            <p:nvPr/>
          </p:nvSpPr>
          <p:spPr>
            <a:xfrm>
              <a:off x="5004016" y="1618967"/>
              <a:ext cx="0" cy="154305"/>
            </a:xfrm>
            <a:custGeom>
              <a:avLst/>
              <a:gdLst/>
              <a:ahLst/>
              <a:cxnLst/>
              <a:rect l="l" t="t" r="r" b="b"/>
              <a:pathLst>
                <a:path h="154305">
                  <a:moveTo>
                    <a:pt x="0" y="0"/>
                  </a:moveTo>
                  <a:lnTo>
                    <a:pt x="0" y="15406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973649" y="1749247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2" y="0"/>
                  </a:moveTo>
                  <a:lnTo>
                    <a:pt x="48799" y="4622"/>
                  </a:lnTo>
                  <a:lnTo>
                    <a:pt x="40045" y="10913"/>
                  </a:lnTo>
                  <a:lnTo>
                    <a:pt x="34043" y="18327"/>
                  </a:lnTo>
                  <a:lnTo>
                    <a:pt x="30366" y="26317"/>
                  </a:lnTo>
                  <a:lnTo>
                    <a:pt x="26689" y="18327"/>
                  </a:lnTo>
                  <a:lnTo>
                    <a:pt x="20687" y="10913"/>
                  </a:lnTo>
                  <a:lnTo>
                    <a:pt x="11933" y="4622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658662" y="2029416"/>
              <a:ext cx="364490" cy="182245"/>
            </a:xfrm>
            <a:custGeom>
              <a:avLst/>
              <a:gdLst/>
              <a:ahLst/>
              <a:cxnLst/>
              <a:rect l="l" t="t" r="r" b="b"/>
              <a:pathLst>
                <a:path w="364489" h="182244">
                  <a:moveTo>
                    <a:pt x="0" y="0"/>
                  </a:moveTo>
                  <a:lnTo>
                    <a:pt x="364170" y="182063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87980" y="2173684"/>
              <a:ext cx="37465" cy="54610"/>
            </a:xfrm>
            <a:custGeom>
              <a:avLst/>
              <a:gdLst/>
              <a:ahLst/>
              <a:cxnLst/>
              <a:rect l="l" t="t" r="r" b="b"/>
              <a:pathLst>
                <a:path w="37464" h="54610">
                  <a:moveTo>
                    <a:pt x="27155" y="0"/>
                  </a:moveTo>
                  <a:lnTo>
                    <a:pt x="25954" y="12739"/>
                  </a:lnTo>
                  <a:lnTo>
                    <a:pt x="27667" y="23382"/>
                  </a:lnTo>
                  <a:lnTo>
                    <a:pt x="31614" y="32065"/>
                  </a:lnTo>
                  <a:lnTo>
                    <a:pt x="37116" y="38927"/>
                  </a:lnTo>
                  <a:lnTo>
                    <a:pt x="28325" y="38643"/>
                  </a:lnTo>
                  <a:lnTo>
                    <a:pt x="19011" y="40696"/>
                  </a:lnTo>
                  <a:lnTo>
                    <a:pt x="9470" y="45712"/>
                  </a:lnTo>
                  <a:lnTo>
                    <a:pt x="0" y="54319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226405" y="206983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0"/>
                  </a:moveTo>
                  <a:lnTo>
                    <a:pt x="0" y="13885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196039" y="2184894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2" y="0"/>
                  </a:moveTo>
                  <a:lnTo>
                    <a:pt x="48799" y="4622"/>
                  </a:lnTo>
                  <a:lnTo>
                    <a:pt x="40045" y="10913"/>
                  </a:lnTo>
                  <a:lnTo>
                    <a:pt x="34043" y="18327"/>
                  </a:lnTo>
                  <a:lnTo>
                    <a:pt x="30366" y="26317"/>
                  </a:lnTo>
                  <a:lnTo>
                    <a:pt x="26689" y="18327"/>
                  </a:lnTo>
                  <a:lnTo>
                    <a:pt x="20687" y="10913"/>
                  </a:lnTo>
                  <a:lnTo>
                    <a:pt x="11933" y="4622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429977" y="2029814"/>
              <a:ext cx="363855" cy="182245"/>
            </a:xfrm>
            <a:custGeom>
              <a:avLst/>
              <a:gdLst/>
              <a:ahLst/>
              <a:cxnLst/>
              <a:rect l="l" t="t" r="r" b="b"/>
              <a:pathLst>
                <a:path w="363854" h="182244">
                  <a:moveTo>
                    <a:pt x="363365" y="0"/>
                  </a:moveTo>
                  <a:lnTo>
                    <a:pt x="0" y="181665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427714" y="2173684"/>
              <a:ext cx="37465" cy="54610"/>
            </a:xfrm>
            <a:custGeom>
              <a:avLst/>
              <a:gdLst/>
              <a:ahLst/>
              <a:cxnLst/>
              <a:rect l="l" t="t" r="r" b="b"/>
              <a:pathLst>
                <a:path w="37464" h="54610">
                  <a:moveTo>
                    <a:pt x="37116" y="54319"/>
                  </a:moveTo>
                  <a:lnTo>
                    <a:pt x="27646" y="45712"/>
                  </a:lnTo>
                  <a:lnTo>
                    <a:pt x="18105" y="40696"/>
                  </a:lnTo>
                  <a:lnTo>
                    <a:pt x="8790" y="38643"/>
                  </a:lnTo>
                  <a:lnTo>
                    <a:pt x="0" y="38927"/>
                  </a:lnTo>
                  <a:lnTo>
                    <a:pt x="5502" y="32065"/>
                  </a:lnTo>
                  <a:lnTo>
                    <a:pt x="9449" y="23382"/>
                  </a:lnTo>
                  <a:lnTo>
                    <a:pt x="11161" y="12739"/>
                  </a:lnTo>
                  <a:lnTo>
                    <a:pt x="996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2" name="object 62"/>
          <p:cNvGraphicFramePr>
            <a:graphicFrameLocks noGrp="1"/>
          </p:cNvGraphicFramePr>
          <p:nvPr/>
        </p:nvGraphicFramePr>
        <p:xfrm>
          <a:off x="3953873" y="2213743"/>
          <a:ext cx="539750" cy="591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50" spc="-10" dirty="0">
                          <a:latin typeface="Arial MT"/>
                          <a:cs typeface="Arial MT"/>
                        </a:rPr>
                        <a:t>Concat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8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725">
                <a:tc gridSpan="2"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b="1" spc="-25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1050" i="1" spc="-37" baseline="-15873" dirty="0">
                          <a:latin typeface="Arial"/>
                          <a:cs typeface="Arial"/>
                        </a:rPr>
                        <a:t>O</a:t>
                      </a:r>
                      <a:endParaRPr sz="1050" baseline="-15873" dirty="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3" name="object 63"/>
          <p:cNvSpPr txBox="1"/>
          <p:nvPr/>
        </p:nvSpPr>
        <p:spPr>
          <a:xfrm>
            <a:off x="3732021" y="2832467"/>
            <a:ext cx="98933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Arial MT"/>
                <a:cs typeface="Arial MT"/>
              </a:rPr>
              <a:t>Multi-head</a:t>
            </a:r>
            <a:r>
              <a:rPr sz="950" spc="13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output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65" name="object 6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4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4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4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4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4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4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9" name="object 6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85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5" dirty="0">
                <a:solidFill>
                  <a:srgbClr val="FFFFFF"/>
                </a:solidFill>
              </a:rPr>
              <a:t>W</a:t>
            </a:r>
            <a:r>
              <a:rPr cap="small" spc="265" dirty="0">
                <a:solidFill>
                  <a:srgbClr val="FFFFFF"/>
                </a:solidFill>
              </a:rPr>
              <a:t>hen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cap="small" spc="280" dirty="0">
                <a:solidFill>
                  <a:srgbClr val="FFFFFF"/>
                </a:solidFill>
              </a:rPr>
              <a:t>to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spc="260" dirty="0">
                <a:solidFill>
                  <a:srgbClr val="FFFFFF"/>
                </a:solidFill>
              </a:rPr>
              <a:t>U</a:t>
            </a:r>
            <a:r>
              <a:rPr cap="small" spc="260" dirty="0">
                <a:solidFill>
                  <a:srgbClr val="FFFFFF"/>
                </a:solidFill>
              </a:rPr>
              <a:t>se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250" dirty="0">
                <a:solidFill>
                  <a:srgbClr val="FFFFFF"/>
                </a:solidFill>
              </a:rPr>
              <a:t>W</a:t>
            </a:r>
            <a:r>
              <a:rPr cap="small" spc="250" dirty="0">
                <a:solidFill>
                  <a:srgbClr val="FFFFFF"/>
                </a:solidFill>
              </a:rPr>
              <a:t>hich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spc="260" dirty="0">
                <a:solidFill>
                  <a:srgbClr val="FFFFFF"/>
                </a:solidFill>
              </a:rPr>
              <a:t>A</a:t>
            </a:r>
            <a:r>
              <a:rPr cap="small" spc="260" dirty="0">
                <a:solidFill>
                  <a:srgbClr val="FFFFFF"/>
                </a:solidFill>
              </a:rPr>
              <a:t>ttention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spc="229" dirty="0">
                <a:solidFill>
                  <a:srgbClr val="FFFFFF"/>
                </a:solidFill>
              </a:rPr>
              <a:t>T</a:t>
            </a:r>
            <a:r>
              <a:rPr cap="small" spc="229" dirty="0">
                <a:solidFill>
                  <a:srgbClr val="FFFFFF"/>
                </a:solidFill>
              </a:rPr>
              <a:t>ype</a:t>
            </a:r>
            <a:r>
              <a:rPr spc="229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3" name="object 3"/>
          <p:cNvSpPr/>
          <p:nvPr/>
        </p:nvSpPr>
        <p:spPr>
          <a:xfrm>
            <a:off x="388175" y="623608"/>
            <a:ext cx="4984115" cy="0"/>
          </a:xfrm>
          <a:custGeom>
            <a:avLst/>
            <a:gdLst/>
            <a:ahLst/>
            <a:cxnLst/>
            <a:rect l="l" t="t" r="r" b="b"/>
            <a:pathLst>
              <a:path w="4984115">
                <a:moveTo>
                  <a:pt x="0" y="0"/>
                </a:moveTo>
                <a:lnTo>
                  <a:pt x="498365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1383" y="609192"/>
            <a:ext cx="81470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Attention</a:t>
            </a:r>
            <a:r>
              <a:rPr sz="950" spc="114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spc="-20" dirty="0">
                <a:solidFill>
                  <a:srgbClr val="1B1472"/>
                </a:solidFill>
                <a:latin typeface="Arial MT"/>
                <a:cs typeface="Arial MT"/>
              </a:rPr>
              <a:t>Type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3194" y="609192"/>
            <a:ext cx="71183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Use</a:t>
            </a:r>
            <a:r>
              <a:rPr sz="9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B1472"/>
                </a:solidFill>
                <a:latin typeface="Arial MT"/>
                <a:cs typeface="Arial MT"/>
              </a:rPr>
              <a:t>When...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8175" y="800734"/>
            <a:ext cx="4984115" cy="0"/>
          </a:xfrm>
          <a:custGeom>
            <a:avLst/>
            <a:gdLst/>
            <a:ahLst/>
            <a:cxnLst/>
            <a:rect l="l" t="t" r="r" b="b"/>
            <a:pathLst>
              <a:path w="4984115">
                <a:moveTo>
                  <a:pt x="0" y="0"/>
                </a:moveTo>
                <a:lnTo>
                  <a:pt x="498365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1383" y="786331"/>
            <a:ext cx="77406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Self-</a:t>
            </a:r>
            <a:r>
              <a:rPr sz="950" spc="-10" dirty="0">
                <a:solidFill>
                  <a:srgbClr val="1B1472"/>
                </a:solidFill>
                <a:latin typeface="Arial MT"/>
                <a:cs typeface="Arial MT"/>
              </a:rPr>
              <a:t>Attention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3194" y="763887"/>
            <a:ext cx="3169920" cy="54165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950" dirty="0">
                <a:latin typeface="Arial MT"/>
                <a:cs typeface="Arial MT"/>
              </a:rPr>
              <a:t>Modeling</a:t>
            </a:r>
            <a:r>
              <a:rPr sz="950" spc="9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relationships</a:t>
            </a:r>
            <a:r>
              <a:rPr sz="950" spc="9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within</a:t>
            </a:r>
            <a:r>
              <a:rPr sz="950" spc="9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</a:t>
            </a:r>
            <a:r>
              <a:rPr sz="950" spc="9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single</a:t>
            </a:r>
            <a:r>
              <a:rPr sz="950" spc="9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sequence</a:t>
            </a:r>
            <a:endParaRPr sz="950">
              <a:latin typeface="Arial MT"/>
              <a:cs typeface="Arial MT"/>
            </a:endParaRPr>
          </a:p>
          <a:p>
            <a:pPr marL="12700" marR="5080">
              <a:lnSpc>
                <a:spcPct val="118900"/>
              </a:lnSpc>
            </a:pPr>
            <a:r>
              <a:rPr sz="950" dirty="0">
                <a:latin typeface="Arial MT"/>
                <a:cs typeface="Arial MT"/>
              </a:rPr>
              <a:t>Building</a:t>
            </a:r>
            <a:r>
              <a:rPr sz="950" spc="10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contextual</a:t>
            </a:r>
            <a:r>
              <a:rPr sz="950" spc="10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representations</a:t>
            </a:r>
            <a:r>
              <a:rPr sz="950" spc="10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(e.g.,</a:t>
            </a:r>
            <a:r>
              <a:rPr sz="950" spc="10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BERT</a:t>
            </a:r>
            <a:r>
              <a:rPr sz="950" spc="10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encoder) </a:t>
            </a:r>
            <a:r>
              <a:rPr sz="950" dirty="0">
                <a:latin typeface="Arial MT"/>
                <a:cs typeface="Arial MT"/>
              </a:rPr>
              <a:t>Capturing</a:t>
            </a:r>
            <a:r>
              <a:rPr sz="950" spc="8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long-range</a:t>
            </a:r>
            <a:r>
              <a:rPr sz="950" spc="9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dependencies</a:t>
            </a:r>
            <a:r>
              <a:rPr sz="950" spc="9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</a:t>
            </a:r>
            <a:r>
              <a:rPr sz="950" spc="8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text</a:t>
            </a:r>
            <a:r>
              <a:rPr sz="950" spc="9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or</a:t>
            </a:r>
            <a:r>
              <a:rPr sz="950" spc="9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time</a:t>
            </a:r>
            <a:r>
              <a:rPr sz="950" spc="8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series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8175" y="1322019"/>
            <a:ext cx="4984115" cy="0"/>
          </a:xfrm>
          <a:custGeom>
            <a:avLst/>
            <a:gdLst/>
            <a:ahLst/>
            <a:cxnLst/>
            <a:rect l="l" t="t" r="r" b="b"/>
            <a:pathLst>
              <a:path w="4984115">
                <a:moveTo>
                  <a:pt x="0" y="0"/>
                </a:moveTo>
                <a:lnTo>
                  <a:pt x="498365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1383" y="1307616"/>
            <a:ext cx="88519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Cross-</a:t>
            </a:r>
            <a:r>
              <a:rPr sz="950" spc="-10" dirty="0">
                <a:solidFill>
                  <a:srgbClr val="1B1472"/>
                </a:solidFill>
                <a:latin typeface="Arial MT"/>
                <a:cs typeface="Arial MT"/>
              </a:rPr>
              <a:t>Attention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83194" y="1285171"/>
            <a:ext cx="2788285" cy="5416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635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Arial MT"/>
                <a:cs typeface="Arial MT"/>
              </a:rPr>
              <a:t>Aligning</a:t>
            </a:r>
            <a:r>
              <a:rPr sz="950" spc="9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two</a:t>
            </a:r>
            <a:r>
              <a:rPr sz="950" spc="9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different</a:t>
            </a:r>
            <a:r>
              <a:rPr sz="950" spc="10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sequences</a:t>
            </a:r>
            <a:r>
              <a:rPr sz="950" spc="9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(seq2seq) </a:t>
            </a:r>
            <a:r>
              <a:rPr sz="950" dirty="0">
                <a:latin typeface="Arial MT"/>
                <a:cs typeface="Arial MT"/>
              </a:rPr>
              <a:t>Translation,</a:t>
            </a:r>
            <a:r>
              <a:rPr sz="950" spc="114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summarization,</a:t>
            </a:r>
            <a:r>
              <a:rPr sz="950" spc="114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question</a:t>
            </a:r>
            <a:r>
              <a:rPr sz="950" spc="12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answering </a:t>
            </a:r>
            <a:r>
              <a:rPr sz="950" dirty="0">
                <a:latin typeface="Arial MT"/>
                <a:cs typeface="Arial MT"/>
              </a:rPr>
              <a:t>Transformer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decoder</a:t>
            </a:r>
            <a:r>
              <a:rPr sz="950" spc="8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attending</a:t>
            </a:r>
            <a:r>
              <a:rPr sz="950" spc="8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encoder</a:t>
            </a:r>
            <a:r>
              <a:rPr sz="950" spc="8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outputs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8175" y="1843303"/>
            <a:ext cx="4984115" cy="0"/>
          </a:xfrm>
          <a:custGeom>
            <a:avLst/>
            <a:gdLst/>
            <a:ahLst/>
            <a:cxnLst/>
            <a:rect l="l" t="t" r="r" b="b"/>
            <a:pathLst>
              <a:path w="4984115">
                <a:moveTo>
                  <a:pt x="0" y="0"/>
                </a:moveTo>
                <a:lnTo>
                  <a:pt x="498365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1383" y="1828900"/>
            <a:ext cx="45974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solidFill>
                  <a:srgbClr val="1B1472"/>
                </a:solidFill>
                <a:latin typeface="Arial MT"/>
                <a:cs typeface="Arial MT"/>
              </a:rPr>
              <a:t>Masked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83194" y="1806455"/>
            <a:ext cx="2642870" cy="5416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635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Arial MT"/>
                <a:cs typeface="Arial MT"/>
              </a:rPr>
              <a:t>Autoregressive</a:t>
            </a:r>
            <a:r>
              <a:rPr sz="950" spc="1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generation</a:t>
            </a:r>
            <a:r>
              <a:rPr sz="950" spc="1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(language</a:t>
            </a:r>
            <a:r>
              <a:rPr sz="950" spc="14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modeling) </a:t>
            </a:r>
            <a:r>
              <a:rPr sz="950" dirty="0">
                <a:latin typeface="Arial MT"/>
                <a:cs typeface="Arial MT"/>
              </a:rPr>
              <a:t>Preventing</a:t>
            </a:r>
            <a:r>
              <a:rPr sz="950" spc="10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information</a:t>
            </a:r>
            <a:r>
              <a:rPr sz="950" spc="10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leakage</a:t>
            </a:r>
            <a:r>
              <a:rPr sz="950" spc="10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from</a:t>
            </a:r>
            <a:r>
              <a:rPr sz="950" spc="10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future</a:t>
            </a:r>
            <a:r>
              <a:rPr sz="950" spc="500" dirty="0">
                <a:latin typeface="Arial MT"/>
                <a:cs typeface="Arial MT"/>
              </a:rPr>
              <a:t> </a:t>
            </a:r>
            <a:r>
              <a:rPr sz="950" spc="-25" dirty="0">
                <a:latin typeface="Arial MT"/>
                <a:cs typeface="Arial MT"/>
              </a:rPr>
              <a:t>GPT-</a:t>
            </a:r>
            <a:r>
              <a:rPr sz="950" dirty="0">
                <a:latin typeface="Arial MT"/>
                <a:cs typeface="Arial MT"/>
              </a:rPr>
              <a:t>style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models,</a:t>
            </a:r>
            <a:r>
              <a:rPr sz="950" spc="8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time</a:t>
            </a:r>
            <a:r>
              <a:rPr sz="950" spc="8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series</a:t>
            </a:r>
            <a:r>
              <a:rPr sz="950" spc="8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forecasting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8175" y="2364587"/>
            <a:ext cx="4984115" cy="0"/>
          </a:xfrm>
          <a:custGeom>
            <a:avLst/>
            <a:gdLst/>
            <a:ahLst/>
            <a:cxnLst/>
            <a:rect l="l" t="t" r="r" b="b"/>
            <a:pathLst>
              <a:path w="4984115">
                <a:moveTo>
                  <a:pt x="0" y="0"/>
                </a:moveTo>
                <a:lnTo>
                  <a:pt x="498365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51383" y="2350184"/>
            <a:ext cx="62865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Multi-</a:t>
            </a:r>
            <a:r>
              <a:rPr sz="950" spc="-20" dirty="0">
                <a:solidFill>
                  <a:srgbClr val="1B1472"/>
                </a:solidFill>
                <a:latin typeface="Arial MT"/>
                <a:cs typeface="Arial MT"/>
              </a:rPr>
              <a:t>Head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83194" y="2327740"/>
            <a:ext cx="2864485" cy="5416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635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Arial MT"/>
                <a:cs typeface="Arial MT"/>
              </a:rPr>
              <a:t>Capturing</a:t>
            </a:r>
            <a:r>
              <a:rPr sz="950" spc="10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diverse</a:t>
            </a:r>
            <a:r>
              <a:rPr sz="950" spc="11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relationship</a:t>
            </a:r>
            <a:r>
              <a:rPr sz="950" spc="10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types</a:t>
            </a:r>
            <a:r>
              <a:rPr sz="950" spc="11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simultaneously </a:t>
            </a:r>
            <a:r>
              <a:rPr sz="950" dirty="0">
                <a:latin typeface="Arial MT"/>
                <a:cs typeface="Arial MT"/>
              </a:rPr>
              <a:t>All</a:t>
            </a:r>
            <a:r>
              <a:rPr sz="950" spc="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modern</a:t>
            </a:r>
            <a:r>
              <a:rPr sz="950" spc="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Transformers</a:t>
            </a:r>
            <a:r>
              <a:rPr sz="950" spc="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(BERT,</a:t>
            </a:r>
            <a:r>
              <a:rPr sz="950" spc="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GPT,</a:t>
            </a:r>
            <a:r>
              <a:rPr sz="950" spc="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T5,</a:t>
            </a:r>
            <a:r>
              <a:rPr sz="950" spc="35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ViT) </a:t>
            </a:r>
            <a:r>
              <a:rPr sz="950" dirty="0">
                <a:latin typeface="Arial MT"/>
                <a:cs typeface="Arial MT"/>
              </a:rPr>
              <a:t>When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you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need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multiple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attention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patterns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2883344"/>
            <a:ext cx="5760085" cy="350520"/>
            <a:chOff x="0" y="2883344"/>
            <a:chExt cx="5760085" cy="350520"/>
          </a:xfrm>
        </p:grpSpPr>
        <p:sp>
          <p:nvSpPr>
            <p:cNvPr id="19" name="object 19"/>
            <p:cNvSpPr/>
            <p:nvPr/>
          </p:nvSpPr>
          <p:spPr>
            <a:xfrm>
              <a:off x="388175" y="2885871"/>
              <a:ext cx="4984115" cy="0"/>
            </a:xfrm>
            <a:custGeom>
              <a:avLst/>
              <a:gdLst/>
              <a:ahLst/>
              <a:cxnLst/>
              <a:rect l="l" t="t" r="r" b="b"/>
              <a:pathLst>
                <a:path w="4984115">
                  <a:moveTo>
                    <a:pt x="0" y="0"/>
                  </a:moveTo>
                  <a:lnTo>
                    <a:pt x="498365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2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2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2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2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2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2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86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00" dirty="0">
                <a:solidFill>
                  <a:srgbClr val="FFFFFF"/>
                </a:solidFill>
              </a:rPr>
              <a:t>T</a:t>
            </a:r>
            <a:r>
              <a:rPr cap="small" spc="300" dirty="0">
                <a:solidFill>
                  <a:srgbClr val="FFFFFF"/>
                </a:solidFill>
              </a:rPr>
              <a:t>able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cap="small" spc="250" dirty="0">
                <a:solidFill>
                  <a:srgbClr val="FFFFFF"/>
                </a:solidFill>
              </a:rPr>
              <a:t>of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10" dirty="0">
                <a:solidFill>
                  <a:srgbClr val="FFFFFF"/>
                </a:solidFill>
              </a:rPr>
              <a:t>C</a:t>
            </a:r>
            <a:r>
              <a:rPr cap="small" spc="210" dirty="0">
                <a:solidFill>
                  <a:srgbClr val="FFFFFF"/>
                </a:solidFill>
              </a:rPr>
              <a:t>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591032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2" y="859612"/>
            <a:ext cx="169964" cy="1699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128179"/>
            <a:ext cx="169964" cy="1699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2" y="1396758"/>
            <a:ext cx="169964" cy="169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62" y="1665338"/>
            <a:ext cx="169964" cy="1699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1933905"/>
            <a:ext cx="169964" cy="169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02484"/>
            <a:ext cx="169964" cy="16996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471064"/>
            <a:ext cx="169964" cy="1699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3649" y="2739631"/>
            <a:ext cx="169964" cy="16996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9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3029" y="476951"/>
            <a:ext cx="3728720" cy="2442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899"/>
              </a:lnSpc>
              <a:spcBef>
                <a:spcPts val="90"/>
              </a:spcBef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ncoder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-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D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ecoder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18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F</a:t>
            </a:r>
            <a:r>
              <a:rPr sz="1400" cap="small" spc="18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oundation</a:t>
            </a:r>
            <a:r>
              <a:rPr sz="1400" spc="18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I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ntroduction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cap="small" spc="23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to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ttention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15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M</a:t>
            </a:r>
            <a:r>
              <a:rPr sz="1400" cap="small" spc="15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echanisms</a:t>
            </a:r>
            <a:r>
              <a:rPr sz="1400" spc="15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C</a:t>
            </a:r>
            <a:r>
              <a:rPr sz="1400" cap="small" spc="26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ore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ttention</a:t>
            </a:r>
            <a:r>
              <a:rPr sz="1400" spc="23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C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oncepts</a:t>
            </a:r>
            <a:endParaRPr sz="1400">
              <a:latin typeface="Calibri"/>
              <a:cs typeface="Calibri"/>
            </a:endParaRPr>
          </a:p>
          <a:p>
            <a:pPr marL="12700" marR="556260">
              <a:lnSpc>
                <a:spcPct val="125899"/>
              </a:lnSpc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Q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uery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-</a:t>
            </a:r>
            <a:r>
              <a:rPr sz="1400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K</a:t>
            </a:r>
            <a:r>
              <a:rPr sz="1400" cap="small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ey</a:t>
            </a:r>
            <a:r>
              <a:rPr sz="1400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-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V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alue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F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ramework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ttention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S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coring</a:t>
            </a:r>
            <a:r>
              <a:rPr sz="1400" spc="25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F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unctions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B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ahdanau</a:t>
            </a:r>
            <a:r>
              <a:rPr sz="1400" spc="23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ttention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for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S</a:t>
            </a:r>
            <a:r>
              <a:rPr sz="1400" cap="small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eq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2S</a:t>
            </a:r>
            <a:r>
              <a:rPr sz="1400" cap="small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eq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8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T</a:t>
            </a:r>
            <a:r>
              <a:rPr sz="1400" cap="small" spc="28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ypes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of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 A</a:t>
            </a:r>
            <a:r>
              <a:rPr sz="1400" cap="small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ttention</a:t>
            </a:r>
            <a:endParaRPr sz="1400">
              <a:latin typeface="Calibri"/>
              <a:cs typeface="Calibri"/>
            </a:endParaRPr>
          </a:p>
          <a:p>
            <a:pPr marL="12700" marR="70485">
              <a:lnSpc>
                <a:spcPct val="125899"/>
              </a:lnSpc>
            </a:pPr>
            <a:r>
              <a:rPr sz="1400" spc="225" dirty="0">
                <a:solidFill>
                  <a:srgbClr val="3333B2"/>
                </a:solidFill>
                <a:latin typeface="Calibri"/>
                <a:cs typeface="Calibri"/>
                <a:hlinkClick r:id="rId18" action="ppaction://hlinksldjump"/>
              </a:rPr>
              <a:t>S</a:t>
            </a:r>
            <a:r>
              <a:rPr sz="1400" cap="small" spc="225" dirty="0">
                <a:solidFill>
                  <a:srgbClr val="3333B2"/>
                </a:solidFill>
                <a:latin typeface="Calibri"/>
                <a:cs typeface="Calibri"/>
                <a:hlinkClick r:id="rId18" action="ppaction://hlinksldjump"/>
              </a:rPr>
              <a:t>elf</a:t>
            </a:r>
            <a:r>
              <a:rPr sz="1400" spc="225" dirty="0">
                <a:solidFill>
                  <a:srgbClr val="3333B2"/>
                </a:solidFill>
                <a:latin typeface="Calibri"/>
                <a:cs typeface="Calibri"/>
                <a:hlinkClick r:id="rId18" action="ppaction://hlinksldjump"/>
              </a:rPr>
              <a:t>-A</a:t>
            </a:r>
            <a:r>
              <a:rPr sz="1400" cap="small" spc="225" dirty="0">
                <a:solidFill>
                  <a:srgbClr val="3333B2"/>
                </a:solidFill>
                <a:latin typeface="Calibri"/>
                <a:cs typeface="Calibri"/>
                <a:hlinkClick r:id="rId18" action="ppaction://hlinksldjump"/>
              </a:rPr>
              <a:t>ttention</a:t>
            </a:r>
            <a:r>
              <a:rPr sz="1400" spc="240" dirty="0">
                <a:solidFill>
                  <a:srgbClr val="3333B2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254" dirty="0">
                <a:solidFill>
                  <a:srgbClr val="3333B2"/>
                </a:solidFill>
                <a:latin typeface="Calibri"/>
                <a:cs typeface="Calibri"/>
                <a:hlinkClick r:id="rId18" action="ppaction://hlinksldjump"/>
              </a:rPr>
              <a:t>&amp;</a:t>
            </a:r>
            <a:r>
              <a:rPr sz="1400" spc="245" dirty="0">
                <a:solidFill>
                  <a:srgbClr val="3333B2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210" dirty="0">
                <a:solidFill>
                  <a:srgbClr val="3333B2"/>
                </a:solidFill>
                <a:latin typeface="Calibri"/>
                <a:cs typeface="Calibri"/>
                <a:hlinkClick r:id="rId18" action="ppaction://hlinksldjump"/>
              </a:rPr>
              <a:t>P</a:t>
            </a:r>
            <a:r>
              <a:rPr sz="1400" cap="small" spc="210" dirty="0">
                <a:solidFill>
                  <a:srgbClr val="3333B2"/>
                </a:solidFill>
                <a:latin typeface="Calibri"/>
                <a:cs typeface="Calibri"/>
                <a:hlinkClick r:id="rId18" action="ppaction://hlinksldjump"/>
              </a:rPr>
              <a:t>ositional</a:t>
            </a:r>
            <a:r>
              <a:rPr sz="1400" spc="240" dirty="0">
                <a:solidFill>
                  <a:srgbClr val="3333B2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165" dirty="0">
                <a:solidFill>
                  <a:srgbClr val="3333B2"/>
                </a:solidFill>
                <a:latin typeface="Calibri"/>
                <a:cs typeface="Calibri"/>
                <a:hlinkClick r:id="rId18" action="ppaction://hlinksldjump"/>
              </a:rPr>
              <a:t>E</a:t>
            </a:r>
            <a:r>
              <a:rPr sz="1400" cap="small" spc="165" dirty="0">
                <a:solidFill>
                  <a:srgbClr val="3333B2"/>
                </a:solidFill>
                <a:latin typeface="Calibri"/>
                <a:cs typeface="Calibri"/>
                <a:hlinkClick r:id="rId18" action="ppaction://hlinksldjump"/>
              </a:rPr>
              <a:t>ncoding</a:t>
            </a:r>
            <a:r>
              <a:rPr sz="1400" spc="16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19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S</a:t>
            </a:r>
            <a:r>
              <a:rPr sz="1400" cap="small" spc="19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ummary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25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&amp;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35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K</a:t>
            </a:r>
            <a:r>
              <a:rPr sz="1400" cap="small" spc="35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ey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T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19" action="ppaction://hlinksldjump"/>
              </a:rPr>
              <a:t>akeaways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3" name="object 2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20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20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20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20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20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20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87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0" dirty="0">
                <a:solidFill>
                  <a:srgbClr val="FFFFFF"/>
                </a:solidFill>
              </a:rPr>
              <a:t>S</a:t>
            </a:r>
            <a:r>
              <a:rPr cap="small" spc="260" dirty="0">
                <a:solidFill>
                  <a:srgbClr val="FFFFFF"/>
                </a:solidFill>
              </a:rPr>
              <a:t>elf</a:t>
            </a:r>
            <a:r>
              <a:rPr spc="260" dirty="0">
                <a:solidFill>
                  <a:srgbClr val="FFFFFF"/>
                </a:solidFill>
              </a:rPr>
              <a:t>-</a:t>
            </a:r>
            <a:r>
              <a:rPr spc="245" dirty="0">
                <a:solidFill>
                  <a:srgbClr val="FFFFFF"/>
                </a:solidFill>
              </a:rPr>
              <a:t>A</a:t>
            </a:r>
            <a:r>
              <a:rPr cap="small" spc="245" dirty="0">
                <a:solidFill>
                  <a:srgbClr val="FFFFFF"/>
                </a:solidFill>
              </a:rPr>
              <a:t>ttention</a:t>
            </a:r>
            <a:r>
              <a:rPr spc="245" dirty="0">
                <a:solidFill>
                  <a:srgbClr val="FFFFFF"/>
                </a:solidFill>
              </a:rPr>
              <a:t>:</a:t>
            </a:r>
            <a:r>
              <a:rPr spc="480" dirty="0">
                <a:solidFill>
                  <a:srgbClr val="FFFFFF"/>
                </a:solidFill>
              </a:rPr>
              <a:t> </a:t>
            </a:r>
            <a:r>
              <a:rPr spc="265" dirty="0">
                <a:solidFill>
                  <a:srgbClr val="FFFFFF"/>
                </a:solidFill>
              </a:rPr>
              <a:t>F</a:t>
            </a:r>
            <a:r>
              <a:rPr cap="small" spc="265" dirty="0">
                <a:solidFill>
                  <a:srgbClr val="FFFFFF"/>
                </a:solidFill>
              </a:rPr>
              <a:t>ormal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195" dirty="0">
                <a:solidFill>
                  <a:srgbClr val="FFFFFF"/>
                </a:solidFill>
              </a:rPr>
              <a:t>D</a:t>
            </a:r>
            <a:r>
              <a:rPr cap="small" spc="195" dirty="0">
                <a:solidFill>
                  <a:srgbClr val="FFFFFF"/>
                </a:solidFill>
              </a:rPr>
              <a:t>efinition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555853"/>
            <a:ext cx="69850" cy="438150"/>
            <a:chOff x="513702" y="555853"/>
            <a:chExt cx="69850" cy="438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55853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924534"/>
              <a:ext cx="69291" cy="6929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06526" y="458836"/>
            <a:ext cx="4358005" cy="58102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8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Self-attention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allows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each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position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to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attend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to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all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positions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the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i="1" spc="-20" dirty="0">
                <a:solidFill>
                  <a:srgbClr val="1B1472"/>
                </a:solidFill>
                <a:latin typeface="Arial"/>
                <a:cs typeface="Arial"/>
              </a:rPr>
              <a:t>same</a:t>
            </a:r>
            <a:endParaRPr sz="1050">
              <a:latin typeface="Arial"/>
              <a:cs typeface="Arial"/>
            </a:endParaRPr>
          </a:p>
          <a:p>
            <a:pPr marL="50165">
              <a:lnSpc>
                <a:spcPct val="100000"/>
              </a:lnSpc>
              <a:spcBef>
                <a:spcPts val="185"/>
              </a:spcBef>
            </a:pP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sequence.</a:t>
            </a:r>
            <a:endParaRPr sz="10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45"/>
              </a:spcBef>
            </a:pPr>
            <a:r>
              <a:rPr sz="1050" dirty="0">
                <a:latin typeface="Arial MT"/>
                <a:cs typeface="Arial MT"/>
              </a:rPr>
              <a:t>Given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b="1" dirty="0">
                <a:latin typeface="Arial"/>
                <a:cs typeface="Arial"/>
              </a:rPr>
              <a:t>X</a:t>
            </a:r>
            <a:r>
              <a:rPr sz="1050" b="1" spc="6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[</a:t>
            </a:r>
            <a:r>
              <a:rPr sz="1050" b="1" spc="-55" dirty="0">
                <a:latin typeface="Arial"/>
                <a:cs typeface="Arial"/>
              </a:rPr>
              <a:t>x</a:t>
            </a:r>
            <a:r>
              <a:rPr sz="1050" spc="-82" baseline="-15873" dirty="0">
                <a:latin typeface="Arial MT"/>
                <a:cs typeface="Arial MT"/>
              </a:rPr>
              <a:t>1</a:t>
            </a:r>
            <a:r>
              <a:rPr sz="1200" i="1" spc="-55" dirty="0">
                <a:latin typeface="Verdana"/>
                <a:cs typeface="Verdana"/>
              </a:rPr>
              <a:t>,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15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,</a:t>
            </a:r>
            <a:r>
              <a:rPr sz="1200" i="1" spc="-215" dirty="0">
                <a:latin typeface="Verdana"/>
                <a:cs typeface="Verdana"/>
              </a:rPr>
              <a:t> </a:t>
            </a:r>
            <a:r>
              <a:rPr sz="1050" b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n</a:t>
            </a:r>
            <a:r>
              <a:rPr sz="1050" i="1" spc="-195" baseline="-15873" dirty="0">
                <a:latin typeface="Arial"/>
                <a:cs typeface="Arial"/>
              </a:rPr>
              <a:t> </a:t>
            </a:r>
            <a:r>
              <a:rPr sz="1200" spc="-135" dirty="0">
                <a:latin typeface="Tahoma"/>
                <a:cs typeface="Tahoma"/>
              </a:rPr>
              <a:t>]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Cambria"/>
                <a:cs typeface="Cambria"/>
              </a:rPr>
              <a:t>∈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spc="60" dirty="0">
                <a:latin typeface="Arial MT"/>
                <a:cs typeface="Arial MT"/>
              </a:rPr>
              <a:t>R</a:t>
            </a:r>
            <a:r>
              <a:rPr sz="1050" i="1" spc="89" baseline="35714" dirty="0">
                <a:latin typeface="Arial"/>
                <a:cs typeface="Arial"/>
              </a:rPr>
              <a:t>n</a:t>
            </a:r>
            <a:r>
              <a:rPr sz="1200" spc="89" baseline="31250" dirty="0">
                <a:latin typeface="Cambria"/>
                <a:cs typeface="Cambria"/>
              </a:rPr>
              <a:t>×</a:t>
            </a:r>
            <a:r>
              <a:rPr sz="1050" i="1" spc="89" baseline="35714" dirty="0">
                <a:latin typeface="Arial"/>
                <a:cs typeface="Arial"/>
              </a:rPr>
              <a:t>d</a:t>
            </a:r>
            <a:r>
              <a:rPr sz="1050" i="1" spc="-104" baseline="35714" dirty="0">
                <a:latin typeface="Arial"/>
                <a:cs typeface="Arial"/>
              </a:rPr>
              <a:t> </a:t>
            </a:r>
            <a:r>
              <a:rPr sz="1050" spc="-50" dirty="0">
                <a:latin typeface="Arial MT"/>
                <a:cs typeface="Arial MT"/>
              </a:rPr>
              <a:t>: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0044" y="1070216"/>
            <a:ext cx="121259" cy="12125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6993" y="1060366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1958" y="1032229"/>
            <a:ext cx="104457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Linear</a:t>
            </a:r>
            <a:r>
              <a:rPr sz="950" spc="8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B1472"/>
                </a:solidFill>
                <a:latin typeface="Arial MT"/>
                <a:cs typeface="Arial MT"/>
              </a:rPr>
              <a:t>projections: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0044" y="1547952"/>
            <a:ext cx="121259" cy="12125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86993" y="153810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558" y="1161150"/>
            <a:ext cx="3300729" cy="52387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40155">
              <a:lnSpc>
                <a:spcPct val="100000"/>
              </a:lnSpc>
              <a:spcBef>
                <a:spcPts val="844"/>
              </a:spcBef>
              <a:tabLst>
                <a:tab pos="1990725" algn="l"/>
                <a:tab pos="2732405" algn="l"/>
              </a:tabLst>
            </a:pPr>
            <a:r>
              <a:rPr sz="950" b="1" dirty="0">
                <a:latin typeface="Arial"/>
                <a:cs typeface="Arial"/>
              </a:rPr>
              <a:t>Q</a:t>
            </a:r>
            <a:r>
              <a:rPr sz="950" b="1" spc="6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950" b="1" spc="-20" dirty="0">
                <a:latin typeface="Arial"/>
                <a:cs typeface="Arial"/>
              </a:rPr>
              <a:t>XW</a:t>
            </a:r>
            <a:r>
              <a:rPr sz="1050" i="1" spc="-30" baseline="-11904" dirty="0">
                <a:latin typeface="Arial"/>
                <a:cs typeface="Arial"/>
              </a:rPr>
              <a:t>Q</a:t>
            </a:r>
            <a:r>
              <a:rPr sz="1100" i="1" spc="-20" dirty="0">
                <a:latin typeface="Verdana"/>
                <a:cs typeface="Verdana"/>
              </a:rPr>
              <a:t>,</a:t>
            </a:r>
            <a:r>
              <a:rPr sz="1100" i="1" dirty="0">
                <a:latin typeface="Verdana"/>
                <a:cs typeface="Verdana"/>
              </a:rPr>
              <a:t>	</a:t>
            </a:r>
            <a:r>
              <a:rPr sz="950" b="1" dirty="0">
                <a:latin typeface="Arial"/>
                <a:cs typeface="Arial"/>
              </a:rPr>
              <a:t>K</a:t>
            </a:r>
            <a:r>
              <a:rPr sz="950" b="1" spc="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950" b="1" dirty="0">
                <a:latin typeface="Arial"/>
                <a:cs typeface="Arial"/>
              </a:rPr>
              <a:t>XW</a:t>
            </a:r>
            <a:r>
              <a:rPr sz="1050" i="1" baseline="-11904" dirty="0">
                <a:latin typeface="Arial"/>
                <a:cs typeface="Arial"/>
              </a:rPr>
              <a:t>K</a:t>
            </a:r>
            <a:r>
              <a:rPr sz="1050" i="1" spc="-30" baseline="-11904" dirty="0">
                <a:latin typeface="Arial"/>
                <a:cs typeface="Arial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,</a:t>
            </a:r>
            <a:r>
              <a:rPr sz="1100" i="1" dirty="0">
                <a:latin typeface="Verdana"/>
                <a:cs typeface="Verdana"/>
              </a:rPr>
              <a:t>	</a:t>
            </a:r>
            <a:r>
              <a:rPr sz="950" b="1" dirty="0">
                <a:latin typeface="Arial"/>
                <a:cs typeface="Arial"/>
              </a:rPr>
              <a:t>V</a:t>
            </a:r>
            <a:r>
              <a:rPr sz="950" b="1" spc="6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950" b="1" spc="-25" dirty="0">
                <a:latin typeface="Arial"/>
                <a:cs typeface="Arial"/>
              </a:rPr>
              <a:t>XW</a:t>
            </a:r>
            <a:r>
              <a:rPr sz="1050" i="1" spc="-37" baseline="-11904" dirty="0">
                <a:latin typeface="Arial"/>
                <a:cs typeface="Arial"/>
              </a:rPr>
              <a:t>V</a:t>
            </a:r>
            <a:endParaRPr sz="1050" baseline="-11904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10"/>
              </a:spcBef>
            </a:pP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Scaled</a:t>
            </a:r>
            <a:r>
              <a:rPr sz="950" spc="1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472"/>
                </a:solidFill>
                <a:latin typeface="Arial MT"/>
                <a:cs typeface="Arial MT"/>
              </a:rPr>
              <a:t>dot-product</a:t>
            </a:r>
            <a:r>
              <a:rPr sz="950" spc="1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1B1472"/>
                </a:solidFill>
                <a:latin typeface="Arial MT"/>
                <a:cs typeface="Arial MT"/>
              </a:rPr>
              <a:t>attention: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91800" y="1735987"/>
            <a:ext cx="21272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spc="-25" dirty="0">
                <a:latin typeface="Arial"/>
                <a:cs typeface="Arial"/>
              </a:rPr>
              <a:t>QK</a:t>
            </a:r>
            <a:endParaRPr sz="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78833" y="1709177"/>
            <a:ext cx="109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130" dirty="0">
                <a:latin typeface="Cambria"/>
                <a:cs typeface="Cambria"/>
              </a:rPr>
              <a:t>T</a:t>
            </a:r>
            <a:endParaRPr sz="8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01643" y="1929599"/>
            <a:ext cx="283210" cy="33655"/>
            <a:chOff x="3801643" y="1929599"/>
            <a:chExt cx="283210" cy="33655"/>
          </a:xfrm>
        </p:grpSpPr>
        <p:sp>
          <p:nvSpPr>
            <p:cNvPr id="16" name="object 16"/>
            <p:cNvSpPr/>
            <p:nvPr/>
          </p:nvSpPr>
          <p:spPr>
            <a:xfrm>
              <a:off x="3804501" y="1932457"/>
              <a:ext cx="277495" cy="0"/>
            </a:xfrm>
            <a:custGeom>
              <a:avLst/>
              <a:gdLst/>
              <a:ahLst/>
              <a:cxnLst/>
              <a:rect l="l" t="t" r="r" b="b"/>
              <a:pathLst>
                <a:path w="277495">
                  <a:moveTo>
                    <a:pt x="0" y="0"/>
                  </a:moveTo>
                  <a:lnTo>
                    <a:pt x="277012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35577" y="1960168"/>
              <a:ext cx="130810" cy="0"/>
            </a:xfrm>
            <a:custGeom>
              <a:avLst/>
              <a:gdLst/>
              <a:ahLst/>
              <a:cxnLst/>
              <a:rect l="l" t="t" r="r" b="b"/>
              <a:pathLst>
                <a:path w="130810">
                  <a:moveTo>
                    <a:pt x="0" y="0"/>
                  </a:moveTo>
                  <a:lnTo>
                    <a:pt x="130314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674630" y="1620505"/>
            <a:ext cx="53721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421640" algn="l"/>
              </a:tabLst>
            </a:pPr>
            <a:r>
              <a:rPr sz="1100" dirty="0">
                <a:latin typeface="Lucida Sans Unicode"/>
                <a:cs typeface="Lucida Sans Unicode"/>
              </a:rPr>
              <a:t>	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98929" y="1815857"/>
            <a:ext cx="23444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820545" algn="l"/>
                <a:tab pos="2222500" algn="l"/>
              </a:tabLst>
            </a:pPr>
            <a:r>
              <a:rPr sz="950" dirty="0">
                <a:latin typeface="Arial MT"/>
                <a:cs typeface="Arial MT"/>
              </a:rPr>
              <a:t>Attention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950" b="1" dirty="0">
                <a:latin typeface="Arial"/>
                <a:cs typeface="Arial"/>
              </a:rPr>
              <a:t>Q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950" b="1" spc="-50" dirty="0">
                <a:latin typeface="Arial"/>
                <a:cs typeface="Arial"/>
              </a:rPr>
              <a:t>K</a:t>
            </a:r>
            <a:r>
              <a:rPr sz="1100" i="1" spc="-50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950" b="1" dirty="0">
                <a:latin typeface="Arial"/>
                <a:cs typeface="Arial"/>
              </a:rPr>
              <a:t>V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950" spc="-10" dirty="0">
                <a:latin typeface="Arial MT"/>
                <a:cs typeface="Arial MT"/>
              </a:rPr>
              <a:t>softmax</a:t>
            </a:r>
            <a:r>
              <a:rPr sz="950" dirty="0">
                <a:latin typeface="Arial MT"/>
                <a:cs typeface="Arial MT"/>
              </a:rPr>
              <a:t>	</a:t>
            </a:r>
            <a:r>
              <a:rPr sz="1650" spc="60" baseline="2525" dirty="0">
                <a:latin typeface="Cambria"/>
                <a:cs typeface="Cambria"/>
              </a:rPr>
              <a:t>√</a:t>
            </a:r>
            <a:r>
              <a:rPr sz="1425" i="1" spc="60" baseline="-46783" dirty="0">
                <a:latin typeface="Arial"/>
                <a:cs typeface="Arial"/>
              </a:rPr>
              <a:t>d</a:t>
            </a:r>
            <a:r>
              <a:rPr sz="1050" i="1" spc="60" baseline="-75396" dirty="0">
                <a:latin typeface="Arial"/>
                <a:cs typeface="Arial"/>
              </a:rPr>
              <a:t>k</a:t>
            </a:r>
            <a:r>
              <a:rPr sz="1050" i="1" baseline="-75396" dirty="0">
                <a:latin typeface="Arial"/>
                <a:cs typeface="Arial"/>
              </a:rPr>
              <a:t>	</a:t>
            </a:r>
            <a:r>
              <a:rPr sz="950" b="1" spc="-50" dirty="0">
                <a:latin typeface="Arial"/>
                <a:cs typeface="Arial"/>
              </a:rPr>
              <a:t>V</a:t>
            </a:r>
            <a:endParaRPr sz="95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0044" y="2177186"/>
            <a:ext cx="121259" cy="12125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86993" y="2167336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1958" y="2139199"/>
            <a:ext cx="43497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solidFill>
                  <a:srgbClr val="1B1472"/>
                </a:solidFill>
                <a:latin typeface="Arial MT"/>
                <a:cs typeface="Arial MT"/>
              </a:rPr>
              <a:t>Output: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57298" y="2297415"/>
            <a:ext cx="1820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950" b="1" dirty="0">
                <a:latin typeface="Arial"/>
                <a:cs typeface="Arial"/>
              </a:rPr>
              <a:t>Z</a:t>
            </a:r>
            <a:r>
              <a:rPr sz="950" b="1" spc="6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950" dirty="0">
                <a:latin typeface="Arial MT"/>
                <a:cs typeface="Arial MT"/>
              </a:rPr>
              <a:t>Attention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950" b="1" dirty="0">
                <a:latin typeface="Arial"/>
                <a:cs typeface="Arial"/>
              </a:rPr>
              <a:t>Q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185" dirty="0">
                <a:latin typeface="Verdana"/>
                <a:cs typeface="Verdana"/>
              </a:rPr>
              <a:t> </a:t>
            </a:r>
            <a:r>
              <a:rPr sz="950" b="1" spc="-45" dirty="0">
                <a:latin typeface="Arial"/>
                <a:cs typeface="Arial"/>
              </a:rPr>
              <a:t>K</a:t>
            </a:r>
            <a:r>
              <a:rPr sz="1100" i="1" spc="-45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950" b="1" dirty="0">
                <a:latin typeface="Arial"/>
                <a:cs typeface="Arial"/>
              </a:rPr>
              <a:t>V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spc="-20" dirty="0">
                <a:latin typeface="Arial MT"/>
                <a:cs typeface="Arial MT"/>
              </a:rPr>
              <a:t>R</a:t>
            </a:r>
            <a:r>
              <a:rPr sz="1050" i="1" spc="-30" baseline="35714" dirty="0">
                <a:latin typeface="Arial"/>
                <a:cs typeface="Arial"/>
              </a:rPr>
              <a:t>n</a:t>
            </a:r>
            <a:r>
              <a:rPr sz="1200" spc="-30" baseline="31250" dirty="0">
                <a:latin typeface="Cambria"/>
                <a:cs typeface="Cambria"/>
              </a:rPr>
              <a:t>×</a:t>
            </a:r>
            <a:r>
              <a:rPr sz="1050" i="1" spc="-30" baseline="35714" dirty="0">
                <a:latin typeface="Arial"/>
                <a:cs typeface="Arial"/>
              </a:rPr>
              <a:t>d</a:t>
            </a:r>
            <a:r>
              <a:rPr sz="750" i="1" spc="-30" baseline="38888" dirty="0">
                <a:latin typeface="Arial"/>
                <a:cs typeface="Arial"/>
              </a:rPr>
              <a:t>v</a:t>
            </a:r>
            <a:endParaRPr sz="750" baseline="38888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2606357"/>
            <a:ext cx="5760085" cy="627380"/>
            <a:chOff x="0" y="2606357"/>
            <a:chExt cx="5760085" cy="627380"/>
          </a:xfrm>
        </p:grpSpPr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606357"/>
              <a:ext cx="69291" cy="6929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791586"/>
              <a:ext cx="69291" cy="6929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375649" y="2597161"/>
            <a:ext cx="262001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586355" algn="l"/>
              </a:tabLst>
            </a:pPr>
            <a:r>
              <a:rPr sz="700" i="1" spc="-50" dirty="0">
                <a:latin typeface="Arial"/>
                <a:cs typeface="Arial"/>
              </a:rPr>
              <a:t>i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9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9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9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9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9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9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88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5059807" y="2519284"/>
            <a:ext cx="76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spc="-50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59807" y="2601796"/>
            <a:ext cx="187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j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4626" y="2513645"/>
            <a:ext cx="46475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96130" algn="l"/>
              </a:tabLst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Key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property:</a:t>
            </a:r>
            <a:r>
              <a:rPr sz="1050" spc="10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Every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output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b="1" dirty="0">
                <a:latin typeface="Arial"/>
                <a:cs typeface="Arial"/>
              </a:rPr>
              <a:t>z</a:t>
            </a:r>
            <a:r>
              <a:rPr sz="1050" b="1" spc="320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weighted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combination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all</a:t>
            </a:r>
            <a:r>
              <a:rPr sz="1050" i="1" spc="12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inputs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200" spc="70" dirty="0">
                <a:latin typeface="Cambria"/>
                <a:cs typeface="Cambria"/>
              </a:rPr>
              <a:t>{</a:t>
            </a:r>
            <a:r>
              <a:rPr sz="1050" b="1" spc="70" dirty="0">
                <a:latin typeface="Arial"/>
                <a:cs typeface="Arial"/>
              </a:rPr>
              <a:t>x</a:t>
            </a:r>
            <a:r>
              <a:rPr sz="1050" b="1" spc="-5" dirty="0">
                <a:latin typeface="Arial"/>
                <a:cs typeface="Arial"/>
              </a:rPr>
              <a:t> </a:t>
            </a:r>
            <a:r>
              <a:rPr sz="1200" spc="80" dirty="0">
                <a:latin typeface="Cambria"/>
                <a:cs typeface="Cambria"/>
              </a:rPr>
              <a:t>}</a:t>
            </a:r>
            <a:r>
              <a:rPr sz="1200" dirty="0">
                <a:latin typeface="Cambria"/>
                <a:cs typeface="Cambria"/>
              </a:rPr>
              <a:t>	</a:t>
            </a:r>
            <a:r>
              <a:rPr sz="1050" spc="-50" dirty="0"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4626" y="2694570"/>
            <a:ext cx="4690745" cy="392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Difference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from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RNN: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Direct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connections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between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all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positions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(no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sequential bottleneck).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95" dirty="0">
                <a:solidFill>
                  <a:srgbClr val="FFFFFF"/>
                </a:solidFill>
              </a:rPr>
              <a:t>CNN</a:t>
            </a:r>
            <a:r>
              <a:rPr cap="small" spc="295" dirty="0">
                <a:solidFill>
                  <a:srgbClr val="FFFFFF"/>
                </a:solidFill>
              </a:rPr>
              <a:t>s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cap="small" spc="225" dirty="0">
                <a:solidFill>
                  <a:srgbClr val="FFFFFF"/>
                </a:solidFill>
              </a:rPr>
              <a:t>vs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300" dirty="0">
                <a:solidFill>
                  <a:srgbClr val="FFFFFF"/>
                </a:solidFill>
              </a:rPr>
              <a:t>RNN</a:t>
            </a:r>
            <a:r>
              <a:rPr cap="small" spc="300" dirty="0">
                <a:solidFill>
                  <a:srgbClr val="FFFFFF"/>
                </a:solidFill>
              </a:rPr>
              <a:t>s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cap="small" spc="225" dirty="0">
                <a:solidFill>
                  <a:srgbClr val="FFFFFF"/>
                </a:solidFill>
              </a:rPr>
              <a:t>vs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60" dirty="0">
                <a:solidFill>
                  <a:srgbClr val="FFFFFF"/>
                </a:solidFill>
              </a:rPr>
              <a:t>S</a:t>
            </a:r>
            <a:r>
              <a:rPr cap="small" spc="260" dirty="0">
                <a:solidFill>
                  <a:srgbClr val="FFFFFF"/>
                </a:solidFill>
              </a:rPr>
              <a:t>elf</a:t>
            </a:r>
            <a:r>
              <a:rPr spc="260" dirty="0">
                <a:solidFill>
                  <a:srgbClr val="FFFFFF"/>
                </a:solidFill>
              </a:rPr>
              <a:t>-</a:t>
            </a:r>
            <a:r>
              <a:rPr spc="245" dirty="0">
                <a:solidFill>
                  <a:srgbClr val="FFFFFF"/>
                </a:solidFill>
              </a:rPr>
              <a:t>A</a:t>
            </a:r>
            <a:r>
              <a:rPr cap="small" spc="245" dirty="0">
                <a:solidFill>
                  <a:srgbClr val="FFFFFF"/>
                </a:solidFill>
              </a:rPr>
              <a:t>ttention</a:t>
            </a:r>
            <a:r>
              <a:rPr spc="245" dirty="0">
                <a:solidFill>
                  <a:srgbClr val="FFFFFF"/>
                </a:solidFill>
              </a:rPr>
              <a:t>:</a:t>
            </a:r>
            <a:r>
              <a:rPr spc="475" dirty="0">
                <a:solidFill>
                  <a:srgbClr val="FFFFFF"/>
                </a:solidFill>
              </a:rPr>
              <a:t> </a:t>
            </a:r>
            <a:r>
              <a:rPr spc="170" dirty="0">
                <a:solidFill>
                  <a:srgbClr val="FFFFFF"/>
                </a:solidFill>
              </a:rPr>
              <a:t>C</a:t>
            </a:r>
            <a:r>
              <a:rPr cap="small" spc="170" dirty="0">
                <a:solidFill>
                  <a:srgbClr val="FFFFFF"/>
                </a:solidFill>
              </a:rPr>
              <a:t>omparison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5800" y="750112"/>
            <a:ext cx="4788535" cy="193675"/>
            <a:chOff x="485800" y="750112"/>
            <a:chExt cx="4788535" cy="193675"/>
          </a:xfrm>
        </p:grpSpPr>
        <p:sp>
          <p:nvSpPr>
            <p:cNvPr id="4" name="object 4"/>
            <p:cNvSpPr/>
            <p:nvPr/>
          </p:nvSpPr>
          <p:spPr>
            <a:xfrm>
              <a:off x="488340" y="752652"/>
              <a:ext cx="4783455" cy="0"/>
            </a:xfrm>
            <a:custGeom>
              <a:avLst/>
              <a:gdLst/>
              <a:ahLst/>
              <a:cxnLst/>
              <a:rect l="l" t="t" r="r" b="b"/>
              <a:pathLst>
                <a:path w="4783455">
                  <a:moveTo>
                    <a:pt x="0" y="0"/>
                  </a:moveTo>
                  <a:lnTo>
                    <a:pt x="478332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8340" y="941184"/>
              <a:ext cx="4783455" cy="0"/>
            </a:xfrm>
            <a:custGeom>
              <a:avLst/>
              <a:gdLst/>
              <a:ahLst/>
              <a:cxnLst/>
              <a:rect l="l" t="t" r="r" b="b"/>
              <a:pathLst>
                <a:path w="4783455">
                  <a:moveTo>
                    <a:pt x="0" y="0"/>
                  </a:moveTo>
                  <a:lnTo>
                    <a:pt x="478332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1548" y="709725"/>
            <a:ext cx="918210" cy="402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800"/>
              </a:lnSpc>
              <a:spcBef>
                <a:spcPts val="95"/>
              </a:spcBef>
            </a:pP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Aspect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Receptive</a:t>
            </a:r>
            <a:r>
              <a:rPr sz="1050" spc="6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field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1407" y="709725"/>
            <a:ext cx="974090" cy="40259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50" spc="-25" dirty="0">
                <a:solidFill>
                  <a:srgbClr val="1B1472"/>
                </a:solidFill>
                <a:latin typeface="Arial MT"/>
                <a:cs typeface="Arial MT"/>
              </a:rPr>
              <a:t>CNN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50" dirty="0">
                <a:latin typeface="Arial MT"/>
                <a:cs typeface="Arial MT"/>
              </a:rPr>
              <a:t>Local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(kernel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k</a:t>
            </a:r>
            <a:r>
              <a:rPr sz="1050" i="1" spc="-170" dirty="0">
                <a:latin typeface="Arial"/>
                <a:cs typeface="Arial"/>
              </a:rPr>
              <a:t> </a:t>
            </a:r>
            <a:r>
              <a:rPr sz="1050" spc="-50" dirty="0">
                <a:latin typeface="Arial MT"/>
                <a:cs typeface="Arial MT"/>
              </a:rPr>
              <a:t>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3239" y="709725"/>
            <a:ext cx="671195" cy="40259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50" spc="-25" dirty="0">
                <a:solidFill>
                  <a:srgbClr val="1B1472"/>
                </a:solidFill>
                <a:latin typeface="Arial MT"/>
                <a:cs typeface="Arial MT"/>
              </a:rPr>
              <a:t>RNN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50" spc="-10" dirty="0">
                <a:latin typeface="Arial MT"/>
                <a:cs typeface="Arial MT"/>
              </a:rPr>
              <a:t>Sequential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57518" y="922787"/>
            <a:ext cx="29146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latin typeface="Arial MT"/>
                <a:cs typeface="Arial MT"/>
              </a:rPr>
              <a:t>(his-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75014" y="709725"/>
            <a:ext cx="686435" cy="402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17800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Self-</a:t>
            </a:r>
            <a:r>
              <a:rPr sz="1050" spc="-20" dirty="0">
                <a:solidFill>
                  <a:srgbClr val="1B1472"/>
                </a:solidFill>
                <a:latin typeface="Arial MT"/>
                <a:cs typeface="Arial MT"/>
              </a:rPr>
              <a:t>Attn </a:t>
            </a:r>
            <a:r>
              <a:rPr sz="1050" dirty="0">
                <a:latin typeface="Arial MT"/>
                <a:cs typeface="Arial MT"/>
              </a:rPr>
              <a:t>Global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(all)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1388" y="1256266"/>
            <a:ext cx="543560" cy="40640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i="1" spc="-25" dirty="0">
                <a:latin typeface="Arial"/>
                <a:cs typeface="Arial"/>
              </a:rPr>
              <a:t>O</a:t>
            </a:r>
            <a:r>
              <a:rPr sz="1200" spc="-25" dirty="0">
                <a:latin typeface="Tahoma"/>
                <a:cs typeface="Tahoma"/>
              </a:rPr>
              <a:t>(log</a:t>
            </a:r>
            <a:r>
              <a:rPr sz="1200" spc="-125" dirty="0">
                <a:latin typeface="Tahoma"/>
                <a:cs typeface="Tahoma"/>
              </a:rPr>
              <a:t> </a:t>
            </a:r>
            <a:r>
              <a:rPr sz="1050" i="1" spc="-25" dirty="0">
                <a:latin typeface="Arial"/>
                <a:cs typeface="Arial"/>
              </a:rPr>
              <a:t>n</a:t>
            </a:r>
            <a:r>
              <a:rPr sz="1200" spc="-25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50" spc="-20" dirty="0">
                <a:solidFill>
                  <a:srgbClr val="00FF00"/>
                </a:solidFill>
                <a:latin typeface="Arial MT"/>
                <a:cs typeface="Arial MT"/>
              </a:rPr>
              <a:t>High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43212" y="1106251"/>
            <a:ext cx="671195" cy="5568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10" dirty="0">
                <a:latin typeface="Arial MT"/>
                <a:cs typeface="Arial MT"/>
              </a:rPr>
              <a:t>tory)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50" i="1" spc="-20" dirty="0">
                <a:latin typeface="Arial"/>
                <a:cs typeface="Arial"/>
              </a:rPr>
              <a:t>O</a:t>
            </a:r>
            <a:r>
              <a:rPr sz="1200" spc="-20" dirty="0">
                <a:latin typeface="Tahoma"/>
                <a:cs typeface="Tahoma"/>
              </a:rPr>
              <a:t>(</a:t>
            </a:r>
            <a:r>
              <a:rPr sz="1050" i="1" spc="-20" dirty="0">
                <a:latin typeface="Arial"/>
                <a:cs typeface="Arial"/>
              </a:rPr>
              <a:t>n</a:t>
            </a:r>
            <a:r>
              <a:rPr sz="1200" spc="-2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050" spc="-10" dirty="0">
                <a:solidFill>
                  <a:srgbClr val="FF0000"/>
                </a:solidFill>
                <a:latin typeface="Arial MT"/>
                <a:cs typeface="Arial MT"/>
              </a:rPr>
              <a:t>Sequential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75014" y="1256266"/>
            <a:ext cx="330200" cy="40640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i="1" spc="-20" dirty="0">
                <a:latin typeface="Arial"/>
                <a:cs typeface="Arial"/>
              </a:rPr>
              <a:t>O</a:t>
            </a:r>
            <a:r>
              <a:rPr sz="1200" spc="-20" dirty="0">
                <a:latin typeface="Tahoma"/>
                <a:cs typeface="Tahoma"/>
              </a:rPr>
              <a:t>(</a:t>
            </a:r>
            <a:r>
              <a:rPr sz="1050" spc="-20" dirty="0">
                <a:latin typeface="Arial MT"/>
                <a:cs typeface="Arial MT"/>
              </a:rPr>
              <a:t>1</a:t>
            </a:r>
            <a:r>
              <a:rPr sz="1200" spc="-2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50" spc="-20" dirty="0">
                <a:solidFill>
                  <a:srgbClr val="00FF00"/>
                </a:solidFill>
                <a:latin typeface="Arial MT"/>
                <a:cs typeface="Arial MT"/>
              </a:rPr>
              <a:t>High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85988" y="1641447"/>
            <a:ext cx="8305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dirty="0">
                <a:latin typeface="Arial"/>
                <a:cs typeface="Arial"/>
              </a:rPr>
              <a:t>O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k</a:t>
            </a:r>
            <a:r>
              <a:rPr sz="1050" i="1" spc="100" dirty="0">
                <a:latin typeface="Arial"/>
                <a:cs typeface="Arial"/>
              </a:rPr>
              <a:t> </a:t>
            </a:r>
            <a:r>
              <a:rPr sz="1200" dirty="0">
                <a:latin typeface="Cambria"/>
                <a:cs typeface="Cambria"/>
              </a:rPr>
              <a:t>·</a:t>
            </a:r>
            <a:r>
              <a:rPr sz="1200" spc="15" dirty="0">
                <a:latin typeface="Cambria"/>
                <a:cs typeface="Cambria"/>
              </a:rPr>
              <a:t> </a:t>
            </a:r>
            <a:r>
              <a:rPr sz="1050" i="1" dirty="0">
                <a:latin typeface="Arial"/>
                <a:cs typeface="Arial"/>
              </a:rPr>
              <a:t>n</a:t>
            </a:r>
            <a:r>
              <a:rPr sz="1050" i="1" spc="5" dirty="0">
                <a:latin typeface="Arial"/>
                <a:cs typeface="Arial"/>
              </a:rPr>
              <a:t> </a:t>
            </a:r>
            <a:r>
              <a:rPr sz="1200" dirty="0">
                <a:latin typeface="Cambria"/>
                <a:cs typeface="Cambria"/>
              </a:rPr>
              <a:t>·</a:t>
            </a:r>
            <a:r>
              <a:rPr sz="1200" spc="15" dirty="0">
                <a:latin typeface="Cambria"/>
                <a:cs typeface="Cambria"/>
              </a:rPr>
              <a:t> </a:t>
            </a:r>
            <a:r>
              <a:rPr sz="1050" i="1" dirty="0">
                <a:latin typeface="Arial"/>
                <a:cs typeface="Arial"/>
              </a:rPr>
              <a:t>d</a:t>
            </a:r>
            <a:r>
              <a:rPr sz="1050" i="1" spc="-185" dirty="0">
                <a:latin typeface="Arial"/>
                <a:cs typeface="Arial"/>
              </a:rPr>
              <a:t> </a:t>
            </a:r>
            <a:r>
              <a:rPr sz="1050" spc="-37" baseline="35714" dirty="0">
                <a:latin typeface="Arial MT"/>
                <a:cs typeface="Arial MT"/>
              </a:rPr>
              <a:t>2</a:t>
            </a:r>
            <a:r>
              <a:rPr sz="1200" spc="-25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17812" y="1641447"/>
            <a:ext cx="6388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dirty="0">
                <a:latin typeface="Arial"/>
                <a:cs typeface="Arial"/>
              </a:rPr>
              <a:t>O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n</a:t>
            </a:r>
            <a:r>
              <a:rPr sz="1050" i="1" spc="20" dirty="0">
                <a:latin typeface="Arial"/>
                <a:cs typeface="Arial"/>
              </a:rPr>
              <a:t> </a:t>
            </a:r>
            <a:r>
              <a:rPr sz="1200" dirty="0">
                <a:latin typeface="Cambria"/>
                <a:cs typeface="Cambria"/>
              </a:rPr>
              <a:t>·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050" i="1" dirty="0">
                <a:latin typeface="Arial"/>
                <a:cs typeface="Arial"/>
              </a:rPr>
              <a:t>d</a:t>
            </a:r>
            <a:r>
              <a:rPr sz="1050" i="1" spc="-175" dirty="0">
                <a:latin typeface="Arial"/>
                <a:cs typeface="Arial"/>
              </a:rPr>
              <a:t> </a:t>
            </a:r>
            <a:r>
              <a:rPr sz="1050" spc="-37" baseline="35714" dirty="0">
                <a:latin typeface="Arial MT"/>
                <a:cs typeface="Arial MT"/>
              </a:rPr>
              <a:t>2</a:t>
            </a:r>
            <a:r>
              <a:rPr sz="1200" spc="-25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49648" y="1641447"/>
            <a:ext cx="6388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dirty="0">
                <a:latin typeface="Arial"/>
                <a:cs typeface="Arial"/>
              </a:rPr>
              <a:t>O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n</a:t>
            </a:r>
            <a:r>
              <a:rPr sz="1050" baseline="35714" dirty="0">
                <a:latin typeface="Arial MT"/>
                <a:cs typeface="Arial MT"/>
              </a:rPr>
              <a:t>2</a:t>
            </a:r>
            <a:r>
              <a:rPr sz="1050" spc="247" baseline="35714" dirty="0">
                <a:latin typeface="Arial MT"/>
                <a:cs typeface="Arial MT"/>
              </a:rPr>
              <a:t> </a:t>
            </a:r>
            <a:r>
              <a:rPr sz="1200" dirty="0">
                <a:latin typeface="Cambria"/>
                <a:cs typeface="Cambria"/>
              </a:rPr>
              <a:t>·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050" i="1" dirty="0">
                <a:latin typeface="Arial"/>
                <a:cs typeface="Arial"/>
              </a:rPr>
              <a:t>d</a:t>
            </a:r>
            <a:r>
              <a:rPr sz="1050" i="1" spc="-175" dirty="0">
                <a:latin typeface="Arial"/>
                <a:cs typeface="Arial"/>
              </a:rPr>
              <a:t> </a:t>
            </a:r>
            <a:r>
              <a:rPr sz="1200" spc="-5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1548" y="1270240"/>
            <a:ext cx="869315" cy="942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Path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length Parallelization Complexity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Long-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range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Position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1B1472"/>
                </a:solidFill>
                <a:latin typeface="Arial MT"/>
                <a:cs typeface="Arial MT"/>
              </a:rPr>
              <a:t>info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1407" y="1820607"/>
            <a:ext cx="2156460" cy="39243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  <a:tabLst>
                <a:tab pos="1243965" algn="l"/>
              </a:tabLst>
            </a:pPr>
            <a:r>
              <a:rPr sz="1050" dirty="0">
                <a:solidFill>
                  <a:srgbClr val="FF7F00"/>
                </a:solidFill>
                <a:latin typeface="Arial MT"/>
                <a:cs typeface="Arial MT"/>
              </a:rPr>
              <a:t>Many</a:t>
            </a:r>
            <a:r>
              <a:rPr sz="1050" spc="35" dirty="0">
                <a:solidFill>
                  <a:srgbClr val="FF7F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FF7F00"/>
                </a:solidFill>
                <a:latin typeface="Arial MT"/>
                <a:cs typeface="Arial MT"/>
              </a:rPr>
              <a:t>layers</a:t>
            </a:r>
            <a:r>
              <a:rPr sz="1050" dirty="0">
                <a:solidFill>
                  <a:srgbClr val="FF7F00"/>
                </a:solidFill>
                <a:latin typeface="Arial MT"/>
                <a:cs typeface="Arial MT"/>
              </a:rPr>
              <a:t>	</a:t>
            </a: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Vanishing</a:t>
            </a:r>
            <a:r>
              <a:rPr sz="105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FF0000"/>
                </a:solidFill>
                <a:latin typeface="Arial MT"/>
                <a:cs typeface="Arial MT"/>
              </a:rPr>
              <a:t>grad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1243965" algn="l"/>
              </a:tabLst>
            </a:pPr>
            <a:r>
              <a:rPr sz="1050" spc="-10" dirty="0">
                <a:solidFill>
                  <a:srgbClr val="00FF00"/>
                </a:solidFill>
                <a:latin typeface="Arial MT"/>
                <a:cs typeface="Arial MT"/>
              </a:rPr>
              <a:t>Implicit</a:t>
            </a:r>
            <a:r>
              <a:rPr sz="1050" dirty="0">
                <a:solidFill>
                  <a:srgbClr val="00FF00"/>
                </a:solidFill>
                <a:latin typeface="Arial MT"/>
                <a:cs typeface="Arial MT"/>
              </a:rPr>
              <a:t>	Built-</a:t>
            </a:r>
            <a:r>
              <a:rPr sz="1050" spc="-25" dirty="0">
                <a:solidFill>
                  <a:srgbClr val="00FF00"/>
                </a:solidFill>
                <a:latin typeface="Arial MT"/>
                <a:cs typeface="Arial MT"/>
              </a:rPr>
              <a:t>in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75014" y="1820607"/>
            <a:ext cx="944880" cy="39243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50" spc="-10" dirty="0">
                <a:solidFill>
                  <a:srgbClr val="00FF00"/>
                </a:solidFill>
                <a:latin typeface="Arial MT"/>
                <a:cs typeface="Arial MT"/>
              </a:rPr>
              <a:t>Direct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Need</a:t>
            </a:r>
            <a:r>
              <a:rPr sz="105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FF0000"/>
                </a:solidFill>
                <a:latin typeface="Arial MT"/>
                <a:cs typeface="Arial MT"/>
              </a:rPr>
              <a:t>encoding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85800" y="2227935"/>
            <a:ext cx="4788535" cy="514984"/>
            <a:chOff x="485800" y="2227935"/>
            <a:chExt cx="4788535" cy="514984"/>
          </a:xfrm>
        </p:grpSpPr>
        <p:sp>
          <p:nvSpPr>
            <p:cNvPr id="21" name="object 21"/>
            <p:cNvSpPr/>
            <p:nvPr/>
          </p:nvSpPr>
          <p:spPr>
            <a:xfrm>
              <a:off x="488340" y="2230475"/>
              <a:ext cx="4783455" cy="0"/>
            </a:xfrm>
            <a:custGeom>
              <a:avLst/>
              <a:gdLst/>
              <a:ahLst/>
              <a:cxnLst/>
              <a:rect l="l" t="t" r="r" b="b"/>
              <a:pathLst>
                <a:path w="4783455">
                  <a:moveTo>
                    <a:pt x="0" y="0"/>
                  </a:moveTo>
                  <a:lnTo>
                    <a:pt x="478332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452192"/>
              <a:ext cx="69291" cy="6929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673616"/>
              <a:ext cx="69291" cy="69291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19226" y="2320252"/>
            <a:ext cx="4593590" cy="468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1100"/>
              </a:lnSpc>
              <a:spcBef>
                <a:spcPts val="10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Key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insight:</a:t>
            </a:r>
            <a:r>
              <a:rPr sz="1050" spc="1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Self-attention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provides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O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1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path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between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any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two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positions! </a:t>
            </a:r>
            <a:r>
              <a:rPr sz="1050" spc="-20" dirty="0">
                <a:solidFill>
                  <a:srgbClr val="1B1472"/>
                </a:solidFill>
                <a:latin typeface="Arial MT"/>
                <a:cs typeface="Arial MT"/>
              </a:rPr>
              <a:t>Trade-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off:</a:t>
            </a:r>
            <a:r>
              <a:rPr sz="1050" spc="1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Better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long-range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modeling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but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O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n</a:t>
            </a:r>
            <a:r>
              <a:rPr sz="1050" baseline="35714" dirty="0">
                <a:latin typeface="Arial MT"/>
                <a:cs typeface="Arial MT"/>
              </a:rPr>
              <a:t>2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memory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computation.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6" name="object 2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4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4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4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4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4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4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89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40" dirty="0">
                <a:solidFill>
                  <a:srgbClr val="FFFFFF"/>
                </a:solidFill>
              </a:rPr>
              <a:t>P</a:t>
            </a:r>
            <a:r>
              <a:rPr cap="small" spc="240" dirty="0">
                <a:solidFill>
                  <a:srgbClr val="FFFFFF"/>
                </a:solidFill>
              </a:rPr>
              <a:t>arallelization</a:t>
            </a:r>
            <a:r>
              <a:rPr spc="240" dirty="0">
                <a:solidFill>
                  <a:srgbClr val="FFFFFF"/>
                </a:solidFill>
              </a:rPr>
              <a:t>:</a:t>
            </a:r>
            <a:r>
              <a:rPr spc="495" dirty="0">
                <a:solidFill>
                  <a:srgbClr val="FFFFFF"/>
                </a:solidFill>
              </a:rPr>
              <a:t> </a:t>
            </a:r>
            <a:r>
              <a:rPr spc="345" dirty="0">
                <a:solidFill>
                  <a:srgbClr val="FFFFFF"/>
                </a:solidFill>
              </a:rPr>
              <a:t>RNN</a:t>
            </a:r>
            <a:r>
              <a:rPr spc="290" dirty="0">
                <a:solidFill>
                  <a:srgbClr val="FFFFFF"/>
                </a:solidFill>
              </a:rPr>
              <a:t> </a:t>
            </a:r>
            <a:r>
              <a:rPr cap="small" spc="225" dirty="0">
                <a:solidFill>
                  <a:srgbClr val="FFFFFF"/>
                </a:solidFill>
              </a:rPr>
              <a:t>vs</a:t>
            </a:r>
            <a:r>
              <a:rPr spc="290" dirty="0">
                <a:solidFill>
                  <a:srgbClr val="FFFFFF"/>
                </a:solidFill>
              </a:rPr>
              <a:t> </a:t>
            </a:r>
            <a:r>
              <a:rPr spc="260" dirty="0">
                <a:solidFill>
                  <a:srgbClr val="FFFFFF"/>
                </a:solidFill>
              </a:rPr>
              <a:t>S</a:t>
            </a:r>
            <a:r>
              <a:rPr cap="small" spc="260" dirty="0">
                <a:solidFill>
                  <a:srgbClr val="FFFFFF"/>
                </a:solidFill>
              </a:rPr>
              <a:t>elf</a:t>
            </a:r>
            <a:r>
              <a:rPr spc="260" dirty="0">
                <a:solidFill>
                  <a:srgbClr val="FFFFFF"/>
                </a:solidFill>
              </a:rPr>
              <a:t>-</a:t>
            </a:r>
            <a:r>
              <a:rPr spc="215" dirty="0">
                <a:solidFill>
                  <a:srgbClr val="FFFFFF"/>
                </a:solidFill>
              </a:rPr>
              <a:t>A</a:t>
            </a:r>
            <a:r>
              <a:rPr cap="small" spc="215" dirty="0">
                <a:solidFill>
                  <a:srgbClr val="FFFFFF"/>
                </a:solidFill>
              </a:rPr>
              <a:t>ttention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28517" y="875044"/>
            <a:ext cx="1717675" cy="315595"/>
            <a:chOff x="728517" y="875044"/>
            <a:chExt cx="1717675" cy="315595"/>
          </a:xfrm>
        </p:grpSpPr>
        <p:sp>
          <p:nvSpPr>
            <p:cNvPr id="4" name="object 4"/>
            <p:cNvSpPr/>
            <p:nvPr/>
          </p:nvSpPr>
          <p:spPr>
            <a:xfrm>
              <a:off x="731057" y="878418"/>
              <a:ext cx="308610" cy="308610"/>
            </a:xfrm>
            <a:custGeom>
              <a:avLst/>
              <a:gdLst/>
              <a:ahLst/>
              <a:cxnLst/>
              <a:rect l="l" t="t" r="r" b="b"/>
              <a:pathLst>
                <a:path w="308609" h="308609">
                  <a:moveTo>
                    <a:pt x="154176" y="0"/>
                  </a:moveTo>
                  <a:lnTo>
                    <a:pt x="105444" y="7859"/>
                  </a:lnTo>
                  <a:lnTo>
                    <a:pt x="63121" y="29746"/>
                  </a:lnTo>
                  <a:lnTo>
                    <a:pt x="29746" y="63121"/>
                  </a:lnTo>
                  <a:lnTo>
                    <a:pt x="7859" y="105444"/>
                  </a:lnTo>
                  <a:lnTo>
                    <a:pt x="0" y="154177"/>
                  </a:lnTo>
                  <a:lnTo>
                    <a:pt x="7859" y="202909"/>
                  </a:lnTo>
                  <a:lnTo>
                    <a:pt x="29746" y="245232"/>
                  </a:lnTo>
                  <a:lnTo>
                    <a:pt x="63121" y="278607"/>
                  </a:lnTo>
                  <a:lnTo>
                    <a:pt x="105444" y="300494"/>
                  </a:lnTo>
                  <a:lnTo>
                    <a:pt x="154176" y="308354"/>
                  </a:lnTo>
                  <a:lnTo>
                    <a:pt x="202909" y="300494"/>
                  </a:lnTo>
                  <a:lnTo>
                    <a:pt x="245232" y="278607"/>
                  </a:lnTo>
                  <a:lnTo>
                    <a:pt x="278607" y="245232"/>
                  </a:lnTo>
                  <a:lnTo>
                    <a:pt x="300494" y="202909"/>
                  </a:lnTo>
                  <a:lnTo>
                    <a:pt x="308354" y="154177"/>
                  </a:lnTo>
                  <a:lnTo>
                    <a:pt x="300494" y="105444"/>
                  </a:lnTo>
                  <a:lnTo>
                    <a:pt x="278607" y="63121"/>
                  </a:lnTo>
                  <a:lnTo>
                    <a:pt x="245232" y="29746"/>
                  </a:lnTo>
                  <a:lnTo>
                    <a:pt x="202909" y="7859"/>
                  </a:lnTo>
                  <a:lnTo>
                    <a:pt x="154176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1057" y="878418"/>
              <a:ext cx="308610" cy="308610"/>
            </a:xfrm>
            <a:custGeom>
              <a:avLst/>
              <a:gdLst/>
              <a:ahLst/>
              <a:cxnLst/>
              <a:rect l="l" t="t" r="r" b="b"/>
              <a:pathLst>
                <a:path w="308609" h="308609">
                  <a:moveTo>
                    <a:pt x="308354" y="154177"/>
                  </a:moveTo>
                  <a:lnTo>
                    <a:pt x="300494" y="105444"/>
                  </a:lnTo>
                  <a:lnTo>
                    <a:pt x="278607" y="63121"/>
                  </a:lnTo>
                  <a:lnTo>
                    <a:pt x="245232" y="29746"/>
                  </a:lnTo>
                  <a:lnTo>
                    <a:pt x="202909" y="7859"/>
                  </a:lnTo>
                  <a:lnTo>
                    <a:pt x="154176" y="0"/>
                  </a:lnTo>
                  <a:lnTo>
                    <a:pt x="105444" y="7859"/>
                  </a:lnTo>
                  <a:lnTo>
                    <a:pt x="63121" y="29746"/>
                  </a:lnTo>
                  <a:lnTo>
                    <a:pt x="29746" y="63121"/>
                  </a:lnTo>
                  <a:lnTo>
                    <a:pt x="7859" y="105444"/>
                  </a:lnTo>
                  <a:lnTo>
                    <a:pt x="0" y="154177"/>
                  </a:lnTo>
                  <a:lnTo>
                    <a:pt x="7859" y="202909"/>
                  </a:lnTo>
                  <a:lnTo>
                    <a:pt x="29746" y="245232"/>
                  </a:lnTo>
                  <a:lnTo>
                    <a:pt x="63121" y="278607"/>
                  </a:lnTo>
                  <a:lnTo>
                    <a:pt x="105444" y="300494"/>
                  </a:lnTo>
                  <a:lnTo>
                    <a:pt x="154176" y="308354"/>
                  </a:lnTo>
                  <a:lnTo>
                    <a:pt x="202909" y="300494"/>
                  </a:lnTo>
                  <a:lnTo>
                    <a:pt x="245232" y="278607"/>
                  </a:lnTo>
                  <a:lnTo>
                    <a:pt x="278607" y="245232"/>
                  </a:lnTo>
                  <a:lnTo>
                    <a:pt x="300494" y="202909"/>
                  </a:lnTo>
                  <a:lnTo>
                    <a:pt x="308354" y="154177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9058" y="878418"/>
              <a:ext cx="308610" cy="308610"/>
            </a:xfrm>
            <a:custGeom>
              <a:avLst/>
              <a:gdLst/>
              <a:ahLst/>
              <a:cxnLst/>
              <a:rect l="l" t="t" r="r" b="b"/>
              <a:pathLst>
                <a:path w="308609" h="308609">
                  <a:moveTo>
                    <a:pt x="154177" y="0"/>
                  </a:moveTo>
                  <a:lnTo>
                    <a:pt x="105444" y="7859"/>
                  </a:lnTo>
                  <a:lnTo>
                    <a:pt x="63121" y="29746"/>
                  </a:lnTo>
                  <a:lnTo>
                    <a:pt x="29746" y="63121"/>
                  </a:lnTo>
                  <a:lnTo>
                    <a:pt x="7859" y="105444"/>
                  </a:lnTo>
                  <a:lnTo>
                    <a:pt x="0" y="154177"/>
                  </a:lnTo>
                  <a:lnTo>
                    <a:pt x="7859" y="202909"/>
                  </a:lnTo>
                  <a:lnTo>
                    <a:pt x="29746" y="245232"/>
                  </a:lnTo>
                  <a:lnTo>
                    <a:pt x="63121" y="278607"/>
                  </a:lnTo>
                  <a:lnTo>
                    <a:pt x="105444" y="300494"/>
                  </a:lnTo>
                  <a:lnTo>
                    <a:pt x="154177" y="308354"/>
                  </a:lnTo>
                  <a:lnTo>
                    <a:pt x="202909" y="300494"/>
                  </a:lnTo>
                  <a:lnTo>
                    <a:pt x="245232" y="278607"/>
                  </a:lnTo>
                  <a:lnTo>
                    <a:pt x="278607" y="245232"/>
                  </a:lnTo>
                  <a:lnTo>
                    <a:pt x="300494" y="202909"/>
                  </a:lnTo>
                  <a:lnTo>
                    <a:pt x="308354" y="154177"/>
                  </a:lnTo>
                  <a:lnTo>
                    <a:pt x="300494" y="105444"/>
                  </a:lnTo>
                  <a:lnTo>
                    <a:pt x="278607" y="63121"/>
                  </a:lnTo>
                  <a:lnTo>
                    <a:pt x="245232" y="29746"/>
                  </a:lnTo>
                  <a:lnTo>
                    <a:pt x="202909" y="7859"/>
                  </a:lnTo>
                  <a:lnTo>
                    <a:pt x="154177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9058" y="878418"/>
              <a:ext cx="308610" cy="308610"/>
            </a:xfrm>
            <a:custGeom>
              <a:avLst/>
              <a:gdLst/>
              <a:ahLst/>
              <a:cxnLst/>
              <a:rect l="l" t="t" r="r" b="b"/>
              <a:pathLst>
                <a:path w="308609" h="308609">
                  <a:moveTo>
                    <a:pt x="308354" y="154177"/>
                  </a:moveTo>
                  <a:lnTo>
                    <a:pt x="300494" y="105444"/>
                  </a:lnTo>
                  <a:lnTo>
                    <a:pt x="278607" y="63121"/>
                  </a:lnTo>
                  <a:lnTo>
                    <a:pt x="245232" y="29746"/>
                  </a:lnTo>
                  <a:lnTo>
                    <a:pt x="202909" y="7859"/>
                  </a:lnTo>
                  <a:lnTo>
                    <a:pt x="154177" y="0"/>
                  </a:lnTo>
                  <a:lnTo>
                    <a:pt x="105444" y="7859"/>
                  </a:lnTo>
                  <a:lnTo>
                    <a:pt x="63121" y="29746"/>
                  </a:lnTo>
                  <a:lnTo>
                    <a:pt x="29746" y="63121"/>
                  </a:lnTo>
                  <a:lnTo>
                    <a:pt x="7859" y="105444"/>
                  </a:lnTo>
                  <a:lnTo>
                    <a:pt x="0" y="154177"/>
                  </a:lnTo>
                  <a:lnTo>
                    <a:pt x="7859" y="202909"/>
                  </a:lnTo>
                  <a:lnTo>
                    <a:pt x="29746" y="245232"/>
                  </a:lnTo>
                  <a:lnTo>
                    <a:pt x="63121" y="278607"/>
                  </a:lnTo>
                  <a:lnTo>
                    <a:pt x="105444" y="300494"/>
                  </a:lnTo>
                  <a:lnTo>
                    <a:pt x="154177" y="308354"/>
                  </a:lnTo>
                  <a:lnTo>
                    <a:pt x="202909" y="300494"/>
                  </a:lnTo>
                  <a:lnTo>
                    <a:pt x="245232" y="278607"/>
                  </a:lnTo>
                  <a:lnTo>
                    <a:pt x="278607" y="245232"/>
                  </a:lnTo>
                  <a:lnTo>
                    <a:pt x="300494" y="202909"/>
                  </a:lnTo>
                  <a:lnTo>
                    <a:pt x="308354" y="154177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66225" y="877584"/>
              <a:ext cx="310515" cy="310515"/>
            </a:xfrm>
            <a:custGeom>
              <a:avLst/>
              <a:gdLst/>
              <a:ahLst/>
              <a:cxnLst/>
              <a:rect l="l" t="t" r="r" b="b"/>
              <a:pathLst>
                <a:path w="310514" h="310515">
                  <a:moveTo>
                    <a:pt x="155011" y="0"/>
                  </a:moveTo>
                  <a:lnTo>
                    <a:pt x="106015" y="7902"/>
                  </a:lnTo>
                  <a:lnTo>
                    <a:pt x="63463" y="29907"/>
                  </a:lnTo>
                  <a:lnTo>
                    <a:pt x="29907" y="63463"/>
                  </a:lnTo>
                  <a:lnTo>
                    <a:pt x="7902" y="106015"/>
                  </a:lnTo>
                  <a:lnTo>
                    <a:pt x="0" y="155011"/>
                  </a:lnTo>
                  <a:lnTo>
                    <a:pt x="7902" y="204007"/>
                  </a:lnTo>
                  <a:lnTo>
                    <a:pt x="29907" y="246559"/>
                  </a:lnTo>
                  <a:lnTo>
                    <a:pt x="63463" y="280114"/>
                  </a:lnTo>
                  <a:lnTo>
                    <a:pt x="106015" y="302119"/>
                  </a:lnTo>
                  <a:lnTo>
                    <a:pt x="155011" y="310022"/>
                  </a:lnTo>
                  <a:lnTo>
                    <a:pt x="204007" y="302119"/>
                  </a:lnTo>
                  <a:lnTo>
                    <a:pt x="246559" y="280114"/>
                  </a:lnTo>
                  <a:lnTo>
                    <a:pt x="280114" y="246559"/>
                  </a:lnTo>
                  <a:lnTo>
                    <a:pt x="302120" y="204007"/>
                  </a:lnTo>
                  <a:lnTo>
                    <a:pt x="310022" y="155011"/>
                  </a:lnTo>
                  <a:lnTo>
                    <a:pt x="302120" y="106015"/>
                  </a:lnTo>
                  <a:lnTo>
                    <a:pt x="280114" y="63463"/>
                  </a:lnTo>
                  <a:lnTo>
                    <a:pt x="246559" y="29907"/>
                  </a:lnTo>
                  <a:lnTo>
                    <a:pt x="204007" y="7902"/>
                  </a:lnTo>
                  <a:lnTo>
                    <a:pt x="155011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66225" y="877584"/>
              <a:ext cx="310515" cy="310515"/>
            </a:xfrm>
            <a:custGeom>
              <a:avLst/>
              <a:gdLst/>
              <a:ahLst/>
              <a:cxnLst/>
              <a:rect l="l" t="t" r="r" b="b"/>
              <a:pathLst>
                <a:path w="310514" h="310515">
                  <a:moveTo>
                    <a:pt x="310022" y="155011"/>
                  </a:moveTo>
                  <a:lnTo>
                    <a:pt x="302120" y="106015"/>
                  </a:lnTo>
                  <a:lnTo>
                    <a:pt x="280114" y="63463"/>
                  </a:lnTo>
                  <a:lnTo>
                    <a:pt x="246559" y="29907"/>
                  </a:lnTo>
                  <a:lnTo>
                    <a:pt x="204007" y="7902"/>
                  </a:lnTo>
                  <a:lnTo>
                    <a:pt x="155011" y="0"/>
                  </a:lnTo>
                  <a:lnTo>
                    <a:pt x="106015" y="7902"/>
                  </a:lnTo>
                  <a:lnTo>
                    <a:pt x="63463" y="29907"/>
                  </a:lnTo>
                  <a:lnTo>
                    <a:pt x="29907" y="63463"/>
                  </a:lnTo>
                  <a:lnTo>
                    <a:pt x="7902" y="106015"/>
                  </a:lnTo>
                  <a:lnTo>
                    <a:pt x="0" y="155011"/>
                  </a:lnTo>
                  <a:lnTo>
                    <a:pt x="7902" y="204007"/>
                  </a:lnTo>
                  <a:lnTo>
                    <a:pt x="29907" y="246559"/>
                  </a:lnTo>
                  <a:lnTo>
                    <a:pt x="63463" y="280114"/>
                  </a:lnTo>
                  <a:lnTo>
                    <a:pt x="106015" y="302119"/>
                  </a:lnTo>
                  <a:lnTo>
                    <a:pt x="155011" y="310022"/>
                  </a:lnTo>
                  <a:lnTo>
                    <a:pt x="204007" y="302119"/>
                  </a:lnTo>
                  <a:lnTo>
                    <a:pt x="246559" y="280114"/>
                  </a:lnTo>
                  <a:lnTo>
                    <a:pt x="280114" y="246559"/>
                  </a:lnTo>
                  <a:lnTo>
                    <a:pt x="302120" y="204007"/>
                  </a:lnTo>
                  <a:lnTo>
                    <a:pt x="310022" y="15501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35061" y="878418"/>
              <a:ext cx="308610" cy="308610"/>
            </a:xfrm>
            <a:custGeom>
              <a:avLst/>
              <a:gdLst/>
              <a:ahLst/>
              <a:cxnLst/>
              <a:rect l="l" t="t" r="r" b="b"/>
              <a:pathLst>
                <a:path w="308610" h="308609">
                  <a:moveTo>
                    <a:pt x="154177" y="0"/>
                  </a:moveTo>
                  <a:lnTo>
                    <a:pt x="105444" y="7859"/>
                  </a:lnTo>
                  <a:lnTo>
                    <a:pt x="63121" y="29746"/>
                  </a:lnTo>
                  <a:lnTo>
                    <a:pt x="29746" y="63121"/>
                  </a:lnTo>
                  <a:lnTo>
                    <a:pt x="7859" y="105444"/>
                  </a:lnTo>
                  <a:lnTo>
                    <a:pt x="0" y="154177"/>
                  </a:lnTo>
                  <a:lnTo>
                    <a:pt x="7859" y="202909"/>
                  </a:lnTo>
                  <a:lnTo>
                    <a:pt x="29746" y="245232"/>
                  </a:lnTo>
                  <a:lnTo>
                    <a:pt x="63121" y="278607"/>
                  </a:lnTo>
                  <a:lnTo>
                    <a:pt x="105444" y="300494"/>
                  </a:lnTo>
                  <a:lnTo>
                    <a:pt x="154177" y="308354"/>
                  </a:lnTo>
                  <a:lnTo>
                    <a:pt x="202909" y="300494"/>
                  </a:lnTo>
                  <a:lnTo>
                    <a:pt x="245232" y="278607"/>
                  </a:lnTo>
                  <a:lnTo>
                    <a:pt x="278607" y="245232"/>
                  </a:lnTo>
                  <a:lnTo>
                    <a:pt x="300494" y="202909"/>
                  </a:lnTo>
                  <a:lnTo>
                    <a:pt x="308354" y="154177"/>
                  </a:lnTo>
                  <a:lnTo>
                    <a:pt x="300494" y="105444"/>
                  </a:lnTo>
                  <a:lnTo>
                    <a:pt x="278607" y="63121"/>
                  </a:lnTo>
                  <a:lnTo>
                    <a:pt x="245232" y="29746"/>
                  </a:lnTo>
                  <a:lnTo>
                    <a:pt x="202909" y="7859"/>
                  </a:lnTo>
                  <a:lnTo>
                    <a:pt x="154177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35061" y="878418"/>
              <a:ext cx="308610" cy="308610"/>
            </a:xfrm>
            <a:custGeom>
              <a:avLst/>
              <a:gdLst/>
              <a:ahLst/>
              <a:cxnLst/>
              <a:rect l="l" t="t" r="r" b="b"/>
              <a:pathLst>
                <a:path w="308610" h="308609">
                  <a:moveTo>
                    <a:pt x="308354" y="154177"/>
                  </a:moveTo>
                  <a:lnTo>
                    <a:pt x="300494" y="105444"/>
                  </a:lnTo>
                  <a:lnTo>
                    <a:pt x="278607" y="63121"/>
                  </a:lnTo>
                  <a:lnTo>
                    <a:pt x="245232" y="29746"/>
                  </a:lnTo>
                  <a:lnTo>
                    <a:pt x="202909" y="7859"/>
                  </a:lnTo>
                  <a:lnTo>
                    <a:pt x="154177" y="0"/>
                  </a:lnTo>
                  <a:lnTo>
                    <a:pt x="105444" y="7859"/>
                  </a:lnTo>
                  <a:lnTo>
                    <a:pt x="63121" y="29746"/>
                  </a:lnTo>
                  <a:lnTo>
                    <a:pt x="29746" y="63121"/>
                  </a:lnTo>
                  <a:lnTo>
                    <a:pt x="7859" y="105444"/>
                  </a:lnTo>
                  <a:lnTo>
                    <a:pt x="0" y="154177"/>
                  </a:lnTo>
                  <a:lnTo>
                    <a:pt x="7859" y="202909"/>
                  </a:lnTo>
                  <a:lnTo>
                    <a:pt x="29746" y="245232"/>
                  </a:lnTo>
                  <a:lnTo>
                    <a:pt x="63121" y="278607"/>
                  </a:lnTo>
                  <a:lnTo>
                    <a:pt x="105444" y="300494"/>
                  </a:lnTo>
                  <a:lnTo>
                    <a:pt x="154177" y="308354"/>
                  </a:lnTo>
                  <a:lnTo>
                    <a:pt x="202909" y="300494"/>
                  </a:lnTo>
                  <a:lnTo>
                    <a:pt x="245232" y="278607"/>
                  </a:lnTo>
                  <a:lnTo>
                    <a:pt x="278607" y="245232"/>
                  </a:lnTo>
                  <a:lnTo>
                    <a:pt x="300494" y="202909"/>
                  </a:lnTo>
                  <a:lnTo>
                    <a:pt x="308354" y="154177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84641" y="921224"/>
            <a:ext cx="20320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50" i="1" spc="-25" dirty="0">
                <a:latin typeface="Arial"/>
                <a:cs typeface="Arial"/>
              </a:rPr>
              <a:t>h</a:t>
            </a:r>
            <a:r>
              <a:rPr sz="1050" spc="-37" baseline="-15873" dirty="0">
                <a:latin typeface="Arial MT"/>
                <a:cs typeface="Arial MT"/>
              </a:rPr>
              <a:t>4</a:t>
            </a:r>
            <a:endParaRPr sz="1050" baseline="-15873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31803" y="964632"/>
            <a:ext cx="1101090" cy="136525"/>
            <a:chOff x="1031803" y="964632"/>
            <a:chExt cx="1101090" cy="136525"/>
          </a:xfrm>
        </p:grpSpPr>
        <p:sp>
          <p:nvSpPr>
            <p:cNvPr id="14" name="object 14"/>
            <p:cNvSpPr/>
            <p:nvPr/>
          </p:nvSpPr>
          <p:spPr>
            <a:xfrm>
              <a:off x="1041963" y="1032586"/>
              <a:ext cx="134620" cy="0"/>
            </a:xfrm>
            <a:custGeom>
              <a:avLst/>
              <a:gdLst/>
              <a:ahLst/>
              <a:cxnLst/>
              <a:rect l="l" t="t" r="r" b="b"/>
              <a:pathLst>
                <a:path w="134619">
                  <a:moveTo>
                    <a:pt x="0" y="0"/>
                  </a:moveTo>
                  <a:lnTo>
                    <a:pt x="134346" y="0"/>
                  </a:lnTo>
                </a:path>
              </a:pathLst>
            </a:custGeom>
            <a:ln w="2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41894" y="974792"/>
              <a:ext cx="45085" cy="116205"/>
            </a:xfrm>
            <a:custGeom>
              <a:avLst/>
              <a:gdLst/>
              <a:ahLst/>
              <a:cxnLst/>
              <a:rect l="l" t="t" r="r" b="b"/>
              <a:pathLst>
                <a:path w="45084" h="116205">
                  <a:moveTo>
                    <a:pt x="0" y="0"/>
                  </a:moveTo>
                  <a:lnTo>
                    <a:pt x="7822" y="22711"/>
                  </a:lnTo>
                  <a:lnTo>
                    <a:pt x="18469" y="39372"/>
                  </a:lnTo>
                  <a:lnTo>
                    <a:pt x="31015" y="50795"/>
                  </a:lnTo>
                  <a:lnTo>
                    <a:pt x="44537" y="57794"/>
                  </a:lnTo>
                  <a:lnTo>
                    <a:pt x="31015" y="64792"/>
                  </a:lnTo>
                  <a:lnTo>
                    <a:pt x="18469" y="76215"/>
                  </a:lnTo>
                  <a:lnTo>
                    <a:pt x="7822" y="92876"/>
                  </a:lnTo>
                  <a:lnTo>
                    <a:pt x="0" y="115588"/>
                  </a:lnTo>
                </a:path>
              </a:pathLst>
            </a:custGeom>
            <a:ln w="2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09980" y="1032586"/>
              <a:ext cx="133985" cy="0"/>
            </a:xfrm>
            <a:custGeom>
              <a:avLst/>
              <a:gdLst/>
              <a:ahLst/>
              <a:cxnLst/>
              <a:rect l="l" t="t" r="r" b="b"/>
              <a:pathLst>
                <a:path w="133985">
                  <a:moveTo>
                    <a:pt x="0" y="0"/>
                  </a:moveTo>
                  <a:lnTo>
                    <a:pt x="133512" y="0"/>
                  </a:lnTo>
                </a:path>
              </a:pathLst>
            </a:custGeom>
            <a:ln w="2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09077" y="974792"/>
              <a:ext cx="45085" cy="116205"/>
            </a:xfrm>
            <a:custGeom>
              <a:avLst/>
              <a:gdLst/>
              <a:ahLst/>
              <a:cxnLst/>
              <a:rect l="l" t="t" r="r" b="b"/>
              <a:pathLst>
                <a:path w="45085" h="116205">
                  <a:moveTo>
                    <a:pt x="0" y="0"/>
                  </a:moveTo>
                  <a:lnTo>
                    <a:pt x="7822" y="22711"/>
                  </a:lnTo>
                  <a:lnTo>
                    <a:pt x="18469" y="39372"/>
                  </a:lnTo>
                  <a:lnTo>
                    <a:pt x="31015" y="50795"/>
                  </a:lnTo>
                  <a:lnTo>
                    <a:pt x="44537" y="57794"/>
                  </a:lnTo>
                  <a:lnTo>
                    <a:pt x="31015" y="64792"/>
                  </a:lnTo>
                  <a:lnTo>
                    <a:pt x="18469" y="76215"/>
                  </a:lnTo>
                  <a:lnTo>
                    <a:pt x="7822" y="92876"/>
                  </a:lnTo>
                  <a:lnTo>
                    <a:pt x="0" y="115588"/>
                  </a:lnTo>
                </a:path>
              </a:pathLst>
            </a:custGeom>
            <a:ln w="2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78831" y="1032586"/>
              <a:ext cx="133985" cy="0"/>
            </a:xfrm>
            <a:custGeom>
              <a:avLst/>
              <a:gdLst/>
              <a:ahLst/>
              <a:cxnLst/>
              <a:rect l="l" t="t" r="r" b="b"/>
              <a:pathLst>
                <a:path w="133985">
                  <a:moveTo>
                    <a:pt x="0" y="0"/>
                  </a:moveTo>
                  <a:lnTo>
                    <a:pt x="133512" y="0"/>
                  </a:lnTo>
                </a:path>
              </a:pathLst>
            </a:custGeom>
            <a:ln w="2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77929" y="974792"/>
              <a:ext cx="45085" cy="116205"/>
            </a:xfrm>
            <a:custGeom>
              <a:avLst/>
              <a:gdLst/>
              <a:ahLst/>
              <a:cxnLst/>
              <a:rect l="l" t="t" r="r" b="b"/>
              <a:pathLst>
                <a:path w="45085" h="116205">
                  <a:moveTo>
                    <a:pt x="0" y="0"/>
                  </a:moveTo>
                  <a:lnTo>
                    <a:pt x="7822" y="22711"/>
                  </a:lnTo>
                  <a:lnTo>
                    <a:pt x="18469" y="39372"/>
                  </a:lnTo>
                  <a:lnTo>
                    <a:pt x="31015" y="50795"/>
                  </a:lnTo>
                  <a:lnTo>
                    <a:pt x="44537" y="57794"/>
                  </a:lnTo>
                  <a:lnTo>
                    <a:pt x="31015" y="64792"/>
                  </a:lnTo>
                  <a:lnTo>
                    <a:pt x="18469" y="76215"/>
                  </a:lnTo>
                  <a:lnTo>
                    <a:pt x="7822" y="92876"/>
                  </a:lnTo>
                  <a:lnTo>
                    <a:pt x="0" y="115588"/>
                  </a:lnTo>
                </a:path>
              </a:pathLst>
            </a:custGeom>
            <a:ln w="2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42556" y="921224"/>
            <a:ext cx="1202690" cy="7404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  <a:tabLst>
                <a:tab pos="480059" algn="l"/>
                <a:tab pos="948055" algn="l"/>
              </a:tabLst>
            </a:pPr>
            <a:r>
              <a:rPr sz="1050" i="1" spc="-25" dirty="0">
                <a:latin typeface="Arial"/>
                <a:cs typeface="Arial"/>
              </a:rPr>
              <a:t>h</a:t>
            </a:r>
            <a:r>
              <a:rPr sz="1050" spc="-37" baseline="-15873" dirty="0">
                <a:latin typeface="Arial MT"/>
                <a:cs typeface="Arial MT"/>
              </a:rPr>
              <a:t>1</a:t>
            </a:r>
            <a:r>
              <a:rPr sz="1050" baseline="-15873" dirty="0">
                <a:latin typeface="Arial MT"/>
                <a:cs typeface="Arial MT"/>
              </a:rPr>
              <a:t>	</a:t>
            </a:r>
            <a:r>
              <a:rPr sz="1050" i="1" spc="-25" dirty="0">
                <a:latin typeface="Arial"/>
                <a:cs typeface="Arial"/>
              </a:rPr>
              <a:t>h</a:t>
            </a:r>
            <a:r>
              <a:rPr sz="1050" spc="-37" baseline="-15873" dirty="0">
                <a:latin typeface="Arial MT"/>
                <a:cs typeface="Arial MT"/>
              </a:rPr>
              <a:t>2</a:t>
            </a:r>
            <a:r>
              <a:rPr sz="1050" baseline="-15873" dirty="0">
                <a:latin typeface="Arial MT"/>
                <a:cs typeface="Arial MT"/>
              </a:rPr>
              <a:t>	</a:t>
            </a:r>
            <a:r>
              <a:rPr sz="1050" i="1" spc="-25" dirty="0">
                <a:latin typeface="Arial"/>
                <a:cs typeface="Arial"/>
              </a:rPr>
              <a:t>h</a:t>
            </a:r>
            <a:r>
              <a:rPr sz="1050" spc="-37" baseline="-11904" dirty="0">
                <a:latin typeface="Arial MT"/>
                <a:cs typeface="Arial MT"/>
              </a:rPr>
              <a:t>3</a:t>
            </a:r>
            <a:endParaRPr sz="1050" baseline="-11904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700">
              <a:latin typeface="Arial MT"/>
              <a:cs typeface="Arial MT"/>
            </a:endParaRPr>
          </a:p>
          <a:p>
            <a:pPr marL="215265" marR="188595" algn="ctr">
              <a:lnSpc>
                <a:spcPct val="118900"/>
              </a:lnSpc>
            </a:pPr>
            <a:r>
              <a:rPr sz="950" dirty="0">
                <a:solidFill>
                  <a:srgbClr val="FF0000"/>
                </a:solidFill>
                <a:latin typeface="Arial MT"/>
                <a:cs typeface="Arial MT"/>
              </a:rPr>
              <a:t>Must</a:t>
            </a:r>
            <a:r>
              <a:rPr sz="950" spc="1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Arial MT"/>
                <a:cs typeface="Arial MT"/>
              </a:rPr>
              <a:t>compute sequentially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9113" y="1837015"/>
            <a:ext cx="2414905" cy="392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14700"/>
              </a:lnSpc>
              <a:spcBef>
                <a:spcPts val="95"/>
              </a:spcBef>
            </a:pPr>
            <a:r>
              <a:rPr sz="1050" dirty="0">
                <a:solidFill>
                  <a:srgbClr val="FF0000"/>
                </a:solidFill>
                <a:latin typeface="Arial MT"/>
                <a:cs typeface="Arial MT"/>
              </a:rPr>
              <a:t>Bottleneck:</a:t>
            </a:r>
            <a:r>
              <a:rPr sz="1050" spc="1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050" baseline="-15873" dirty="0">
                <a:latin typeface="Arial MT"/>
                <a:cs typeface="Arial MT"/>
              </a:rPr>
              <a:t>4</a:t>
            </a:r>
            <a:r>
              <a:rPr sz="1050" spc="284" baseline="-15873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depends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050" baseline="-15873" dirty="0">
                <a:latin typeface="Arial MT"/>
                <a:cs typeface="Arial MT"/>
              </a:rPr>
              <a:t>3</a:t>
            </a:r>
            <a:r>
              <a:rPr sz="1050" spc="284" baseline="-15873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depends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050" baseline="-15873" dirty="0">
                <a:latin typeface="Arial MT"/>
                <a:cs typeface="Arial MT"/>
              </a:rPr>
              <a:t>2</a:t>
            </a:r>
            <a:r>
              <a:rPr sz="1050" spc="270" baseline="-15873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depends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i="1" spc="-25" dirty="0">
                <a:latin typeface="Arial"/>
                <a:cs typeface="Arial"/>
              </a:rPr>
              <a:t>h</a:t>
            </a:r>
            <a:r>
              <a:rPr sz="1050" spc="-37" baseline="-15873" dirty="0">
                <a:latin typeface="Arial MT"/>
                <a:cs typeface="Arial MT"/>
              </a:rPr>
              <a:t>1</a:t>
            </a:r>
            <a:endParaRPr sz="1050" baseline="-15873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4513" y="558043"/>
            <a:ext cx="418782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738755" algn="l"/>
              </a:tabLst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RNN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(Sequential):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	Self-Attention</a:t>
            </a:r>
            <a:r>
              <a:rPr sz="1050" spc="1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(Parallel):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72293" y="998110"/>
            <a:ext cx="1650364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  <a:tabLst>
                <a:tab pos="543560" algn="l"/>
                <a:tab pos="1011555" algn="l"/>
                <a:tab pos="1479550" algn="l"/>
              </a:tabLst>
            </a:pP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spc="-37" baseline="-15873" dirty="0">
                <a:latin typeface="Arial MT"/>
                <a:cs typeface="Arial MT"/>
              </a:rPr>
              <a:t>1</a:t>
            </a:r>
            <a:r>
              <a:rPr sz="1050" baseline="-15873" dirty="0">
                <a:latin typeface="Arial MT"/>
                <a:cs typeface="Arial MT"/>
              </a:rPr>
              <a:t>	</a:t>
            </a: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spc="-37" baseline="-15873" dirty="0">
                <a:latin typeface="Arial MT"/>
                <a:cs typeface="Arial MT"/>
              </a:rPr>
              <a:t>2</a:t>
            </a:r>
            <a:r>
              <a:rPr sz="1050" baseline="-15873" dirty="0">
                <a:latin typeface="Arial MT"/>
                <a:cs typeface="Arial MT"/>
              </a:rPr>
              <a:t>	</a:t>
            </a: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spc="-37" baseline="-11904" dirty="0">
                <a:latin typeface="Arial MT"/>
                <a:cs typeface="Arial MT"/>
              </a:rPr>
              <a:t>3</a:t>
            </a:r>
            <a:r>
              <a:rPr sz="1050" baseline="-11904" dirty="0">
                <a:latin typeface="Arial MT"/>
                <a:cs typeface="Arial MT"/>
              </a:rPr>
              <a:t>	</a:t>
            </a: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spc="-37" baseline="-15873" dirty="0">
                <a:latin typeface="Arial MT"/>
                <a:cs typeface="Arial MT"/>
              </a:rPr>
              <a:t>4</a:t>
            </a:r>
            <a:endParaRPr sz="1050" baseline="-15873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36131" y="1305073"/>
            <a:ext cx="2520315" cy="432434"/>
          </a:xfrm>
          <a:prstGeom prst="rect">
            <a:avLst/>
          </a:prstGeom>
          <a:solidFill>
            <a:srgbClr val="B2FFB2"/>
          </a:solidFill>
          <a:ln w="5060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935"/>
              </a:spcBef>
            </a:pPr>
            <a:r>
              <a:rPr sz="1050" dirty="0">
                <a:latin typeface="Arial MT"/>
                <a:cs typeface="Arial MT"/>
              </a:rPr>
              <a:t>Self-Attention</a:t>
            </a:r>
            <a:r>
              <a:rPr sz="1050" spc="1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(parallel)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819352" y="1174476"/>
            <a:ext cx="1188085" cy="688975"/>
            <a:chOff x="3819352" y="1174476"/>
            <a:chExt cx="1188085" cy="68897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9352" y="1195981"/>
              <a:ext cx="155956" cy="11796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207146" y="1218283"/>
              <a:ext cx="23495" cy="80010"/>
            </a:xfrm>
            <a:custGeom>
              <a:avLst/>
              <a:gdLst/>
              <a:ahLst/>
              <a:cxnLst/>
              <a:rect l="l" t="t" r="r" b="b"/>
              <a:pathLst>
                <a:path w="23495" h="80009">
                  <a:moveTo>
                    <a:pt x="0" y="0"/>
                  </a:moveTo>
                  <a:lnTo>
                    <a:pt x="23355" y="79391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194659" y="1266286"/>
              <a:ext cx="58419" cy="34290"/>
            </a:xfrm>
            <a:custGeom>
              <a:avLst/>
              <a:gdLst/>
              <a:ahLst/>
              <a:cxnLst/>
              <a:rect l="l" t="t" r="r" b="b"/>
              <a:pathLst>
                <a:path w="58420" h="34290">
                  <a:moveTo>
                    <a:pt x="58260" y="0"/>
                  </a:moveTo>
                  <a:lnTo>
                    <a:pt x="48117" y="7801"/>
                  </a:lnTo>
                  <a:lnTo>
                    <a:pt x="41494" y="16307"/>
                  </a:lnTo>
                  <a:lnTo>
                    <a:pt x="37829" y="25112"/>
                  </a:lnTo>
                  <a:lnTo>
                    <a:pt x="36556" y="33815"/>
                  </a:lnTo>
                  <a:lnTo>
                    <a:pt x="30774" y="27188"/>
                  </a:lnTo>
                  <a:lnTo>
                    <a:pt x="22924" y="21770"/>
                  </a:lnTo>
                  <a:lnTo>
                    <a:pt x="12751" y="18205"/>
                  </a:lnTo>
                  <a:lnTo>
                    <a:pt x="0" y="17138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2779" y="1216504"/>
              <a:ext cx="82444" cy="8702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750590" y="1177016"/>
              <a:ext cx="254000" cy="123825"/>
            </a:xfrm>
            <a:custGeom>
              <a:avLst/>
              <a:gdLst/>
              <a:ahLst/>
              <a:cxnLst/>
              <a:rect l="l" t="t" r="r" b="b"/>
              <a:pathLst>
                <a:path w="254000" h="123825">
                  <a:moveTo>
                    <a:pt x="253886" y="0"/>
                  </a:moveTo>
                  <a:lnTo>
                    <a:pt x="0" y="123301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48314" y="1262613"/>
              <a:ext cx="37465" cy="55244"/>
            </a:xfrm>
            <a:custGeom>
              <a:avLst/>
              <a:gdLst/>
              <a:ahLst/>
              <a:cxnLst/>
              <a:rect l="l" t="t" r="r" b="b"/>
              <a:pathLst>
                <a:path w="37464" h="55244">
                  <a:moveTo>
                    <a:pt x="36937" y="54628"/>
                  </a:moveTo>
                  <a:lnTo>
                    <a:pt x="27566" y="45913"/>
                  </a:lnTo>
                  <a:lnTo>
                    <a:pt x="18083" y="40787"/>
                  </a:lnTo>
                  <a:lnTo>
                    <a:pt x="8793" y="38627"/>
                  </a:lnTo>
                  <a:lnTo>
                    <a:pt x="0" y="38810"/>
                  </a:lnTo>
                  <a:lnTo>
                    <a:pt x="5580" y="32012"/>
                  </a:lnTo>
                  <a:lnTo>
                    <a:pt x="9627" y="23375"/>
                  </a:lnTo>
                  <a:lnTo>
                    <a:pt x="11462" y="12753"/>
                  </a:lnTo>
                  <a:lnTo>
                    <a:pt x="1040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21484" y="1737078"/>
              <a:ext cx="135866" cy="10012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210374" y="1739609"/>
              <a:ext cx="17780" cy="56515"/>
            </a:xfrm>
            <a:custGeom>
              <a:avLst/>
              <a:gdLst/>
              <a:ahLst/>
              <a:cxnLst/>
              <a:rect l="l" t="t" r="r" b="b"/>
              <a:pathLst>
                <a:path w="17779" h="56514">
                  <a:moveTo>
                    <a:pt x="17527" y="0"/>
                  </a:moveTo>
                  <a:lnTo>
                    <a:pt x="0" y="5601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188498" y="1763857"/>
              <a:ext cx="58419" cy="34290"/>
            </a:xfrm>
            <a:custGeom>
              <a:avLst/>
              <a:gdLst/>
              <a:ahLst/>
              <a:cxnLst/>
              <a:rect l="l" t="t" r="r" b="b"/>
              <a:pathLst>
                <a:path w="58420" h="34289">
                  <a:moveTo>
                    <a:pt x="57958" y="18136"/>
                  </a:moveTo>
                  <a:lnTo>
                    <a:pt x="45189" y="18984"/>
                  </a:lnTo>
                  <a:lnTo>
                    <a:pt x="34956" y="22373"/>
                  </a:lnTo>
                  <a:lnTo>
                    <a:pt x="27015" y="27656"/>
                  </a:lnTo>
                  <a:lnTo>
                    <a:pt x="21119" y="34183"/>
                  </a:lnTo>
                  <a:lnTo>
                    <a:pt x="19996" y="25460"/>
                  </a:lnTo>
                  <a:lnTo>
                    <a:pt x="16482" y="16592"/>
                  </a:lnTo>
                  <a:lnTo>
                    <a:pt x="10007" y="7974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98579" y="1737078"/>
              <a:ext cx="63813" cy="6487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71548" y="1737078"/>
              <a:ext cx="233157" cy="125968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3559593" y="1683755"/>
            <a:ext cx="1663064" cy="504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tabLst>
                <a:tab pos="556260" algn="l"/>
                <a:tab pos="1024255" algn="l"/>
                <a:tab pos="1492250" algn="l"/>
              </a:tabLst>
            </a:pPr>
            <a:r>
              <a:rPr sz="1050" i="1" spc="-25" dirty="0">
                <a:latin typeface="Arial"/>
                <a:cs typeface="Arial"/>
              </a:rPr>
              <a:t>z</a:t>
            </a:r>
            <a:r>
              <a:rPr sz="1050" spc="-37" baseline="-15873" dirty="0">
                <a:latin typeface="Arial MT"/>
                <a:cs typeface="Arial MT"/>
              </a:rPr>
              <a:t>1</a:t>
            </a:r>
            <a:r>
              <a:rPr sz="1050" baseline="-15873" dirty="0">
                <a:latin typeface="Arial MT"/>
                <a:cs typeface="Arial MT"/>
              </a:rPr>
              <a:t>	</a:t>
            </a:r>
            <a:r>
              <a:rPr sz="1050" i="1" spc="-25" dirty="0">
                <a:latin typeface="Arial"/>
                <a:cs typeface="Arial"/>
              </a:rPr>
              <a:t>z</a:t>
            </a:r>
            <a:r>
              <a:rPr sz="1050" spc="-37" baseline="-15873" dirty="0">
                <a:latin typeface="Arial MT"/>
                <a:cs typeface="Arial MT"/>
              </a:rPr>
              <a:t>2</a:t>
            </a:r>
            <a:r>
              <a:rPr sz="1050" baseline="-15873" dirty="0">
                <a:latin typeface="Arial MT"/>
                <a:cs typeface="Arial MT"/>
              </a:rPr>
              <a:t>	</a:t>
            </a:r>
            <a:r>
              <a:rPr sz="1050" i="1" spc="-25" dirty="0">
                <a:latin typeface="Arial"/>
                <a:cs typeface="Arial"/>
              </a:rPr>
              <a:t>z</a:t>
            </a:r>
            <a:r>
              <a:rPr sz="1050" spc="-37" baseline="-11904" dirty="0">
                <a:latin typeface="Arial MT"/>
                <a:cs typeface="Arial MT"/>
              </a:rPr>
              <a:t>3</a:t>
            </a:r>
            <a:r>
              <a:rPr sz="1050" baseline="-11904" dirty="0">
                <a:latin typeface="Arial MT"/>
                <a:cs typeface="Arial MT"/>
              </a:rPr>
              <a:t>	</a:t>
            </a:r>
            <a:r>
              <a:rPr sz="1050" i="1" spc="-25" dirty="0">
                <a:latin typeface="Arial"/>
                <a:cs typeface="Arial"/>
              </a:rPr>
              <a:t>z</a:t>
            </a:r>
            <a:r>
              <a:rPr sz="1050" spc="-37" baseline="-15873" dirty="0">
                <a:latin typeface="Arial MT"/>
                <a:cs typeface="Arial MT"/>
              </a:rPr>
              <a:t>4</a:t>
            </a:r>
            <a:endParaRPr sz="1050" baseline="-15873">
              <a:latin typeface="Arial MT"/>
              <a:cs typeface="Arial MT"/>
            </a:endParaRPr>
          </a:p>
          <a:p>
            <a:pPr marL="109855">
              <a:lnSpc>
                <a:spcPct val="100000"/>
              </a:lnSpc>
              <a:spcBef>
                <a:spcPts val="660"/>
              </a:spcBef>
            </a:pPr>
            <a:r>
              <a:rPr sz="950" dirty="0">
                <a:solidFill>
                  <a:srgbClr val="009900"/>
                </a:solidFill>
                <a:latin typeface="Arial MT"/>
                <a:cs typeface="Arial MT"/>
              </a:rPr>
              <a:t>All</a:t>
            </a:r>
            <a:r>
              <a:rPr sz="950" spc="110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9900"/>
                </a:solidFill>
                <a:latin typeface="Arial MT"/>
                <a:cs typeface="Arial MT"/>
              </a:rPr>
              <a:t>positions</a:t>
            </a:r>
            <a:r>
              <a:rPr sz="950" spc="110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9900"/>
                </a:solidFill>
                <a:latin typeface="Arial MT"/>
                <a:cs typeface="Arial MT"/>
              </a:rPr>
              <a:t>in</a:t>
            </a:r>
            <a:r>
              <a:rPr sz="950" spc="114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009900"/>
                </a:solidFill>
                <a:latin typeface="Arial MT"/>
                <a:cs typeface="Arial MT"/>
              </a:rPr>
              <a:t>parallel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47294" y="2363329"/>
            <a:ext cx="4485640" cy="642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0" marR="5080">
              <a:lnSpc>
                <a:spcPct val="114700"/>
              </a:lnSpc>
              <a:spcBef>
                <a:spcPts val="95"/>
              </a:spcBef>
            </a:pPr>
            <a:r>
              <a:rPr sz="1050" dirty="0">
                <a:solidFill>
                  <a:srgbClr val="009900"/>
                </a:solidFill>
                <a:latin typeface="Arial MT"/>
                <a:cs typeface="Arial MT"/>
              </a:rPr>
              <a:t>Benefit:</a:t>
            </a:r>
            <a:r>
              <a:rPr sz="1050" spc="130" dirty="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All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outputs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computed </a:t>
            </a:r>
            <a:r>
              <a:rPr sz="1050" dirty="0">
                <a:latin typeface="Arial MT"/>
                <a:cs typeface="Arial MT"/>
              </a:rPr>
              <a:t>simultaneously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GPU!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Result:</a:t>
            </a:r>
            <a:r>
              <a:rPr sz="1050" spc="10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Transformers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train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10-100×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faster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than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RNNs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long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sequences.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40" name="object 4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7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7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7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7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674389" y="3137672"/>
            <a:ext cx="29273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dirty="0">
                <a:latin typeface="Calibri"/>
                <a:cs typeface="Calibri"/>
              </a:rPr>
              <a:t>61</a:t>
            </a:r>
            <a:r>
              <a:rPr sz="600" spc="114" dirty="0">
                <a:latin typeface="Calibri"/>
                <a:cs typeface="Calibri"/>
              </a:rPr>
              <a:t> </a:t>
            </a:r>
            <a:r>
              <a:rPr sz="600" spc="90" dirty="0">
                <a:latin typeface="Calibri"/>
                <a:cs typeface="Calibri"/>
              </a:rPr>
              <a:t>/</a:t>
            </a:r>
            <a:r>
              <a:rPr sz="600" spc="114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70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29" dirty="0">
                <a:solidFill>
                  <a:srgbClr val="FFFFFF"/>
                </a:solidFill>
              </a:rPr>
              <a:t>P</a:t>
            </a:r>
            <a:r>
              <a:rPr cap="small" spc="229" dirty="0">
                <a:solidFill>
                  <a:srgbClr val="FFFFFF"/>
                </a:solidFill>
              </a:rPr>
              <a:t>osition</a:t>
            </a:r>
            <a:r>
              <a:rPr spc="229" dirty="0">
                <a:solidFill>
                  <a:srgbClr val="FFFFFF"/>
                </a:solidFill>
              </a:rPr>
              <a:t>-</a:t>
            </a:r>
            <a:r>
              <a:rPr spc="225" dirty="0">
                <a:solidFill>
                  <a:srgbClr val="FFFFFF"/>
                </a:solidFill>
              </a:rPr>
              <a:t>I</a:t>
            </a:r>
            <a:r>
              <a:rPr cap="small" spc="225" dirty="0">
                <a:solidFill>
                  <a:srgbClr val="FFFFFF"/>
                </a:solidFill>
              </a:rPr>
              <a:t>nvariance</a:t>
            </a:r>
            <a:r>
              <a:rPr spc="305" dirty="0">
                <a:solidFill>
                  <a:srgbClr val="FFFFFF"/>
                </a:solidFill>
              </a:rPr>
              <a:t> </a:t>
            </a:r>
            <a:r>
              <a:rPr spc="200" dirty="0">
                <a:solidFill>
                  <a:srgbClr val="FFFFFF"/>
                </a:solidFill>
              </a:rPr>
              <a:t>P</a:t>
            </a:r>
            <a:r>
              <a:rPr cap="small" spc="200" dirty="0">
                <a:solidFill>
                  <a:srgbClr val="FFFFFF"/>
                </a:solidFill>
              </a:rPr>
              <a:t>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635012"/>
            <a:ext cx="69850" cy="2303780"/>
            <a:chOff x="513702" y="635012"/>
            <a:chExt cx="69850" cy="23037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635012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477683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068550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278583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869463"/>
              <a:ext cx="69291" cy="6929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68426" y="557496"/>
            <a:ext cx="3880485" cy="2424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Critical</a:t>
            </a:r>
            <a:r>
              <a:rPr sz="1050" spc="9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issue:</a:t>
            </a:r>
            <a:r>
              <a:rPr sz="1050" spc="18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Self-attention</a:t>
            </a:r>
            <a:r>
              <a:rPr sz="1050" spc="9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95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permutation-invariant</a:t>
            </a:r>
            <a:r>
              <a:rPr sz="1050" i="1" spc="-175" dirty="0">
                <a:latin typeface="Arial"/>
                <a:cs typeface="Arial"/>
              </a:rPr>
              <a:t> </a:t>
            </a:r>
            <a:r>
              <a:rPr sz="1050" spc="-50" dirty="0">
                <a:latin typeface="Arial MT"/>
                <a:cs typeface="Arial MT"/>
              </a:rPr>
              <a:t>!</a:t>
            </a:r>
            <a:endParaRPr sz="1050">
              <a:latin typeface="Arial MT"/>
              <a:cs typeface="Arial MT"/>
            </a:endParaRPr>
          </a:p>
          <a:p>
            <a:pPr marL="88900" marR="520700" indent="1479550">
              <a:lnSpc>
                <a:spcPct val="155700"/>
              </a:lnSpc>
              <a:spcBef>
                <a:spcPts val="675"/>
              </a:spcBef>
            </a:pPr>
            <a:r>
              <a:rPr sz="1050" dirty="0">
                <a:latin typeface="Arial MT"/>
                <a:cs typeface="Arial MT"/>
              </a:rPr>
              <a:t>Attention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b="1" dirty="0">
                <a:latin typeface="Arial"/>
                <a:cs typeface="Arial"/>
              </a:rPr>
              <a:t>X</a:t>
            </a:r>
            <a:r>
              <a:rPr sz="1200" dirty="0">
                <a:latin typeface="Tahoma"/>
                <a:cs typeface="Tahoma"/>
              </a:rPr>
              <a:t>) =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050" spc="-10" dirty="0">
                <a:latin typeface="Arial MT"/>
                <a:cs typeface="Arial MT"/>
              </a:rPr>
              <a:t>Attention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b="1" spc="-10" dirty="0">
                <a:latin typeface="Arial"/>
                <a:cs typeface="Arial"/>
              </a:rPr>
              <a:t>PX</a:t>
            </a:r>
            <a:r>
              <a:rPr sz="1200" spc="-10" dirty="0">
                <a:latin typeface="Tahoma"/>
                <a:cs typeface="Tahoma"/>
              </a:rPr>
              <a:t>)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any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permutation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matrix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b="1" spc="-25" dirty="0">
                <a:latin typeface="Arial"/>
                <a:cs typeface="Arial"/>
              </a:rPr>
              <a:t>P</a:t>
            </a:r>
            <a:r>
              <a:rPr sz="1050" spc="-25" dirty="0"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  <a:spcBef>
                <a:spcPts val="3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Example:</a:t>
            </a:r>
            <a:r>
              <a:rPr sz="1050" spc="1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These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sentences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are</a:t>
            </a:r>
            <a:r>
              <a:rPr sz="1050" spc="7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treated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identically:</a:t>
            </a:r>
            <a:endParaRPr sz="105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  <a:spcBef>
                <a:spcPts val="39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Original:</a:t>
            </a:r>
            <a:r>
              <a:rPr sz="950" spc="1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”The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customer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was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happy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with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service”</a:t>
            </a:r>
            <a:endParaRPr sz="95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Shuffled:</a:t>
            </a:r>
            <a:r>
              <a:rPr sz="950" spc="1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”service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with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happy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was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customer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The”</a:t>
            </a:r>
            <a:endParaRPr sz="950">
              <a:latin typeface="Arial MT"/>
              <a:cs typeface="Arial MT"/>
            </a:endParaRPr>
          </a:p>
          <a:p>
            <a:pPr marL="88900" marR="81280">
              <a:lnSpc>
                <a:spcPct val="131300"/>
              </a:lnSpc>
              <a:spcBef>
                <a:spcPts val="11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Why?</a:t>
            </a:r>
            <a:r>
              <a:rPr sz="1050" spc="1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Attention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weights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depend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only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content</a:t>
            </a:r>
            <a:r>
              <a:rPr sz="1050" dirty="0">
                <a:latin typeface="Arial MT"/>
                <a:cs typeface="Arial MT"/>
              </a:rPr>
              <a:t>,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not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i="1" spc="-10" dirty="0">
                <a:latin typeface="Arial"/>
                <a:cs typeface="Arial"/>
              </a:rPr>
              <a:t>position</a:t>
            </a:r>
            <a:r>
              <a:rPr sz="1050" spc="-10" dirty="0">
                <a:latin typeface="Arial MT"/>
                <a:cs typeface="Arial MT"/>
              </a:rPr>
              <a:t>.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Problem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for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NLP: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Word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order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matters!</a:t>
            </a:r>
            <a:endParaRPr sz="105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  <a:spcBef>
                <a:spcPts val="244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8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”Dog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bites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man”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1100" spc="-525" dirty="0">
                <a:latin typeface="Cambria"/>
                <a:cs typeface="Cambria"/>
              </a:rPr>
              <a:t>/</a:t>
            </a:r>
            <a:r>
              <a:rPr sz="1100" spc="25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950" dirty="0">
                <a:latin typeface="Arial MT"/>
                <a:cs typeface="Arial MT"/>
              </a:rPr>
              <a:t>”Man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bites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dog”</a:t>
            </a:r>
            <a:endParaRPr sz="95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  <a:spcBef>
                <a:spcPts val="180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8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Need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position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information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distinguish</a:t>
            </a:r>
            <a:endParaRPr sz="95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  <a:spcBef>
                <a:spcPts val="50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Solution:</a:t>
            </a:r>
            <a:r>
              <a:rPr sz="1050" spc="1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Inject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positional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information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into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input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embeddings.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11" name="object 1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7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7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7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7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91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40" dirty="0">
                <a:solidFill>
                  <a:srgbClr val="FFFFFF"/>
                </a:solidFill>
              </a:rPr>
              <a:t>P</a:t>
            </a:r>
            <a:r>
              <a:rPr cap="small" spc="240" dirty="0">
                <a:solidFill>
                  <a:srgbClr val="FFFFFF"/>
                </a:solidFill>
              </a:rPr>
              <a:t>ositional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25" dirty="0">
                <a:solidFill>
                  <a:srgbClr val="FFFFFF"/>
                </a:solidFill>
              </a:rPr>
              <a:t>E</a:t>
            </a:r>
            <a:r>
              <a:rPr cap="small" spc="225" dirty="0">
                <a:solidFill>
                  <a:srgbClr val="FFFFFF"/>
                </a:solidFill>
              </a:rPr>
              <a:t>ncoding</a:t>
            </a:r>
            <a:r>
              <a:rPr spc="225" dirty="0">
                <a:solidFill>
                  <a:srgbClr val="FFFFFF"/>
                </a:solidFill>
              </a:rPr>
              <a:t>:</a:t>
            </a:r>
            <a:r>
              <a:rPr spc="484" dirty="0">
                <a:solidFill>
                  <a:srgbClr val="FFFFFF"/>
                </a:solidFill>
              </a:rPr>
              <a:t> </a:t>
            </a:r>
            <a:r>
              <a:rPr spc="345" dirty="0">
                <a:solidFill>
                  <a:srgbClr val="FFFFFF"/>
                </a:solidFill>
              </a:rPr>
              <a:t>T</a:t>
            </a:r>
            <a:r>
              <a:rPr cap="small" spc="345" dirty="0">
                <a:solidFill>
                  <a:srgbClr val="FFFFFF"/>
                </a:solidFill>
              </a:rPr>
              <a:t>he</a:t>
            </a:r>
            <a:r>
              <a:rPr spc="285" dirty="0">
                <a:solidFill>
                  <a:srgbClr val="FFFFFF"/>
                </a:solidFill>
              </a:rPr>
              <a:t> </a:t>
            </a:r>
            <a:r>
              <a:rPr spc="180" dirty="0">
                <a:solidFill>
                  <a:srgbClr val="FFFFFF"/>
                </a:solidFill>
              </a:rPr>
              <a:t>S</a:t>
            </a:r>
            <a:r>
              <a:rPr cap="small" spc="180" dirty="0">
                <a:solidFill>
                  <a:srgbClr val="FFFFFF"/>
                </a:solidFill>
              </a:rPr>
              <a:t>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71898"/>
            <a:ext cx="279717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Add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position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information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to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input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embeddings: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3480" y="793355"/>
            <a:ext cx="779145" cy="219710"/>
          </a:xfrm>
          <a:prstGeom prst="rect">
            <a:avLst/>
          </a:prstGeom>
          <a:solidFill>
            <a:srgbClr val="CCCCFF"/>
          </a:solidFill>
          <a:ln w="5060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345" baseline="-15873" dirty="0">
                <a:latin typeface="Arial"/>
                <a:cs typeface="Arial"/>
              </a:rPr>
              <a:t> </a:t>
            </a:r>
            <a:r>
              <a:rPr sz="1050" spc="-10" dirty="0">
                <a:latin typeface="Arial MT"/>
                <a:cs typeface="Arial MT"/>
              </a:rPr>
              <a:t>(content)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8380" y="1252224"/>
            <a:ext cx="808990" cy="219710"/>
          </a:xfrm>
          <a:prstGeom prst="rect">
            <a:avLst/>
          </a:prstGeom>
          <a:solidFill>
            <a:srgbClr val="FFE5CC"/>
          </a:solidFill>
          <a:ln w="5060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367" baseline="-15873" dirty="0">
                <a:latin typeface="Arial"/>
                <a:cs typeface="Arial"/>
              </a:rPr>
              <a:t> </a:t>
            </a:r>
            <a:r>
              <a:rPr sz="1050" spc="-10" dirty="0">
                <a:latin typeface="Arial MT"/>
                <a:cs typeface="Arial MT"/>
              </a:rPr>
              <a:t>(position)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98809" y="988557"/>
            <a:ext cx="288290" cy="288290"/>
          </a:xfrm>
          <a:custGeom>
            <a:avLst/>
            <a:gdLst/>
            <a:ahLst/>
            <a:cxnLst/>
            <a:rect l="l" t="t" r="r" b="b"/>
            <a:pathLst>
              <a:path w="288289" h="288290">
                <a:moveTo>
                  <a:pt x="288004" y="144002"/>
                </a:moveTo>
                <a:lnTo>
                  <a:pt x="280663" y="98485"/>
                </a:lnTo>
                <a:lnTo>
                  <a:pt x="260220" y="58955"/>
                </a:lnTo>
                <a:lnTo>
                  <a:pt x="229048" y="27783"/>
                </a:lnTo>
                <a:lnTo>
                  <a:pt x="189518" y="7341"/>
                </a:lnTo>
                <a:lnTo>
                  <a:pt x="144002" y="0"/>
                </a:lnTo>
                <a:lnTo>
                  <a:pt x="98486" y="7341"/>
                </a:lnTo>
                <a:lnTo>
                  <a:pt x="58955" y="27783"/>
                </a:lnTo>
                <a:lnTo>
                  <a:pt x="27783" y="58955"/>
                </a:lnTo>
                <a:lnTo>
                  <a:pt x="7341" y="98485"/>
                </a:lnTo>
                <a:lnTo>
                  <a:pt x="0" y="144002"/>
                </a:lnTo>
                <a:lnTo>
                  <a:pt x="7341" y="189518"/>
                </a:lnTo>
                <a:lnTo>
                  <a:pt x="27783" y="229048"/>
                </a:lnTo>
                <a:lnTo>
                  <a:pt x="58955" y="260220"/>
                </a:lnTo>
                <a:lnTo>
                  <a:pt x="98486" y="280663"/>
                </a:lnTo>
                <a:lnTo>
                  <a:pt x="144002" y="288004"/>
                </a:lnTo>
                <a:lnTo>
                  <a:pt x="189518" y="280663"/>
                </a:lnTo>
                <a:lnTo>
                  <a:pt x="229048" y="260220"/>
                </a:lnTo>
                <a:lnTo>
                  <a:pt x="260220" y="229048"/>
                </a:lnTo>
                <a:lnTo>
                  <a:pt x="280663" y="189518"/>
                </a:lnTo>
                <a:lnTo>
                  <a:pt x="288004" y="144002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72297" y="1005989"/>
            <a:ext cx="1409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latin typeface="Tahoma"/>
                <a:cs typeface="Tahoma"/>
              </a:rPr>
              <a:t>+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22125" y="900489"/>
            <a:ext cx="454025" cy="464184"/>
            <a:chOff x="1722125" y="900489"/>
            <a:chExt cx="454025" cy="464184"/>
          </a:xfrm>
        </p:grpSpPr>
        <p:sp>
          <p:nvSpPr>
            <p:cNvPr id="9" name="object 9"/>
            <p:cNvSpPr/>
            <p:nvPr/>
          </p:nvSpPr>
          <p:spPr>
            <a:xfrm>
              <a:off x="1724665" y="903029"/>
              <a:ext cx="418465" cy="78105"/>
            </a:xfrm>
            <a:custGeom>
              <a:avLst/>
              <a:gdLst/>
              <a:ahLst/>
              <a:cxnLst/>
              <a:rect l="l" t="t" r="r" b="b"/>
              <a:pathLst>
                <a:path w="418464" h="78105">
                  <a:moveTo>
                    <a:pt x="0" y="0"/>
                  </a:moveTo>
                  <a:lnTo>
                    <a:pt x="418184" y="0"/>
                  </a:lnTo>
                  <a:lnTo>
                    <a:pt x="418184" y="77921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12482" y="957163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60732" y="0"/>
                  </a:moveTo>
                  <a:lnTo>
                    <a:pt x="48799" y="4622"/>
                  </a:lnTo>
                  <a:lnTo>
                    <a:pt x="40045" y="10913"/>
                  </a:lnTo>
                  <a:lnTo>
                    <a:pt x="34043" y="18327"/>
                  </a:lnTo>
                  <a:lnTo>
                    <a:pt x="30366" y="26317"/>
                  </a:lnTo>
                  <a:lnTo>
                    <a:pt x="26689" y="18327"/>
                  </a:lnTo>
                  <a:lnTo>
                    <a:pt x="20687" y="10913"/>
                  </a:lnTo>
                  <a:lnTo>
                    <a:pt x="11933" y="4622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39765" y="1284142"/>
              <a:ext cx="403225" cy="78105"/>
            </a:xfrm>
            <a:custGeom>
              <a:avLst/>
              <a:gdLst/>
              <a:ahLst/>
              <a:cxnLst/>
              <a:rect l="l" t="t" r="r" b="b"/>
              <a:pathLst>
                <a:path w="403225" h="78105">
                  <a:moveTo>
                    <a:pt x="0" y="77911"/>
                  </a:moveTo>
                  <a:lnTo>
                    <a:pt x="403083" y="77911"/>
                  </a:lnTo>
                  <a:lnTo>
                    <a:pt x="403083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12482" y="1281611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502815" y="1018750"/>
            <a:ext cx="900430" cy="227965"/>
          </a:xfrm>
          <a:prstGeom prst="rect">
            <a:avLst/>
          </a:prstGeom>
          <a:solidFill>
            <a:srgbClr val="CCFFCC"/>
          </a:solidFill>
          <a:ln w="506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1050" b="1" spc="-575" dirty="0">
                <a:latin typeface="Arial"/>
                <a:cs typeface="Arial"/>
              </a:rPr>
              <a:t>x</a:t>
            </a:r>
            <a:r>
              <a:rPr sz="1800" spc="30" baseline="2314" dirty="0">
                <a:latin typeface="Tahoma"/>
                <a:cs typeface="Tahoma"/>
              </a:rPr>
              <a:t>˜</a:t>
            </a:r>
            <a:r>
              <a:rPr sz="1050" i="1" spc="22" baseline="-15873" dirty="0">
                <a:latin typeface="Arial"/>
                <a:cs typeface="Arial"/>
              </a:rPr>
              <a:t>i</a:t>
            </a:r>
            <a:r>
              <a:rPr sz="1050" i="1" spc="345" baseline="-15873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050" b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62" baseline="-15873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050" b="1" spc="-25" dirty="0">
                <a:latin typeface="Arial"/>
                <a:cs typeface="Arial"/>
              </a:rPr>
              <a:t>p</a:t>
            </a:r>
            <a:r>
              <a:rPr sz="1050" i="1" spc="-37" baseline="-15873" dirty="0">
                <a:latin typeface="Arial"/>
                <a:cs typeface="Arial"/>
              </a:rPr>
              <a:t>i</a:t>
            </a:r>
            <a:endParaRPr sz="1050" baseline="-15873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6996" y="1099633"/>
            <a:ext cx="2043430" cy="985519"/>
            <a:chOff x="456996" y="1099633"/>
            <a:chExt cx="2043430" cy="985519"/>
          </a:xfrm>
        </p:grpSpPr>
        <p:sp>
          <p:nvSpPr>
            <p:cNvPr id="15" name="object 15"/>
            <p:cNvSpPr/>
            <p:nvPr/>
          </p:nvSpPr>
          <p:spPr>
            <a:xfrm>
              <a:off x="2289371" y="1132539"/>
              <a:ext cx="206375" cy="0"/>
            </a:xfrm>
            <a:custGeom>
              <a:avLst/>
              <a:gdLst/>
              <a:ahLst/>
              <a:cxnLst/>
              <a:rect l="l" t="t" r="r" b="b"/>
              <a:pathLst>
                <a:path w="206375">
                  <a:moveTo>
                    <a:pt x="0" y="0"/>
                  </a:moveTo>
                  <a:lnTo>
                    <a:pt x="205888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71472" y="1102173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59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6996" y="1963331"/>
              <a:ext cx="121259" cy="12125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663175" y="1027720"/>
            <a:ext cx="113855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Arial MT"/>
                <a:cs typeface="Arial MT"/>
              </a:rPr>
              <a:t>Input</a:t>
            </a:r>
            <a:r>
              <a:rPr sz="950" spc="4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Transformer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7294" y="1707062"/>
            <a:ext cx="105600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20" dirty="0">
                <a:solidFill>
                  <a:srgbClr val="1B1472"/>
                </a:solidFill>
                <a:latin typeface="Arial MT"/>
                <a:cs typeface="Arial MT"/>
              </a:rPr>
              <a:t>Two</a:t>
            </a:r>
            <a:r>
              <a:rPr sz="1050" spc="-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approaches: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3946" y="1953480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996" y="2542819"/>
            <a:ext cx="121259" cy="12125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83946" y="2532943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9226" y="1867381"/>
            <a:ext cx="3291840" cy="118618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R="334645" algn="ctr">
              <a:lnSpc>
                <a:spcPct val="100000"/>
              </a:lnSpc>
              <a:spcBef>
                <a:spcPts val="51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Learned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positional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embeddings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(BERT,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30" dirty="0">
                <a:latin typeface="Arial MT"/>
                <a:cs typeface="Arial MT"/>
              </a:rPr>
              <a:t>GPT-</a:t>
            </a:r>
            <a:r>
              <a:rPr sz="1050" spc="-25" dirty="0">
                <a:latin typeface="Arial MT"/>
                <a:cs typeface="Arial MT"/>
              </a:rPr>
              <a:t>2):</a:t>
            </a:r>
            <a:endParaRPr sz="1050">
              <a:latin typeface="Arial MT"/>
              <a:cs typeface="Arial MT"/>
            </a:endParaRPr>
          </a:p>
          <a:p>
            <a:pPr marR="352425" algn="ctr">
              <a:lnSpc>
                <a:spcPct val="100000"/>
              </a:lnSpc>
              <a:spcBef>
                <a:spcPts val="39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9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b="1" dirty="0">
                <a:latin typeface="Arial"/>
                <a:cs typeface="Arial"/>
              </a:rPr>
              <a:t>p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397" baseline="-11904" dirty="0">
                <a:latin typeface="Arial"/>
                <a:cs typeface="Arial"/>
              </a:rPr>
              <a:t> </a:t>
            </a:r>
            <a:r>
              <a:rPr sz="950" dirty="0">
                <a:latin typeface="Arial MT"/>
                <a:cs typeface="Arial MT"/>
              </a:rPr>
              <a:t>is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learned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parameter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for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each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position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i="1" spc="-50" dirty="0"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  <a:p>
            <a:pPr marL="154940" algn="ctr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Simple,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but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doesn’t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generalize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beyond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training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length</a:t>
            </a:r>
            <a:endParaRPr sz="950">
              <a:latin typeface="Arial MT"/>
              <a:cs typeface="Arial MT"/>
            </a:endParaRPr>
          </a:p>
          <a:p>
            <a:pPr marR="237490" algn="ctr">
              <a:lnSpc>
                <a:spcPct val="100000"/>
              </a:lnSpc>
              <a:spcBef>
                <a:spcPts val="41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Fixed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sinusoidal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encoding</a:t>
            </a:r>
            <a:r>
              <a:rPr sz="1050" spc="4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(Original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Transformer):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39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b="1" dirty="0">
                <a:latin typeface="Arial"/>
                <a:cs typeface="Arial"/>
              </a:rPr>
              <a:t>p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419" baseline="-11904" dirty="0">
                <a:latin typeface="Arial"/>
                <a:cs typeface="Arial"/>
              </a:rPr>
              <a:t> </a:t>
            </a:r>
            <a:r>
              <a:rPr sz="950" dirty="0">
                <a:latin typeface="Arial MT"/>
                <a:cs typeface="Arial MT"/>
              </a:rPr>
              <a:t>computed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using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sine/cosine</a:t>
            </a:r>
            <a:r>
              <a:rPr sz="950" spc="6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functions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2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Deterministic,</a:t>
            </a:r>
            <a:r>
              <a:rPr sz="950" spc="8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generalizes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to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any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sequence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length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5" name="object 2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4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4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4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4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4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4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92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66786-F808-53DC-88EC-6350E07AE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109545"/>
            <a:ext cx="5257800" cy="261610"/>
          </a:xfrm>
        </p:spPr>
        <p:txBody>
          <a:bodyPr/>
          <a:lstStyle/>
          <a:p>
            <a:r>
              <a:rPr lang="en-IN" spc="275" dirty="0">
                <a:solidFill>
                  <a:srgbClr val="FFFFFF"/>
                </a:solidFill>
              </a:rPr>
              <a:t>A</a:t>
            </a:r>
            <a:r>
              <a:rPr lang="en-IN" cap="small" spc="275" dirty="0">
                <a:solidFill>
                  <a:srgbClr val="FFFFFF"/>
                </a:solidFill>
              </a:rPr>
              <a:t>bsolute</a:t>
            </a:r>
            <a:r>
              <a:rPr lang="en-IN" spc="275" dirty="0">
                <a:solidFill>
                  <a:srgbClr val="FFFFFF"/>
                </a:solidFill>
              </a:rPr>
              <a:t> </a:t>
            </a:r>
            <a:r>
              <a:rPr lang="en-IN" spc="240" dirty="0">
                <a:solidFill>
                  <a:srgbClr val="FFFFFF"/>
                </a:solidFill>
              </a:rPr>
              <a:t>P</a:t>
            </a:r>
            <a:r>
              <a:rPr lang="en-IN" cap="small" spc="240" dirty="0">
                <a:solidFill>
                  <a:srgbClr val="FFFFFF"/>
                </a:solidFill>
              </a:rPr>
              <a:t>ositional</a:t>
            </a:r>
            <a:r>
              <a:rPr lang="en-IN" spc="275" dirty="0">
                <a:solidFill>
                  <a:srgbClr val="FFFFFF"/>
                </a:solidFill>
              </a:rPr>
              <a:t> </a:t>
            </a:r>
            <a:r>
              <a:rPr lang="en-IN" spc="225" dirty="0">
                <a:solidFill>
                  <a:srgbClr val="FFFFFF"/>
                </a:solidFill>
              </a:rPr>
              <a:t>E</a:t>
            </a:r>
            <a:r>
              <a:rPr lang="en-IN" cap="small" spc="225" dirty="0">
                <a:solidFill>
                  <a:srgbClr val="FFFFFF"/>
                </a:solidFill>
              </a:rPr>
              <a:t>ncoding</a:t>
            </a:r>
            <a:r>
              <a:rPr lang="en-IN" spc="225" dirty="0">
                <a:solidFill>
                  <a:srgbClr val="FFFFFF"/>
                </a:solidFill>
              </a:rPr>
              <a:t>:</a:t>
            </a:r>
            <a:r>
              <a:rPr lang="en-IN" spc="480" dirty="0">
                <a:solidFill>
                  <a:srgbClr val="FFFFFF"/>
                </a:solidFill>
              </a:rPr>
              <a:t> </a:t>
            </a:r>
            <a:r>
              <a:rPr lang="en-IN" spc="175" dirty="0">
                <a:solidFill>
                  <a:srgbClr val="FFFFFF"/>
                </a:solidFill>
              </a:rPr>
              <a:t>S</a:t>
            </a:r>
            <a:r>
              <a:rPr lang="en-IN" cap="small" spc="175" dirty="0">
                <a:solidFill>
                  <a:srgbClr val="FFFFFF"/>
                </a:solidFill>
              </a:rPr>
              <a:t>inusoidal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18E73-A7D4-AF7D-F55F-A97956CE3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0" y="1927225"/>
            <a:ext cx="5410200" cy="1015663"/>
          </a:xfrm>
        </p:spPr>
        <p:txBody>
          <a:bodyPr/>
          <a:lstStyle/>
          <a:p>
            <a:r>
              <a:rPr lang="en-US" sz="1100" dirty="0"/>
              <a:t>pos:  index of the word in the sequence (e.g., in "I am a robot," "I" is at pos=0, "am" is at pos=1)</a:t>
            </a:r>
          </a:p>
          <a:p>
            <a:r>
              <a:rPr lang="en-US" sz="1100" dirty="0" err="1"/>
              <a:t>d</a:t>
            </a:r>
            <a:r>
              <a:rPr lang="en-US" sz="1100" baseline="-25000" dirty="0" err="1"/>
              <a:t>model</a:t>
            </a:r>
            <a:r>
              <a:rPr lang="en-US" sz="1100" dirty="0"/>
              <a:t>: total dimension of the embedding vector</a:t>
            </a:r>
          </a:p>
          <a:p>
            <a:r>
              <a:rPr lang="en-US" sz="1100" dirty="0"/>
              <a:t> i: index of the dimension within that vector. It ranges from 0 to </a:t>
            </a:r>
            <a:r>
              <a:rPr lang="en-US" sz="1100" dirty="0" err="1"/>
              <a:t>d</a:t>
            </a:r>
            <a:r>
              <a:rPr lang="en-US" sz="1100" baseline="-25000" dirty="0" err="1"/>
              <a:t>model</a:t>
            </a:r>
            <a:r>
              <a:rPr lang="en-US" sz="1100" dirty="0"/>
              <a:t>/2</a:t>
            </a:r>
          </a:p>
          <a:p>
            <a:r>
              <a:rPr lang="en-US" sz="1100" dirty="0"/>
              <a:t>10000</a:t>
            </a:r>
            <a:r>
              <a:rPr lang="en-US" sz="1100" baseline="30000" dirty="0"/>
              <a:t>2i</a:t>
            </a:r>
            <a:r>
              <a:rPr lang="en-US" sz="1100" dirty="0"/>
              <a:t>/</a:t>
            </a:r>
            <a:r>
              <a:rPr lang="en-US" sz="1100" dirty="0" err="1"/>
              <a:t>d</a:t>
            </a:r>
            <a:r>
              <a:rPr lang="en-US" sz="1100" baseline="-25000" dirty="0" err="1"/>
              <a:t>model</a:t>
            </a:r>
            <a:r>
              <a:rPr lang="en-US" sz="1100" baseline="-25000" dirty="0"/>
              <a:t> </a:t>
            </a:r>
            <a:r>
              <a:rPr lang="en-US" sz="1100" dirty="0"/>
              <a:t>: </a:t>
            </a:r>
            <a:r>
              <a:rPr lang="en-US" sz="1100" dirty="0" err="1"/>
              <a:t>Twavelength</a:t>
            </a:r>
            <a:r>
              <a:rPr lang="en-US" sz="1100" dirty="0"/>
              <a:t> factor. As </a:t>
            </a:r>
            <a:r>
              <a:rPr lang="en-US" sz="1100" dirty="0" err="1"/>
              <a:t>i</a:t>
            </a:r>
            <a:r>
              <a:rPr lang="en-US" sz="1100" dirty="0"/>
              <a:t> increases, </a:t>
            </a:r>
            <a:r>
              <a:rPr lang="en-US" sz="1100" dirty="0" err="1"/>
              <a:t>twavelength</a:t>
            </a:r>
            <a:r>
              <a:rPr lang="en-US" sz="1100" dirty="0"/>
              <a:t> gets longer, meaning the values change more slowly across positions.</a:t>
            </a:r>
            <a:endParaRPr lang="en-IN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2879F-62DB-4EE6-0BC6-8ABF1CAF6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" y="586910"/>
            <a:ext cx="2146345" cy="57562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8F2687-70A9-A1EF-F5A0-66C97F36687E}"/>
              </a:ext>
            </a:extLst>
          </p:cNvPr>
          <p:cNvSpPr txBox="1"/>
          <p:nvPr/>
        </p:nvSpPr>
        <p:spPr>
          <a:xfrm>
            <a:off x="2729667" y="560596"/>
            <a:ext cx="2916711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Sinusoids?</a:t>
            </a:r>
          </a:p>
          <a:p>
            <a:r>
              <a:rPr lang="en-US" sz="9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Unique Signatures: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Every position gets a unique vector.</a:t>
            </a:r>
          </a:p>
          <a:p>
            <a:r>
              <a:rPr lang="en-US" sz="9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Relative Positioning: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Because of trigonometric identities, the model can learn to attend to relative positions</a:t>
            </a:r>
          </a:p>
          <a:p>
            <a:r>
              <a:rPr lang="en-US" sz="9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Extrapolation: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Since these are continuous functions, the model can potentially handle sequences longer than those it saw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72394860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75" dirty="0">
                <a:solidFill>
                  <a:srgbClr val="FFFFFF"/>
                </a:solidFill>
              </a:rPr>
              <a:t>A</a:t>
            </a:r>
            <a:r>
              <a:rPr cap="small" spc="275" dirty="0">
                <a:solidFill>
                  <a:srgbClr val="FFFFFF"/>
                </a:solidFill>
              </a:rPr>
              <a:t>bsolute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240" dirty="0">
                <a:solidFill>
                  <a:srgbClr val="FFFFFF"/>
                </a:solidFill>
              </a:rPr>
              <a:t>P</a:t>
            </a:r>
            <a:r>
              <a:rPr cap="small" spc="240" dirty="0">
                <a:solidFill>
                  <a:srgbClr val="FFFFFF"/>
                </a:solidFill>
              </a:rPr>
              <a:t>ositional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spc="225" dirty="0">
                <a:solidFill>
                  <a:srgbClr val="FFFFFF"/>
                </a:solidFill>
              </a:rPr>
              <a:t>E</a:t>
            </a:r>
            <a:r>
              <a:rPr cap="small" spc="225" dirty="0">
                <a:solidFill>
                  <a:srgbClr val="FFFFFF"/>
                </a:solidFill>
              </a:rPr>
              <a:t>ncoding</a:t>
            </a:r>
            <a:r>
              <a:rPr spc="225" dirty="0">
                <a:solidFill>
                  <a:srgbClr val="FFFFFF"/>
                </a:solidFill>
              </a:rPr>
              <a:t>:</a:t>
            </a:r>
            <a:r>
              <a:rPr spc="480" dirty="0">
                <a:solidFill>
                  <a:srgbClr val="FFFFFF"/>
                </a:solidFill>
              </a:rPr>
              <a:t> </a:t>
            </a:r>
            <a:r>
              <a:rPr spc="175" dirty="0">
                <a:solidFill>
                  <a:srgbClr val="FFFFFF"/>
                </a:solidFill>
              </a:rPr>
              <a:t>S</a:t>
            </a:r>
            <a:r>
              <a:rPr cap="small" spc="175" dirty="0">
                <a:solidFill>
                  <a:srgbClr val="FFFFFF"/>
                </a:solidFill>
              </a:rPr>
              <a:t>inusoidal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70527"/>
            <a:ext cx="321818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Vaswani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et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al.</a:t>
            </a:r>
            <a:r>
              <a:rPr sz="1050" spc="10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(2017):</a:t>
            </a:r>
            <a:r>
              <a:rPr sz="1050" spc="10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fixed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sinusoidal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functions.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47367" y="764156"/>
            <a:ext cx="10966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latin typeface="Arial MT"/>
                <a:cs typeface="Arial MT"/>
              </a:rPr>
              <a:t>PE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spc="-10" dirty="0">
                <a:latin typeface="Arial MT"/>
                <a:cs typeface="Arial MT"/>
              </a:rPr>
              <a:t>pos</a:t>
            </a:r>
            <a:r>
              <a:rPr sz="1200" i="1" spc="-10" dirty="0">
                <a:latin typeface="Verdana"/>
                <a:cs typeface="Verdana"/>
              </a:rPr>
              <a:t>,</a:t>
            </a:r>
            <a:r>
              <a:rPr sz="1200" i="1" spc="-220" dirty="0">
                <a:latin typeface="Verdana"/>
                <a:cs typeface="Verdana"/>
              </a:rPr>
              <a:t> </a:t>
            </a:r>
            <a:r>
              <a:rPr sz="1050" dirty="0">
                <a:latin typeface="Arial MT"/>
                <a:cs typeface="Arial MT"/>
              </a:rPr>
              <a:t>2</a:t>
            </a:r>
            <a:r>
              <a:rPr sz="1050" i="1" dirty="0">
                <a:latin typeface="Arial"/>
                <a:cs typeface="Arial"/>
              </a:rPr>
              <a:t>i</a:t>
            </a:r>
            <a:r>
              <a:rPr sz="1050" i="1" spc="-20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sin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9587" y="676635"/>
            <a:ext cx="78740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83210" algn="l"/>
                <a:tab pos="774065" algn="l"/>
              </a:tabLst>
            </a:pPr>
            <a:r>
              <a:rPr sz="105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105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pos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24187" y="854130"/>
            <a:ext cx="82550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75" spc="-15" baseline="-13227" dirty="0">
                <a:latin typeface="Arial MT"/>
                <a:cs typeface="Arial MT"/>
              </a:rPr>
              <a:t>10000</a:t>
            </a:r>
            <a:r>
              <a:rPr sz="1050" spc="-15" baseline="7936" dirty="0">
                <a:latin typeface="Arial MT"/>
                <a:cs typeface="Arial MT"/>
              </a:rPr>
              <a:t>2</a:t>
            </a:r>
            <a:r>
              <a:rPr sz="1050" i="1" spc="-15" baseline="7936" dirty="0">
                <a:latin typeface="Arial"/>
                <a:cs typeface="Arial"/>
              </a:rPr>
              <a:t>i</a:t>
            </a:r>
            <a:r>
              <a:rPr sz="1200" i="1" spc="-15" baseline="6944" dirty="0">
                <a:latin typeface="Verdana"/>
                <a:cs typeface="Verdana"/>
              </a:rPr>
              <a:t>/</a:t>
            </a:r>
            <a:r>
              <a:rPr sz="1050" i="1" spc="-15" baseline="7936" dirty="0">
                <a:latin typeface="Arial"/>
                <a:cs typeface="Arial"/>
              </a:rPr>
              <a:t>d</a:t>
            </a:r>
            <a:r>
              <a:rPr sz="500" spc="-10" dirty="0">
                <a:latin typeface="Arial MT"/>
                <a:cs typeface="Arial MT"/>
              </a:rPr>
              <a:t>model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3720" y="595627"/>
            <a:ext cx="998855" cy="20764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895350" algn="l"/>
              </a:tabLst>
            </a:pPr>
            <a:r>
              <a:rPr sz="1200" dirty="0">
                <a:latin typeface="Lucida Sans Unicode"/>
                <a:cs typeface="Lucida Sans Unicode"/>
              </a:rPr>
              <a:t>	 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8287" y="1097887"/>
            <a:ext cx="13849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latin typeface="Arial MT"/>
                <a:cs typeface="Arial MT"/>
              </a:rPr>
              <a:t>PE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spc="-10" dirty="0">
                <a:latin typeface="Arial MT"/>
                <a:cs typeface="Arial MT"/>
              </a:rPr>
              <a:t>pos</a:t>
            </a:r>
            <a:r>
              <a:rPr sz="1200" i="1" spc="-10" dirty="0">
                <a:latin typeface="Verdana"/>
                <a:cs typeface="Verdana"/>
              </a:rPr>
              <a:t>,</a:t>
            </a:r>
            <a:r>
              <a:rPr sz="1200" i="1" spc="-220" dirty="0">
                <a:latin typeface="Verdana"/>
                <a:cs typeface="Verdana"/>
              </a:rPr>
              <a:t> </a:t>
            </a:r>
            <a:r>
              <a:rPr sz="1050" dirty="0">
                <a:latin typeface="Arial MT"/>
                <a:cs typeface="Arial MT"/>
              </a:rPr>
              <a:t>2</a:t>
            </a:r>
            <a:r>
              <a:rPr sz="1050" i="1" dirty="0">
                <a:latin typeface="Arial"/>
                <a:cs typeface="Arial"/>
              </a:rPr>
              <a:t>i</a:t>
            </a:r>
            <a:r>
              <a:rPr sz="1050" i="1" spc="8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1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cos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2892" y="929345"/>
            <a:ext cx="1162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Lucida Sans Unicode"/>
                <a:cs typeface="Lucida Sans Unicode"/>
              </a:rPr>
              <a:t> 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53359" y="996834"/>
            <a:ext cx="838200" cy="381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10900"/>
              </a:lnSpc>
              <a:spcBef>
                <a:spcPts val="95"/>
              </a:spcBef>
              <a:tabLst>
                <a:tab pos="308610" algn="l"/>
                <a:tab pos="799465" algn="l"/>
              </a:tabLst>
            </a:pPr>
            <a:r>
              <a:rPr sz="105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105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pos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1050" dirty="0">
                <a:latin typeface="Arial MT"/>
                <a:cs typeface="Arial MT"/>
              </a:rPr>
              <a:t> </a:t>
            </a:r>
            <a:r>
              <a:rPr sz="1575" spc="-15" baseline="-13227" dirty="0">
                <a:latin typeface="Arial MT"/>
                <a:cs typeface="Arial MT"/>
              </a:rPr>
              <a:t>10000</a:t>
            </a:r>
            <a:r>
              <a:rPr sz="1050" spc="-15" baseline="7936" dirty="0">
                <a:latin typeface="Arial MT"/>
                <a:cs typeface="Arial MT"/>
              </a:rPr>
              <a:t>2</a:t>
            </a:r>
            <a:r>
              <a:rPr sz="1050" i="1" spc="-15" baseline="7936" dirty="0">
                <a:latin typeface="Arial"/>
                <a:cs typeface="Arial"/>
              </a:rPr>
              <a:t>i</a:t>
            </a:r>
            <a:r>
              <a:rPr sz="1200" i="1" spc="-15" baseline="6944" dirty="0">
                <a:latin typeface="Verdana"/>
                <a:cs typeface="Verdana"/>
              </a:rPr>
              <a:t>/</a:t>
            </a:r>
            <a:r>
              <a:rPr sz="1050" i="1" spc="-15" baseline="7936" dirty="0">
                <a:latin typeface="Arial"/>
                <a:cs typeface="Arial"/>
              </a:rPr>
              <a:t>d</a:t>
            </a:r>
            <a:r>
              <a:rPr sz="500" spc="-10" dirty="0">
                <a:latin typeface="Arial MT"/>
                <a:cs typeface="Arial MT"/>
              </a:rPr>
              <a:t>model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55631" y="929345"/>
            <a:ext cx="1162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Lucida Sans Unicode"/>
                <a:cs typeface="Lucida Sans Unicode"/>
              </a:rPr>
              <a:t> 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13702" y="1516659"/>
            <a:ext cx="69850" cy="1517650"/>
            <a:chOff x="513702" y="1516659"/>
            <a:chExt cx="69850" cy="151765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1516659"/>
              <a:ext cx="69291" cy="692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711998"/>
              <a:ext cx="69291" cy="692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907336"/>
              <a:ext cx="69291" cy="692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378697"/>
              <a:ext cx="69291" cy="692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574036"/>
              <a:ext cx="69291" cy="6929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769374"/>
              <a:ext cx="69291" cy="6929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02" y="2964713"/>
              <a:ext cx="69291" cy="6929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09194" y="1410805"/>
            <a:ext cx="4129404" cy="1666239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195"/>
              </a:spcBef>
            </a:pPr>
            <a:r>
              <a:rPr sz="1050" dirty="0">
                <a:latin typeface="Arial MT"/>
                <a:cs typeface="Arial MT"/>
              </a:rPr>
              <a:t>pos:</a:t>
            </a:r>
            <a:r>
              <a:rPr sz="1050" spc="8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Position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sequence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spc="-40" dirty="0">
                <a:latin typeface="Arial MT"/>
                <a:cs typeface="Arial MT"/>
              </a:rPr>
              <a:t>(0</a:t>
            </a:r>
            <a:r>
              <a:rPr sz="1200" i="1" spc="-40" dirty="0">
                <a:latin typeface="Verdana"/>
                <a:cs typeface="Verdana"/>
              </a:rPr>
              <a:t>,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050" spc="-60" dirty="0">
                <a:latin typeface="Arial MT"/>
                <a:cs typeface="Arial MT"/>
              </a:rPr>
              <a:t>1</a:t>
            </a:r>
            <a:r>
              <a:rPr sz="1200" i="1" spc="-60" dirty="0">
                <a:latin typeface="Verdana"/>
                <a:cs typeface="Verdana"/>
              </a:rPr>
              <a:t>,</a:t>
            </a:r>
            <a:r>
              <a:rPr sz="1200" i="1" spc="-215" dirty="0">
                <a:latin typeface="Verdana"/>
                <a:cs typeface="Verdana"/>
              </a:rPr>
              <a:t> </a:t>
            </a:r>
            <a:r>
              <a:rPr sz="1050" spc="-60" dirty="0">
                <a:latin typeface="Arial MT"/>
                <a:cs typeface="Arial MT"/>
              </a:rPr>
              <a:t>2</a:t>
            </a:r>
            <a:r>
              <a:rPr sz="1200" i="1" spc="-60" dirty="0">
                <a:latin typeface="Verdana"/>
                <a:cs typeface="Verdana"/>
              </a:rPr>
              <a:t>,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15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200" i="1" spc="-25" dirty="0">
                <a:latin typeface="Verdana"/>
                <a:cs typeface="Verdana"/>
              </a:rPr>
              <a:t>.</a:t>
            </a:r>
            <a:r>
              <a:rPr sz="1050" spc="-25" dirty="0">
                <a:latin typeface="Arial MT"/>
                <a:cs typeface="Arial MT"/>
              </a:rPr>
              <a:t>)</a:t>
            </a:r>
            <a:endParaRPr sz="1050" dirty="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100"/>
              </a:spcBef>
            </a:pPr>
            <a:r>
              <a:rPr sz="1050" i="1" dirty="0">
                <a:latin typeface="Arial"/>
                <a:cs typeface="Arial"/>
              </a:rPr>
              <a:t>i</a:t>
            </a:r>
            <a:r>
              <a:rPr sz="1050" i="1" spc="-19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:</a:t>
            </a:r>
            <a:r>
              <a:rPr sz="1050" spc="10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Dimension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index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spc="-40" dirty="0">
                <a:latin typeface="Arial MT"/>
                <a:cs typeface="Arial MT"/>
              </a:rPr>
              <a:t>(0</a:t>
            </a:r>
            <a:r>
              <a:rPr sz="1200" i="1" spc="-40" dirty="0">
                <a:latin typeface="Verdana"/>
                <a:cs typeface="Verdana"/>
              </a:rPr>
              <a:t>,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050" spc="-60" dirty="0">
                <a:latin typeface="Arial MT"/>
                <a:cs typeface="Arial MT"/>
              </a:rPr>
              <a:t>1</a:t>
            </a:r>
            <a:r>
              <a:rPr sz="1200" i="1" spc="-60" dirty="0">
                <a:latin typeface="Verdana"/>
                <a:cs typeface="Verdana"/>
              </a:rPr>
              <a:t>,</a:t>
            </a:r>
            <a:r>
              <a:rPr sz="1200" i="1" spc="-204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04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,</a:t>
            </a:r>
            <a:r>
              <a:rPr sz="1200" i="1" spc="-204" dirty="0">
                <a:latin typeface="Verdana"/>
                <a:cs typeface="Verdana"/>
              </a:rPr>
              <a:t> </a:t>
            </a:r>
            <a:r>
              <a:rPr sz="1050" i="1" dirty="0">
                <a:latin typeface="Arial"/>
                <a:cs typeface="Arial"/>
              </a:rPr>
              <a:t>d</a:t>
            </a:r>
            <a:r>
              <a:rPr sz="1050" baseline="-15873" dirty="0">
                <a:latin typeface="Arial MT"/>
                <a:cs typeface="Arial MT"/>
              </a:rPr>
              <a:t>model</a:t>
            </a:r>
            <a:r>
              <a:rPr sz="1200" i="1" dirty="0">
                <a:latin typeface="Verdana"/>
                <a:cs typeface="Verdana"/>
              </a:rPr>
              <a:t>/</a:t>
            </a:r>
            <a:r>
              <a:rPr sz="1050" dirty="0">
                <a:latin typeface="Arial MT"/>
                <a:cs typeface="Arial MT"/>
              </a:rPr>
              <a:t>2</a:t>
            </a:r>
            <a:r>
              <a:rPr sz="1050" spc="-25" dirty="0">
                <a:latin typeface="Arial MT"/>
                <a:cs typeface="Arial MT"/>
              </a:rPr>
              <a:t>)</a:t>
            </a:r>
            <a:endParaRPr sz="1050" dirty="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250"/>
              </a:spcBef>
            </a:pPr>
            <a:r>
              <a:rPr sz="1050" i="1" dirty="0">
                <a:latin typeface="Arial"/>
                <a:cs typeface="Arial"/>
              </a:rPr>
              <a:t>d</a:t>
            </a:r>
            <a:r>
              <a:rPr sz="1050" baseline="-15873" dirty="0">
                <a:latin typeface="Arial MT"/>
                <a:cs typeface="Arial MT"/>
              </a:rPr>
              <a:t>model</a:t>
            </a:r>
            <a:r>
              <a:rPr sz="1050" dirty="0">
                <a:latin typeface="Arial MT"/>
                <a:cs typeface="Arial MT"/>
              </a:rPr>
              <a:t>:</a:t>
            </a:r>
            <a:r>
              <a:rPr sz="1050" spc="1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Model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dimension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(e.g.,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512)</a:t>
            </a:r>
            <a:endParaRPr sz="1050" dirty="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880"/>
              </a:spcBef>
            </a:pP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Intuition:</a:t>
            </a:r>
            <a:endParaRPr sz="1050" dirty="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310"/>
              </a:spcBef>
            </a:pPr>
            <a:r>
              <a:rPr sz="1050" dirty="0">
                <a:latin typeface="Arial MT"/>
                <a:cs typeface="Arial MT"/>
              </a:rPr>
              <a:t>Different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dimensions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different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frequencies</a:t>
            </a:r>
            <a:endParaRPr sz="1050" dirty="0">
              <a:latin typeface="Arial MT"/>
              <a:cs typeface="Arial MT"/>
            </a:endParaRPr>
          </a:p>
          <a:p>
            <a:pPr marL="347980" marR="43180">
              <a:lnSpc>
                <a:spcPct val="122100"/>
              </a:lnSpc>
            </a:pPr>
            <a:r>
              <a:rPr sz="1050" dirty="0">
                <a:latin typeface="Arial MT"/>
                <a:cs typeface="Arial MT"/>
              </a:rPr>
              <a:t>Lower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dimensions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=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lower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frequency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(long-range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patterns) </a:t>
            </a:r>
            <a:r>
              <a:rPr sz="1050" dirty="0">
                <a:latin typeface="Arial MT"/>
                <a:cs typeface="Arial MT"/>
              </a:rPr>
              <a:t>Higher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dimensions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=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higher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frequency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(fine-grained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positions) </a:t>
            </a:r>
            <a:r>
              <a:rPr sz="1050" dirty="0">
                <a:latin typeface="Arial MT"/>
                <a:cs typeface="Arial MT"/>
              </a:rPr>
              <a:t>Each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position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gets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unique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encoding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vector</a:t>
            </a:r>
            <a:endParaRPr sz="1050" dirty="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2" name="object 2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9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9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9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9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9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9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74389" y="3137672"/>
            <a:ext cx="29273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dirty="0">
                <a:latin typeface="Calibri"/>
                <a:cs typeface="Calibri"/>
              </a:rPr>
              <a:t>64</a:t>
            </a:r>
            <a:r>
              <a:rPr sz="600" spc="114" dirty="0">
                <a:latin typeface="Calibri"/>
                <a:cs typeface="Calibri"/>
              </a:rPr>
              <a:t> </a:t>
            </a:r>
            <a:r>
              <a:rPr sz="600" spc="90" dirty="0">
                <a:latin typeface="Calibri"/>
                <a:cs typeface="Calibri"/>
              </a:rPr>
              <a:t>/</a:t>
            </a:r>
            <a:r>
              <a:rPr sz="600" spc="114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70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25" dirty="0">
                <a:solidFill>
                  <a:srgbClr val="FFFFFF"/>
                </a:solidFill>
              </a:rPr>
              <a:t>W</a:t>
            </a:r>
            <a:r>
              <a:rPr cap="small" spc="325" dirty="0">
                <a:solidFill>
                  <a:srgbClr val="FFFFFF"/>
                </a:solidFill>
              </a:rPr>
              <a:t>hy</a:t>
            </a:r>
            <a:r>
              <a:rPr spc="290" dirty="0">
                <a:solidFill>
                  <a:srgbClr val="FFFFFF"/>
                </a:solidFill>
              </a:rPr>
              <a:t> </a:t>
            </a:r>
            <a:r>
              <a:rPr spc="210" dirty="0">
                <a:solidFill>
                  <a:srgbClr val="FFFFFF"/>
                </a:solidFill>
              </a:rPr>
              <a:t>S</a:t>
            </a:r>
            <a:r>
              <a:rPr cap="small" spc="210" dirty="0">
                <a:solidFill>
                  <a:srgbClr val="FFFFFF"/>
                </a:solidFill>
              </a:rPr>
              <a:t>inusoidal</a:t>
            </a:r>
            <a:r>
              <a:rPr spc="290" dirty="0">
                <a:solidFill>
                  <a:srgbClr val="FFFFFF"/>
                </a:solidFill>
              </a:rPr>
              <a:t> </a:t>
            </a:r>
            <a:r>
              <a:rPr spc="240" dirty="0">
                <a:solidFill>
                  <a:srgbClr val="FFFFFF"/>
                </a:solidFill>
              </a:rPr>
              <a:t>E</a:t>
            </a:r>
            <a:r>
              <a:rPr cap="small" spc="240" dirty="0">
                <a:solidFill>
                  <a:srgbClr val="FFFFFF"/>
                </a:solidFill>
              </a:rPr>
              <a:t>ncoding</a:t>
            </a:r>
            <a:r>
              <a:rPr spc="290" dirty="0">
                <a:solidFill>
                  <a:srgbClr val="FFFFFF"/>
                </a:solidFill>
              </a:rPr>
              <a:t> </a:t>
            </a:r>
            <a:r>
              <a:rPr spc="200" dirty="0">
                <a:solidFill>
                  <a:srgbClr val="FFFFFF"/>
                </a:solidFill>
              </a:rPr>
              <a:t>W</a:t>
            </a:r>
            <a:r>
              <a:rPr cap="small" spc="200" dirty="0">
                <a:solidFill>
                  <a:srgbClr val="FFFFFF"/>
                </a:solidFill>
              </a:rPr>
              <a:t>orks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71195"/>
            <a:ext cx="5760085" cy="2662555"/>
            <a:chOff x="0" y="571195"/>
            <a:chExt cx="5760085" cy="266255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571195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342262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166543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957791"/>
              <a:ext cx="69291" cy="6929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31926" y="478482"/>
            <a:ext cx="4970780" cy="2591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475615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Key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mathematical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property:</a:t>
            </a:r>
            <a:r>
              <a:rPr sz="1050" spc="10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any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fixed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offset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k</a:t>
            </a:r>
            <a:r>
              <a:rPr sz="1050" i="1" spc="-17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,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PE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pos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k</a:t>
            </a:r>
            <a:r>
              <a:rPr sz="1050" i="1" spc="-17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i="1" spc="-10" dirty="0">
                <a:latin typeface="Arial"/>
                <a:cs typeface="Arial"/>
              </a:rPr>
              <a:t>linear </a:t>
            </a:r>
            <a:r>
              <a:rPr sz="1050" i="1" dirty="0">
                <a:latin typeface="Arial"/>
                <a:cs typeface="Arial"/>
              </a:rPr>
              <a:t>function</a:t>
            </a:r>
            <a:r>
              <a:rPr sz="1050" i="1" spc="70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PE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spc="-10" dirty="0">
                <a:latin typeface="Arial MT"/>
                <a:cs typeface="Arial MT"/>
              </a:rPr>
              <a:t>pos</a:t>
            </a:r>
            <a:r>
              <a:rPr sz="1200" spc="-10" dirty="0">
                <a:latin typeface="Tahoma"/>
                <a:cs typeface="Tahoma"/>
              </a:rPr>
              <a:t>)</a:t>
            </a:r>
            <a:r>
              <a:rPr sz="1050" spc="-10" dirty="0"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 marL="25400" marR="410845" indent="200660">
              <a:lnSpc>
                <a:spcPts val="2310"/>
              </a:lnSpc>
              <a:spcBef>
                <a:spcPts val="229"/>
              </a:spcBef>
              <a:tabLst>
                <a:tab pos="2517775" algn="l"/>
              </a:tabLst>
            </a:pPr>
            <a:r>
              <a:rPr sz="1050" dirty="0">
                <a:latin typeface="Arial MT"/>
                <a:cs typeface="Arial MT"/>
              </a:rPr>
              <a:t>PE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pos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k</a:t>
            </a:r>
            <a:r>
              <a:rPr sz="1200" i="1" dirty="0">
                <a:latin typeface="Verdana"/>
                <a:cs typeface="Verdana"/>
              </a:rPr>
              <a:t>,</a:t>
            </a:r>
            <a:r>
              <a:rPr sz="1200" i="1" spc="-215" dirty="0">
                <a:latin typeface="Verdana"/>
                <a:cs typeface="Verdana"/>
              </a:rPr>
              <a:t> </a:t>
            </a:r>
            <a:r>
              <a:rPr sz="1050" dirty="0">
                <a:latin typeface="Arial MT"/>
                <a:cs typeface="Arial MT"/>
              </a:rPr>
              <a:t>2</a:t>
            </a:r>
            <a:r>
              <a:rPr sz="1050" i="1" dirty="0">
                <a:latin typeface="Arial"/>
                <a:cs typeface="Arial"/>
              </a:rPr>
              <a:t>i</a:t>
            </a:r>
            <a:r>
              <a:rPr sz="1050" i="1" spc="-19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050" b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330" baseline="-15873" dirty="0">
                <a:latin typeface="Arial"/>
                <a:cs typeface="Arial"/>
              </a:rPr>
              <a:t> </a:t>
            </a:r>
            <a:r>
              <a:rPr sz="1200" dirty="0">
                <a:latin typeface="Cambria"/>
                <a:cs typeface="Cambria"/>
              </a:rPr>
              <a:t>·</a:t>
            </a:r>
            <a:r>
              <a:rPr sz="1200" spc="15" dirty="0">
                <a:latin typeface="Cambria"/>
                <a:cs typeface="Cambria"/>
              </a:rPr>
              <a:t> </a:t>
            </a:r>
            <a:r>
              <a:rPr sz="1050" spc="-10" dirty="0">
                <a:latin typeface="Arial MT"/>
                <a:cs typeface="Arial MT"/>
              </a:rPr>
              <a:t>PE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spc="-10" dirty="0">
                <a:latin typeface="Arial MT"/>
                <a:cs typeface="Arial MT"/>
              </a:rPr>
              <a:t>pos</a:t>
            </a:r>
            <a:r>
              <a:rPr sz="1200" i="1" spc="-10" dirty="0">
                <a:latin typeface="Verdana"/>
                <a:cs typeface="Verdana"/>
              </a:rPr>
              <a:t>,</a:t>
            </a:r>
            <a:r>
              <a:rPr sz="1200" i="1" spc="-215" dirty="0">
                <a:latin typeface="Verdana"/>
                <a:cs typeface="Verdana"/>
              </a:rPr>
              <a:t> </a:t>
            </a:r>
            <a:r>
              <a:rPr sz="1050" dirty="0">
                <a:latin typeface="Arial MT"/>
                <a:cs typeface="Arial MT"/>
              </a:rPr>
              <a:t>2</a:t>
            </a:r>
            <a:r>
              <a:rPr sz="1050" i="1" dirty="0">
                <a:latin typeface="Arial"/>
                <a:cs typeface="Arial"/>
              </a:rPr>
              <a:t>i</a:t>
            </a:r>
            <a:r>
              <a:rPr sz="1050" i="1" spc="-195" dirty="0">
                <a:latin typeface="Arial"/>
                <a:cs typeface="Arial"/>
              </a:rPr>
              <a:t> </a:t>
            </a:r>
            <a:r>
              <a:rPr sz="1200" spc="-50" dirty="0">
                <a:latin typeface="Tahoma"/>
                <a:cs typeface="Tahoma"/>
              </a:rPr>
              <a:t>)</a:t>
            </a:r>
            <a:r>
              <a:rPr sz="1200" dirty="0">
                <a:latin typeface="Tahoma"/>
                <a:cs typeface="Tahoma"/>
              </a:rPr>
              <a:t>	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some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transformation</a:t>
            </a:r>
            <a:r>
              <a:rPr sz="1050" spc="7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matrix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b="1" spc="-25" dirty="0">
                <a:latin typeface="Arial"/>
                <a:cs typeface="Arial"/>
              </a:rPr>
              <a:t>M</a:t>
            </a:r>
            <a:r>
              <a:rPr sz="1050" i="1" spc="-37" baseline="-15873" dirty="0">
                <a:latin typeface="Arial"/>
                <a:cs typeface="Arial"/>
              </a:rPr>
              <a:t>k</a:t>
            </a:r>
            <a:r>
              <a:rPr sz="1050" i="1" spc="750" baseline="-15873" dirty="0"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Trigonometric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identity:</a:t>
            </a:r>
            <a:endParaRPr sz="1050">
              <a:latin typeface="Arial MT"/>
              <a:cs typeface="Arial MT"/>
            </a:endParaRPr>
          </a:p>
          <a:p>
            <a:pPr marL="1261110">
              <a:lnSpc>
                <a:spcPct val="100000"/>
              </a:lnSpc>
              <a:spcBef>
                <a:spcPts val="655"/>
              </a:spcBef>
            </a:pPr>
            <a:r>
              <a:rPr sz="1200" spc="-45" dirty="0">
                <a:latin typeface="Tahoma"/>
                <a:cs typeface="Tahoma"/>
              </a:rPr>
              <a:t>sin(</a:t>
            </a:r>
            <a:r>
              <a:rPr sz="1200" i="1" spc="-45" dirty="0">
                <a:latin typeface="Verdana"/>
                <a:cs typeface="Verdana"/>
              </a:rPr>
              <a:t>α</a:t>
            </a:r>
            <a:r>
              <a:rPr sz="1200" i="1" spc="-140" dirty="0">
                <a:latin typeface="Verdana"/>
                <a:cs typeface="Verdana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i="1" dirty="0">
                <a:latin typeface="Verdana"/>
                <a:cs typeface="Verdana"/>
              </a:rPr>
              <a:t>β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sin</a:t>
            </a:r>
            <a:r>
              <a:rPr sz="1200" spc="-170" dirty="0">
                <a:latin typeface="Tahoma"/>
                <a:cs typeface="Tahoma"/>
              </a:rPr>
              <a:t> </a:t>
            </a:r>
            <a:r>
              <a:rPr sz="1200" i="1" spc="-10" dirty="0">
                <a:latin typeface="Verdana"/>
                <a:cs typeface="Verdana"/>
              </a:rPr>
              <a:t>α</a:t>
            </a:r>
            <a:r>
              <a:rPr sz="1200" i="1" spc="-204" dirty="0">
                <a:latin typeface="Verdana"/>
                <a:cs typeface="Verdana"/>
              </a:rPr>
              <a:t> </a:t>
            </a:r>
            <a:r>
              <a:rPr sz="1200" spc="-70" dirty="0">
                <a:latin typeface="Tahoma"/>
                <a:cs typeface="Tahoma"/>
              </a:rPr>
              <a:t>cos</a:t>
            </a:r>
            <a:r>
              <a:rPr sz="1200" spc="-170" dirty="0">
                <a:latin typeface="Tahoma"/>
                <a:cs typeface="Tahoma"/>
              </a:rPr>
              <a:t> </a:t>
            </a:r>
            <a:r>
              <a:rPr sz="1200" i="1" spc="-90" dirty="0">
                <a:latin typeface="Verdana"/>
                <a:cs typeface="Verdana"/>
              </a:rPr>
              <a:t>β</a:t>
            </a:r>
            <a:r>
              <a:rPr sz="1200" i="1" spc="-75" dirty="0">
                <a:latin typeface="Verdana"/>
                <a:cs typeface="Verdana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cos</a:t>
            </a:r>
            <a:r>
              <a:rPr sz="1200" spc="-165" dirty="0">
                <a:latin typeface="Tahoma"/>
                <a:cs typeface="Tahoma"/>
              </a:rPr>
              <a:t> </a:t>
            </a:r>
            <a:r>
              <a:rPr sz="1200" i="1" spc="-10" dirty="0">
                <a:latin typeface="Verdana"/>
                <a:cs typeface="Verdana"/>
              </a:rPr>
              <a:t>α</a:t>
            </a:r>
            <a:r>
              <a:rPr sz="1200" i="1" spc="-204" dirty="0">
                <a:latin typeface="Verdana"/>
                <a:cs typeface="Verdana"/>
              </a:rPr>
              <a:t> </a:t>
            </a:r>
            <a:r>
              <a:rPr sz="1200" spc="-65" dirty="0">
                <a:latin typeface="Tahoma"/>
                <a:cs typeface="Tahoma"/>
              </a:rPr>
              <a:t>sin</a:t>
            </a:r>
            <a:r>
              <a:rPr sz="1200" spc="-170" dirty="0">
                <a:latin typeface="Tahoma"/>
                <a:cs typeface="Tahoma"/>
              </a:rPr>
              <a:t> </a:t>
            </a:r>
            <a:r>
              <a:rPr sz="1200" i="1" spc="-50" dirty="0">
                <a:latin typeface="Verdana"/>
                <a:cs typeface="Verdana"/>
              </a:rPr>
              <a:t>β</a:t>
            </a:r>
            <a:endParaRPr sz="1200">
              <a:latin typeface="Verdana"/>
              <a:cs typeface="Verdana"/>
            </a:endParaRPr>
          </a:p>
          <a:p>
            <a:pPr marL="1232535">
              <a:lnSpc>
                <a:spcPct val="100000"/>
              </a:lnSpc>
              <a:spcBef>
                <a:spcPts val="300"/>
              </a:spcBef>
            </a:pPr>
            <a:r>
              <a:rPr sz="1200" spc="-50" dirty="0">
                <a:latin typeface="Tahoma"/>
                <a:cs typeface="Tahoma"/>
              </a:rPr>
              <a:t>cos(</a:t>
            </a:r>
            <a:r>
              <a:rPr sz="1200" i="1" spc="-50" dirty="0">
                <a:latin typeface="Verdana"/>
                <a:cs typeface="Verdana"/>
              </a:rPr>
              <a:t>α</a:t>
            </a:r>
            <a:r>
              <a:rPr sz="1200" i="1" spc="-140" dirty="0">
                <a:latin typeface="Verdana"/>
                <a:cs typeface="Verdana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i="1" dirty="0">
                <a:latin typeface="Verdana"/>
                <a:cs typeface="Verdana"/>
              </a:rPr>
              <a:t>β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cos</a:t>
            </a:r>
            <a:r>
              <a:rPr sz="1200" spc="-165" dirty="0">
                <a:latin typeface="Tahoma"/>
                <a:cs typeface="Tahoma"/>
              </a:rPr>
              <a:t> </a:t>
            </a:r>
            <a:r>
              <a:rPr sz="1200" i="1" spc="-10" dirty="0">
                <a:latin typeface="Verdana"/>
                <a:cs typeface="Verdana"/>
              </a:rPr>
              <a:t>α</a:t>
            </a:r>
            <a:r>
              <a:rPr sz="1200" i="1" spc="-204" dirty="0">
                <a:latin typeface="Verdana"/>
                <a:cs typeface="Verdana"/>
              </a:rPr>
              <a:t> </a:t>
            </a:r>
            <a:r>
              <a:rPr sz="1200" spc="-70" dirty="0">
                <a:latin typeface="Tahoma"/>
                <a:cs typeface="Tahoma"/>
              </a:rPr>
              <a:t>cos</a:t>
            </a:r>
            <a:r>
              <a:rPr sz="1200" spc="-170" dirty="0">
                <a:latin typeface="Tahoma"/>
                <a:cs typeface="Tahoma"/>
              </a:rPr>
              <a:t> </a:t>
            </a:r>
            <a:r>
              <a:rPr sz="1200" i="1" spc="-90" dirty="0">
                <a:latin typeface="Verdana"/>
                <a:cs typeface="Verdana"/>
              </a:rPr>
              <a:t>β</a:t>
            </a:r>
            <a:r>
              <a:rPr sz="1200" i="1" spc="-80" dirty="0">
                <a:latin typeface="Verdana"/>
                <a:cs typeface="Verdana"/>
              </a:rPr>
              <a:t> </a:t>
            </a:r>
            <a:r>
              <a:rPr sz="1200" spc="265" dirty="0">
                <a:latin typeface="Cambria"/>
                <a:cs typeface="Cambria"/>
              </a:rPr>
              <a:t>−</a:t>
            </a:r>
            <a:r>
              <a:rPr sz="1200" spc="10" dirty="0">
                <a:latin typeface="Cambria"/>
                <a:cs typeface="Cambria"/>
              </a:rPr>
              <a:t> </a:t>
            </a:r>
            <a:r>
              <a:rPr sz="1200" spc="-65" dirty="0">
                <a:latin typeface="Tahoma"/>
                <a:cs typeface="Tahoma"/>
              </a:rPr>
              <a:t>sin</a:t>
            </a:r>
            <a:r>
              <a:rPr sz="1200" spc="-170" dirty="0">
                <a:latin typeface="Tahoma"/>
                <a:cs typeface="Tahoma"/>
              </a:rPr>
              <a:t> </a:t>
            </a:r>
            <a:r>
              <a:rPr sz="1200" i="1" spc="-10" dirty="0">
                <a:latin typeface="Verdana"/>
                <a:cs typeface="Verdana"/>
              </a:rPr>
              <a:t>α</a:t>
            </a:r>
            <a:r>
              <a:rPr sz="1200" i="1" spc="-204" dirty="0">
                <a:latin typeface="Verdana"/>
                <a:cs typeface="Verdana"/>
              </a:rPr>
              <a:t> </a:t>
            </a:r>
            <a:r>
              <a:rPr sz="1200" spc="-65" dirty="0">
                <a:latin typeface="Tahoma"/>
                <a:cs typeface="Tahoma"/>
              </a:rPr>
              <a:t>sin</a:t>
            </a:r>
            <a:r>
              <a:rPr sz="1200" spc="-170" dirty="0">
                <a:latin typeface="Tahoma"/>
                <a:cs typeface="Tahoma"/>
              </a:rPr>
              <a:t> </a:t>
            </a:r>
            <a:r>
              <a:rPr sz="1200" i="1" spc="-50" dirty="0">
                <a:latin typeface="Verdana"/>
                <a:cs typeface="Verdana"/>
              </a:rPr>
              <a:t>β</a:t>
            </a:r>
            <a:endParaRPr sz="1200">
              <a:latin typeface="Verdana"/>
              <a:cs typeface="Verdana"/>
            </a:endParaRPr>
          </a:p>
          <a:p>
            <a:pPr marL="25400">
              <a:lnSpc>
                <a:spcPct val="100000"/>
              </a:lnSpc>
              <a:spcBef>
                <a:spcPts val="994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Example:</a:t>
            </a:r>
            <a:r>
              <a:rPr sz="1050" spc="8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dimension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i</a:t>
            </a:r>
            <a:r>
              <a:rPr sz="1050" i="1" spc="-19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,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let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200" i="1" spc="-55" dirty="0">
                <a:latin typeface="Verdana"/>
                <a:cs typeface="Verdana"/>
              </a:rPr>
              <a:t>ω</a:t>
            </a:r>
            <a:r>
              <a:rPr sz="1050" i="1" spc="-82" baseline="-15873" dirty="0">
                <a:latin typeface="Arial"/>
                <a:cs typeface="Arial"/>
              </a:rPr>
              <a:t>i</a:t>
            </a:r>
            <a:r>
              <a:rPr sz="1050" i="1" spc="390" baseline="-15873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050" spc="-10" dirty="0">
                <a:latin typeface="Arial MT"/>
                <a:cs typeface="Arial MT"/>
              </a:rPr>
              <a:t>1</a:t>
            </a:r>
            <a:r>
              <a:rPr sz="1200" i="1" spc="-10" dirty="0">
                <a:latin typeface="Verdana"/>
                <a:cs typeface="Verdana"/>
              </a:rPr>
              <a:t>/</a:t>
            </a:r>
            <a:r>
              <a:rPr sz="1050" spc="-10" dirty="0">
                <a:latin typeface="Arial MT"/>
                <a:cs typeface="Arial MT"/>
              </a:rPr>
              <a:t>10000</a:t>
            </a:r>
            <a:r>
              <a:rPr sz="1050" spc="-15" baseline="35714" dirty="0">
                <a:latin typeface="Arial MT"/>
                <a:cs typeface="Arial MT"/>
              </a:rPr>
              <a:t>2</a:t>
            </a:r>
            <a:r>
              <a:rPr sz="1050" i="1" spc="-15" baseline="35714" dirty="0">
                <a:latin typeface="Arial"/>
                <a:cs typeface="Arial"/>
              </a:rPr>
              <a:t>i</a:t>
            </a:r>
            <a:r>
              <a:rPr sz="1200" i="1" spc="-15" baseline="31250" dirty="0">
                <a:latin typeface="Verdana"/>
                <a:cs typeface="Verdana"/>
              </a:rPr>
              <a:t>/</a:t>
            </a:r>
            <a:r>
              <a:rPr sz="1050" i="1" spc="-15" baseline="35714" dirty="0">
                <a:latin typeface="Arial"/>
                <a:cs typeface="Arial"/>
              </a:rPr>
              <a:t>d</a:t>
            </a:r>
            <a:endParaRPr sz="1050" baseline="35714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875"/>
              </a:spcBef>
            </a:pPr>
            <a:r>
              <a:rPr sz="1050" dirty="0">
                <a:latin typeface="Arial MT"/>
                <a:cs typeface="Arial MT"/>
              </a:rPr>
              <a:t>PE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pos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k</a:t>
            </a:r>
            <a:r>
              <a:rPr sz="1200" i="1" dirty="0">
                <a:latin typeface="Verdana"/>
                <a:cs typeface="Verdana"/>
              </a:rPr>
              <a:t>,</a:t>
            </a:r>
            <a:r>
              <a:rPr sz="1200" i="1" spc="-204" dirty="0">
                <a:latin typeface="Verdana"/>
                <a:cs typeface="Verdana"/>
              </a:rPr>
              <a:t> </a:t>
            </a:r>
            <a:r>
              <a:rPr sz="1050" dirty="0">
                <a:latin typeface="Arial MT"/>
                <a:cs typeface="Arial MT"/>
              </a:rPr>
              <a:t>2</a:t>
            </a:r>
            <a:r>
              <a:rPr sz="1050" i="1" dirty="0">
                <a:latin typeface="Arial"/>
                <a:cs typeface="Arial"/>
              </a:rPr>
              <a:t>i</a:t>
            </a:r>
            <a:r>
              <a:rPr sz="1050" i="1" spc="-19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sin((</a:t>
            </a:r>
            <a:r>
              <a:rPr sz="1050" spc="-25" dirty="0">
                <a:latin typeface="Arial MT"/>
                <a:cs typeface="Arial MT"/>
              </a:rPr>
              <a:t>pos</a:t>
            </a:r>
            <a:r>
              <a:rPr sz="1050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k</a:t>
            </a:r>
            <a:r>
              <a:rPr sz="1050" i="1" spc="-175" dirty="0">
                <a:latin typeface="Arial"/>
                <a:cs typeface="Arial"/>
              </a:rPr>
              <a:t> </a:t>
            </a:r>
            <a:r>
              <a:rPr sz="1200" spc="-95" dirty="0">
                <a:latin typeface="Tahoma"/>
                <a:cs typeface="Tahoma"/>
              </a:rPr>
              <a:t>)</a:t>
            </a:r>
            <a:r>
              <a:rPr sz="1200" i="1" spc="-95" dirty="0">
                <a:latin typeface="Verdana"/>
                <a:cs typeface="Verdana"/>
              </a:rPr>
              <a:t>ω</a:t>
            </a:r>
            <a:r>
              <a:rPr sz="1050" i="1" spc="-142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sin(</a:t>
            </a:r>
            <a:r>
              <a:rPr sz="1050" spc="-50" dirty="0">
                <a:latin typeface="Arial MT"/>
                <a:cs typeface="Arial MT"/>
              </a:rPr>
              <a:t>pos</a:t>
            </a:r>
            <a:r>
              <a:rPr sz="1200" i="1" spc="-50" dirty="0">
                <a:latin typeface="Verdana"/>
                <a:cs typeface="Verdana"/>
              </a:rPr>
              <a:t>ω</a:t>
            </a:r>
            <a:r>
              <a:rPr sz="1050" i="1" spc="-75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1200" spc="-10" dirty="0">
                <a:latin typeface="Tahoma"/>
                <a:cs typeface="Tahoma"/>
              </a:rPr>
              <a:t>)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cos(</a:t>
            </a:r>
            <a:r>
              <a:rPr sz="1050" i="1" spc="-55" dirty="0">
                <a:latin typeface="Arial"/>
                <a:cs typeface="Arial"/>
              </a:rPr>
              <a:t>k</a:t>
            </a:r>
            <a:r>
              <a:rPr sz="1200" i="1" spc="-55" dirty="0">
                <a:latin typeface="Verdana"/>
                <a:cs typeface="Verdana"/>
              </a:rPr>
              <a:t>ω</a:t>
            </a:r>
            <a:r>
              <a:rPr sz="1050" i="1" spc="-82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1200" spc="-10" dirty="0">
                <a:latin typeface="Tahoma"/>
                <a:cs typeface="Tahoma"/>
              </a:rPr>
              <a:t>)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cos(</a:t>
            </a:r>
            <a:r>
              <a:rPr sz="1050" spc="-55" dirty="0">
                <a:latin typeface="Arial MT"/>
                <a:cs typeface="Arial MT"/>
              </a:rPr>
              <a:t>pos</a:t>
            </a:r>
            <a:r>
              <a:rPr sz="1200" i="1" spc="-55" dirty="0">
                <a:latin typeface="Verdana"/>
                <a:cs typeface="Verdana"/>
              </a:rPr>
              <a:t>ω</a:t>
            </a:r>
            <a:r>
              <a:rPr sz="1050" i="1" spc="-82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1200" spc="-10" dirty="0">
                <a:latin typeface="Tahoma"/>
                <a:cs typeface="Tahoma"/>
              </a:rPr>
              <a:t>)</a:t>
            </a:r>
            <a:r>
              <a:rPr sz="1200" spc="-15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sin(</a:t>
            </a:r>
            <a:r>
              <a:rPr sz="1050" i="1" spc="-50" dirty="0">
                <a:latin typeface="Arial"/>
                <a:cs typeface="Arial"/>
              </a:rPr>
              <a:t>k</a:t>
            </a:r>
            <a:r>
              <a:rPr sz="1200" i="1" spc="-50" dirty="0">
                <a:latin typeface="Verdana"/>
                <a:cs typeface="Verdana"/>
              </a:rPr>
              <a:t>ω</a:t>
            </a:r>
            <a:r>
              <a:rPr sz="1050" i="1" spc="-75" baseline="-15873" dirty="0">
                <a:latin typeface="Arial"/>
                <a:cs typeface="Arial"/>
              </a:rPr>
              <a:t>i</a:t>
            </a:r>
            <a:r>
              <a:rPr sz="1050" i="1" spc="-104" baseline="-15873" dirty="0">
                <a:latin typeface="Arial"/>
                <a:cs typeface="Arial"/>
              </a:rPr>
              <a:t> </a:t>
            </a:r>
            <a:r>
              <a:rPr sz="1200" spc="-5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875"/>
              </a:spcBef>
            </a:pPr>
            <a:r>
              <a:rPr sz="1050" dirty="0">
                <a:latin typeface="Arial MT"/>
                <a:cs typeface="Arial MT"/>
              </a:rPr>
              <a:t>This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linear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combination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PE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spc="-10" dirty="0">
                <a:latin typeface="Arial MT"/>
                <a:cs typeface="Arial MT"/>
              </a:rPr>
              <a:t>pos</a:t>
            </a:r>
            <a:r>
              <a:rPr sz="1200" i="1" spc="-10" dirty="0">
                <a:latin typeface="Verdana"/>
                <a:cs typeface="Verdana"/>
              </a:rPr>
              <a:t>,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050" dirty="0">
                <a:latin typeface="Arial MT"/>
                <a:cs typeface="Arial MT"/>
              </a:rPr>
              <a:t>2</a:t>
            </a:r>
            <a:r>
              <a:rPr sz="1050" i="1" dirty="0">
                <a:latin typeface="Arial"/>
                <a:cs typeface="Arial"/>
              </a:rPr>
              <a:t>i</a:t>
            </a:r>
            <a:r>
              <a:rPr sz="1050" i="1" spc="-19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PE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spc="-10" dirty="0">
                <a:latin typeface="Arial MT"/>
                <a:cs typeface="Arial MT"/>
              </a:rPr>
              <a:t>pos</a:t>
            </a:r>
            <a:r>
              <a:rPr sz="1200" i="1" spc="-10" dirty="0">
                <a:latin typeface="Verdana"/>
                <a:cs typeface="Verdana"/>
              </a:rPr>
              <a:t>,</a:t>
            </a:r>
            <a:r>
              <a:rPr sz="1200" i="1" spc="-215" dirty="0">
                <a:latin typeface="Verdana"/>
                <a:cs typeface="Verdana"/>
              </a:rPr>
              <a:t> </a:t>
            </a:r>
            <a:r>
              <a:rPr sz="1050" dirty="0">
                <a:latin typeface="Arial MT"/>
                <a:cs typeface="Arial MT"/>
              </a:rPr>
              <a:t>2</a:t>
            </a:r>
            <a:r>
              <a:rPr sz="1050" i="1" dirty="0">
                <a:latin typeface="Arial"/>
                <a:cs typeface="Arial"/>
              </a:rPr>
              <a:t>i</a:t>
            </a:r>
            <a:r>
              <a:rPr sz="1050" i="1" spc="9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050" spc="-25" dirty="0">
                <a:latin typeface="Arial MT"/>
                <a:cs typeface="Arial MT"/>
              </a:rPr>
              <a:t>1</a:t>
            </a:r>
            <a:r>
              <a:rPr sz="1200" spc="-25" dirty="0">
                <a:latin typeface="Tahoma"/>
                <a:cs typeface="Tahoma"/>
              </a:rPr>
              <a:t>)</a:t>
            </a:r>
            <a:r>
              <a:rPr sz="1050" spc="-25" dirty="0"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31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Benefit:</a:t>
            </a:r>
            <a:r>
              <a:rPr sz="1050" spc="114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Model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attend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by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relative</a:t>
            </a:r>
            <a:r>
              <a:rPr sz="1050" i="1" spc="35" dirty="0">
                <a:latin typeface="Arial"/>
                <a:cs typeface="Arial"/>
              </a:rPr>
              <a:t> </a:t>
            </a:r>
            <a:r>
              <a:rPr sz="1050" i="1" dirty="0">
                <a:latin typeface="Arial"/>
                <a:cs typeface="Arial"/>
              </a:rPr>
              <a:t>position</a:t>
            </a:r>
            <a:r>
              <a:rPr sz="1050" i="1" spc="50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(e.g.,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”3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positions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back”).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7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7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7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7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7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95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00" dirty="0">
                <a:solidFill>
                  <a:srgbClr val="FFFFFF"/>
                </a:solidFill>
              </a:rPr>
              <a:t>T</a:t>
            </a:r>
            <a:r>
              <a:rPr cap="small" spc="300" dirty="0">
                <a:solidFill>
                  <a:srgbClr val="FFFFFF"/>
                </a:solidFill>
              </a:rPr>
              <a:t>able</a:t>
            </a:r>
            <a:r>
              <a:rPr spc="275" dirty="0">
                <a:solidFill>
                  <a:srgbClr val="FFFFFF"/>
                </a:solidFill>
              </a:rPr>
              <a:t> </a:t>
            </a:r>
            <a:r>
              <a:rPr cap="small" spc="250" dirty="0">
                <a:solidFill>
                  <a:srgbClr val="FFFFFF"/>
                </a:solidFill>
              </a:rPr>
              <a:t>of</a:t>
            </a:r>
            <a:r>
              <a:rPr spc="280" dirty="0">
                <a:solidFill>
                  <a:srgbClr val="FFFFFF"/>
                </a:solidFill>
              </a:rPr>
              <a:t> </a:t>
            </a:r>
            <a:r>
              <a:rPr spc="210" dirty="0">
                <a:solidFill>
                  <a:srgbClr val="FFFFFF"/>
                </a:solidFill>
              </a:rPr>
              <a:t>C</a:t>
            </a:r>
            <a:r>
              <a:rPr cap="small" spc="210" dirty="0">
                <a:solidFill>
                  <a:srgbClr val="FFFFFF"/>
                </a:solidFill>
              </a:rPr>
              <a:t>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591032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2" y="859612"/>
            <a:ext cx="169964" cy="1699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128179"/>
            <a:ext cx="169964" cy="1699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2" y="1396758"/>
            <a:ext cx="169964" cy="169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62" y="1665338"/>
            <a:ext cx="169964" cy="1699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1933905"/>
            <a:ext cx="169964" cy="1699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02484"/>
            <a:ext cx="169964" cy="16996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471064"/>
            <a:ext cx="169964" cy="1699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AFAFD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3649" y="2739631"/>
            <a:ext cx="169964" cy="16996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bri"/>
                <a:cs typeface="Calibri"/>
              </a:rPr>
              <a:t>9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3029" y="476951"/>
            <a:ext cx="3728720" cy="2442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899"/>
              </a:lnSpc>
              <a:spcBef>
                <a:spcPts val="90"/>
              </a:spcBef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ncoder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-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D</a:t>
            </a:r>
            <a:r>
              <a:rPr sz="1400" cap="small" spc="24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ecoder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sz="1400" spc="18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F</a:t>
            </a:r>
            <a:r>
              <a:rPr sz="1400" cap="small" spc="185" dirty="0">
                <a:solidFill>
                  <a:srgbClr val="D6D6EF"/>
                </a:solidFill>
                <a:latin typeface="Calibri"/>
                <a:cs typeface="Calibri"/>
                <a:hlinkClick r:id="rId11" action="ppaction://hlinksldjump"/>
              </a:rPr>
              <a:t>oundation</a:t>
            </a:r>
            <a:r>
              <a:rPr sz="1400" spc="18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I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ntroduction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cap="small" spc="23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to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ttention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sz="1400" spc="15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M</a:t>
            </a:r>
            <a:r>
              <a:rPr sz="1400" cap="small" spc="150" dirty="0">
                <a:solidFill>
                  <a:srgbClr val="D6D6EF"/>
                </a:solidFill>
                <a:latin typeface="Calibri"/>
                <a:cs typeface="Calibri"/>
                <a:hlinkClick r:id="rId12" action="ppaction://hlinksldjump"/>
              </a:rPr>
              <a:t>echanisms</a:t>
            </a:r>
            <a:r>
              <a:rPr sz="1400" spc="150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C</a:t>
            </a:r>
            <a:r>
              <a:rPr sz="1400" cap="small" spc="26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ore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ttention</a:t>
            </a:r>
            <a:r>
              <a:rPr sz="1400" spc="23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C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3" action="ppaction://hlinksldjump"/>
              </a:rPr>
              <a:t>oncepts</a:t>
            </a:r>
            <a:endParaRPr sz="1400">
              <a:latin typeface="Calibri"/>
              <a:cs typeface="Calibri"/>
            </a:endParaRPr>
          </a:p>
          <a:p>
            <a:pPr marL="12700" marR="556260">
              <a:lnSpc>
                <a:spcPct val="125899"/>
              </a:lnSpc>
            </a:pP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Q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uery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-</a:t>
            </a:r>
            <a:r>
              <a:rPr sz="1400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K</a:t>
            </a:r>
            <a:r>
              <a:rPr sz="1400" cap="small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ey</a:t>
            </a:r>
            <a:r>
              <a:rPr sz="1400" spc="27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-</a:t>
            </a:r>
            <a:r>
              <a:rPr sz="1400" spc="22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V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alue</a:t>
            </a:r>
            <a:r>
              <a:rPr sz="1400" spc="265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F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14" action="ppaction://hlinksldjump"/>
              </a:rPr>
              <a:t>ramework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ttention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S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coring</a:t>
            </a:r>
            <a:r>
              <a:rPr sz="1400" spc="250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F</a:t>
            </a:r>
            <a:r>
              <a:rPr sz="1400" cap="small" spc="204" dirty="0">
                <a:solidFill>
                  <a:srgbClr val="D6D6EF"/>
                </a:solidFill>
                <a:latin typeface="Calibri"/>
                <a:cs typeface="Calibri"/>
                <a:hlinkClick r:id="rId15" action="ppaction://hlinksldjump"/>
              </a:rPr>
              <a:t>unctions</a:t>
            </a:r>
            <a:r>
              <a:rPr sz="1400" spc="204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B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ahdanau</a:t>
            </a:r>
            <a:r>
              <a:rPr sz="1400" spc="23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ttention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for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S</a:t>
            </a:r>
            <a:r>
              <a:rPr sz="1400" cap="small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eq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2S</a:t>
            </a:r>
            <a:r>
              <a:rPr sz="1400" cap="small" spc="145" dirty="0">
                <a:solidFill>
                  <a:srgbClr val="D6D6EF"/>
                </a:solidFill>
                <a:latin typeface="Calibri"/>
                <a:cs typeface="Calibri"/>
                <a:hlinkClick r:id="rId16" action="ppaction://hlinksldjump"/>
              </a:rPr>
              <a:t>eq</a:t>
            </a:r>
            <a:r>
              <a:rPr sz="1400" spc="14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28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T</a:t>
            </a:r>
            <a:r>
              <a:rPr sz="1400" cap="small" spc="28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ypes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cap="small" spc="220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of</a:t>
            </a:r>
            <a:r>
              <a:rPr sz="1400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 A</a:t>
            </a:r>
            <a:r>
              <a:rPr sz="1400" cap="small" spc="215" dirty="0">
                <a:solidFill>
                  <a:srgbClr val="D6D6EF"/>
                </a:solidFill>
                <a:latin typeface="Calibri"/>
                <a:cs typeface="Calibri"/>
                <a:hlinkClick r:id="rId17" action="ppaction://hlinksldjump"/>
              </a:rPr>
              <a:t>ttention</a:t>
            </a:r>
            <a:endParaRPr sz="1400">
              <a:latin typeface="Calibri"/>
              <a:cs typeface="Calibri"/>
            </a:endParaRPr>
          </a:p>
          <a:p>
            <a:pPr marL="12700" marR="70485">
              <a:lnSpc>
                <a:spcPct val="125899"/>
              </a:lnSpc>
            </a:pP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S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elf</a:t>
            </a:r>
            <a:r>
              <a:rPr sz="1400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-A</a:t>
            </a:r>
            <a:r>
              <a:rPr sz="1400" cap="small" spc="22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ttention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254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&amp;</a:t>
            </a:r>
            <a:r>
              <a:rPr sz="1400" spc="24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21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P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ositional</a:t>
            </a:r>
            <a:r>
              <a:rPr sz="1400" spc="240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sz="1400" spc="16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E</a:t>
            </a:r>
            <a:r>
              <a:rPr sz="1400" cap="small" spc="165" dirty="0">
                <a:solidFill>
                  <a:srgbClr val="D6D6EF"/>
                </a:solidFill>
                <a:latin typeface="Calibri"/>
                <a:cs typeface="Calibri"/>
                <a:hlinkClick r:id="rId18" action="ppaction://hlinksldjump"/>
              </a:rPr>
              <a:t>ncoding</a:t>
            </a:r>
            <a:r>
              <a:rPr sz="1400" spc="165" dirty="0">
                <a:solidFill>
                  <a:srgbClr val="D6D6EF"/>
                </a:solidFill>
                <a:latin typeface="Calibri"/>
                <a:cs typeface="Calibri"/>
              </a:rPr>
              <a:t> </a:t>
            </a:r>
            <a:r>
              <a:rPr sz="1400" spc="195" dirty="0">
                <a:solidFill>
                  <a:srgbClr val="3333B2"/>
                </a:solidFill>
                <a:latin typeface="Calibri"/>
                <a:cs typeface="Calibri"/>
                <a:hlinkClick r:id="rId19" action="ppaction://hlinksldjump"/>
              </a:rPr>
              <a:t>S</a:t>
            </a:r>
            <a:r>
              <a:rPr sz="1400" cap="small" spc="195" dirty="0">
                <a:solidFill>
                  <a:srgbClr val="3333B2"/>
                </a:solidFill>
                <a:latin typeface="Calibri"/>
                <a:cs typeface="Calibri"/>
                <a:hlinkClick r:id="rId19" action="ppaction://hlinksldjump"/>
              </a:rPr>
              <a:t>ummary</a:t>
            </a:r>
            <a:r>
              <a:rPr sz="1400" spc="220" dirty="0">
                <a:solidFill>
                  <a:srgbClr val="3333B2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254" dirty="0">
                <a:solidFill>
                  <a:srgbClr val="3333B2"/>
                </a:solidFill>
                <a:latin typeface="Calibri"/>
                <a:cs typeface="Calibri"/>
                <a:hlinkClick r:id="rId19" action="ppaction://hlinksldjump"/>
              </a:rPr>
              <a:t>&amp;</a:t>
            </a:r>
            <a:r>
              <a:rPr sz="1400" spc="225" dirty="0">
                <a:solidFill>
                  <a:srgbClr val="3333B2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355" dirty="0">
                <a:solidFill>
                  <a:srgbClr val="3333B2"/>
                </a:solidFill>
                <a:latin typeface="Calibri"/>
                <a:cs typeface="Calibri"/>
                <a:hlinkClick r:id="rId19" action="ppaction://hlinksldjump"/>
              </a:rPr>
              <a:t>K</a:t>
            </a:r>
            <a:r>
              <a:rPr sz="1400" cap="small" spc="355" dirty="0">
                <a:solidFill>
                  <a:srgbClr val="3333B2"/>
                </a:solidFill>
                <a:latin typeface="Calibri"/>
                <a:cs typeface="Calibri"/>
                <a:hlinkClick r:id="rId19" action="ppaction://hlinksldjump"/>
              </a:rPr>
              <a:t>ey</a:t>
            </a:r>
            <a:r>
              <a:rPr sz="1400" spc="225" dirty="0">
                <a:solidFill>
                  <a:srgbClr val="3333B2"/>
                </a:solid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sz="1400" spc="204" dirty="0">
                <a:solidFill>
                  <a:srgbClr val="3333B2"/>
                </a:solidFill>
                <a:latin typeface="Calibri"/>
                <a:cs typeface="Calibri"/>
                <a:hlinkClick r:id="rId19" action="ppaction://hlinksldjump"/>
              </a:rPr>
              <a:t>T</a:t>
            </a:r>
            <a:r>
              <a:rPr sz="1400" cap="small" spc="204" dirty="0">
                <a:solidFill>
                  <a:srgbClr val="3333B2"/>
                </a:solidFill>
                <a:latin typeface="Calibri"/>
                <a:cs typeface="Calibri"/>
                <a:hlinkClick r:id="rId19" action="ppaction://hlinksldjump"/>
              </a:rPr>
              <a:t>akeaways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23" name="object 2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20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20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20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20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20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20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96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04" dirty="0">
                <a:solidFill>
                  <a:srgbClr val="FFFFFF"/>
                </a:solidFill>
              </a:rPr>
              <a:t>S</a:t>
            </a:r>
            <a:r>
              <a:rPr cap="small" spc="204" dirty="0">
                <a:solidFill>
                  <a:srgbClr val="FFFFFF"/>
                </a:solidFill>
              </a:rPr>
              <a:t>ummary</a:t>
            </a:r>
            <a:r>
              <a:rPr spc="204" dirty="0">
                <a:solidFill>
                  <a:srgbClr val="FFFFFF"/>
                </a:solidFill>
              </a:rPr>
              <a:t>:</a:t>
            </a:r>
            <a:r>
              <a:rPr spc="490" dirty="0">
                <a:solidFill>
                  <a:srgbClr val="FFFFFF"/>
                </a:solidFill>
              </a:rPr>
              <a:t> </a:t>
            </a:r>
            <a:r>
              <a:rPr spc="260" dirty="0">
                <a:solidFill>
                  <a:srgbClr val="FFFFFF"/>
                </a:solidFill>
              </a:rPr>
              <a:t>A</a:t>
            </a:r>
            <a:r>
              <a:rPr cap="small" spc="260" dirty="0">
                <a:solidFill>
                  <a:srgbClr val="FFFFFF"/>
                </a:solidFill>
              </a:rPr>
              <a:t>ttention</a:t>
            </a:r>
            <a:r>
              <a:rPr spc="290" dirty="0">
                <a:solidFill>
                  <a:srgbClr val="FFFFFF"/>
                </a:solidFill>
              </a:rPr>
              <a:t> </a:t>
            </a:r>
            <a:r>
              <a:rPr spc="170" dirty="0">
                <a:solidFill>
                  <a:srgbClr val="FFFFFF"/>
                </a:solidFill>
              </a:rPr>
              <a:t>M</a:t>
            </a:r>
            <a:r>
              <a:rPr cap="small" spc="170" dirty="0">
                <a:solidFill>
                  <a:srgbClr val="FFFFFF"/>
                </a:solidFill>
              </a:rPr>
              <a:t>echanisms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996" y="534111"/>
            <a:ext cx="121259" cy="1212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3946" y="524261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996" y="1267256"/>
            <a:ext cx="121259" cy="1212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3946" y="1257406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6996" y="2000402"/>
            <a:ext cx="121259" cy="12125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83946" y="1990539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6996" y="2561462"/>
            <a:ext cx="121259" cy="12125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83946" y="255161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9226" y="446260"/>
            <a:ext cx="3735070" cy="261810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Attention</a:t>
            </a:r>
            <a:r>
              <a:rPr sz="1050" spc="8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Mechanism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340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15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Dynamic,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weighted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aggregation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based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on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relevance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2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Query-</a:t>
            </a:r>
            <a:r>
              <a:rPr sz="950" spc="-10" dirty="0">
                <a:latin typeface="Arial MT"/>
                <a:cs typeface="Arial MT"/>
              </a:rPr>
              <a:t>Key-</a:t>
            </a:r>
            <a:r>
              <a:rPr sz="950" dirty="0">
                <a:latin typeface="Arial MT"/>
                <a:cs typeface="Arial MT"/>
              </a:rPr>
              <a:t>Value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framework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for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information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retrieval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9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Solves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bottleneck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by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attending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selectively</a:t>
            </a:r>
            <a:endParaRPr sz="9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Scoring</a:t>
            </a:r>
            <a:r>
              <a:rPr sz="1050" spc="7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Functions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33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Dot-product:</a:t>
            </a:r>
            <a:r>
              <a:rPr sz="950" spc="1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simple,</a:t>
            </a:r>
            <a:r>
              <a:rPr sz="950" spc="55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fast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15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Scaled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dot-product:</a:t>
            </a:r>
            <a:r>
              <a:rPr sz="950" spc="1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prevents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saturation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(Transformer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default)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8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Additive:</a:t>
            </a:r>
            <a:r>
              <a:rPr sz="950" spc="13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more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expressive,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slower</a:t>
            </a:r>
            <a:endParaRPr sz="9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Attention</a:t>
            </a:r>
            <a:r>
              <a:rPr sz="1050" spc="8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Types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33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2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Self:</a:t>
            </a:r>
            <a:r>
              <a:rPr sz="950" spc="1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intra-sequence,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Cross:</a:t>
            </a:r>
            <a:r>
              <a:rPr sz="950" spc="15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inter-</a:t>
            </a:r>
            <a:r>
              <a:rPr sz="950" spc="-10" dirty="0">
                <a:latin typeface="Arial MT"/>
                <a:cs typeface="Arial MT"/>
              </a:rPr>
              <a:t>sequence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07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Masked:</a:t>
            </a:r>
            <a:r>
              <a:rPr sz="950" spc="1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causal,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Multi-head:</a:t>
            </a:r>
            <a:r>
              <a:rPr sz="950" spc="14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diverse</a:t>
            </a:r>
            <a:r>
              <a:rPr sz="950" spc="6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patterns</a:t>
            </a:r>
            <a:endParaRPr sz="9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Positional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Encoding</a:t>
            </a:r>
            <a:endParaRPr sz="10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33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322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Required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for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position-aware</a:t>
            </a:r>
            <a:r>
              <a:rPr sz="950" spc="7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self-</a:t>
            </a:r>
            <a:r>
              <a:rPr sz="950" spc="-10" dirty="0">
                <a:latin typeface="Arial MT"/>
                <a:cs typeface="Arial MT"/>
              </a:rPr>
              <a:t>attention</a:t>
            </a:r>
            <a:endParaRPr sz="950">
              <a:latin typeface="Arial MT"/>
              <a:cs typeface="Arial MT"/>
            </a:endParaRPr>
          </a:p>
          <a:p>
            <a:pPr marL="193040">
              <a:lnSpc>
                <a:spcPct val="100000"/>
              </a:lnSpc>
              <a:spcBef>
                <a:spcPts val="215"/>
              </a:spcBef>
            </a:pPr>
            <a:r>
              <a:rPr sz="900" spc="494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)</a:t>
            </a:r>
            <a:r>
              <a:rPr sz="900" spc="270" baseline="13888" dirty="0">
                <a:solidFill>
                  <a:srgbClr val="3333B2"/>
                </a:solidFill>
                <a:latin typeface="Times New Roman"/>
                <a:cs typeface="Times New Roman"/>
              </a:rPr>
              <a:t>  </a:t>
            </a:r>
            <a:r>
              <a:rPr sz="950" dirty="0">
                <a:latin typeface="Arial MT"/>
                <a:cs typeface="Arial MT"/>
              </a:rPr>
              <a:t>Sinusoidal:</a:t>
            </a:r>
            <a:r>
              <a:rPr sz="950" spc="12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fixed,</a:t>
            </a:r>
            <a:r>
              <a:rPr sz="950" spc="4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generalizable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13" name="object 1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6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6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6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6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97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20" dirty="0">
                <a:solidFill>
                  <a:srgbClr val="FFFFFF"/>
                </a:solidFill>
              </a:rPr>
              <a:t>K</a:t>
            </a:r>
            <a:r>
              <a:rPr cap="small" spc="420" dirty="0">
                <a:solidFill>
                  <a:srgbClr val="FFFFFF"/>
                </a:solidFill>
              </a:rPr>
              <a:t>ey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spc="245" dirty="0">
                <a:solidFill>
                  <a:srgbClr val="FFFFFF"/>
                </a:solidFill>
              </a:rPr>
              <a:t>F</a:t>
            </a:r>
            <a:r>
              <a:rPr cap="small" spc="245" dirty="0">
                <a:solidFill>
                  <a:srgbClr val="FFFFFF"/>
                </a:solidFill>
              </a:rPr>
              <a:t>ormulas</a:t>
            </a:r>
            <a:r>
              <a:rPr spc="265" dirty="0">
                <a:solidFill>
                  <a:srgbClr val="FFFFFF"/>
                </a:solidFill>
              </a:rPr>
              <a:t> </a:t>
            </a:r>
            <a:r>
              <a:rPr cap="small" spc="280" dirty="0">
                <a:solidFill>
                  <a:srgbClr val="FFFFFF"/>
                </a:solidFill>
              </a:rPr>
              <a:t>to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spc="210" dirty="0">
                <a:solidFill>
                  <a:srgbClr val="FFFFFF"/>
                </a:solidFill>
              </a:rPr>
              <a:t>R</a:t>
            </a:r>
            <a:r>
              <a:rPr cap="small" spc="210" dirty="0">
                <a:solidFill>
                  <a:srgbClr val="FFFFFF"/>
                </a:solidFill>
              </a:rPr>
              <a:t>emember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561149"/>
            <a:ext cx="69850" cy="834390"/>
            <a:chOff x="513702" y="561149"/>
            <a:chExt cx="69850" cy="8343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61149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326172"/>
              <a:ext cx="69291" cy="6929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00010" y="863224"/>
            <a:ext cx="56515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10" dirty="0">
                <a:latin typeface="Arial MT"/>
                <a:cs typeface="Arial MT"/>
              </a:rPr>
              <a:t>Attention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626" y="483633"/>
            <a:ext cx="1859280" cy="3702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1.</a:t>
            </a:r>
            <a:r>
              <a:rPr sz="1050" spc="1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Attention</a:t>
            </a:r>
            <a:r>
              <a:rPr sz="1050" spc="5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(general):</a:t>
            </a:r>
            <a:endParaRPr sz="105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585"/>
              </a:spcBef>
            </a:pPr>
            <a:r>
              <a:rPr sz="700" i="1" spc="-50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44191" y="703806"/>
            <a:ext cx="2451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960" dirty="0">
                <a:latin typeface="Lucida Sans Unicode"/>
                <a:cs typeface="Lucida Sans Unicode"/>
              </a:rPr>
              <a:t>Σ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72677" y="1073288"/>
            <a:ext cx="187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i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9341" y="848039"/>
            <a:ext cx="137985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2050" algn="l"/>
              </a:tabLst>
            </a:pPr>
            <a:r>
              <a:rPr sz="1200" spc="-40" dirty="0">
                <a:latin typeface="Tahoma"/>
                <a:cs typeface="Tahoma"/>
              </a:rPr>
              <a:t>(</a:t>
            </a:r>
            <a:r>
              <a:rPr sz="1050" b="1" spc="-40" dirty="0">
                <a:latin typeface="Arial"/>
                <a:cs typeface="Arial"/>
              </a:rPr>
              <a:t>q</a:t>
            </a:r>
            <a:r>
              <a:rPr sz="1200" i="1" spc="-40" dirty="0">
                <a:latin typeface="Verdana"/>
                <a:cs typeface="Verdana"/>
              </a:rPr>
              <a:t>,</a:t>
            </a:r>
            <a:r>
              <a:rPr sz="1200" i="1" spc="-220" dirty="0">
                <a:latin typeface="Verdana"/>
                <a:cs typeface="Verdana"/>
              </a:rPr>
              <a:t> </a:t>
            </a:r>
            <a:r>
              <a:rPr sz="1200" spc="70" dirty="0">
                <a:latin typeface="Cambria"/>
                <a:cs typeface="Cambria"/>
              </a:rPr>
              <a:t>{</a:t>
            </a:r>
            <a:r>
              <a:rPr sz="1050" b="1" spc="70" dirty="0">
                <a:latin typeface="Arial"/>
                <a:cs typeface="Arial"/>
              </a:rPr>
              <a:t>k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,</a:t>
            </a:r>
            <a:r>
              <a:rPr sz="1200" i="1" spc="-220" dirty="0">
                <a:latin typeface="Verdana"/>
                <a:cs typeface="Verdana"/>
              </a:rPr>
              <a:t> </a:t>
            </a:r>
            <a:r>
              <a:rPr sz="1050" b="1" dirty="0">
                <a:latin typeface="Arial"/>
                <a:cs typeface="Arial"/>
              </a:rPr>
              <a:t>v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200" spc="60" dirty="0">
                <a:latin typeface="Cambria"/>
                <a:cs typeface="Cambria"/>
              </a:rPr>
              <a:t>}</a:t>
            </a:r>
            <a:r>
              <a:rPr sz="1200" spc="60" dirty="0">
                <a:latin typeface="Tahoma"/>
                <a:cs typeface="Tahoma"/>
              </a:rPr>
              <a:t>)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=</a:t>
            </a:r>
            <a:r>
              <a:rPr sz="1200" dirty="0">
                <a:latin typeface="Tahoma"/>
                <a:cs typeface="Tahoma"/>
              </a:rPr>
              <a:t>	</a:t>
            </a:r>
            <a:r>
              <a:rPr sz="1200" i="1" spc="-10" dirty="0">
                <a:latin typeface="Verdana"/>
                <a:cs typeface="Verdana"/>
              </a:rPr>
              <a:t>α</a:t>
            </a:r>
            <a:r>
              <a:rPr sz="1200" i="1" spc="-155" dirty="0">
                <a:latin typeface="Verdana"/>
                <a:cs typeface="Verdana"/>
              </a:rPr>
              <a:t> </a:t>
            </a:r>
            <a:r>
              <a:rPr sz="1050" b="1" spc="-50" dirty="0">
                <a:latin typeface="Arial"/>
                <a:cs typeface="Arial"/>
              </a:rPr>
              <a:t>v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99145" y="931543"/>
            <a:ext cx="104076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89230" algn="l"/>
                <a:tab pos="896619" algn="l"/>
              </a:tabLst>
            </a:pPr>
            <a:r>
              <a:rPr sz="700" i="1" spc="-50" dirty="0">
                <a:latin typeface="Arial"/>
                <a:cs typeface="Arial"/>
              </a:rPr>
              <a:t>i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i</a:t>
            </a:r>
            <a:r>
              <a:rPr sz="700" i="1" dirty="0">
                <a:latin typeface="Arial"/>
                <a:cs typeface="Arial"/>
              </a:rPr>
              <a:t>	i</a:t>
            </a:r>
            <a:r>
              <a:rPr sz="700" i="1" spc="165" dirty="0">
                <a:latin typeface="Arial"/>
                <a:cs typeface="Arial"/>
              </a:rPr>
              <a:t>  </a:t>
            </a: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64764" y="863224"/>
            <a:ext cx="39751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10" dirty="0">
                <a:latin typeface="Arial MT"/>
                <a:cs typeface="Arial MT"/>
              </a:rPr>
              <a:t>where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48087" y="848039"/>
            <a:ext cx="17348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latin typeface="Verdana"/>
                <a:cs typeface="Verdana"/>
              </a:rPr>
              <a:t>α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450" baseline="-15873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softmax</a:t>
            </a:r>
            <a:r>
              <a:rPr sz="1050" spc="-75" dirty="0">
                <a:latin typeface="Arial MT"/>
                <a:cs typeface="Arial MT"/>
              </a:rPr>
              <a:t> 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spc="-10" dirty="0">
                <a:latin typeface="Arial MT"/>
                <a:cs typeface="Arial MT"/>
              </a:rPr>
              <a:t>score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b="1" spc="-10" dirty="0">
                <a:latin typeface="Arial"/>
                <a:cs typeface="Arial"/>
              </a:rPr>
              <a:t>q</a:t>
            </a:r>
            <a:r>
              <a:rPr sz="1200" i="1" spc="-10" dirty="0">
                <a:latin typeface="Verdana"/>
                <a:cs typeface="Verdana"/>
              </a:rPr>
              <a:t>,</a:t>
            </a:r>
            <a:r>
              <a:rPr sz="1200" i="1" spc="-200" dirty="0">
                <a:latin typeface="Verdana"/>
                <a:cs typeface="Verdana"/>
              </a:rPr>
              <a:t> </a:t>
            </a:r>
            <a:r>
              <a:rPr sz="1050" b="1" dirty="0">
                <a:latin typeface="Arial"/>
                <a:cs typeface="Arial"/>
              </a:rPr>
              <a:t>k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1200" spc="-25" dirty="0">
                <a:latin typeface="Tahoma"/>
                <a:cs typeface="Tahoma"/>
              </a:rPr>
              <a:t>))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4626" y="1248643"/>
            <a:ext cx="1986914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2.</a:t>
            </a:r>
            <a:r>
              <a:rPr sz="1050" spc="1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Scaled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Dot-Product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Attention: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04247" y="1471185"/>
            <a:ext cx="230504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b="1" spc="-25" dirty="0">
                <a:latin typeface="Arial"/>
                <a:cs typeface="Arial"/>
              </a:rPr>
              <a:t>QK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09212" y="1451507"/>
            <a:ext cx="109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130" dirty="0">
                <a:latin typeface="Cambria"/>
                <a:cs typeface="Cambria"/>
              </a:rPr>
              <a:t>T</a:t>
            </a:r>
            <a:endParaRPr sz="80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713772" y="1682114"/>
            <a:ext cx="301625" cy="36830"/>
            <a:chOff x="3713772" y="1682114"/>
            <a:chExt cx="301625" cy="36830"/>
          </a:xfrm>
        </p:grpSpPr>
        <p:sp>
          <p:nvSpPr>
            <p:cNvPr id="18" name="object 18"/>
            <p:cNvSpPr/>
            <p:nvPr/>
          </p:nvSpPr>
          <p:spPr>
            <a:xfrm>
              <a:off x="3716947" y="1685289"/>
              <a:ext cx="295275" cy="0"/>
            </a:xfrm>
            <a:custGeom>
              <a:avLst/>
              <a:gdLst/>
              <a:ahLst/>
              <a:cxnLst/>
              <a:rect l="l" t="t" r="r" b="b"/>
              <a:pathLst>
                <a:path w="295275">
                  <a:moveTo>
                    <a:pt x="0" y="0"/>
                  </a:moveTo>
                  <a:lnTo>
                    <a:pt x="294944" y="0"/>
                  </a:lnTo>
                </a:path>
              </a:pathLst>
            </a:custGeom>
            <a:ln w="60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59199" y="1715655"/>
              <a:ext cx="137160" cy="0"/>
            </a:xfrm>
            <a:custGeom>
              <a:avLst/>
              <a:gdLst/>
              <a:ahLst/>
              <a:cxnLst/>
              <a:rect l="l" t="t" r="r" b="b"/>
              <a:pathLst>
                <a:path w="137160">
                  <a:moveTo>
                    <a:pt x="0" y="0"/>
                  </a:moveTo>
                  <a:lnTo>
                    <a:pt x="136956" y="0"/>
                  </a:lnTo>
                </a:path>
              </a:pathLst>
            </a:custGeom>
            <a:ln w="60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922471" y="1752306"/>
            <a:ext cx="7112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spc="-50" dirty="0">
                <a:latin typeface="Arial"/>
                <a:cs typeface="Arial"/>
              </a:rPr>
              <a:t>k</a:t>
            </a:r>
            <a:endParaRPr sz="7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77297" y="1344622"/>
            <a:ext cx="574675" cy="20764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449580" algn="l"/>
              </a:tabLst>
            </a:pPr>
            <a:r>
              <a:rPr sz="1200" dirty="0">
                <a:latin typeface="Lucida Sans Unicode"/>
                <a:cs typeface="Lucida Sans Unicode"/>
              </a:rPr>
              <a:t>	 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63941" y="1558706"/>
            <a:ext cx="25425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968500" algn="l"/>
                <a:tab pos="2399665" algn="l"/>
              </a:tabLst>
            </a:pPr>
            <a:r>
              <a:rPr sz="1050" spc="-10" dirty="0">
                <a:latin typeface="Arial MT"/>
                <a:cs typeface="Arial MT"/>
              </a:rPr>
              <a:t>Attention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b="1" spc="-10" dirty="0">
                <a:latin typeface="Arial"/>
                <a:cs typeface="Arial"/>
              </a:rPr>
              <a:t>Q</a:t>
            </a:r>
            <a:r>
              <a:rPr sz="1200" i="1" spc="-10" dirty="0">
                <a:latin typeface="Verdana"/>
                <a:cs typeface="Verdana"/>
              </a:rPr>
              <a:t>,</a:t>
            </a:r>
            <a:r>
              <a:rPr sz="1200" i="1" spc="-200" dirty="0">
                <a:latin typeface="Verdana"/>
                <a:cs typeface="Verdana"/>
              </a:rPr>
              <a:t> </a:t>
            </a:r>
            <a:r>
              <a:rPr sz="1050" b="1" spc="-60" dirty="0">
                <a:latin typeface="Arial"/>
                <a:cs typeface="Arial"/>
              </a:rPr>
              <a:t>K</a:t>
            </a:r>
            <a:r>
              <a:rPr sz="1200" i="1" spc="-60" dirty="0">
                <a:latin typeface="Verdana"/>
                <a:cs typeface="Verdana"/>
              </a:rPr>
              <a:t>,</a:t>
            </a:r>
            <a:r>
              <a:rPr sz="1200" i="1" spc="-200" dirty="0">
                <a:latin typeface="Verdana"/>
                <a:cs typeface="Verdana"/>
              </a:rPr>
              <a:t> </a:t>
            </a:r>
            <a:r>
              <a:rPr sz="1050" b="1" dirty="0">
                <a:latin typeface="Arial"/>
                <a:cs typeface="Arial"/>
              </a:rPr>
              <a:t>V</a:t>
            </a:r>
            <a:r>
              <a:rPr sz="1200" dirty="0">
                <a:latin typeface="Tahoma"/>
                <a:cs typeface="Tahoma"/>
              </a:rPr>
              <a:t>) = </a:t>
            </a:r>
            <a:r>
              <a:rPr sz="1050" spc="-10" dirty="0">
                <a:latin typeface="Arial MT"/>
                <a:cs typeface="Arial MT"/>
              </a:rPr>
              <a:t>softmax</a:t>
            </a:r>
            <a:r>
              <a:rPr sz="1050" dirty="0">
                <a:latin typeface="Arial MT"/>
                <a:cs typeface="Arial MT"/>
              </a:rPr>
              <a:t>	</a:t>
            </a:r>
            <a:r>
              <a:rPr sz="1800" spc="120" baseline="2314" dirty="0">
                <a:latin typeface="Cambria"/>
                <a:cs typeface="Cambria"/>
              </a:rPr>
              <a:t>√</a:t>
            </a:r>
            <a:r>
              <a:rPr sz="1575" i="1" spc="120" baseline="-44973" dirty="0">
                <a:latin typeface="Arial"/>
                <a:cs typeface="Arial"/>
              </a:rPr>
              <a:t>d</a:t>
            </a:r>
            <a:r>
              <a:rPr sz="1575" i="1" baseline="-44973" dirty="0">
                <a:latin typeface="Arial"/>
                <a:cs typeface="Arial"/>
              </a:rPr>
              <a:t>	</a:t>
            </a:r>
            <a:r>
              <a:rPr sz="1050" b="1" spc="-50" dirty="0">
                <a:latin typeface="Arial"/>
                <a:cs typeface="Arial"/>
              </a:rPr>
              <a:t>V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13702" y="1989277"/>
            <a:ext cx="69850" cy="600710"/>
            <a:chOff x="513702" y="1989277"/>
            <a:chExt cx="69850" cy="60071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989277"/>
              <a:ext cx="69291" cy="6929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520683"/>
              <a:ext cx="69291" cy="69291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06526" y="1833879"/>
            <a:ext cx="4050029" cy="79883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10185" indent="-159385">
              <a:lnSpc>
                <a:spcPct val="100000"/>
              </a:lnSpc>
              <a:spcBef>
                <a:spcPts val="740"/>
              </a:spcBef>
              <a:buAutoNum type="arabicPeriod" startAt="3"/>
              <a:tabLst>
                <a:tab pos="210185" algn="l"/>
              </a:tabLst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Multi-Head</a:t>
            </a:r>
            <a:r>
              <a:rPr sz="1050" spc="5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Attention:</a:t>
            </a:r>
            <a:endParaRPr sz="1050">
              <a:latin typeface="Arial MT"/>
              <a:cs typeface="Arial MT"/>
            </a:endParaRPr>
          </a:p>
          <a:p>
            <a:pPr marL="834390">
              <a:lnSpc>
                <a:spcPct val="100000"/>
              </a:lnSpc>
              <a:spcBef>
                <a:spcPts val="680"/>
              </a:spcBef>
            </a:pPr>
            <a:r>
              <a:rPr sz="1050" spc="-10" dirty="0">
                <a:latin typeface="Arial MT"/>
                <a:cs typeface="Arial MT"/>
              </a:rPr>
              <a:t>MultiHead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b="1" spc="-10" dirty="0">
                <a:latin typeface="Arial"/>
                <a:cs typeface="Arial"/>
              </a:rPr>
              <a:t>Q</a:t>
            </a:r>
            <a:r>
              <a:rPr sz="1200" i="1" spc="-10" dirty="0">
                <a:latin typeface="Verdana"/>
                <a:cs typeface="Verdana"/>
              </a:rPr>
              <a:t>,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050" b="1" spc="-60" dirty="0">
                <a:latin typeface="Arial"/>
                <a:cs typeface="Arial"/>
              </a:rPr>
              <a:t>K</a:t>
            </a:r>
            <a:r>
              <a:rPr sz="1200" i="1" spc="-60" dirty="0">
                <a:latin typeface="Verdana"/>
                <a:cs typeface="Verdana"/>
              </a:rPr>
              <a:t>,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050" b="1" dirty="0">
                <a:latin typeface="Arial"/>
                <a:cs typeface="Arial"/>
              </a:rPr>
              <a:t>V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Concat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dirty="0">
                <a:latin typeface="Arial MT"/>
                <a:cs typeface="Arial MT"/>
              </a:rPr>
              <a:t>head</a:t>
            </a:r>
            <a:r>
              <a:rPr sz="1050" baseline="-15873" dirty="0">
                <a:latin typeface="Arial MT"/>
                <a:cs typeface="Arial MT"/>
              </a:rPr>
              <a:t>1</a:t>
            </a:r>
            <a:r>
              <a:rPr sz="1200" i="1" dirty="0">
                <a:latin typeface="Verdana"/>
                <a:cs typeface="Verdana"/>
              </a:rPr>
              <a:t>,</a:t>
            </a:r>
            <a:r>
              <a:rPr sz="1200" i="1" spc="-204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04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.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200" i="1" spc="-120" dirty="0">
                <a:latin typeface="Verdana"/>
                <a:cs typeface="Verdana"/>
              </a:rPr>
              <a:t>,</a:t>
            </a:r>
            <a:r>
              <a:rPr sz="1200" i="1" spc="-210" dirty="0">
                <a:latin typeface="Verdana"/>
                <a:cs typeface="Verdana"/>
              </a:rPr>
              <a:t> </a:t>
            </a:r>
            <a:r>
              <a:rPr sz="1050" dirty="0">
                <a:latin typeface="Arial MT"/>
                <a:cs typeface="Arial MT"/>
              </a:rPr>
              <a:t>head</a:t>
            </a:r>
            <a:r>
              <a:rPr sz="1050" i="1" baseline="-15873" dirty="0">
                <a:latin typeface="Arial"/>
                <a:cs typeface="Arial"/>
              </a:rPr>
              <a:t>h</a:t>
            </a:r>
            <a:r>
              <a:rPr sz="1050" i="1" spc="-187" baseline="-15873" dirty="0">
                <a:latin typeface="Arial"/>
                <a:cs typeface="Arial"/>
              </a:rPr>
              <a:t> </a:t>
            </a:r>
            <a:r>
              <a:rPr sz="1200" spc="-25" dirty="0">
                <a:latin typeface="Tahoma"/>
                <a:cs typeface="Tahoma"/>
              </a:rPr>
              <a:t>)</a:t>
            </a:r>
            <a:r>
              <a:rPr sz="1050" b="1" spc="-25" dirty="0">
                <a:latin typeface="Arial"/>
                <a:cs typeface="Arial"/>
              </a:rPr>
              <a:t>W</a:t>
            </a:r>
            <a:r>
              <a:rPr sz="1050" i="1" spc="-37" baseline="-15873" dirty="0">
                <a:latin typeface="Arial"/>
                <a:cs typeface="Arial"/>
              </a:rPr>
              <a:t>O</a:t>
            </a:r>
            <a:endParaRPr sz="1050" baseline="-15873">
              <a:latin typeface="Arial"/>
              <a:cs typeface="Arial"/>
            </a:endParaRPr>
          </a:p>
          <a:p>
            <a:pPr marL="210185" indent="-159385">
              <a:lnSpc>
                <a:spcPct val="100000"/>
              </a:lnSpc>
              <a:spcBef>
                <a:spcPts val="800"/>
              </a:spcBef>
              <a:buAutoNum type="arabicPeriod" startAt="4"/>
              <a:tabLst>
                <a:tab pos="210185" algn="l"/>
              </a:tabLst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Positional 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Encoding: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1410" y="2729989"/>
            <a:ext cx="10966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latin typeface="Arial MT"/>
                <a:cs typeface="Arial MT"/>
              </a:rPr>
              <a:t>PE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spc="-10" dirty="0">
                <a:latin typeface="Arial MT"/>
                <a:cs typeface="Arial MT"/>
              </a:rPr>
              <a:t>pos</a:t>
            </a:r>
            <a:r>
              <a:rPr sz="1200" i="1" spc="-10" dirty="0">
                <a:latin typeface="Verdana"/>
                <a:cs typeface="Verdana"/>
              </a:rPr>
              <a:t>,</a:t>
            </a:r>
            <a:r>
              <a:rPr sz="1200" i="1" spc="-220" dirty="0">
                <a:latin typeface="Verdana"/>
                <a:cs typeface="Verdana"/>
              </a:rPr>
              <a:t> </a:t>
            </a:r>
            <a:r>
              <a:rPr sz="1050" dirty="0">
                <a:latin typeface="Arial MT"/>
                <a:cs typeface="Arial MT"/>
              </a:rPr>
              <a:t>2</a:t>
            </a:r>
            <a:r>
              <a:rPr sz="1050" i="1" dirty="0">
                <a:latin typeface="Arial"/>
                <a:cs typeface="Arial"/>
              </a:rPr>
              <a:t>i</a:t>
            </a:r>
            <a:r>
              <a:rPr sz="1050" i="1" spc="-20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sin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48230" y="2599574"/>
            <a:ext cx="654685" cy="439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29299"/>
              </a:lnSpc>
              <a:spcBef>
                <a:spcPts val="95"/>
              </a:spcBef>
              <a:tabLst>
                <a:tab pos="216535" algn="l"/>
                <a:tab pos="615950" algn="l"/>
              </a:tabLst>
            </a:pPr>
            <a:r>
              <a:rPr sz="105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105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pos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10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10000</a:t>
            </a:r>
            <a:r>
              <a:rPr sz="1050" spc="-15" baseline="27777" dirty="0">
                <a:latin typeface="Arial MT"/>
                <a:cs typeface="Arial MT"/>
              </a:rPr>
              <a:t>2</a:t>
            </a:r>
            <a:r>
              <a:rPr sz="1050" i="1" spc="-15" baseline="27777" dirty="0">
                <a:latin typeface="Arial"/>
                <a:cs typeface="Arial"/>
              </a:rPr>
              <a:t>i</a:t>
            </a:r>
            <a:r>
              <a:rPr sz="1200" i="1" spc="-15" baseline="24305" dirty="0">
                <a:latin typeface="Verdana"/>
                <a:cs typeface="Verdana"/>
              </a:rPr>
              <a:t>/</a:t>
            </a:r>
            <a:r>
              <a:rPr sz="1050" i="1" spc="-15" baseline="27777" dirty="0">
                <a:latin typeface="Arial"/>
                <a:cs typeface="Arial"/>
              </a:rPr>
              <a:t>d</a:t>
            </a:r>
            <a:endParaRPr sz="1050" baseline="27777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67763" y="2561447"/>
            <a:ext cx="815340" cy="20764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711200" algn="l"/>
              </a:tabLst>
            </a:pPr>
            <a:r>
              <a:rPr sz="1200" dirty="0">
                <a:latin typeface="Lucida Sans Unicode"/>
                <a:cs typeface="Lucida Sans Unicode"/>
              </a:rPr>
              <a:t>	 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82862" y="2729989"/>
            <a:ext cx="15881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5265" algn="l"/>
              </a:tabLst>
            </a:pPr>
            <a:r>
              <a:rPr sz="1200" i="1" spc="-50" dirty="0">
                <a:latin typeface="Verdana"/>
                <a:cs typeface="Verdana"/>
              </a:rPr>
              <a:t>,</a:t>
            </a:r>
            <a:r>
              <a:rPr sz="1200" i="1" dirty="0">
                <a:latin typeface="Verdana"/>
                <a:cs typeface="Verdana"/>
              </a:rPr>
              <a:t>	</a:t>
            </a:r>
            <a:r>
              <a:rPr sz="1050" spc="-10" dirty="0">
                <a:latin typeface="Arial MT"/>
                <a:cs typeface="Arial MT"/>
              </a:rPr>
              <a:t>PE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spc="-10" dirty="0">
                <a:latin typeface="Arial MT"/>
                <a:cs typeface="Arial MT"/>
              </a:rPr>
              <a:t>pos</a:t>
            </a:r>
            <a:r>
              <a:rPr sz="1200" i="1" spc="-10" dirty="0">
                <a:latin typeface="Verdana"/>
                <a:cs typeface="Verdana"/>
              </a:rPr>
              <a:t>,</a:t>
            </a:r>
            <a:r>
              <a:rPr sz="1200" i="1" spc="-220" dirty="0">
                <a:latin typeface="Verdana"/>
                <a:cs typeface="Verdana"/>
              </a:rPr>
              <a:t> </a:t>
            </a:r>
            <a:r>
              <a:rPr sz="1050" dirty="0">
                <a:latin typeface="Arial MT"/>
                <a:cs typeface="Arial MT"/>
              </a:rPr>
              <a:t>2</a:t>
            </a:r>
            <a:r>
              <a:rPr sz="1050" i="1" dirty="0">
                <a:latin typeface="Arial"/>
                <a:cs typeface="Arial"/>
              </a:rPr>
              <a:t>i</a:t>
            </a:r>
            <a:r>
              <a:rPr sz="1050" i="1" spc="8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050" dirty="0">
                <a:latin typeface="Arial MT"/>
                <a:cs typeface="Arial MT"/>
              </a:rPr>
              <a:t>1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30" dirty="0">
                <a:latin typeface="Tahoma"/>
                <a:cs typeface="Tahoma"/>
              </a:rPr>
              <a:t> cos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70717" y="2561447"/>
            <a:ext cx="1162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Lucida Sans Unicode"/>
                <a:cs typeface="Lucida Sans Unicode"/>
              </a:rPr>
              <a:t> 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51184" y="2599574"/>
            <a:ext cx="654685" cy="439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29299"/>
              </a:lnSpc>
              <a:spcBef>
                <a:spcPts val="95"/>
              </a:spcBef>
              <a:tabLst>
                <a:tab pos="216535" algn="l"/>
                <a:tab pos="615950" algn="l"/>
              </a:tabLst>
            </a:pPr>
            <a:r>
              <a:rPr sz="105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105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pos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105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10000</a:t>
            </a:r>
            <a:r>
              <a:rPr sz="1050" spc="-15" baseline="27777" dirty="0">
                <a:latin typeface="Arial MT"/>
                <a:cs typeface="Arial MT"/>
              </a:rPr>
              <a:t>2</a:t>
            </a:r>
            <a:r>
              <a:rPr sz="1050" i="1" spc="-15" baseline="27777" dirty="0">
                <a:latin typeface="Arial"/>
                <a:cs typeface="Arial"/>
              </a:rPr>
              <a:t>i</a:t>
            </a:r>
            <a:r>
              <a:rPr sz="1200" i="1" spc="-15" baseline="24305" dirty="0">
                <a:latin typeface="Verdana"/>
                <a:cs typeface="Verdana"/>
              </a:rPr>
              <a:t>/</a:t>
            </a:r>
            <a:r>
              <a:rPr sz="1050" i="1" spc="-15" baseline="27777" dirty="0">
                <a:latin typeface="Arial"/>
                <a:cs typeface="Arial"/>
              </a:rPr>
              <a:t>d</a:t>
            </a:r>
            <a:endParaRPr sz="1050" baseline="27777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69840" y="2561447"/>
            <a:ext cx="1162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Lucida Sans Unicode"/>
                <a:cs typeface="Lucida Sans Unicode"/>
              </a:rPr>
              <a:t> 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35" name="object 3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6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6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6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6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6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98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20" dirty="0">
                <a:solidFill>
                  <a:srgbClr val="FFFFFF"/>
                </a:solidFill>
              </a:rPr>
              <a:t>K</a:t>
            </a:r>
            <a:r>
              <a:rPr cap="small" spc="420" dirty="0">
                <a:solidFill>
                  <a:srgbClr val="FFFFFF"/>
                </a:solidFill>
              </a:rPr>
              <a:t>ey</a:t>
            </a:r>
            <a:r>
              <a:rPr spc="265" dirty="0">
                <a:solidFill>
                  <a:srgbClr val="FFFFFF"/>
                </a:solidFill>
              </a:rPr>
              <a:t> </a:t>
            </a:r>
            <a:r>
              <a:rPr spc="240" dirty="0">
                <a:solidFill>
                  <a:srgbClr val="FFFFFF"/>
                </a:solidFill>
              </a:rPr>
              <a:t>R</a:t>
            </a:r>
            <a:r>
              <a:rPr cap="small" spc="240" dirty="0">
                <a:solidFill>
                  <a:srgbClr val="FFFFFF"/>
                </a:solidFill>
              </a:rPr>
              <a:t>eferences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996" y="613016"/>
            <a:ext cx="121259" cy="1212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3946" y="603166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996" y="1017892"/>
            <a:ext cx="121259" cy="1212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3946" y="100804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6996" y="1422780"/>
            <a:ext cx="121259" cy="12125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83946" y="1412930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6996" y="1644192"/>
            <a:ext cx="121259" cy="12125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83946" y="163434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6996" y="2049081"/>
            <a:ext cx="121285" cy="526415"/>
            <a:chOff x="456996" y="2049081"/>
            <a:chExt cx="121285" cy="52641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6996" y="2049081"/>
              <a:ext cx="121259" cy="12125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6996" y="2453957"/>
              <a:ext cx="121259" cy="12125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83946" y="2039231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3946" y="2444107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626" y="547317"/>
            <a:ext cx="4768215" cy="2419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34950">
              <a:lnSpc>
                <a:spcPct val="114599"/>
              </a:lnSpc>
              <a:spcBef>
                <a:spcPts val="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Bahdanau,</a:t>
            </a:r>
            <a:r>
              <a:rPr sz="1050" spc="1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D.,</a:t>
            </a:r>
            <a:r>
              <a:rPr sz="1050" spc="1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Cho,</a:t>
            </a:r>
            <a:r>
              <a:rPr sz="1050" spc="1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K.,</a:t>
            </a:r>
            <a:r>
              <a:rPr sz="1050" spc="1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&amp;</a:t>
            </a:r>
            <a:r>
              <a:rPr sz="1050" spc="1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Bengio,</a:t>
            </a:r>
            <a:r>
              <a:rPr sz="1050" spc="1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55" dirty="0">
                <a:solidFill>
                  <a:srgbClr val="1B1472"/>
                </a:solidFill>
                <a:latin typeface="Arial MT"/>
                <a:cs typeface="Arial MT"/>
              </a:rPr>
              <a:t>Y.</a:t>
            </a:r>
            <a:r>
              <a:rPr sz="1050" spc="1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(2014).</a:t>
            </a:r>
            <a:r>
              <a:rPr sz="1050" spc="9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Neural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Machine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Translation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by </a:t>
            </a:r>
            <a:r>
              <a:rPr sz="1050" dirty="0">
                <a:latin typeface="Arial MT"/>
                <a:cs typeface="Arial MT"/>
              </a:rPr>
              <a:t>Jointly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Learning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Align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Translate.</a:t>
            </a:r>
            <a:r>
              <a:rPr sz="1050" spc="105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ICLR</a:t>
            </a:r>
            <a:r>
              <a:rPr sz="1050" i="1" spc="30" dirty="0">
                <a:latin typeface="Arial"/>
                <a:cs typeface="Arial"/>
              </a:rPr>
              <a:t> </a:t>
            </a:r>
            <a:r>
              <a:rPr sz="1050" i="1" spc="-10" dirty="0">
                <a:latin typeface="Arial"/>
                <a:cs typeface="Arial"/>
              </a:rPr>
              <a:t>2015.</a:t>
            </a:r>
            <a:endParaRPr sz="1050">
              <a:latin typeface="Arial"/>
              <a:cs typeface="Arial"/>
            </a:endParaRPr>
          </a:p>
          <a:p>
            <a:pPr marL="12700" marR="287655">
              <a:lnSpc>
                <a:spcPct val="114700"/>
              </a:lnSpc>
              <a:spcBef>
                <a:spcPts val="29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Luong,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M.-</a:t>
            </a:r>
            <a:r>
              <a:rPr sz="1050" spc="-10" dirty="0">
                <a:solidFill>
                  <a:srgbClr val="1B1472"/>
                </a:solidFill>
                <a:latin typeface="Arial MT"/>
                <a:cs typeface="Arial MT"/>
              </a:rPr>
              <a:t>T.,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Pham,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H.,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&amp;</a:t>
            </a:r>
            <a:r>
              <a:rPr sz="1050" spc="4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Manning,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C.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D.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(2015).</a:t>
            </a:r>
            <a:r>
              <a:rPr sz="1050" spc="114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Effective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Approaches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to </a:t>
            </a:r>
            <a:r>
              <a:rPr sz="1050" dirty="0">
                <a:latin typeface="Arial MT"/>
                <a:cs typeface="Arial MT"/>
              </a:rPr>
              <a:t>Attention-based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Neural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Machine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Translation.</a:t>
            </a:r>
            <a:r>
              <a:rPr sz="1050" spc="135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EMNLP</a:t>
            </a:r>
            <a:r>
              <a:rPr sz="1050" i="1" spc="50" dirty="0">
                <a:latin typeface="Arial"/>
                <a:cs typeface="Arial"/>
              </a:rPr>
              <a:t> </a:t>
            </a:r>
            <a:r>
              <a:rPr sz="1050" i="1" spc="-20" dirty="0">
                <a:latin typeface="Arial"/>
                <a:cs typeface="Arial"/>
              </a:rPr>
              <a:t>2015.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Vaswani,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A.,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et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al.</a:t>
            </a:r>
            <a:r>
              <a:rPr sz="1050" spc="11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(2017).</a:t>
            </a:r>
            <a:r>
              <a:rPr sz="1050" spc="10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Attention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All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spc="-35" dirty="0">
                <a:latin typeface="Arial MT"/>
                <a:cs typeface="Arial MT"/>
              </a:rPr>
              <a:t>You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Need.</a:t>
            </a:r>
            <a:r>
              <a:rPr sz="1050" spc="110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NeurIPS</a:t>
            </a:r>
            <a:r>
              <a:rPr sz="1050" i="1" spc="30" dirty="0">
                <a:latin typeface="Arial"/>
                <a:cs typeface="Arial"/>
              </a:rPr>
              <a:t> </a:t>
            </a:r>
            <a:r>
              <a:rPr sz="1050" i="1" spc="-10" dirty="0">
                <a:latin typeface="Arial"/>
                <a:cs typeface="Arial"/>
              </a:rPr>
              <a:t>2017.</a:t>
            </a:r>
            <a:endParaRPr sz="1050">
              <a:latin typeface="Arial"/>
              <a:cs typeface="Arial"/>
            </a:endParaRPr>
          </a:p>
          <a:p>
            <a:pPr marL="12700" marR="43815">
              <a:lnSpc>
                <a:spcPct val="114700"/>
              </a:lnSpc>
              <a:spcBef>
                <a:spcPts val="30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Sutskever,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I.,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Vinyals,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O.,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&amp;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Le,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Q.</a:t>
            </a:r>
            <a:r>
              <a:rPr sz="1050" spc="2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spc="-35" dirty="0">
                <a:solidFill>
                  <a:srgbClr val="1B1472"/>
                </a:solidFill>
                <a:latin typeface="Arial MT"/>
                <a:cs typeface="Arial MT"/>
              </a:rPr>
              <a:t>V.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(2014).</a:t>
            </a:r>
            <a:r>
              <a:rPr sz="1050" spc="10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Sequence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Sequence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Learning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Neural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Networks.</a:t>
            </a:r>
            <a:r>
              <a:rPr sz="1050" spc="135" dirty="0">
                <a:latin typeface="Arial MT"/>
                <a:cs typeface="Arial MT"/>
              </a:rPr>
              <a:t> </a:t>
            </a:r>
            <a:r>
              <a:rPr sz="1050" i="1" dirty="0">
                <a:latin typeface="Arial"/>
                <a:cs typeface="Arial"/>
              </a:rPr>
              <a:t>NeurIPS</a:t>
            </a:r>
            <a:r>
              <a:rPr sz="1050" i="1" spc="55" dirty="0">
                <a:latin typeface="Arial"/>
                <a:cs typeface="Arial"/>
              </a:rPr>
              <a:t> </a:t>
            </a:r>
            <a:r>
              <a:rPr sz="1050" i="1" spc="-10" dirty="0">
                <a:latin typeface="Arial"/>
                <a:cs typeface="Arial"/>
              </a:rPr>
              <a:t>2014.</a:t>
            </a:r>
            <a:endParaRPr sz="1050">
              <a:latin typeface="Arial"/>
              <a:cs typeface="Arial"/>
            </a:endParaRPr>
          </a:p>
          <a:p>
            <a:pPr marL="12700" marR="5080">
              <a:lnSpc>
                <a:spcPct val="102699"/>
              </a:lnSpc>
              <a:spcBef>
                <a:spcPts val="450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The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Illustrated</a:t>
            </a:r>
            <a:r>
              <a:rPr sz="1050" spc="3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Transformer</a:t>
            </a:r>
            <a:r>
              <a:rPr sz="1050" spc="35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(Jay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Alammar)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Visual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guide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Transformer </a:t>
            </a:r>
            <a:r>
              <a:rPr sz="1050" dirty="0">
                <a:latin typeface="Arial MT"/>
                <a:cs typeface="Arial MT"/>
              </a:rPr>
              <a:t>architecture</a:t>
            </a:r>
            <a:r>
              <a:rPr sz="1050" spc="160" dirty="0">
                <a:latin typeface="Arial MT"/>
                <a:cs typeface="Arial MT"/>
              </a:rPr>
              <a:t> </a:t>
            </a:r>
            <a:r>
              <a:rPr sz="1200" spc="130" dirty="0">
                <a:latin typeface="Calibri"/>
                <a:cs typeface="Calibri"/>
                <a:hlinkClick r:id="rId8"/>
              </a:rPr>
              <a:t>https://jalammar.github.io/illustrated-</a:t>
            </a:r>
            <a:r>
              <a:rPr sz="1200" spc="70" dirty="0">
                <a:latin typeface="Calibri"/>
                <a:cs typeface="Calibri"/>
                <a:hlinkClick r:id="rId8"/>
              </a:rPr>
              <a:t>transformer/</a:t>
            </a:r>
            <a:endParaRPr sz="1200">
              <a:latin typeface="Calibri"/>
              <a:cs typeface="Calibri"/>
            </a:endParaRPr>
          </a:p>
          <a:p>
            <a:pPr marL="12700" marR="327025">
              <a:lnSpc>
                <a:spcPct val="114700"/>
              </a:lnSpc>
              <a:spcBef>
                <a:spcPts val="265"/>
              </a:spcBef>
            </a:pP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Attention?</a:t>
            </a:r>
            <a:r>
              <a:rPr sz="1050" spc="1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B1472"/>
                </a:solidFill>
                <a:latin typeface="Arial MT"/>
                <a:cs typeface="Arial MT"/>
              </a:rPr>
              <a:t>Attention!</a:t>
            </a:r>
            <a:r>
              <a:rPr sz="1050" spc="120" dirty="0">
                <a:solidFill>
                  <a:srgbClr val="1B1472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(Lilian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Weng)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Comprehensive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blog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post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attention mechanisms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200" spc="120" dirty="0">
                <a:latin typeface="Calibri"/>
                <a:cs typeface="Calibri"/>
                <a:hlinkClick r:id="rId9"/>
              </a:rPr>
              <a:t>https://lilianweng.github.io/posts/2018-</a:t>
            </a:r>
            <a:r>
              <a:rPr sz="1200" spc="100" dirty="0">
                <a:latin typeface="Calibri"/>
                <a:cs typeface="Calibri"/>
                <a:hlinkClick r:id="rId9"/>
              </a:rPr>
              <a:t>06-</a:t>
            </a:r>
            <a:r>
              <a:rPr sz="1200" spc="95" dirty="0">
                <a:latin typeface="Calibri"/>
                <a:cs typeface="Calibri"/>
                <a:hlinkClick r:id="rId9"/>
              </a:rPr>
              <a:t>24-</a:t>
            </a:r>
            <a:r>
              <a:rPr sz="1200" spc="100" dirty="0">
                <a:latin typeface="Calibri"/>
                <a:cs typeface="Calibri"/>
                <a:hlinkClick r:id="rId9"/>
              </a:rPr>
              <a:t>attention/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141936"/>
            <a:ext cx="5760085" cy="92075"/>
            <a:chOff x="0" y="3141936"/>
            <a:chExt cx="5760085" cy="92075"/>
          </a:xfrm>
        </p:grpSpPr>
        <p:sp>
          <p:nvSpPr>
            <p:cNvPr id="18" name="object 1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10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10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10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10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10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10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99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"/>
            <a:ext cx="5759866" cy="323990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54" dirty="0"/>
              <a:t>R</a:t>
            </a:r>
            <a:r>
              <a:rPr cap="small" spc="254" dirty="0"/>
              <a:t>eferences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1333626"/>
            <a:ext cx="5760085" cy="1899920"/>
            <a:chOff x="0" y="1333626"/>
            <a:chExt cx="5760085" cy="18999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333626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698701"/>
              <a:ext cx="69291" cy="692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 marR="280035">
              <a:lnSpc>
                <a:spcPct val="118900"/>
              </a:lnSpc>
              <a:spcBef>
                <a:spcPts val="90"/>
              </a:spcBef>
            </a:pPr>
            <a:r>
              <a:rPr dirty="0"/>
              <a:t>Zhang,</a:t>
            </a:r>
            <a:r>
              <a:rPr spc="50" dirty="0"/>
              <a:t> </a:t>
            </a:r>
            <a:r>
              <a:rPr dirty="0"/>
              <a:t>A.,</a:t>
            </a:r>
            <a:r>
              <a:rPr spc="55" dirty="0"/>
              <a:t> </a:t>
            </a:r>
            <a:r>
              <a:rPr dirty="0"/>
              <a:t>Lipton,</a:t>
            </a:r>
            <a:r>
              <a:rPr spc="50" dirty="0"/>
              <a:t> </a:t>
            </a:r>
            <a:r>
              <a:rPr dirty="0"/>
              <a:t>Z.</a:t>
            </a:r>
            <a:r>
              <a:rPr spc="55" dirty="0"/>
              <a:t> </a:t>
            </a:r>
            <a:r>
              <a:rPr dirty="0"/>
              <a:t>C.,</a:t>
            </a:r>
            <a:r>
              <a:rPr spc="50" dirty="0"/>
              <a:t> </a:t>
            </a:r>
            <a:r>
              <a:rPr dirty="0"/>
              <a:t>Li,</a:t>
            </a:r>
            <a:r>
              <a:rPr spc="55" dirty="0"/>
              <a:t> </a:t>
            </a:r>
            <a:r>
              <a:rPr dirty="0"/>
              <a:t>M.,</a:t>
            </a:r>
            <a:r>
              <a:rPr spc="50" dirty="0"/>
              <a:t> </a:t>
            </a:r>
            <a:r>
              <a:rPr dirty="0"/>
              <a:t>&amp;</a:t>
            </a:r>
            <a:r>
              <a:rPr spc="55" dirty="0"/>
              <a:t> </a:t>
            </a:r>
            <a:r>
              <a:rPr dirty="0"/>
              <a:t>Smola,</a:t>
            </a:r>
            <a:r>
              <a:rPr spc="50" dirty="0"/>
              <a:t> </a:t>
            </a:r>
            <a:r>
              <a:rPr dirty="0"/>
              <a:t>A.</a:t>
            </a:r>
            <a:r>
              <a:rPr spc="55" dirty="0"/>
              <a:t> </a:t>
            </a:r>
            <a:r>
              <a:rPr dirty="0"/>
              <a:t>J.</a:t>
            </a:r>
            <a:r>
              <a:rPr spc="50" dirty="0"/>
              <a:t> </a:t>
            </a:r>
            <a:r>
              <a:rPr dirty="0"/>
              <a:t>(2023).</a:t>
            </a:r>
            <a:r>
              <a:rPr spc="130" dirty="0"/>
              <a:t> </a:t>
            </a:r>
            <a:r>
              <a:rPr i="1" dirty="0">
                <a:latin typeface="Arial"/>
                <a:cs typeface="Arial"/>
              </a:rPr>
              <a:t>Dive</a:t>
            </a:r>
            <a:r>
              <a:rPr i="1" spc="5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into</a:t>
            </a:r>
            <a:r>
              <a:rPr i="1" spc="5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deep</a:t>
            </a:r>
            <a:r>
              <a:rPr i="1" spc="5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learning</a:t>
            </a:r>
            <a:r>
              <a:rPr spc="-10" dirty="0"/>
              <a:t>. </a:t>
            </a:r>
            <a:r>
              <a:rPr dirty="0"/>
              <a:t>Cambridge</a:t>
            </a:r>
            <a:r>
              <a:rPr spc="100" dirty="0"/>
              <a:t> </a:t>
            </a:r>
            <a:r>
              <a:rPr dirty="0"/>
              <a:t>University</a:t>
            </a:r>
            <a:r>
              <a:rPr spc="105" dirty="0"/>
              <a:t> </a:t>
            </a:r>
            <a:r>
              <a:rPr dirty="0"/>
              <a:t>Press.</a:t>
            </a:r>
            <a:r>
              <a:rPr spc="190" dirty="0"/>
              <a:t> </a:t>
            </a:r>
            <a:r>
              <a:rPr dirty="0"/>
              <a:t>Chapter</a:t>
            </a:r>
            <a:r>
              <a:rPr spc="105" dirty="0"/>
              <a:t> </a:t>
            </a:r>
            <a:r>
              <a:rPr spc="-25" dirty="0"/>
              <a:t>11.</a:t>
            </a:r>
          </a:p>
          <a:p>
            <a:pPr marL="50800" marR="5080">
              <a:lnSpc>
                <a:spcPct val="118900"/>
              </a:lnSpc>
              <a:spcBef>
                <a:spcPts val="165"/>
              </a:spcBef>
            </a:pPr>
            <a:r>
              <a:rPr dirty="0"/>
              <a:t>Goodfellow,</a:t>
            </a:r>
            <a:r>
              <a:rPr spc="65" dirty="0"/>
              <a:t> </a:t>
            </a:r>
            <a:r>
              <a:rPr dirty="0"/>
              <a:t>I.,</a:t>
            </a:r>
            <a:r>
              <a:rPr spc="65" dirty="0"/>
              <a:t> </a:t>
            </a:r>
            <a:r>
              <a:rPr dirty="0"/>
              <a:t>Bengio,</a:t>
            </a:r>
            <a:r>
              <a:rPr spc="70" dirty="0"/>
              <a:t> </a:t>
            </a:r>
            <a:r>
              <a:rPr spc="-30" dirty="0"/>
              <a:t>Y.,</a:t>
            </a:r>
            <a:r>
              <a:rPr spc="65" dirty="0"/>
              <a:t> </a:t>
            </a:r>
            <a:r>
              <a:rPr dirty="0"/>
              <a:t>Courville,</a:t>
            </a:r>
            <a:r>
              <a:rPr spc="70" dirty="0"/>
              <a:t> </a:t>
            </a:r>
            <a:r>
              <a:rPr dirty="0"/>
              <a:t>A.</a:t>
            </a:r>
            <a:r>
              <a:rPr spc="65" dirty="0"/>
              <a:t> </a:t>
            </a:r>
            <a:r>
              <a:rPr dirty="0"/>
              <a:t>(2016).</a:t>
            </a:r>
            <a:r>
              <a:rPr spc="150" dirty="0"/>
              <a:t> </a:t>
            </a:r>
            <a:r>
              <a:rPr i="1" dirty="0">
                <a:latin typeface="Arial"/>
                <a:cs typeface="Arial"/>
              </a:rPr>
              <a:t>Deep</a:t>
            </a:r>
            <a:r>
              <a:rPr i="1" spc="6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Learning</a:t>
            </a:r>
            <a:r>
              <a:rPr dirty="0"/>
              <a:t>.</a:t>
            </a:r>
            <a:r>
              <a:rPr spc="145" dirty="0"/>
              <a:t> </a:t>
            </a:r>
            <a:r>
              <a:rPr dirty="0"/>
              <a:t>MIT</a:t>
            </a:r>
            <a:r>
              <a:rPr spc="70" dirty="0"/>
              <a:t> </a:t>
            </a:r>
            <a:r>
              <a:rPr dirty="0"/>
              <a:t>Press.</a:t>
            </a:r>
            <a:r>
              <a:rPr spc="145" dirty="0"/>
              <a:t> </a:t>
            </a:r>
            <a:r>
              <a:rPr spc="-10" dirty="0"/>
              <a:t>Chapter 10.12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95" dirty="0">
                <a:latin typeface="Calibri"/>
                <a:cs typeface="Calibri"/>
                <a:hlinkClick r:id="rId5" action="ppaction://hlinksldjump"/>
              </a:rPr>
              <a:t>D</a:t>
            </a:r>
            <a:r>
              <a:rPr sz="600" cap="small" spc="95" dirty="0">
                <a:latin typeface="Calibri"/>
                <a:cs typeface="Calibri"/>
                <a:hlinkClick r:id="rId5" action="ppaction://hlinksldjump"/>
              </a:rPr>
              <a:t>eep</a:t>
            </a:r>
            <a:r>
              <a:rPr sz="600" spc="90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8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80" dirty="0">
                <a:latin typeface="Calibri"/>
                <a:cs typeface="Calibri"/>
                <a:hlinkClick r:id="rId5" action="ppaction://hlinksldjump"/>
              </a:rPr>
              <a:t>eural</a:t>
            </a:r>
            <a:r>
              <a:rPr sz="600" spc="95" dirty="0"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50" dirty="0">
                <a:latin typeface="Calibri"/>
                <a:cs typeface="Calibri"/>
                <a:hlinkClick r:id="rId5" action="ppaction://hlinksldjump"/>
              </a:rPr>
              <a:t>N</a:t>
            </a:r>
            <a:r>
              <a:rPr sz="600" cap="small" spc="50" dirty="0">
                <a:latin typeface="Calibri"/>
                <a:cs typeface="Calibri"/>
                <a:hlinkClick r:id="rId5" action="ppaction://hlinksldjump"/>
              </a:rPr>
              <a:t>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100</a:t>
            </a:fld>
            <a:r>
              <a:rPr spc="114" dirty="0"/>
              <a:t> </a:t>
            </a:r>
            <a:r>
              <a:rPr spc="90" dirty="0"/>
              <a:t>/</a:t>
            </a:r>
            <a:r>
              <a:rPr spc="114" dirty="0"/>
              <a:t> </a:t>
            </a:r>
            <a:r>
              <a:rPr spc="-25" dirty="0"/>
              <a:t>70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23C1875908B441AF4AF4B1296840D8" ma:contentTypeVersion="31" ma:contentTypeDescription="Create a new document." ma:contentTypeScope="" ma:versionID="fa0cce1e46866e7a076082a0584bb20e">
  <xsd:schema xmlns:xsd="http://www.w3.org/2001/XMLSchema" xmlns:xs="http://www.w3.org/2001/XMLSchema" xmlns:p="http://schemas.microsoft.com/office/2006/metadata/properties" xmlns:ns2="e1b5d412-63f5-4184-9493-34a8c46e02de" xmlns:ns3="385a44b4-34aa-45df-8ce2-c9f8500b9889" targetNamespace="http://schemas.microsoft.com/office/2006/metadata/properties" ma:root="true" ma:fieldsID="69db2f3ddc87031a542ea134746840fd" ns2:_="" ns3:_="">
    <xsd:import namespace="e1b5d412-63f5-4184-9493-34a8c46e02de"/>
    <xsd:import namespace="385a44b4-34aa-45df-8ce2-c9f8500b9889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d412-63f5-4184-9493-34a8c46e02d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5a44b4-34aa-45df-8ce2-c9f8500b9889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9d2b77bf-14c6-4700-9b54-1526217c2fb2}" ma:internalName="TaxCatchAll" ma:showField="CatchAllData" ma:web="385a44b4-34aa-45df-8ce2-c9f8500b98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amsChannelId xmlns="e1b5d412-63f5-4184-9493-34a8c46e02de" xsi:nil="true"/>
    <FolderType xmlns="e1b5d412-63f5-4184-9493-34a8c46e02de" xsi:nil="true"/>
    <Teachers xmlns="e1b5d412-63f5-4184-9493-34a8c46e02de">
      <UserInfo>
        <DisplayName/>
        <AccountId xsi:nil="true"/>
        <AccountType/>
      </UserInfo>
    </Teachers>
    <lcf76f155ced4ddcb4097134ff3c332f xmlns="e1b5d412-63f5-4184-9493-34a8c46e02de">
      <Terms xmlns="http://schemas.microsoft.com/office/infopath/2007/PartnerControls"/>
    </lcf76f155ced4ddcb4097134ff3c332f>
    <Has_Teacher_Only_SectionGroup xmlns="e1b5d412-63f5-4184-9493-34a8c46e02de" xsi:nil="true"/>
    <DefaultSectionNames xmlns="e1b5d412-63f5-4184-9493-34a8c46e02de" xsi:nil="true"/>
    <Is_Collaboration_Space_Locked xmlns="e1b5d412-63f5-4184-9493-34a8c46e02de" xsi:nil="true"/>
    <Invited_Teachers xmlns="e1b5d412-63f5-4184-9493-34a8c46e02de" xsi:nil="true"/>
    <Invited_Students xmlns="e1b5d412-63f5-4184-9493-34a8c46e02de" xsi:nil="true"/>
    <Math_Settings xmlns="e1b5d412-63f5-4184-9493-34a8c46e02de" xsi:nil="true"/>
    <Teams_Channel_Section_Location xmlns="e1b5d412-63f5-4184-9493-34a8c46e02de" xsi:nil="true"/>
    <TaxCatchAll xmlns="385a44b4-34aa-45df-8ce2-c9f8500b9889" xsi:nil="true"/>
    <Owner xmlns="e1b5d412-63f5-4184-9493-34a8c46e02de">
      <UserInfo>
        <DisplayName/>
        <AccountId xsi:nil="true"/>
        <AccountType/>
      </UserInfo>
    </Owner>
    <Students xmlns="e1b5d412-63f5-4184-9493-34a8c46e02de">
      <UserInfo>
        <DisplayName/>
        <AccountId xsi:nil="true"/>
        <AccountType/>
      </UserInfo>
    </Students>
    <LMS_Mappings xmlns="e1b5d412-63f5-4184-9493-34a8c46e02de" xsi:nil="true"/>
    <IsNotebookLocked xmlns="e1b5d412-63f5-4184-9493-34a8c46e02de" xsi:nil="true"/>
    <NotebookType xmlns="e1b5d412-63f5-4184-9493-34a8c46e02de" xsi:nil="true"/>
    <CultureName xmlns="e1b5d412-63f5-4184-9493-34a8c46e02de" xsi:nil="true"/>
    <Student_Groups xmlns="e1b5d412-63f5-4184-9493-34a8c46e02de">
      <UserInfo>
        <DisplayName/>
        <AccountId xsi:nil="true"/>
        <AccountType/>
      </UserInfo>
    </Student_Groups>
    <AppVersion xmlns="e1b5d412-63f5-4184-9493-34a8c46e02de" xsi:nil="true"/>
    <Distribution_Groups xmlns="e1b5d412-63f5-4184-9493-34a8c46e02de" xsi:nil="true"/>
    <Templates xmlns="e1b5d412-63f5-4184-9493-34a8c46e02de" xsi:nil="true"/>
    <Self_Registration_Enabled xmlns="e1b5d412-63f5-4184-9493-34a8c46e02de" xsi:nil="true"/>
  </documentManagement>
</p:properties>
</file>

<file path=customXml/itemProps1.xml><?xml version="1.0" encoding="utf-8"?>
<ds:datastoreItem xmlns:ds="http://schemas.openxmlformats.org/officeDocument/2006/customXml" ds:itemID="{2B3DBD51-12FA-4DE5-876C-2923137AF1F5}"/>
</file>

<file path=customXml/itemProps2.xml><?xml version="1.0" encoding="utf-8"?>
<ds:datastoreItem xmlns:ds="http://schemas.openxmlformats.org/officeDocument/2006/customXml" ds:itemID="{4BD9AA44-FA8D-43D1-B811-58FF7E4ED80C}"/>
</file>

<file path=customXml/itemProps3.xml><?xml version="1.0" encoding="utf-8"?>
<ds:datastoreItem xmlns:ds="http://schemas.openxmlformats.org/officeDocument/2006/customXml" ds:itemID="{3A52BCF9-1526-4DEE-A211-862D414DCE0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8341</Words>
  <Application>Microsoft Office PowerPoint</Application>
  <PresentationFormat>Custom</PresentationFormat>
  <Paragraphs>1434</Paragraphs>
  <Slides>100</Slides>
  <Notes>19</Notes>
  <HiddenSlides>30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15" baseType="lpstr">
      <vt:lpstr>Aptos</vt:lpstr>
      <vt:lpstr>Arial</vt:lpstr>
      <vt:lpstr>Arial MT</vt:lpstr>
      <vt:lpstr>Calibri</vt:lpstr>
      <vt:lpstr>Cambria</vt:lpstr>
      <vt:lpstr>Cambria Math</vt:lpstr>
      <vt:lpstr>Courier New</vt:lpstr>
      <vt:lpstr>Lucida Sans Unicode</vt:lpstr>
      <vt:lpstr>Microsoft Sans Serif</vt:lpstr>
      <vt:lpstr>Roboto</vt:lpstr>
      <vt:lpstr>Tahoma</vt:lpstr>
      <vt:lpstr>Times New Roman</vt:lpstr>
      <vt:lpstr>Trebuchet MS</vt:lpstr>
      <vt:lpstr>Verdana</vt:lpstr>
      <vt:lpstr>Office Theme</vt:lpstr>
      <vt:lpstr>PowerPoint Presentation</vt:lpstr>
      <vt:lpstr>PowerPoint Presentation</vt:lpstr>
      <vt:lpstr>Table of Contents</vt:lpstr>
      <vt:lpstr>Why Study Encoder-Decoder?</vt:lpstr>
      <vt:lpstr>The Challenge: Standard RNN Limitations</vt:lpstr>
      <vt:lpstr>Solution: Encoder-Decoder Architecture</vt:lpstr>
      <vt:lpstr>PowerPoint Presentation</vt:lpstr>
      <vt:lpstr>PowerPoint Presentation</vt:lpstr>
      <vt:lpstr>PowerPoint Presentation</vt:lpstr>
      <vt:lpstr>PowerPoint Presentation</vt:lpstr>
      <vt:lpstr>How Encoder-Decoder Works</vt:lpstr>
      <vt:lpstr>Example: Question Answering with Encoder-Decoder</vt:lpstr>
      <vt:lpstr>Training vs Inference</vt:lpstr>
      <vt:lpstr>PowerPoint Presentation</vt:lpstr>
      <vt:lpstr>PowerPoint Presentation</vt:lpstr>
      <vt:lpstr>The Critical Problem: Context Bottleneck</vt:lpstr>
      <vt:lpstr>Bottleneck Impact: Concrete Example</vt:lpstr>
      <vt:lpstr>Why Fixed Context Fails for Long Sequences</vt:lpstr>
      <vt:lpstr>PowerPoint Presentation</vt:lpstr>
      <vt:lpstr>Table of Contents</vt:lpstr>
      <vt:lpstr>PowerPoint Presentation</vt:lpstr>
      <vt:lpstr>PowerPoint Presentation</vt:lpstr>
      <vt:lpstr>PowerPoint Presentation</vt:lpstr>
      <vt:lpstr>The Solution: Attention Mechanisms</vt:lpstr>
      <vt:lpstr>Historical Context: The Breakthrough</vt:lpstr>
      <vt:lpstr>Modern Landscape: Attention Everywhere</vt:lpstr>
      <vt:lpstr>Table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Sequence-to-Sequence with RNNs and Attention</vt:lpstr>
      <vt:lpstr>PowerPoint Presentation</vt:lpstr>
      <vt:lpstr>PowerPoint Presentation</vt:lpstr>
      <vt:lpstr>Attention</vt:lpstr>
      <vt:lpstr>Core Concept: Weighted Combinations</vt:lpstr>
      <vt:lpstr>Example 1: Stock Price Prediction</vt:lpstr>
      <vt:lpstr>Example 2: Sentiment Analysis</vt:lpstr>
      <vt:lpstr>Example 3: Q&amp; A with Attention</vt:lpstr>
      <vt:lpstr>Without vs With Attention: Side-by-Side</vt:lpstr>
      <vt:lpstr>Table of Contents</vt:lpstr>
      <vt:lpstr>PowerPoint Presentation</vt:lpstr>
      <vt:lpstr>Query-Key-Value (QKV): Components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Attention as Information Retrieval</vt:lpstr>
      <vt:lpstr>QKV Paradigm: Detailed Mechanics</vt:lpstr>
      <vt:lpstr>QKV Paradigm: Visual</vt:lpstr>
      <vt:lpstr>Attention as Weighted Pooling</vt:lpstr>
      <vt:lpstr>Table of Contents</vt:lpstr>
      <vt:lpstr>Dot-Product Attention</vt:lpstr>
      <vt:lpstr>Example: Dot-Product Attention</vt:lpstr>
      <vt:lpstr>Scaled Dot-Product Attention</vt:lpstr>
      <vt:lpstr>Why Scaling Matters: Gradient Flow</vt:lpstr>
      <vt:lpstr>Additive Attention (Bahdanau, 2014)</vt:lpstr>
      <vt:lpstr>Comparison: Dot-Product vs Additive</vt:lpstr>
      <vt:lpstr>Computational Complexity Analysis</vt:lpstr>
      <vt:lpstr>Scoring Functions: Overview</vt:lpstr>
      <vt:lpstr>Table of Contents</vt:lpstr>
      <vt:lpstr>Bahdanau Attention: The Breakthrough</vt:lpstr>
      <vt:lpstr>Bahdanau Attention: Math</vt:lpstr>
      <vt:lpstr>Encoder with Attention: Bidirectional RNN</vt:lpstr>
      <vt:lpstr>Attention Alignment: Visualization</vt:lpstr>
      <vt:lpstr>Example: Q&amp; A with Attention</vt:lpstr>
      <vt:lpstr>Implementation Considerations</vt:lpstr>
      <vt:lpstr>Table of Contents</vt:lpstr>
      <vt:lpstr>PowerPoint Presentation</vt:lpstr>
      <vt:lpstr>PowerPoint Presentation</vt:lpstr>
      <vt:lpstr>PowerPoint Presentation</vt:lpstr>
      <vt:lpstr>Attention Types: Taxonomy</vt:lpstr>
      <vt:lpstr>Self-Attention: Definition and Purpose</vt:lpstr>
      <vt:lpstr>Self-Attention: Visualization</vt:lpstr>
      <vt:lpstr>Self-Attention: Visualization</vt:lpstr>
      <vt:lpstr>PowerPoint Presentation</vt:lpstr>
      <vt:lpstr>Cross-Attention: Inter-Sequence Alignment</vt:lpstr>
      <vt:lpstr>Cross-Attention: Visualization</vt:lpstr>
      <vt:lpstr>Masked Attention: Causal/Autoregressive</vt:lpstr>
      <vt:lpstr>PowerPoint Presentation</vt:lpstr>
      <vt:lpstr>Masked Attention: Causal Mask Visualization</vt:lpstr>
      <vt:lpstr>Multi-Head Attention: Concept</vt:lpstr>
      <vt:lpstr>Multi-Head Attention: Architecture</vt:lpstr>
      <vt:lpstr>When to Use Which Attention Type?</vt:lpstr>
      <vt:lpstr>Table of Contents</vt:lpstr>
      <vt:lpstr>Self-Attention: Formal Definition</vt:lpstr>
      <vt:lpstr>CNNs vs RNNs vs Self-Attention: Comparison</vt:lpstr>
      <vt:lpstr>Parallelization: RNN vs Self-Attention</vt:lpstr>
      <vt:lpstr>Position-Invariance Problem</vt:lpstr>
      <vt:lpstr>Positional Encoding: The Solution</vt:lpstr>
      <vt:lpstr>Absolute Positional Encoding: Sinusoidal</vt:lpstr>
      <vt:lpstr>Absolute Positional Encoding: Sinusoidal</vt:lpstr>
      <vt:lpstr>Why Sinusoidal Encoding Works</vt:lpstr>
      <vt:lpstr>Table of Contents</vt:lpstr>
      <vt:lpstr>Summary: Attention Mechanisms</vt:lpstr>
      <vt:lpstr>Key Formulas to Remember</vt:lpstr>
      <vt:lpstr>Key 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  <dcterms:created xsi:type="dcterms:W3CDTF">2026-04-19T04:43:10Z</dcterms:created>
  <dcterms:modified xsi:type="dcterms:W3CDTF">2026-04-19T12:01:08Z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0x010100B123C1875908B441AF4AF4B1296840D8</vt:lpwstr>
  </property>
</Properties>
</file>