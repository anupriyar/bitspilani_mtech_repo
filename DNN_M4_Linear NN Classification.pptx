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5.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16.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1.xml" ContentType="application/vnd.openxmlformats-officedocument.presentationml.slide+xml"/>
  <Override PartName="/ppt/slides/slide60.xml" ContentType="application/vnd.openxmlformats-officedocument.presentationml.slide+xml"/>
  <Override PartName="/ppt/slides/slide59.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20.xml" ContentType="application/vnd.openxmlformats-officedocument.presentationml.slide+xml"/>
  <Override PartName="/ppt/slides/slide12.xml" ContentType="application/vnd.openxmlformats-officedocument.presentationml.slide+xml"/>
  <Override PartName="/ppt/slides/slide17.xml" ContentType="application/vnd.openxmlformats-officedocument.presentationml.slide+xml"/>
  <Override PartName="/ppt/slides/slide14.xml" ContentType="application/vnd.openxmlformats-officedocument.presentationml.slide+xml"/>
  <Override PartName="/ppt/slides/slide18.xml" ContentType="application/vnd.openxmlformats-officedocument.presentationml.slide+xml"/>
  <Override PartName="/ppt/slides/slide13.xml" ContentType="application/vnd.openxmlformats-officedocument.presentationml.slide+xml"/>
  <Override PartName="/ppt/slides/slide19.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68.xml" ContentType="application/vnd.openxmlformats-officedocument.presentationml.slide+xml"/>
  <Override PartName="/ppt/slides/slide62.xml" ContentType="application/vnd.openxmlformats-officedocument.presentationml.slide+xml"/>
  <Override PartName="/ppt/slides/slide70.xml" ContentType="application/vnd.openxmlformats-officedocument.presentationml.slide+xml"/>
  <Override PartName="/ppt/slides/slide89.xml" ContentType="application/vnd.openxmlformats-officedocument.presentationml.slide+xml"/>
  <Override PartName="/ppt/slides/slide88.xml" ContentType="application/vnd.openxmlformats-officedocument.presentationml.slide+xml"/>
  <Override PartName="/ppt/slides/slide87.xml" ContentType="application/vnd.openxmlformats-officedocument.presentationml.slide+xml"/>
  <Override PartName="/ppt/slides/slide86.xml" ContentType="application/vnd.openxmlformats-officedocument.presentationml.slide+xml"/>
  <Override PartName="/ppt/slides/slide85.xml" ContentType="application/vnd.openxmlformats-officedocument.presentationml.slide+xml"/>
  <Override PartName="/ppt/slides/slide84.xml" ContentType="application/vnd.openxmlformats-officedocument.presentationml.slide+xml"/>
  <Override PartName="/ppt/slides/slide83.xml" ContentType="application/vnd.openxmlformats-officedocument.presentationml.slide+xml"/>
  <Override PartName="/ppt/slides/slide82.xml" ContentType="application/vnd.openxmlformats-officedocument.presentationml.slide+xml"/>
  <Override PartName="/ppt/slides/slide81.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69.xml" ContentType="application/vnd.openxmlformats-officedocument.presentationml.slide+xml"/>
  <Override PartName="/ppt/slides/slide100.xml" ContentType="application/vnd.openxmlformats-officedocument.presentationml.slide+xml"/>
  <Override PartName="/ppt/slides/slide99.xml" ContentType="application/vnd.openxmlformats-officedocument.presentationml.slide+xml"/>
  <Override PartName="/ppt/slides/slide98.xml" ContentType="application/vnd.openxmlformats-officedocument.presentationml.slide+xml"/>
  <Override PartName="/ppt/slides/slide97.xml" ContentType="application/vnd.openxmlformats-officedocument.presentationml.slide+xml"/>
  <Override PartName="/ppt/slides/slide96.xml" ContentType="application/vnd.openxmlformats-officedocument.presentationml.slide+xml"/>
  <Override PartName="/ppt/slides/slide95.xml" ContentType="application/vnd.openxmlformats-officedocument.presentationml.slide+xml"/>
  <Override PartName="/ppt/slides/slide94.xml" ContentType="application/vnd.openxmlformats-officedocument.presentationml.slide+xml"/>
  <Override PartName="/ppt/slides/slide93.xml" ContentType="application/vnd.openxmlformats-officedocument.presentationml.slide+xml"/>
  <Override PartName="/ppt/slides/slide80.xml" ContentType="application/vnd.openxmlformats-officedocument.presentationml.slide+xml"/>
  <Override PartName="/ppt/slides/slide92.xml" ContentType="application/vnd.openxmlformats-officedocument.presentationml.slide+xml"/>
  <Override PartName="/ppt/slides/slide72.xml" ContentType="application/vnd.openxmlformats-officedocument.presentationml.slide+xml"/>
  <Override PartName="/ppt/slides/slide78.xml" ContentType="application/vnd.openxmlformats-officedocument.presentationml.slide+xml"/>
  <Override PartName="/ppt/slides/slide71.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77.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9.xml" ContentType="application/vnd.openxmlformats-officedocument.presentationml.slide+xml"/>
  <Override PartName="/ppt/notesSlides/notesSlide81.xml" ContentType="application/vnd.openxmlformats-officedocument.presentationml.notesSlide+xml"/>
  <Override PartName="/ppt/notesSlides/notesSlide67.xml" ContentType="application/vnd.openxmlformats-officedocument.presentationml.notesSlide+xml"/>
  <Override PartName="/ppt/notesSlides/notesSlide82.xml" ContentType="application/vnd.openxmlformats-officedocument.presentationml.notesSlide+xml"/>
  <Override PartName="/ppt/notesSlides/notesSlide100.xml" ContentType="application/vnd.openxmlformats-officedocument.presentationml.notesSlide+xml"/>
  <Override PartName="/ppt/notesSlides/notesSlide80.xml" ContentType="application/vnd.openxmlformats-officedocument.presentationml.notesSlide+xml"/>
  <Override PartName="/ppt/notesSlides/notesSlide79.xml" ContentType="application/vnd.openxmlformats-officedocument.presentationml.notesSlide+xml"/>
  <Override PartName="/ppt/notesSlides/notesSlide78.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39.xml" ContentType="application/vnd.openxmlformats-officedocument.presentationml.notesSlide+xml"/>
  <Override PartName="/ppt/notesSlides/notesSlide83.xml" ContentType="application/vnd.openxmlformats-officedocument.presentationml.notesSlide+xml"/>
  <Override PartName="/ppt/notesSlides/notesSlide74.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4.xml" ContentType="application/vnd.openxmlformats-officedocument.presentationml.notesSlide+xml"/>
  <Override PartName="/ppt/notesSlides/notesSlide92.xml" ContentType="application/vnd.openxmlformats-officedocument.presentationml.notesSlide+xml"/>
  <Override PartName="/ppt/notesSlides/notesSlide38.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98.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9.xml" ContentType="application/vnd.openxmlformats-officedocument.presentationml.notesSlide+xml"/>
  <Override PartName="/ppt/notesSlides/notesSlide64.xml" ContentType="application/vnd.openxmlformats-officedocument.presentationml.notesSlide+xml"/>
  <Override PartName="/ppt/notesSlides/notesSlide73.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57.xml" ContentType="application/vnd.openxmlformats-officedocument.presentationml.notesSlide+xml"/>
  <Override PartName="/ppt/notesSlides/notesSlide49.xml" ContentType="application/vnd.openxmlformats-officedocument.presentationml.notesSlide+xml"/>
  <Override PartName="/ppt/notesSlides/notesSlide48.xml" ContentType="application/vnd.openxmlformats-officedocument.presentationml.notesSlide+xml"/>
  <Override PartName="/ppt/notesSlides/notesSlide71.xml" ContentType="application/vnd.openxmlformats-officedocument.presentationml.notesSlide+xml"/>
  <Override PartName="/ppt/notesSlides/notesSlide56.xml" ContentType="application/vnd.openxmlformats-officedocument.presentationml.notesSlide+xml"/>
  <Override PartName="/ppt/notesSlides/notesSlide70.xml" ContentType="application/vnd.openxmlformats-officedocument.presentationml.notesSlide+xml"/>
  <Override PartName="/ppt/notesSlides/notesSlide68.xml" ContentType="application/vnd.openxmlformats-officedocument.presentationml.notesSlide+xml"/>
  <Override PartName="/ppt/notesSlides/notesSlide53.xml" ContentType="application/vnd.openxmlformats-officedocument.presentationml.notesSlide+xml"/>
  <Override PartName="/ppt/notesSlides/notesSlide55.xml" ContentType="application/vnd.openxmlformats-officedocument.presentationml.notesSlide+xml"/>
  <Override PartName="/ppt/notesSlides/notesSlide52.xml" ContentType="application/vnd.openxmlformats-officedocument.presentationml.notesSlide+xml"/>
  <Override PartName="/ppt/notesSlides/notesSlide69.xml" ContentType="application/vnd.openxmlformats-officedocument.presentationml.notesSlide+xml"/>
  <Override PartName="/ppt/notesSlides/notesSlide58.xml" ContentType="application/vnd.openxmlformats-officedocument.presentationml.notesSlide+xml"/>
  <Override PartName="/ppt/notesSlides/notesSlide47.xml" ContentType="application/vnd.openxmlformats-officedocument.presentationml.notesSlide+xml"/>
  <Override PartName="/ppt/notesSlides/notesSlide66.xml" ContentType="application/vnd.openxmlformats-officedocument.presentationml.notesSlide+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65.xml" ContentType="application/vnd.openxmlformats-officedocument.presentationml.notesSlide+xml"/>
  <Override PartName="/ppt/notesSlides/notesSlide72.xml" ContentType="application/vnd.openxmlformats-officedocument.presentationml.notesSlide+xml"/>
  <Override PartName="/ppt/notesSlides/notesSlide63.xml" ContentType="application/vnd.openxmlformats-officedocument.presentationml.notesSlide+xml"/>
  <Override PartName="/ppt/notesSlides/notesSlide45.xml" ContentType="application/vnd.openxmlformats-officedocument.presentationml.notesSlide+xml"/>
  <Override PartName="/ppt/slideMasters/slideMaster1.xml" ContentType="application/vnd.openxmlformats-officedocument.presentationml.slideMaster+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46.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93.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3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2.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5.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1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Lst>
  <p:notesMasterIdLst>
    <p:notesMasterId r:id="rId10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Lst>
  <p:sldSz cx="5765800" cy="3244850"/>
  <p:notesSz cx="5765800" cy="3244850"/>
  <p:embeddedFontLst>
    <p:embeddedFont>
      <p:font typeface="Bookman Old Style" panose="02050604050505020204" pitchFamily="18" charset="0"/>
      <p:regular r:id="rId103"/>
      <p:bold r:id="rId104"/>
      <p:italic r:id="rId105"/>
      <p:boldItalic r:id="rId106"/>
    </p:embeddedFont>
    <p:embeddedFont>
      <p:font typeface="Lucida Sans" panose="020B0602030504020204" pitchFamily="34" charset="0"/>
      <p:regular r:id="rId107"/>
      <p:bold r:id="rId108"/>
      <p:italic r:id="rId109"/>
      <p:boldItalic r:id="rId110"/>
    </p:embeddedFont>
    <p:embeddedFont>
      <p:font typeface="Cambria" panose="02040503050406030204" pitchFamily="18" charset="0"/>
      <p:regular r:id="rId111"/>
      <p:bold r:id="rId112"/>
      <p:italic r:id="rId113"/>
      <p:boldItalic r:id="rId114"/>
    </p:embeddedFont>
    <p:embeddedFont>
      <p:font typeface="Tahoma" panose="020B0604030504040204" pitchFamily="34" charset="0"/>
      <p:regular r:id="rId115"/>
      <p:bold r:id="rId116"/>
    </p:embeddedFont>
    <p:embeddedFont>
      <p:font typeface="Calibri" panose="020F0502020204030204" pitchFamily="34" charset="0"/>
      <p:regular r:id="rId117"/>
      <p:bold r:id="rId118"/>
      <p:italic r:id="rId119"/>
      <p:boldItalic r:id="rId120"/>
    </p:embeddedFont>
    <p:embeddedFont>
      <p:font typeface="Verdana" panose="020B0604030504040204" pitchFamily="34" charset="0"/>
      <p:regular r:id="rId121"/>
      <p:bold r:id="rId122"/>
      <p:italic r:id="rId123"/>
      <p:boldItalic r:id="rId1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1D28552-6DB9-4C31-BB9C-5DD673A011D9}">
  <a:tblStyle styleId="{E1D28552-6DB9-4C31-BB9C-5DD673A011D9}"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620" autoAdjust="0"/>
  </p:normalViewPr>
  <p:slideViewPr>
    <p:cSldViewPr snapToGrid="0">
      <p:cViewPr varScale="1">
        <p:scale>
          <a:sx n="133" d="100"/>
          <a:sy n="133" d="100"/>
        </p:scale>
        <p:origin x="990" y="96"/>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font" Target="fonts/font15.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10.fntdata"/><Relationship Id="rId16" Type="http://schemas.openxmlformats.org/officeDocument/2006/relationships/slide" Target="slides/slide15.xml"/><Relationship Id="rId107" Type="http://schemas.openxmlformats.org/officeDocument/2006/relationships/font" Target="fonts/font5.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123" Type="http://schemas.openxmlformats.org/officeDocument/2006/relationships/font" Target="fonts/font21.fntdata"/><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11.fntdata"/><Relationship Id="rId118" Type="http://schemas.openxmlformats.org/officeDocument/2006/relationships/font" Target="fonts/font16.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1.fntdata"/><Relationship Id="rId108" Type="http://schemas.openxmlformats.org/officeDocument/2006/relationships/font" Target="fonts/font6.fntdata"/><Relationship Id="rId124" Type="http://schemas.openxmlformats.org/officeDocument/2006/relationships/font" Target="fonts/font22.fntdata"/><Relationship Id="rId129" Type="http://schemas.openxmlformats.org/officeDocument/2006/relationships/customXml" Target="../customXml/item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12.fntdata"/><Relationship Id="rId119" Type="http://schemas.openxmlformats.org/officeDocument/2006/relationships/font" Target="fonts/font17.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customXml" Target="../customXml/item2.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7.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font" Target="fonts/font2.fntdata"/><Relationship Id="rId120" Type="http://schemas.openxmlformats.org/officeDocument/2006/relationships/font" Target="fonts/font18.fntdata"/><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8.fntdata"/><Relationship Id="rId115" Type="http://schemas.openxmlformats.org/officeDocument/2006/relationships/font" Target="fonts/font13.fntdata"/><Relationship Id="rId131" Type="http://schemas.openxmlformats.org/officeDocument/2006/relationships/customXml" Target="../customXml/item3.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font" Target="fonts/font3.fntdata"/><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19.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9.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4.fntdata"/><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42716513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 name="Google Shape;42;p1: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8813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 name="Google Shape;52;p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6458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 name="Google Shape;65;p3: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0750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0595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5: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4123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4222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7: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39960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8: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39436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9: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6757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10: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44921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p11: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066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8" name="Google Shape;308;p1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93648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1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2" name="Google Shape;322;p13: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67563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0" name="Google Shape;380;p14: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46072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1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2" name="Google Shape;402;p15: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7394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1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p1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06682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1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9" name="Google Shape;459;p17: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53464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1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2" name="Google Shape;472;p18: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5238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1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5" name="Google Shape;485;p19: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13332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2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9" name="Google Shape;499;p20: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29196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2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0A0A0A"/>
                </a:solidFill>
                <a:effectLst/>
                <a:latin typeface="Google Sans"/>
              </a:rPr>
              <a:t>Cross-entropy loss is a metric that measures the difference between two probability distributions, for classification tasks to compare a model's predicted probabilities against the true probabilities. </a:t>
            </a:r>
          </a:p>
          <a:p>
            <a:pPr marL="0" lvl="0" indent="0" algn="l" rtl="0">
              <a:spcBef>
                <a:spcPts val="0"/>
              </a:spcBef>
              <a:spcAft>
                <a:spcPts val="0"/>
              </a:spcAft>
              <a:buNone/>
            </a:pPr>
            <a:r>
              <a:rPr lang="en-US" b="0" i="0" dirty="0">
                <a:solidFill>
                  <a:srgbClr val="0A0A0A"/>
                </a:solidFill>
                <a:effectLst/>
                <a:latin typeface="Google Sans"/>
              </a:rPr>
              <a:t>A lower cross-entropy loss indicates that the model's predictions are closer to the true labels, while a higher loss signifies a larger discrepancy. By minimizing this loss during training, a model can improve its predictive accuracy. </a:t>
            </a:r>
            <a:endParaRPr dirty="0"/>
          </a:p>
        </p:txBody>
      </p:sp>
      <p:sp>
        <p:nvSpPr>
          <p:cNvPr id="512" name="Google Shape;512;p2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80443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2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5" name="Google Shape;525;p2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83691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2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8" name="Google Shape;538;p23: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14521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2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6" name="Google Shape;566;p24: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77687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2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Stochastic Gradient Descent (SGD) is an optimization algorithm that iteratively updates model parameters to minimize a loss function</a:t>
            </a:r>
            <a:r>
              <a:rPr lang="en-US" b="0" i="0" dirty="0">
                <a:solidFill>
                  <a:srgbClr val="0A0A0A"/>
                </a:solidFill>
                <a:effectLst/>
                <a:latin typeface="Google Sans"/>
              </a:rPr>
              <a:t>, similar to traditional gradient descent but using a single training example or a small batch to compute the gradient at each step. This approach makes SGD computationally efficient and faster for large datasets, as it avoids the cost of processing the entire dataset at once</a:t>
            </a:r>
            <a:endParaRPr dirty="0"/>
          </a:p>
        </p:txBody>
      </p:sp>
      <p:sp>
        <p:nvSpPr>
          <p:cNvPr id="579" name="Google Shape;579;p2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91044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2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0" name="Google Shape;600;p2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46443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2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6" name="Google Shape;606;p27: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69274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2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0A0A0A"/>
                </a:solidFill>
                <a:effectLst/>
                <a:latin typeface="Google Sans"/>
              </a:rPr>
              <a:t>Batch gradient descent is </a:t>
            </a:r>
            <a:r>
              <a:rPr lang="en-US" dirty="0"/>
              <a:t>an optimization algorithm that calculates the gradient using the </a:t>
            </a:r>
            <a:r>
              <a:rPr lang="en-US" b="1" dirty="0">
                <a:effectLst/>
              </a:rPr>
              <a:t>entire training dataset</a:t>
            </a:r>
            <a:r>
              <a:rPr lang="en-US" dirty="0"/>
              <a:t> to update a model's parameters in each iteration</a:t>
            </a:r>
            <a:r>
              <a:rPr lang="en-US" b="0" i="0" dirty="0">
                <a:solidFill>
                  <a:srgbClr val="0A0A0A"/>
                </a:solidFill>
                <a:effectLst/>
                <a:latin typeface="Google Sans"/>
              </a:rPr>
              <a:t>. This approach provides a stable and accurate gradient but can be slow and memory-intensive for very large datasets. It is well-suited for smaller datasets or convex error surfaces where stability is more important than speed. </a:t>
            </a:r>
            <a:endParaRPr dirty="0"/>
          </a:p>
        </p:txBody>
      </p:sp>
      <p:sp>
        <p:nvSpPr>
          <p:cNvPr id="634" name="Google Shape;634;p2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00325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2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3" name="Google Shape;663;p29: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44903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p3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6" name="Google Shape;686;p30: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21043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p3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0" name="Google Shape;720;p31: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08487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3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9" name="Google Shape;729;p3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35960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p3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2" name="Google Shape;742;p33: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28867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3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5" name="Google Shape;755;p34: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97965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3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8" name="Google Shape;768;p35: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4112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p3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1" name="Google Shape;781;p3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11775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3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4" name="Google Shape;794;p37: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15594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3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8" name="Google Shape;828;p38: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90894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3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8" name="Google Shape;848;p3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20741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p4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9" name="Google Shape;869;p40: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63334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p4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3" name="Google Shape;893;p41: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04992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p4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6" name="Google Shape;916;p4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79333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p4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8" name="Google Shape;938;p43: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90898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p4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1" name="Google Shape;951;p44: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05151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p4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4" name="Google Shape;964;p45: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95884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p4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3" name="Google Shape;993;p4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694859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p4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7" name="Google Shape;1027;p47: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125479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p4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6" name="Google Shape;1036;p48: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58962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p4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7" name="Google Shape;1057;p49: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682244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p5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1" name="Google Shape;1111;p50: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378391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3"/>
        <p:cNvGrpSpPr/>
        <p:nvPr/>
      </p:nvGrpSpPr>
      <p:grpSpPr>
        <a:xfrm>
          <a:off x="0" y="0"/>
          <a:ext cx="0" cy="0"/>
          <a:chOff x="0" y="0"/>
          <a:chExt cx="0" cy="0"/>
        </a:xfrm>
      </p:grpSpPr>
      <p:sp>
        <p:nvSpPr>
          <p:cNvPr id="1144" name="Google Shape;1144;p5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Mini-batch stochastic gradient descent is an optimization algorithm that updates model parameters using small, random subsets of the training data called mini-batches</a:t>
            </a:r>
            <a:r>
              <a:rPr lang="en-US" b="0" i="0" dirty="0">
                <a:solidFill>
                  <a:srgbClr val="0A0A0A"/>
                </a:solidFill>
                <a:effectLst/>
                <a:latin typeface="Google Sans"/>
              </a:rPr>
              <a:t>. This method provides a balance between the computational cost of batch gradient descent and the high variance of pure stochastic gradient descent, making it efficient and stable for large datasets. It significantly reduces memory requirements compared to batch gradient descent and offers more stable convergence than stochastic gradient descent. </a:t>
            </a:r>
            <a:endParaRPr dirty="0"/>
          </a:p>
        </p:txBody>
      </p:sp>
      <p:sp>
        <p:nvSpPr>
          <p:cNvPr id="1145" name="Google Shape;1145;p5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79095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8"/>
        <p:cNvGrpSpPr/>
        <p:nvPr/>
      </p:nvGrpSpPr>
      <p:grpSpPr>
        <a:xfrm>
          <a:off x="0" y="0"/>
          <a:ext cx="0" cy="0"/>
          <a:chOff x="0" y="0"/>
          <a:chExt cx="0" cy="0"/>
        </a:xfrm>
      </p:grpSpPr>
      <p:sp>
        <p:nvSpPr>
          <p:cNvPr id="1169" name="Google Shape;1169;p5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0A0A0A"/>
                </a:solidFill>
                <a:effectLst/>
                <a:latin typeface="Google Sans"/>
              </a:rPr>
              <a:t>One-hot encoding is </a:t>
            </a:r>
            <a:r>
              <a:rPr lang="en-US" dirty="0"/>
              <a:t>a process that converts categorical data into a numerical format that machine learning algorithms can process</a:t>
            </a:r>
            <a:r>
              <a:rPr lang="en-US" b="0" i="0" dirty="0">
                <a:solidFill>
                  <a:srgbClr val="0A0A0A"/>
                </a:solidFill>
                <a:effectLst/>
                <a:latin typeface="Google Sans"/>
              </a:rPr>
              <a:t>. It creates new binary (0 or 1) columns for each unique category in a given column, with a '1' indicating the presence of that category and a '0' indicating its absence. This is useful because it prevents algorithms from assuming an artificial order between categories that doesn’t exist.</a:t>
            </a:r>
            <a:endParaRPr dirty="0"/>
          </a:p>
        </p:txBody>
      </p:sp>
      <p:sp>
        <p:nvSpPr>
          <p:cNvPr id="1170" name="Google Shape;1170;p5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439357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1"/>
        <p:cNvGrpSpPr/>
        <p:nvPr/>
      </p:nvGrpSpPr>
      <p:grpSpPr>
        <a:xfrm>
          <a:off x="0" y="0"/>
          <a:ext cx="0" cy="0"/>
          <a:chOff x="0" y="0"/>
          <a:chExt cx="0" cy="0"/>
        </a:xfrm>
      </p:grpSpPr>
      <p:sp>
        <p:nvSpPr>
          <p:cNvPr id="1182" name="Google Shape;1182;p5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3" name="Google Shape;1183;p5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117848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9"/>
        <p:cNvGrpSpPr/>
        <p:nvPr/>
      </p:nvGrpSpPr>
      <p:grpSpPr>
        <a:xfrm>
          <a:off x="0" y="0"/>
          <a:ext cx="0" cy="0"/>
          <a:chOff x="0" y="0"/>
          <a:chExt cx="0" cy="0"/>
        </a:xfrm>
      </p:grpSpPr>
      <p:sp>
        <p:nvSpPr>
          <p:cNvPr id="1200" name="Google Shape;1200;p5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1" name="Google Shape;1201;p54: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399933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2"/>
        <p:cNvGrpSpPr/>
        <p:nvPr/>
      </p:nvGrpSpPr>
      <p:grpSpPr>
        <a:xfrm>
          <a:off x="0" y="0"/>
          <a:ext cx="0" cy="0"/>
          <a:chOff x="0" y="0"/>
          <a:chExt cx="0" cy="0"/>
        </a:xfrm>
      </p:grpSpPr>
      <p:sp>
        <p:nvSpPr>
          <p:cNvPr id="1213" name="Google Shape;1213;p5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4" name="Google Shape;1214;p55: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51623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2"/>
        <p:cNvGrpSpPr/>
        <p:nvPr/>
      </p:nvGrpSpPr>
      <p:grpSpPr>
        <a:xfrm>
          <a:off x="0" y="0"/>
          <a:ext cx="0" cy="0"/>
          <a:chOff x="0" y="0"/>
          <a:chExt cx="0" cy="0"/>
        </a:xfrm>
      </p:grpSpPr>
      <p:sp>
        <p:nvSpPr>
          <p:cNvPr id="1223" name="Google Shape;1223;p5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4" name="Google Shape;1224;p5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46074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5"/>
        <p:cNvGrpSpPr/>
        <p:nvPr/>
      </p:nvGrpSpPr>
      <p:grpSpPr>
        <a:xfrm>
          <a:off x="0" y="0"/>
          <a:ext cx="0" cy="0"/>
          <a:chOff x="0" y="0"/>
          <a:chExt cx="0" cy="0"/>
        </a:xfrm>
      </p:grpSpPr>
      <p:sp>
        <p:nvSpPr>
          <p:cNvPr id="1236" name="Google Shape;1236;p5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7" name="Google Shape;1237;p57: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683744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9"/>
        <p:cNvGrpSpPr/>
        <p:nvPr/>
      </p:nvGrpSpPr>
      <p:grpSpPr>
        <a:xfrm>
          <a:off x="0" y="0"/>
          <a:ext cx="0" cy="0"/>
          <a:chOff x="0" y="0"/>
          <a:chExt cx="0" cy="0"/>
        </a:xfrm>
      </p:grpSpPr>
      <p:sp>
        <p:nvSpPr>
          <p:cNvPr id="1250" name="Google Shape;1250;p5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1" name="Google Shape;1251;p58: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04497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
        <p:cNvGrpSpPr/>
        <p:nvPr/>
      </p:nvGrpSpPr>
      <p:grpSpPr>
        <a:xfrm>
          <a:off x="0" y="0"/>
          <a:ext cx="0" cy="0"/>
          <a:chOff x="0" y="0"/>
          <a:chExt cx="0" cy="0"/>
        </a:xfrm>
      </p:grpSpPr>
      <p:sp>
        <p:nvSpPr>
          <p:cNvPr id="1263" name="Google Shape;1263;p5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4" name="Google Shape;1264;p59: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18465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5"/>
        <p:cNvGrpSpPr/>
        <p:nvPr/>
      </p:nvGrpSpPr>
      <p:grpSpPr>
        <a:xfrm>
          <a:off x="0" y="0"/>
          <a:ext cx="0" cy="0"/>
          <a:chOff x="0" y="0"/>
          <a:chExt cx="0" cy="0"/>
        </a:xfrm>
      </p:grpSpPr>
      <p:sp>
        <p:nvSpPr>
          <p:cNvPr id="1276" name="Google Shape;1276;p6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7" name="Google Shape;1277;p60: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004719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8"/>
        <p:cNvGrpSpPr/>
        <p:nvPr/>
      </p:nvGrpSpPr>
      <p:grpSpPr>
        <a:xfrm>
          <a:off x="0" y="0"/>
          <a:ext cx="0" cy="0"/>
          <a:chOff x="0" y="0"/>
          <a:chExt cx="0" cy="0"/>
        </a:xfrm>
      </p:grpSpPr>
      <p:sp>
        <p:nvSpPr>
          <p:cNvPr id="1289" name="Google Shape;1289;p6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0" name="Google Shape;1290;p61: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467837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p6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3" name="Google Shape;1303;p6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22822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4"/>
        <p:cNvGrpSpPr/>
        <p:nvPr/>
      </p:nvGrpSpPr>
      <p:grpSpPr>
        <a:xfrm>
          <a:off x="0" y="0"/>
          <a:ext cx="0" cy="0"/>
          <a:chOff x="0" y="0"/>
          <a:chExt cx="0" cy="0"/>
        </a:xfrm>
      </p:grpSpPr>
      <p:sp>
        <p:nvSpPr>
          <p:cNvPr id="1315" name="Google Shape;1315;p6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6" name="Google Shape;1316;p63: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05549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7"/>
        <p:cNvGrpSpPr/>
        <p:nvPr/>
      </p:nvGrpSpPr>
      <p:grpSpPr>
        <a:xfrm>
          <a:off x="0" y="0"/>
          <a:ext cx="0" cy="0"/>
          <a:chOff x="0" y="0"/>
          <a:chExt cx="0" cy="0"/>
        </a:xfrm>
      </p:grpSpPr>
      <p:sp>
        <p:nvSpPr>
          <p:cNvPr id="1328" name="Google Shape;1328;p6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9" name="Google Shape;1329;p64: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639696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1"/>
        <p:cNvGrpSpPr/>
        <p:nvPr/>
      </p:nvGrpSpPr>
      <p:grpSpPr>
        <a:xfrm>
          <a:off x="0" y="0"/>
          <a:ext cx="0" cy="0"/>
          <a:chOff x="0" y="0"/>
          <a:chExt cx="0" cy="0"/>
        </a:xfrm>
      </p:grpSpPr>
      <p:sp>
        <p:nvSpPr>
          <p:cNvPr id="1362" name="Google Shape;1362;p6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3" name="Google Shape;1363;p65: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655743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4"/>
        <p:cNvGrpSpPr/>
        <p:nvPr/>
      </p:nvGrpSpPr>
      <p:grpSpPr>
        <a:xfrm>
          <a:off x="0" y="0"/>
          <a:ext cx="0" cy="0"/>
          <a:chOff x="0" y="0"/>
          <a:chExt cx="0" cy="0"/>
        </a:xfrm>
      </p:grpSpPr>
      <p:sp>
        <p:nvSpPr>
          <p:cNvPr id="1385" name="Google Shape;1385;p6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6" name="Google Shape;1386;p6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523496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6"/>
        <p:cNvGrpSpPr/>
        <p:nvPr/>
      </p:nvGrpSpPr>
      <p:grpSpPr>
        <a:xfrm>
          <a:off x="0" y="0"/>
          <a:ext cx="0" cy="0"/>
          <a:chOff x="0" y="0"/>
          <a:chExt cx="0" cy="0"/>
        </a:xfrm>
      </p:grpSpPr>
      <p:sp>
        <p:nvSpPr>
          <p:cNvPr id="1407" name="Google Shape;1407;p6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8" name="Google Shape;1408;p67: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672023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9"/>
        <p:cNvGrpSpPr/>
        <p:nvPr/>
      </p:nvGrpSpPr>
      <p:grpSpPr>
        <a:xfrm>
          <a:off x="0" y="0"/>
          <a:ext cx="0" cy="0"/>
          <a:chOff x="0" y="0"/>
          <a:chExt cx="0" cy="0"/>
        </a:xfrm>
      </p:grpSpPr>
      <p:sp>
        <p:nvSpPr>
          <p:cNvPr id="1420" name="Google Shape;1420;p6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1" name="Google Shape;1421;p68: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663841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2"/>
        <p:cNvGrpSpPr/>
        <p:nvPr/>
      </p:nvGrpSpPr>
      <p:grpSpPr>
        <a:xfrm>
          <a:off x="0" y="0"/>
          <a:ext cx="0" cy="0"/>
          <a:chOff x="0" y="0"/>
          <a:chExt cx="0" cy="0"/>
        </a:xfrm>
      </p:grpSpPr>
      <p:sp>
        <p:nvSpPr>
          <p:cNvPr id="1433" name="Google Shape;1433;p6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4" name="Google Shape;1434;p69: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162496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5"/>
        <p:cNvGrpSpPr/>
        <p:nvPr/>
      </p:nvGrpSpPr>
      <p:grpSpPr>
        <a:xfrm>
          <a:off x="0" y="0"/>
          <a:ext cx="0" cy="0"/>
          <a:chOff x="0" y="0"/>
          <a:chExt cx="0" cy="0"/>
        </a:xfrm>
      </p:grpSpPr>
      <p:sp>
        <p:nvSpPr>
          <p:cNvPr id="1446" name="Google Shape;1446;p7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7" name="Google Shape;1447;p70: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874306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8"/>
        <p:cNvGrpSpPr/>
        <p:nvPr/>
      </p:nvGrpSpPr>
      <p:grpSpPr>
        <a:xfrm>
          <a:off x="0" y="0"/>
          <a:ext cx="0" cy="0"/>
          <a:chOff x="0" y="0"/>
          <a:chExt cx="0" cy="0"/>
        </a:xfrm>
      </p:grpSpPr>
      <p:sp>
        <p:nvSpPr>
          <p:cNvPr id="1459" name="Google Shape;1459;p7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0" name="Google Shape;1460;p71: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614434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9"/>
        <p:cNvGrpSpPr/>
        <p:nvPr/>
      </p:nvGrpSpPr>
      <p:grpSpPr>
        <a:xfrm>
          <a:off x="0" y="0"/>
          <a:ext cx="0" cy="0"/>
          <a:chOff x="0" y="0"/>
          <a:chExt cx="0" cy="0"/>
        </a:xfrm>
      </p:grpSpPr>
      <p:sp>
        <p:nvSpPr>
          <p:cNvPr id="1490" name="Google Shape;1490;p7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1" name="Google Shape;1491;p7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476978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3"/>
        <p:cNvGrpSpPr/>
        <p:nvPr/>
      </p:nvGrpSpPr>
      <p:grpSpPr>
        <a:xfrm>
          <a:off x="0" y="0"/>
          <a:ext cx="0" cy="0"/>
          <a:chOff x="0" y="0"/>
          <a:chExt cx="0" cy="0"/>
        </a:xfrm>
      </p:grpSpPr>
      <p:sp>
        <p:nvSpPr>
          <p:cNvPr id="1524" name="Google Shape;1524;p7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5" name="Google Shape;1525;p73: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203099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6"/>
        <p:cNvGrpSpPr/>
        <p:nvPr/>
      </p:nvGrpSpPr>
      <p:grpSpPr>
        <a:xfrm>
          <a:off x="0" y="0"/>
          <a:ext cx="0" cy="0"/>
          <a:chOff x="0" y="0"/>
          <a:chExt cx="0" cy="0"/>
        </a:xfrm>
      </p:grpSpPr>
      <p:sp>
        <p:nvSpPr>
          <p:cNvPr id="1537" name="Google Shape;1537;p7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8" name="Google Shape;1538;p74: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099516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9"/>
        <p:cNvGrpSpPr/>
        <p:nvPr/>
      </p:nvGrpSpPr>
      <p:grpSpPr>
        <a:xfrm>
          <a:off x="0" y="0"/>
          <a:ext cx="0" cy="0"/>
          <a:chOff x="0" y="0"/>
          <a:chExt cx="0" cy="0"/>
        </a:xfrm>
      </p:grpSpPr>
      <p:sp>
        <p:nvSpPr>
          <p:cNvPr id="1550" name="Google Shape;1550;p7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1" name="Google Shape;1551;p75: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571370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2"/>
        <p:cNvGrpSpPr/>
        <p:nvPr/>
      </p:nvGrpSpPr>
      <p:grpSpPr>
        <a:xfrm>
          <a:off x="0" y="0"/>
          <a:ext cx="0" cy="0"/>
          <a:chOff x="0" y="0"/>
          <a:chExt cx="0" cy="0"/>
        </a:xfrm>
      </p:grpSpPr>
      <p:sp>
        <p:nvSpPr>
          <p:cNvPr id="1563" name="Google Shape;1563;p7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4" name="Google Shape;1564;p7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125806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p7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7" name="Google Shape;1577;p77: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209268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8"/>
        <p:cNvGrpSpPr/>
        <p:nvPr/>
      </p:nvGrpSpPr>
      <p:grpSpPr>
        <a:xfrm>
          <a:off x="0" y="0"/>
          <a:ext cx="0" cy="0"/>
          <a:chOff x="0" y="0"/>
          <a:chExt cx="0" cy="0"/>
        </a:xfrm>
      </p:grpSpPr>
      <p:sp>
        <p:nvSpPr>
          <p:cNvPr id="1589" name="Google Shape;1589;p7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0" name="Google Shape;1590;p78: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390090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1"/>
        <p:cNvGrpSpPr/>
        <p:nvPr/>
      </p:nvGrpSpPr>
      <p:grpSpPr>
        <a:xfrm>
          <a:off x="0" y="0"/>
          <a:ext cx="0" cy="0"/>
          <a:chOff x="0" y="0"/>
          <a:chExt cx="0" cy="0"/>
        </a:xfrm>
      </p:grpSpPr>
      <p:sp>
        <p:nvSpPr>
          <p:cNvPr id="1602" name="Google Shape;1602;p7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3" name="Google Shape;1603;p79: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335166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4"/>
        <p:cNvGrpSpPr/>
        <p:nvPr/>
      </p:nvGrpSpPr>
      <p:grpSpPr>
        <a:xfrm>
          <a:off x="0" y="0"/>
          <a:ext cx="0" cy="0"/>
          <a:chOff x="0" y="0"/>
          <a:chExt cx="0" cy="0"/>
        </a:xfrm>
      </p:grpSpPr>
      <p:sp>
        <p:nvSpPr>
          <p:cNvPr id="1615" name="Google Shape;1615;p8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6" name="Google Shape;1616;p80: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855571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8"/>
        <p:cNvGrpSpPr/>
        <p:nvPr/>
      </p:nvGrpSpPr>
      <p:grpSpPr>
        <a:xfrm>
          <a:off x="0" y="0"/>
          <a:ext cx="0" cy="0"/>
          <a:chOff x="0" y="0"/>
          <a:chExt cx="0" cy="0"/>
        </a:xfrm>
      </p:grpSpPr>
      <p:sp>
        <p:nvSpPr>
          <p:cNvPr id="1649" name="Google Shape;1649;p8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0" name="Google Shape;1650;p81: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319411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1"/>
        <p:cNvGrpSpPr/>
        <p:nvPr/>
      </p:nvGrpSpPr>
      <p:grpSpPr>
        <a:xfrm>
          <a:off x="0" y="0"/>
          <a:ext cx="0" cy="0"/>
          <a:chOff x="0" y="0"/>
          <a:chExt cx="0" cy="0"/>
        </a:xfrm>
      </p:grpSpPr>
      <p:sp>
        <p:nvSpPr>
          <p:cNvPr id="1662" name="Google Shape;1662;p8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3" name="Google Shape;1663;p8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097716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4"/>
        <p:cNvGrpSpPr/>
        <p:nvPr/>
      </p:nvGrpSpPr>
      <p:grpSpPr>
        <a:xfrm>
          <a:off x="0" y="0"/>
          <a:ext cx="0" cy="0"/>
          <a:chOff x="0" y="0"/>
          <a:chExt cx="0" cy="0"/>
        </a:xfrm>
      </p:grpSpPr>
      <p:sp>
        <p:nvSpPr>
          <p:cNvPr id="1675" name="Google Shape;1675;p8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6" name="Google Shape;1676;p83: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127358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8"/>
        <p:cNvGrpSpPr/>
        <p:nvPr/>
      </p:nvGrpSpPr>
      <p:grpSpPr>
        <a:xfrm>
          <a:off x="0" y="0"/>
          <a:ext cx="0" cy="0"/>
          <a:chOff x="0" y="0"/>
          <a:chExt cx="0" cy="0"/>
        </a:xfrm>
      </p:grpSpPr>
      <p:sp>
        <p:nvSpPr>
          <p:cNvPr id="1709" name="Google Shape;1709;p8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0" name="Google Shape;1710;p84: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754619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1"/>
        <p:cNvGrpSpPr/>
        <p:nvPr/>
      </p:nvGrpSpPr>
      <p:grpSpPr>
        <a:xfrm>
          <a:off x="0" y="0"/>
          <a:ext cx="0" cy="0"/>
          <a:chOff x="0" y="0"/>
          <a:chExt cx="0" cy="0"/>
        </a:xfrm>
      </p:grpSpPr>
      <p:sp>
        <p:nvSpPr>
          <p:cNvPr id="1722" name="Google Shape;1722;p8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3" name="Google Shape;1723;p85: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957351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2"/>
        <p:cNvGrpSpPr/>
        <p:nvPr/>
      </p:nvGrpSpPr>
      <p:grpSpPr>
        <a:xfrm>
          <a:off x="0" y="0"/>
          <a:ext cx="0" cy="0"/>
          <a:chOff x="0" y="0"/>
          <a:chExt cx="0" cy="0"/>
        </a:xfrm>
      </p:grpSpPr>
      <p:sp>
        <p:nvSpPr>
          <p:cNvPr id="1743" name="Google Shape;1743;p8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4" name="Google Shape;1744;p8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617768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7"/>
        <p:cNvGrpSpPr/>
        <p:nvPr/>
      </p:nvGrpSpPr>
      <p:grpSpPr>
        <a:xfrm>
          <a:off x="0" y="0"/>
          <a:ext cx="0" cy="0"/>
          <a:chOff x="0" y="0"/>
          <a:chExt cx="0" cy="0"/>
        </a:xfrm>
      </p:grpSpPr>
      <p:sp>
        <p:nvSpPr>
          <p:cNvPr id="1768" name="Google Shape;1768;p8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9" name="Google Shape;1769;p87: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763606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0"/>
        <p:cNvGrpSpPr/>
        <p:nvPr/>
      </p:nvGrpSpPr>
      <p:grpSpPr>
        <a:xfrm>
          <a:off x="0" y="0"/>
          <a:ext cx="0" cy="0"/>
          <a:chOff x="0" y="0"/>
          <a:chExt cx="0" cy="0"/>
        </a:xfrm>
      </p:grpSpPr>
      <p:sp>
        <p:nvSpPr>
          <p:cNvPr id="1781" name="Google Shape;1781;p8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2" name="Google Shape;1782;p88: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020339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1"/>
        <p:cNvGrpSpPr/>
        <p:nvPr/>
      </p:nvGrpSpPr>
      <p:grpSpPr>
        <a:xfrm>
          <a:off x="0" y="0"/>
          <a:ext cx="0" cy="0"/>
          <a:chOff x="0" y="0"/>
          <a:chExt cx="0" cy="0"/>
        </a:xfrm>
      </p:grpSpPr>
      <p:sp>
        <p:nvSpPr>
          <p:cNvPr id="1802" name="Google Shape;1802;p8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3" name="Google Shape;1803;p89: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289832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4"/>
        <p:cNvGrpSpPr/>
        <p:nvPr/>
      </p:nvGrpSpPr>
      <p:grpSpPr>
        <a:xfrm>
          <a:off x="0" y="0"/>
          <a:ext cx="0" cy="0"/>
          <a:chOff x="0" y="0"/>
          <a:chExt cx="0" cy="0"/>
        </a:xfrm>
      </p:grpSpPr>
      <p:sp>
        <p:nvSpPr>
          <p:cNvPr id="1815" name="Google Shape;1815;p9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6" name="Google Shape;1816;p90: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259060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8"/>
        <p:cNvGrpSpPr/>
        <p:nvPr/>
      </p:nvGrpSpPr>
      <p:grpSpPr>
        <a:xfrm>
          <a:off x="0" y="0"/>
          <a:ext cx="0" cy="0"/>
          <a:chOff x="0" y="0"/>
          <a:chExt cx="0" cy="0"/>
        </a:xfrm>
      </p:grpSpPr>
      <p:sp>
        <p:nvSpPr>
          <p:cNvPr id="1849" name="Google Shape;1849;p9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0" name="Google Shape;1850;p91: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561958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1"/>
        <p:cNvGrpSpPr/>
        <p:nvPr/>
      </p:nvGrpSpPr>
      <p:grpSpPr>
        <a:xfrm>
          <a:off x="0" y="0"/>
          <a:ext cx="0" cy="0"/>
          <a:chOff x="0" y="0"/>
          <a:chExt cx="0" cy="0"/>
        </a:xfrm>
      </p:grpSpPr>
      <p:sp>
        <p:nvSpPr>
          <p:cNvPr id="1862" name="Google Shape;1862;p9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3" name="Google Shape;1863;p9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846254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4"/>
        <p:cNvGrpSpPr/>
        <p:nvPr/>
      </p:nvGrpSpPr>
      <p:grpSpPr>
        <a:xfrm>
          <a:off x="0" y="0"/>
          <a:ext cx="0" cy="0"/>
          <a:chOff x="0" y="0"/>
          <a:chExt cx="0" cy="0"/>
        </a:xfrm>
      </p:grpSpPr>
      <p:sp>
        <p:nvSpPr>
          <p:cNvPr id="1875" name="Google Shape;1875;p9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6" name="Google Shape;1876;p93: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9056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8"/>
        <p:cNvGrpSpPr/>
        <p:nvPr/>
      </p:nvGrpSpPr>
      <p:grpSpPr>
        <a:xfrm>
          <a:off x="0" y="0"/>
          <a:ext cx="0" cy="0"/>
          <a:chOff x="0" y="0"/>
          <a:chExt cx="0" cy="0"/>
        </a:xfrm>
      </p:grpSpPr>
      <p:sp>
        <p:nvSpPr>
          <p:cNvPr id="1909" name="Google Shape;1909;p9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0" name="Google Shape;1910;p94: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359807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1"/>
        <p:cNvGrpSpPr/>
        <p:nvPr/>
      </p:nvGrpSpPr>
      <p:grpSpPr>
        <a:xfrm>
          <a:off x="0" y="0"/>
          <a:ext cx="0" cy="0"/>
          <a:chOff x="0" y="0"/>
          <a:chExt cx="0" cy="0"/>
        </a:xfrm>
      </p:grpSpPr>
      <p:sp>
        <p:nvSpPr>
          <p:cNvPr id="1922" name="Google Shape;1922;p9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3" name="Google Shape;1923;p95: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49211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4"/>
        <p:cNvGrpSpPr/>
        <p:nvPr/>
      </p:nvGrpSpPr>
      <p:grpSpPr>
        <a:xfrm>
          <a:off x="0" y="0"/>
          <a:ext cx="0" cy="0"/>
          <a:chOff x="0" y="0"/>
          <a:chExt cx="0" cy="0"/>
        </a:xfrm>
      </p:grpSpPr>
      <p:sp>
        <p:nvSpPr>
          <p:cNvPr id="1935" name="Google Shape;1935;p9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6" name="Google Shape;1936;p9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749274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7"/>
        <p:cNvGrpSpPr/>
        <p:nvPr/>
      </p:nvGrpSpPr>
      <p:grpSpPr>
        <a:xfrm>
          <a:off x="0" y="0"/>
          <a:ext cx="0" cy="0"/>
          <a:chOff x="0" y="0"/>
          <a:chExt cx="0" cy="0"/>
        </a:xfrm>
      </p:grpSpPr>
      <p:sp>
        <p:nvSpPr>
          <p:cNvPr id="1948" name="Google Shape;1948;p9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9" name="Google Shape;1949;p97: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472742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0"/>
        <p:cNvGrpSpPr/>
        <p:nvPr/>
      </p:nvGrpSpPr>
      <p:grpSpPr>
        <a:xfrm>
          <a:off x="0" y="0"/>
          <a:ext cx="0" cy="0"/>
          <a:chOff x="0" y="0"/>
          <a:chExt cx="0" cy="0"/>
        </a:xfrm>
      </p:grpSpPr>
      <p:sp>
        <p:nvSpPr>
          <p:cNvPr id="1961" name="Google Shape;1961;p9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2" name="Google Shape;1962;p98: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609115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8"/>
        <p:cNvGrpSpPr/>
        <p:nvPr/>
      </p:nvGrpSpPr>
      <p:grpSpPr>
        <a:xfrm>
          <a:off x="0" y="0"/>
          <a:ext cx="0" cy="0"/>
          <a:chOff x="0" y="0"/>
          <a:chExt cx="0" cy="0"/>
        </a:xfrm>
      </p:grpSpPr>
      <p:sp>
        <p:nvSpPr>
          <p:cNvPr id="2009" name="Google Shape;2009;p9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0" name="Google Shape;2010;p99: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730021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7"/>
        <p:cNvGrpSpPr/>
        <p:nvPr/>
      </p:nvGrpSpPr>
      <p:grpSpPr>
        <a:xfrm>
          <a:off x="0" y="0"/>
          <a:ext cx="0" cy="0"/>
          <a:chOff x="0" y="0"/>
          <a:chExt cx="0" cy="0"/>
        </a:xfrm>
      </p:grpSpPr>
      <p:sp>
        <p:nvSpPr>
          <p:cNvPr id="2018" name="Google Shape;2018;p10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9" name="Google Shape;2019;p100: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136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2"/>
        <p:cNvGrpSpPr/>
        <p:nvPr/>
      </p:nvGrpSpPr>
      <p:grpSpPr>
        <a:xfrm>
          <a:off x="0" y="0"/>
          <a:ext cx="0" cy="0"/>
          <a:chOff x="0" y="0"/>
          <a:chExt cx="0" cy="0"/>
        </a:xfrm>
      </p:grpSpPr>
      <p:sp>
        <p:nvSpPr>
          <p:cNvPr id="13" name="Google Shape;13;p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2"/>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lvl1pPr marL="38100" lvl="0" indent="0">
              <a:lnSpc>
                <a:spcPct val="111666"/>
              </a:lnSpc>
              <a:spcBef>
                <a:spcPts val="0"/>
              </a:spcBef>
              <a:buNone/>
              <a:defRPr sz="600" b="0" i="0">
                <a:solidFill>
                  <a:schemeClr val="dk1"/>
                </a:solidFill>
                <a:latin typeface="Bookman Old Style"/>
                <a:ea typeface="Bookman Old Style"/>
                <a:cs typeface="Bookman Old Style"/>
                <a:sym typeface="Bookman Old Style"/>
              </a:defRPr>
            </a:lvl1pPr>
            <a:lvl2pPr marL="38100" lvl="1" indent="0">
              <a:lnSpc>
                <a:spcPct val="111666"/>
              </a:lnSpc>
              <a:spcBef>
                <a:spcPts val="0"/>
              </a:spcBef>
              <a:buNone/>
              <a:defRPr sz="600" b="0" i="0">
                <a:solidFill>
                  <a:schemeClr val="dk1"/>
                </a:solidFill>
                <a:latin typeface="Bookman Old Style"/>
                <a:ea typeface="Bookman Old Style"/>
                <a:cs typeface="Bookman Old Style"/>
                <a:sym typeface="Bookman Old Style"/>
              </a:defRPr>
            </a:lvl2pPr>
            <a:lvl3pPr marL="38100" lvl="2" indent="0">
              <a:lnSpc>
                <a:spcPct val="111666"/>
              </a:lnSpc>
              <a:spcBef>
                <a:spcPts val="0"/>
              </a:spcBef>
              <a:buNone/>
              <a:defRPr sz="600" b="0" i="0">
                <a:solidFill>
                  <a:schemeClr val="dk1"/>
                </a:solidFill>
                <a:latin typeface="Bookman Old Style"/>
                <a:ea typeface="Bookman Old Style"/>
                <a:cs typeface="Bookman Old Style"/>
                <a:sym typeface="Bookman Old Style"/>
              </a:defRPr>
            </a:lvl3pPr>
            <a:lvl4pPr marL="38100" lvl="3" indent="0">
              <a:lnSpc>
                <a:spcPct val="111666"/>
              </a:lnSpc>
              <a:spcBef>
                <a:spcPts val="0"/>
              </a:spcBef>
              <a:buNone/>
              <a:defRPr sz="600" b="0" i="0">
                <a:solidFill>
                  <a:schemeClr val="dk1"/>
                </a:solidFill>
                <a:latin typeface="Bookman Old Style"/>
                <a:ea typeface="Bookman Old Style"/>
                <a:cs typeface="Bookman Old Style"/>
                <a:sym typeface="Bookman Old Style"/>
              </a:defRPr>
            </a:lvl4pPr>
            <a:lvl5pPr marL="38100" lvl="4" indent="0">
              <a:lnSpc>
                <a:spcPct val="111666"/>
              </a:lnSpc>
              <a:spcBef>
                <a:spcPts val="0"/>
              </a:spcBef>
              <a:buNone/>
              <a:defRPr sz="600" b="0" i="0">
                <a:solidFill>
                  <a:schemeClr val="dk1"/>
                </a:solidFill>
                <a:latin typeface="Bookman Old Style"/>
                <a:ea typeface="Bookman Old Style"/>
                <a:cs typeface="Bookman Old Style"/>
                <a:sym typeface="Bookman Old Style"/>
              </a:defRPr>
            </a:lvl5pPr>
            <a:lvl6pPr marL="38100" lvl="5" indent="0">
              <a:lnSpc>
                <a:spcPct val="111666"/>
              </a:lnSpc>
              <a:spcBef>
                <a:spcPts val="0"/>
              </a:spcBef>
              <a:buNone/>
              <a:defRPr sz="600" b="0" i="0">
                <a:solidFill>
                  <a:schemeClr val="dk1"/>
                </a:solidFill>
                <a:latin typeface="Bookman Old Style"/>
                <a:ea typeface="Bookman Old Style"/>
                <a:cs typeface="Bookman Old Style"/>
                <a:sym typeface="Bookman Old Style"/>
              </a:defRPr>
            </a:lvl6pPr>
            <a:lvl7pPr marL="38100" lvl="6" indent="0">
              <a:lnSpc>
                <a:spcPct val="111666"/>
              </a:lnSpc>
              <a:spcBef>
                <a:spcPts val="0"/>
              </a:spcBef>
              <a:buNone/>
              <a:defRPr sz="600" b="0" i="0">
                <a:solidFill>
                  <a:schemeClr val="dk1"/>
                </a:solidFill>
                <a:latin typeface="Bookman Old Style"/>
                <a:ea typeface="Bookman Old Style"/>
                <a:cs typeface="Bookman Old Style"/>
                <a:sym typeface="Bookman Old Style"/>
              </a:defRPr>
            </a:lvl7pPr>
            <a:lvl8pPr marL="38100" lvl="7" indent="0">
              <a:lnSpc>
                <a:spcPct val="111666"/>
              </a:lnSpc>
              <a:spcBef>
                <a:spcPts val="0"/>
              </a:spcBef>
              <a:buNone/>
              <a:defRPr sz="600" b="0" i="0">
                <a:solidFill>
                  <a:schemeClr val="dk1"/>
                </a:solidFill>
                <a:latin typeface="Bookman Old Style"/>
                <a:ea typeface="Bookman Old Style"/>
                <a:cs typeface="Bookman Old Style"/>
                <a:sym typeface="Bookman Old Style"/>
              </a:defRPr>
            </a:lvl8pPr>
            <a:lvl9pPr marL="38100" lvl="8" indent="0">
              <a:lnSpc>
                <a:spcPct val="111666"/>
              </a:lnSpc>
              <a:spcBef>
                <a:spcPts val="0"/>
              </a:spcBef>
              <a:buNone/>
              <a:defRPr sz="600" b="0" i="0">
                <a:solidFill>
                  <a:schemeClr val="dk1"/>
                </a:solidFill>
                <a:latin typeface="Bookman Old Style"/>
                <a:ea typeface="Bookman Old Style"/>
                <a:cs typeface="Bookman Old Style"/>
                <a:sym typeface="Bookman Old Style"/>
              </a:defRPr>
            </a:lvl9pPr>
          </a:lstStyle>
          <a:p>
            <a:pPr marL="38100" lvl="0" indent="0" algn="l" rtl="0">
              <a:spcBef>
                <a:spcPts val="0"/>
              </a:spcBef>
              <a:spcAft>
                <a:spcPts val="0"/>
              </a:spcAft>
              <a:buNone/>
            </a:pPr>
            <a:fld id="{00000000-1234-1234-1234-123412341234}" type="slidenum">
              <a:rPr lang="en-US"/>
              <a:t>‹#›</a:t>
            </a:fld>
            <a:r>
              <a:rPr lang="en-US"/>
              <a:t> / 100</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95300" y="109545"/>
            <a:ext cx="550354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
          <p:cNvSpPr txBox="1">
            <a:spLocks noGrp="1"/>
          </p:cNvSpPr>
          <p:nvPr>
            <p:ph type="body" idx="1"/>
          </p:nvPr>
        </p:nvSpPr>
        <p:spPr>
          <a:xfrm>
            <a:off x="309194" y="1453179"/>
            <a:ext cx="2464435" cy="137350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1050" b="0" i="0">
                <a:solidFill>
                  <a:schemeClr val="dk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lvl1pPr marL="38100" lvl="0" indent="0">
              <a:lnSpc>
                <a:spcPct val="111666"/>
              </a:lnSpc>
              <a:spcBef>
                <a:spcPts val="0"/>
              </a:spcBef>
              <a:buNone/>
              <a:defRPr sz="600" b="0" i="0">
                <a:solidFill>
                  <a:schemeClr val="dk1"/>
                </a:solidFill>
                <a:latin typeface="Bookman Old Style"/>
                <a:ea typeface="Bookman Old Style"/>
                <a:cs typeface="Bookman Old Style"/>
                <a:sym typeface="Bookman Old Style"/>
              </a:defRPr>
            </a:lvl1pPr>
            <a:lvl2pPr marL="38100" lvl="1" indent="0">
              <a:lnSpc>
                <a:spcPct val="111666"/>
              </a:lnSpc>
              <a:spcBef>
                <a:spcPts val="0"/>
              </a:spcBef>
              <a:buNone/>
              <a:defRPr sz="600" b="0" i="0">
                <a:solidFill>
                  <a:schemeClr val="dk1"/>
                </a:solidFill>
                <a:latin typeface="Bookman Old Style"/>
                <a:ea typeface="Bookman Old Style"/>
                <a:cs typeface="Bookman Old Style"/>
                <a:sym typeface="Bookman Old Style"/>
              </a:defRPr>
            </a:lvl2pPr>
            <a:lvl3pPr marL="38100" lvl="2" indent="0">
              <a:lnSpc>
                <a:spcPct val="111666"/>
              </a:lnSpc>
              <a:spcBef>
                <a:spcPts val="0"/>
              </a:spcBef>
              <a:buNone/>
              <a:defRPr sz="600" b="0" i="0">
                <a:solidFill>
                  <a:schemeClr val="dk1"/>
                </a:solidFill>
                <a:latin typeface="Bookman Old Style"/>
                <a:ea typeface="Bookman Old Style"/>
                <a:cs typeface="Bookman Old Style"/>
                <a:sym typeface="Bookman Old Style"/>
              </a:defRPr>
            </a:lvl3pPr>
            <a:lvl4pPr marL="38100" lvl="3" indent="0">
              <a:lnSpc>
                <a:spcPct val="111666"/>
              </a:lnSpc>
              <a:spcBef>
                <a:spcPts val="0"/>
              </a:spcBef>
              <a:buNone/>
              <a:defRPr sz="600" b="0" i="0">
                <a:solidFill>
                  <a:schemeClr val="dk1"/>
                </a:solidFill>
                <a:latin typeface="Bookman Old Style"/>
                <a:ea typeface="Bookman Old Style"/>
                <a:cs typeface="Bookman Old Style"/>
                <a:sym typeface="Bookman Old Style"/>
              </a:defRPr>
            </a:lvl4pPr>
            <a:lvl5pPr marL="38100" lvl="4" indent="0">
              <a:lnSpc>
                <a:spcPct val="111666"/>
              </a:lnSpc>
              <a:spcBef>
                <a:spcPts val="0"/>
              </a:spcBef>
              <a:buNone/>
              <a:defRPr sz="600" b="0" i="0">
                <a:solidFill>
                  <a:schemeClr val="dk1"/>
                </a:solidFill>
                <a:latin typeface="Bookman Old Style"/>
                <a:ea typeface="Bookman Old Style"/>
                <a:cs typeface="Bookman Old Style"/>
                <a:sym typeface="Bookman Old Style"/>
              </a:defRPr>
            </a:lvl5pPr>
            <a:lvl6pPr marL="38100" lvl="5" indent="0">
              <a:lnSpc>
                <a:spcPct val="111666"/>
              </a:lnSpc>
              <a:spcBef>
                <a:spcPts val="0"/>
              </a:spcBef>
              <a:buNone/>
              <a:defRPr sz="600" b="0" i="0">
                <a:solidFill>
                  <a:schemeClr val="dk1"/>
                </a:solidFill>
                <a:latin typeface="Bookman Old Style"/>
                <a:ea typeface="Bookman Old Style"/>
                <a:cs typeface="Bookman Old Style"/>
                <a:sym typeface="Bookman Old Style"/>
              </a:defRPr>
            </a:lvl6pPr>
            <a:lvl7pPr marL="38100" lvl="6" indent="0">
              <a:lnSpc>
                <a:spcPct val="111666"/>
              </a:lnSpc>
              <a:spcBef>
                <a:spcPts val="0"/>
              </a:spcBef>
              <a:buNone/>
              <a:defRPr sz="600" b="0" i="0">
                <a:solidFill>
                  <a:schemeClr val="dk1"/>
                </a:solidFill>
                <a:latin typeface="Bookman Old Style"/>
                <a:ea typeface="Bookman Old Style"/>
                <a:cs typeface="Bookman Old Style"/>
                <a:sym typeface="Bookman Old Style"/>
              </a:defRPr>
            </a:lvl7pPr>
            <a:lvl8pPr marL="38100" lvl="7" indent="0">
              <a:lnSpc>
                <a:spcPct val="111666"/>
              </a:lnSpc>
              <a:spcBef>
                <a:spcPts val="0"/>
              </a:spcBef>
              <a:buNone/>
              <a:defRPr sz="600" b="0" i="0">
                <a:solidFill>
                  <a:schemeClr val="dk1"/>
                </a:solidFill>
                <a:latin typeface="Bookman Old Style"/>
                <a:ea typeface="Bookman Old Style"/>
                <a:cs typeface="Bookman Old Style"/>
                <a:sym typeface="Bookman Old Style"/>
              </a:defRPr>
            </a:lvl8pPr>
            <a:lvl9pPr marL="38100" lvl="8" indent="0">
              <a:lnSpc>
                <a:spcPct val="111666"/>
              </a:lnSpc>
              <a:spcBef>
                <a:spcPts val="0"/>
              </a:spcBef>
              <a:buNone/>
              <a:defRPr sz="600" b="0" i="0">
                <a:solidFill>
                  <a:schemeClr val="dk1"/>
                </a:solidFill>
                <a:latin typeface="Bookman Old Style"/>
                <a:ea typeface="Bookman Old Style"/>
                <a:cs typeface="Bookman Old Style"/>
                <a:sym typeface="Bookman Old Style"/>
              </a:defRPr>
            </a:lvl9pPr>
          </a:lstStyle>
          <a:p>
            <a:pPr marL="38100" lvl="0" indent="0" algn="l" rtl="0">
              <a:spcBef>
                <a:spcPts val="0"/>
              </a:spcBef>
              <a:spcAft>
                <a:spcPts val="0"/>
              </a:spcAft>
              <a:buNone/>
            </a:pPr>
            <a:fld id="{00000000-1234-1234-1234-123412341234}" type="slidenum">
              <a:rPr lang="en-US"/>
              <a:t>‹#›</a:t>
            </a:fld>
            <a:r>
              <a:rPr lang="en-US"/>
              <a:t> / 100</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2"/>
        <p:cNvGrpSpPr/>
        <p:nvPr/>
      </p:nvGrpSpPr>
      <p:grpSpPr>
        <a:xfrm>
          <a:off x="0" y="0"/>
          <a:ext cx="0" cy="0"/>
          <a:chOff x="0" y="0"/>
          <a:chExt cx="0" cy="0"/>
        </a:xfrm>
      </p:grpSpPr>
      <p:sp>
        <p:nvSpPr>
          <p:cNvPr id="23" name="Google Shape;23;p4"/>
          <p:cNvSpPr txBox="1">
            <a:spLocks noGrp="1"/>
          </p:cNvSpPr>
          <p:nvPr>
            <p:ph type="ctrTitle"/>
          </p:nvPr>
        </p:nvSpPr>
        <p:spPr>
          <a:xfrm>
            <a:off x="432435" y="1005903"/>
            <a:ext cx="4900930" cy="68141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
          <p:cNvSpPr txBox="1">
            <a:spLocks noGrp="1"/>
          </p:cNvSpPr>
          <p:nvPr>
            <p:ph type="subTitle" idx="1"/>
          </p:nvPr>
        </p:nvSpPr>
        <p:spPr>
          <a:xfrm>
            <a:off x="864870" y="1817116"/>
            <a:ext cx="4036060" cy="81121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050" b="0" i="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lvl1pPr marL="38100" lvl="0" indent="0">
              <a:lnSpc>
                <a:spcPct val="111666"/>
              </a:lnSpc>
              <a:spcBef>
                <a:spcPts val="0"/>
              </a:spcBef>
              <a:buNone/>
              <a:defRPr sz="600" b="0" i="0">
                <a:solidFill>
                  <a:schemeClr val="dk1"/>
                </a:solidFill>
                <a:latin typeface="Bookman Old Style"/>
                <a:ea typeface="Bookman Old Style"/>
                <a:cs typeface="Bookman Old Style"/>
                <a:sym typeface="Bookman Old Style"/>
              </a:defRPr>
            </a:lvl1pPr>
            <a:lvl2pPr marL="38100" lvl="1" indent="0">
              <a:lnSpc>
                <a:spcPct val="111666"/>
              </a:lnSpc>
              <a:spcBef>
                <a:spcPts val="0"/>
              </a:spcBef>
              <a:buNone/>
              <a:defRPr sz="600" b="0" i="0">
                <a:solidFill>
                  <a:schemeClr val="dk1"/>
                </a:solidFill>
                <a:latin typeface="Bookman Old Style"/>
                <a:ea typeface="Bookman Old Style"/>
                <a:cs typeface="Bookman Old Style"/>
                <a:sym typeface="Bookman Old Style"/>
              </a:defRPr>
            </a:lvl2pPr>
            <a:lvl3pPr marL="38100" lvl="2" indent="0">
              <a:lnSpc>
                <a:spcPct val="111666"/>
              </a:lnSpc>
              <a:spcBef>
                <a:spcPts val="0"/>
              </a:spcBef>
              <a:buNone/>
              <a:defRPr sz="600" b="0" i="0">
                <a:solidFill>
                  <a:schemeClr val="dk1"/>
                </a:solidFill>
                <a:latin typeface="Bookman Old Style"/>
                <a:ea typeface="Bookman Old Style"/>
                <a:cs typeface="Bookman Old Style"/>
                <a:sym typeface="Bookman Old Style"/>
              </a:defRPr>
            </a:lvl3pPr>
            <a:lvl4pPr marL="38100" lvl="3" indent="0">
              <a:lnSpc>
                <a:spcPct val="111666"/>
              </a:lnSpc>
              <a:spcBef>
                <a:spcPts val="0"/>
              </a:spcBef>
              <a:buNone/>
              <a:defRPr sz="600" b="0" i="0">
                <a:solidFill>
                  <a:schemeClr val="dk1"/>
                </a:solidFill>
                <a:latin typeface="Bookman Old Style"/>
                <a:ea typeface="Bookman Old Style"/>
                <a:cs typeface="Bookman Old Style"/>
                <a:sym typeface="Bookman Old Style"/>
              </a:defRPr>
            </a:lvl4pPr>
            <a:lvl5pPr marL="38100" lvl="4" indent="0">
              <a:lnSpc>
                <a:spcPct val="111666"/>
              </a:lnSpc>
              <a:spcBef>
                <a:spcPts val="0"/>
              </a:spcBef>
              <a:buNone/>
              <a:defRPr sz="600" b="0" i="0">
                <a:solidFill>
                  <a:schemeClr val="dk1"/>
                </a:solidFill>
                <a:latin typeface="Bookman Old Style"/>
                <a:ea typeface="Bookman Old Style"/>
                <a:cs typeface="Bookman Old Style"/>
                <a:sym typeface="Bookman Old Style"/>
              </a:defRPr>
            </a:lvl5pPr>
            <a:lvl6pPr marL="38100" lvl="5" indent="0">
              <a:lnSpc>
                <a:spcPct val="111666"/>
              </a:lnSpc>
              <a:spcBef>
                <a:spcPts val="0"/>
              </a:spcBef>
              <a:buNone/>
              <a:defRPr sz="600" b="0" i="0">
                <a:solidFill>
                  <a:schemeClr val="dk1"/>
                </a:solidFill>
                <a:latin typeface="Bookman Old Style"/>
                <a:ea typeface="Bookman Old Style"/>
                <a:cs typeface="Bookman Old Style"/>
                <a:sym typeface="Bookman Old Style"/>
              </a:defRPr>
            </a:lvl6pPr>
            <a:lvl7pPr marL="38100" lvl="6" indent="0">
              <a:lnSpc>
                <a:spcPct val="111666"/>
              </a:lnSpc>
              <a:spcBef>
                <a:spcPts val="0"/>
              </a:spcBef>
              <a:buNone/>
              <a:defRPr sz="600" b="0" i="0">
                <a:solidFill>
                  <a:schemeClr val="dk1"/>
                </a:solidFill>
                <a:latin typeface="Bookman Old Style"/>
                <a:ea typeface="Bookman Old Style"/>
                <a:cs typeface="Bookman Old Style"/>
                <a:sym typeface="Bookman Old Style"/>
              </a:defRPr>
            </a:lvl7pPr>
            <a:lvl8pPr marL="38100" lvl="7" indent="0">
              <a:lnSpc>
                <a:spcPct val="111666"/>
              </a:lnSpc>
              <a:spcBef>
                <a:spcPts val="0"/>
              </a:spcBef>
              <a:buNone/>
              <a:defRPr sz="600" b="0" i="0">
                <a:solidFill>
                  <a:schemeClr val="dk1"/>
                </a:solidFill>
                <a:latin typeface="Bookman Old Style"/>
                <a:ea typeface="Bookman Old Style"/>
                <a:cs typeface="Bookman Old Style"/>
                <a:sym typeface="Bookman Old Style"/>
              </a:defRPr>
            </a:lvl8pPr>
            <a:lvl9pPr marL="38100" lvl="8" indent="0">
              <a:lnSpc>
                <a:spcPct val="111666"/>
              </a:lnSpc>
              <a:spcBef>
                <a:spcPts val="0"/>
              </a:spcBef>
              <a:buNone/>
              <a:defRPr sz="600" b="0" i="0">
                <a:solidFill>
                  <a:schemeClr val="dk1"/>
                </a:solidFill>
                <a:latin typeface="Bookman Old Style"/>
                <a:ea typeface="Bookman Old Style"/>
                <a:cs typeface="Bookman Old Style"/>
                <a:sym typeface="Bookman Old Style"/>
              </a:defRPr>
            </a:lvl9pPr>
          </a:lstStyle>
          <a:p>
            <a:pPr marL="38100" lvl="0" indent="0" algn="l" rtl="0">
              <a:spcBef>
                <a:spcPts val="0"/>
              </a:spcBef>
              <a:spcAft>
                <a:spcPts val="0"/>
              </a:spcAft>
              <a:buNone/>
            </a:pPr>
            <a:fld id="{00000000-1234-1234-1234-123412341234}" type="slidenum">
              <a:rPr lang="en-US"/>
              <a:t>‹#›</a:t>
            </a:fld>
            <a:r>
              <a:rPr lang="en-US"/>
              <a:t> / 100</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95300" y="109545"/>
            <a:ext cx="550354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5"/>
          <p:cNvSpPr txBox="1">
            <a:spLocks noGrp="1"/>
          </p:cNvSpPr>
          <p:nvPr>
            <p:ph type="body" idx="1"/>
          </p:nvPr>
        </p:nvSpPr>
        <p:spPr>
          <a:xfrm>
            <a:off x="288290"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5"/>
          <p:cNvSpPr txBox="1">
            <a:spLocks noGrp="1"/>
          </p:cNvSpPr>
          <p:nvPr>
            <p:ph type="body" idx="2"/>
          </p:nvPr>
        </p:nvSpPr>
        <p:spPr>
          <a:xfrm>
            <a:off x="2969387"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lvl1pPr marL="38100" lvl="0" indent="0">
              <a:lnSpc>
                <a:spcPct val="111666"/>
              </a:lnSpc>
              <a:spcBef>
                <a:spcPts val="0"/>
              </a:spcBef>
              <a:buNone/>
              <a:defRPr sz="600" b="0" i="0">
                <a:solidFill>
                  <a:schemeClr val="dk1"/>
                </a:solidFill>
                <a:latin typeface="Bookman Old Style"/>
                <a:ea typeface="Bookman Old Style"/>
                <a:cs typeface="Bookman Old Style"/>
                <a:sym typeface="Bookman Old Style"/>
              </a:defRPr>
            </a:lvl1pPr>
            <a:lvl2pPr marL="38100" lvl="1" indent="0">
              <a:lnSpc>
                <a:spcPct val="111666"/>
              </a:lnSpc>
              <a:spcBef>
                <a:spcPts val="0"/>
              </a:spcBef>
              <a:buNone/>
              <a:defRPr sz="600" b="0" i="0">
                <a:solidFill>
                  <a:schemeClr val="dk1"/>
                </a:solidFill>
                <a:latin typeface="Bookman Old Style"/>
                <a:ea typeface="Bookman Old Style"/>
                <a:cs typeface="Bookman Old Style"/>
                <a:sym typeface="Bookman Old Style"/>
              </a:defRPr>
            </a:lvl2pPr>
            <a:lvl3pPr marL="38100" lvl="2" indent="0">
              <a:lnSpc>
                <a:spcPct val="111666"/>
              </a:lnSpc>
              <a:spcBef>
                <a:spcPts val="0"/>
              </a:spcBef>
              <a:buNone/>
              <a:defRPr sz="600" b="0" i="0">
                <a:solidFill>
                  <a:schemeClr val="dk1"/>
                </a:solidFill>
                <a:latin typeface="Bookman Old Style"/>
                <a:ea typeface="Bookman Old Style"/>
                <a:cs typeface="Bookman Old Style"/>
                <a:sym typeface="Bookman Old Style"/>
              </a:defRPr>
            </a:lvl3pPr>
            <a:lvl4pPr marL="38100" lvl="3" indent="0">
              <a:lnSpc>
                <a:spcPct val="111666"/>
              </a:lnSpc>
              <a:spcBef>
                <a:spcPts val="0"/>
              </a:spcBef>
              <a:buNone/>
              <a:defRPr sz="600" b="0" i="0">
                <a:solidFill>
                  <a:schemeClr val="dk1"/>
                </a:solidFill>
                <a:latin typeface="Bookman Old Style"/>
                <a:ea typeface="Bookman Old Style"/>
                <a:cs typeface="Bookman Old Style"/>
                <a:sym typeface="Bookman Old Style"/>
              </a:defRPr>
            </a:lvl4pPr>
            <a:lvl5pPr marL="38100" lvl="4" indent="0">
              <a:lnSpc>
                <a:spcPct val="111666"/>
              </a:lnSpc>
              <a:spcBef>
                <a:spcPts val="0"/>
              </a:spcBef>
              <a:buNone/>
              <a:defRPr sz="600" b="0" i="0">
                <a:solidFill>
                  <a:schemeClr val="dk1"/>
                </a:solidFill>
                <a:latin typeface="Bookman Old Style"/>
                <a:ea typeface="Bookman Old Style"/>
                <a:cs typeface="Bookman Old Style"/>
                <a:sym typeface="Bookman Old Style"/>
              </a:defRPr>
            </a:lvl5pPr>
            <a:lvl6pPr marL="38100" lvl="5" indent="0">
              <a:lnSpc>
                <a:spcPct val="111666"/>
              </a:lnSpc>
              <a:spcBef>
                <a:spcPts val="0"/>
              </a:spcBef>
              <a:buNone/>
              <a:defRPr sz="600" b="0" i="0">
                <a:solidFill>
                  <a:schemeClr val="dk1"/>
                </a:solidFill>
                <a:latin typeface="Bookman Old Style"/>
                <a:ea typeface="Bookman Old Style"/>
                <a:cs typeface="Bookman Old Style"/>
                <a:sym typeface="Bookman Old Style"/>
              </a:defRPr>
            </a:lvl6pPr>
            <a:lvl7pPr marL="38100" lvl="6" indent="0">
              <a:lnSpc>
                <a:spcPct val="111666"/>
              </a:lnSpc>
              <a:spcBef>
                <a:spcPts val="0"/>
              </a:spcBef>
              <a:buNone/>
              <a:defRPr sz="600" b="0" i="0">
                <a:solidFill>
                  <a:schemeClr val="dk1"/>
                </a:solidFill>
                <a:latin typeface="Bookman Old Style"/>
                <a:ea typeface="Bookman Old Style"/>
                <a:cs typeface="Bookman Old Style"/>
                <a:sym typeface="Bookman Old Style"/>
              </a:defRPr>
            </a:lvl7pPr>
            <a:lvl8pPr marL="38100" lvl="7" indent="0">
              <a:lnSpc>
                <a:spcPct val="111666"/>
              </a:lnSpc>
              <a:spcBef>
                <a:spcPts val="0"/>
              </a:spcBef>
              <a:buNone/>
              <a:defRPr sz="600" b="0" i="0">
                <a:solidFill>
                  <a:schemeClr val="dk1"/>
                </a:solidFill>
                <a:latin typeface="Bookman Old Style"/>
                <a:ea typeface="Bookman Old Style"/>
                <a:cs typeface="Bookman Old Style"/>
                <a:sym typeface="Bookman Old Style"/>
              </a:defRPr>
            </a:lvl8pPr>
            <a:lvl9pPr marL="38100" lvl="8" indent="0">
              <a:lnSpc>
                <a:spcPct val="111666"/>
              </a:lnSpc>
              <a:spcBef>
                <a:spcPts val="0"/>
              </a:spcBef>
              <a:buNone/>
              <a:defRPr sz="600" b="0" i="0">
                <a:solidFill>
                  <a:schemeClr val="dk1"/>
                </a:solidFill>
                <a:latin typeface="Bookman Old Style"/>
                <a:ea typeface="Bookman Old Style"/>
                <a:cs typeface="Bookman Old Style"/>
                <a:sym typeface="Bookman Old Style"/>
              </a:defRPr>
            </a:lvl9pPr>
          </a:lstStyle>
          <a:p>
            <a:pPr marL="38100" lvl="0" indent="0" algn="l" rtl="0">
              <a:spcBef>
                <a:spcPts val="0"/>
              </a:spcBef>
              <a:spcAft>
                <a:spcPts val="0"/>
              </a:spcAft>
              <a:buNone/>
            </a:pPr>
            <a:fld id="{00000000-1234-1234-1234-123412341234}" type="slidenum">
              <a:rPr lang="en-US"/>
              <a:t>‹#›</a:t>
            </a:fld>
            <a:r>
              <a:rPr lang="en-US"/>
              <a:t> / 100</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95300" y="109545"/>
            <a:ext cx="550354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lvl1pPr marL="38100" lvl="0" indent="0">
              <a:lnSpc>
                <a:spcPct val="111666"/>
              </a:lnSpc>
              <a:spcBef>
                <a:spcPts val="0"/>
              </a:spcBef>
              <a:buNone/>
              <a:defRPr sz="600" b="0" i="0">
                <a:solidFill>
                  <a:schemeClr val="dk1"/>
                </a:solidFill>
                <a:latin typeface="Bookman Old Style"/>
                <a:ea typeface="Bookman Old Style"/>
                <a:cs typeface="Bookman Old Style"/>
                <a:sym typeface="Bookman Old Style"/>
              </a:defRPr>
            </a:lvl1pPr>
            <a:lvl2pPr marL="38100" lvl="1" indent="0">
              <a:lnSpc>
                <a:spcPct val="111666"/>
              </a:lnSpc>
              <a:spcBef>
                <a:spcPts val="0"/>
              </a:spcBef>
              <a:buNone/>
              <a:defRPr sz="600" b="0" i="0">
                <a:solidFill>
                  <a:schemeClr val="dk1"/>
                </a:solidFill>
                <a:latin typeface="Bookman Old Style"/>
                <a:ea typeface="Bookman Old Style"/>
                <a:cs typeface="Bookman Old Style"/>
                <a:sym typeface="Bookman Old Style"/>
              </a:defRPr>
            </a:lvl2pPr>
            <a:lvl3pPr marL="38100" lvl="2" indent="0">
              <a:lnSpc>
                <a:spcPct val="111666"/>
              </a:lnSpc>
              <a:spcBef>
                <a:spcPts val="0"/>
              </a:spcBef>
              <a:buNone/>
              <a:defRPr sz="600" b="0" i="0">
                <a:solidFill>
                  <a:schemeClr val="dk1"/>
                </a:solidFill>
                <a:latin typeface="Bookman Old Style"/>
                <a:ea typeface="Bookman Old Style"/>
                <a:cs typeface="Bookman Old Style"/>
                <a:sym typeface="Bookman Old Style"/>
              </a:defRPr>
            </a:lvl3pPr>
            <a:lvl4pPr marL="38100" lvl="3" indent="0">
              <a:lnSpc>
                <a:spcPct val="111666"/>
              </a:lnSpc>
              <a:spcBef>
                <a:spcPts val="0"/>
              </a:spcBef>
              <a:buNone/>
              <a:defRPr sz="600" b="0" i="0">
                <a:solidFill>
                  <a:schemeClr val="dk1"/>
                </a:solidFill>
                <a:latin typeface="Bookman Old Style"/>
                <a:ea typeface="Bookman Old Style"/>
                <a:cs typeface="Bookman Old Style"/>
                <a:sym typeface="Bookman Old Style"/>
              </a:defRPr>
            </a:lvl4pPr>
            <a:lvl5pPr marL="38100" lvl="4" indent="0">
              <a:lnSpc>
                <a:spcPct val="111666"/>
              </a:lnSpc>
              <a:spcBef>
                <a:spcPts val="0"/>
              </a:spcBef>
              <a:buNone/>
              <a:defRPr sz="600" b="0" i="0">
                <a:solidFill>
                  <a:schemeClr val="dk1"/>
                </a:solidFill>
                <a:latin typeface="Bookman Old Style"/>
                <a:ea typeface="Bookman Old Style"/>
                <a:cs typeface="Bookman Old Style"/>
                <a:sym typeface="Bookman Old Style"/>
              </a:defRPr>
            </a:lvl5pPr>
            <a:lvl6pPr marL="38100" lvl="5" indent="0">
              <a:lnSpc>
                <a:spcPct val="111666"/>
              </a:lnSpc>
              <a:spcBef>
                <a:spcPts val="0"/>
              </a:spcBef>
              <a:buNone/>
              <a:defRPr sz="600" b="0" i="0">
                <a:solidFill>
                  <a:schemeClr val="dk1"/>
                </a:solidFill>
                <a:latin typeface="Bookman Old Style"/>
                <a:ea typeface="Bookman Old Style"/>
                <a:cs typeface="Bookman Old Style"/>
                <a:sym typeface="Bookman Old Style"/>
              </a:defRPr>
            </a:lvl6pPr>
            <a:lvl7pPr marL="38100" lvl="6" indent="0">
              <a:lnSpc>
                <a:spcPct val="111666"/>
              </a:lnSpc>
              <a:spcBef>
                <a:spcPts val="0"/>
              </a:spcBef>
              <a:buNone/>
              <a:defRPr sz="600" b="0" i="0">
                <a:solidFill>
                  <a:schemeClr val="dk1"/>
                </a:solidFill>
                <a:latin typeface="Bookman Old Style"/>
                <a:ea typeface="Bookman Old Style"/>
                <a:cs typeface="Bookman Old Style"/>
                <a:sym typeface="Bookman Old Style"/>
              </a:defRPr>
            </a:lvl7pPr>
            <a:lvl8pPr marL="38100" lvl="7" indent="0">
              <a:lnSpc>
                <a:spcPct val="111666"/>
              </a:lnSpc>
              <a:spcBef>
                <a:spcPts val="0"/>
              </a:spcBef>
              <a:buNone/>
              <a:defRPr sz="600" b="0" i="0">
                <a:solidFill>
                  <a:schemeClr val="dk1"/>
                </a:solidFill>
                <a:latin typeface="Bookman Old Style"/>
                <a:ea typeface="Bookman Old Style"/>
                <a:cs typeface="Bookman Old Style"/>
                <a:sym typeface="Bookman Old Style"/>
              </a:defRPr>
            </a:lvl8pPr>
            <a:lvl9pPr marL="38100" lvl="8" indent="0">
              <a:lnSpc>
                <a:spcPct val="111666"/>
              </a:lnSpc>
              <a:spcBef>
                <a:spcPts val="0"/>
              </a:spcBef>
              <a:buNone/>
              <a:defRPr sz="600" b="0" i="0">
                <a:solidFill>
                  <a:schemeClr val="dk1"/>
                </a:solidFill>
                <a:latin typeface="Bookman Old Style"/>
                <a:ea typeface="Bookman Old Style"/>
                <a:cs typeface="Bookman Old Style"/>
                <a:sym typeface="Bookman Old Style"/>
              </a:defRPr>
            </a:lvl9pPr>
          </a:lstStyle>
          <a:p>
            <a:pPr marL="38100" lvl="0" indent="0" algn="l" rtl="0">
              <a:spcBef>
                <a:spcPts val="0"/>
              </a:spcBef>
              <a:spcAft>
                <a:spcPts val="0"/>
              </a:spcAft>
              <a:buNone/>
            </a:pPr>
            <a:fld id="{00000000-1234-1234-1234-123412341234}" type="slidenum">
              <a:rPr lang="en-US"/>
              <a:t>‹#›</a:t>
            </a:fld>
            <a:r>
              <a:rPr lang="en-US"/>
              <a:t> / 100</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7">
            <a:alphaModFix/>
          </a:blip>
          <a:srcRect/>
          <a:stretch/>
        </p:blipFill>
        <p:spPr>
          <a:xfrm>
            <a:off x="126" y="80250"/>
            <a:ext cx="5759866" cy="3159748"/>
          </a:xfrm>
          <a:prstGeom prst="rect">
            <a:avLst/>
          </a:prstGeom>
          <a:noFill/>
          <a:ln>
            <a:noFill/>
          </a:ln>
        </p:spPr>
      </p:pic>
      <p:sp>
        <p:nvSpPr>
          <p:cNvPr id="7" name="Google Shape;7;p1"/>
          <p:cNvSpPr txBox="1">
            <a:spLocks noGrp="1"/>
          </p:cNvSpPr>
          <p:nvPr>
            <p:ph type="title"/>
          </p:nvPr>
        </p:nvSpPr>
        <p:spPr>
          <a:xfrm>
            <a:off x="95300" y="109545"/>
            <a:ext cx="5503545" cy="28829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700" b="0" i="0" u="none" strike="noStrike" cap="none">
                <a:solidFill>
                  <a:srgbClr val="1B147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
          <p:cNvSpPr txBox="1">
            <a:spLocks noGrp="1"/>
          </p:cNvSpPr>
          <p:nvPr>
            <p:ph type="body" idx="1"/>
          </p:nvPr>
        </p:nvSpPr>
        <p:spPr>
          <a:xfrm>
            <a:off x="309194" y="1453179"/>
            <a:ext cx="2464435" cy="137350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05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1"/>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lvl1pPr marL="38100" lvl="0" indent="0">
              <a:lnSpc>
                <a:spcPct val="111666"/>
              </a:lnSpc>
              <a:spcBef>
                <a:spcPts val="0"/>
              </a:spcBef>
              <a:buNone/>
              <a:defRPr sz="600" b="0" i="0">
                <a:solidFill>
                  <a:schemeClr val="dk1"/>
                </a:solidFill>
                <a:latin typeface="Bookman Old Style"/>
                <a:ea typeface="Bookman Old Style"/>
                <a:cs typeface="Bookman Old Style"/>
                <a:sym typeface="Bookman Old Style"/>
              </a:defRPr>
            </a:lvl1pPr>
            <a:lvl2pPr marL="38100" lvl="1" indent="0">
              <a:lnSpc>
                <a:spcPct val="111666"/>
              </a:lnSpc>
              <a:spcBef>
                <a:spcPts val="0"/>
              </a:spcBef>
              <a:buNone/>
              <a:defRPr sz="600" b="0" i="0">
                <a:solidFill>
                  <a:schemeClr val="dk1"/>
                </a:solidFill>
                <a:latin typeface="Bookman Old Style"/>
                <a:ea typeface="Bookman Old Style"/>
                <a:cs typeface="Bookman Old Style"/>
                <a:sym typeface="Bookman Old Style"/>
              </a:defRPr>
            </a:lvl2pPr>
            <a:lvl3pPr marL="38100" lvl="2" indent="0">
              <a:lnSpc>
                <a:spcPct val="111666"/>
              </a:lnSpc>
              <a:spcBef>
                <a:spcPts val="0"/>
              </a:spcBef>
              <a:buNone/>
              <a:defRPr sz="600" b="0" i="0">
                <a:solidFill>
                  <a:schemeClr val="dk1"/>
                </a:solidFill>
                <a:latin typeface="Bookman Old Style"/>
                <a:ea typeface="Bookman Old Style"/>
                <a:cs typeface="Bookman Old Style"/>
                <a:sym typeface="Bookman Old Style"/>
              </a:defRPr>
            </a:lvl3pPr>
            <a:lvl4pPr marL="38100" lvl="3" indent="0">
              <a:lnSpc>
                <a:spcPct val="111666"/>
              </a:lnSpc>
              <a:spcBef>
                <a:spcPts val="0"/>
              </a:spcBef>
              <a:buNone/>
              <a:defRPr sz="600" b="0" i="0">
                <a:solidFill>
                  <a:schemeClr val="dk1"/>
                </a:solidFill>
                <a:latin typeface="Bookman Old Style"/>
                <a:ea typeface="Bookman Old Style"/>
                <a:cs typeface="Bookman Old Style"/>
                <a:sym typeface="Bookman Old Style"/>
              </a:defRPr>
            </a:lvl4pPr>
            <a:lvl5pPr marL="38100" lvl="4" indent="0">
              <a:lnSpc>
                <a:spcPct val="111666"/>
              </a:lnSpc>
              <a:spcBef>
                <a:spcPts val="0"/>
              </a:spcBef>
              <a:buNone/>
              <a:defRPr sz="600" b="0" i="0">
                <a:solidFill>
                  <a:schemeClr val="dk1"/>
                </a:solidFill>
                <a:latin typeface="Bookman Old Style"/>
                <a:ea typeface="Bookman Old Style"/>
                <a:cs typeface="Bookman Old Style"/>
                <a:sym typeface="Bookman Old Style"/>
              </a:defRPr>
            </a:lvl5pPr>
            <a:lvl6pPr marL="38100" lvl="5" indent="0">
              <a:lnSpc>
                <a:spcPct val="111666"/>
              </a:lnSpc>
              <a:spcBef>
                <a:spcPts val="0"/>
              </a:spcBef>
              <a:buNone/>
              <a:defRPr sz="600" b="0" i="0">
                <a:solidFill>
                  <a:schemeClr val="dk1"/>
                </a:solidFill>
                <a:latin typeface="Bookman Old Style"/>
                <a:ea typeface="Bookman Old Style"/>
                <a:cs typeface="Bookman Old Style"/>
                <a:sym typeface="Bookman Old Style"/>
              </a:defRPr>
            </a:lvl6pPr>
            <a:lvl7pPr marL="38100" lvl="6" indent="0">
              <a:lnSpc>
                <a:spcPct val="111666"/>
              </a:lnSpc>
              <a:spcBef>
                <a:spcPts val="0"/>
              </a:spcBef>
              <a:buNone/>
              <a:defRPr sz="600" b="0" i="0">
                <a:solidFill>
                  <a:schemeClr val="dk1"/>
                </a:solidFill>
                <a:latin typeface="Bookman Old Style"/>
                <a:ea typeface="Bookman Old Style"/>
                <a:cs typeface="Bookman Old Style"/>
                <a:sym typeface="Bookman Old Style"/>
              </a:defRPr>
            </a:lvl7pPr>
            <a:lvl8pPr marL="38100" lvl="7" indent="0">
              <a:lnSpc>
                <a:spcPct val="111666"/>
              </a:lnSpc>
              <a:spcBef>
                <a:spcPts val="0"/>
              </a:spcBef>
              <a:buNone/>
              <a:defRPr sz="600" b="0" i="0">
                <a:solidFill>
                  <a:schemeClr val="dk1"/>
                </a:solidFill>
                <a:latin typeface="Bookman Old Style"/>
                <a:ea typeface="Bookman Old Style"/>
                <a:cs typeface="Bookman Old Style"/>
                <a:sym typeface="Bookman Old Style"/>
              </a:defRPr>
            </a:lvl8pPr>
            <a:lvl9pPr marL="38100" lvl="8" indent="0">
              <a:lnSpc>
                <a:spcPct val="111666"/>
              </a:lnSpc>
              <a:spcBef>
                <a:spcPts val="0"/>
              </a:spcBef>
              <a:buNone/>
              <a:defRPr sz="600" b="0" i="0">
                <a:solidFill>
                  <a:schemeClr val="dk1"/>
                </a:solidFill>
                <a:latin typeface="Bookman Old Style"/>
                <a:ea typeface="Bookman Old Style"/>
                <a:cs typeface="Bookman Old Style"/>
                <a:sym typeface="Bookman Old Style"/>
              </a:defRPr>
            </a:lvl9pPr>
          </a:lstStyle>
          <a:p>
            <a:pPr marL="38100" lvl="0" indent="0" algn="l" rtl="0">
              <a:spcBef>
                <a:spcPts val="0"/>
              </a:spcBef>
              <a:spcAft>
                <a:spcPts val="0"/>
              </a:spcAft>
              <a:buNone/>
            </a:pPr>
            <a:fld id="{00000000-1234-1234-1234-123412341234}" type="slidenum">
              <a:rPr lang="en-US"/>
              <a:t>‹#›</a:t>
            </a:fld>
            <a:r>
              <a:rPr lang="en-US"/>
              <a:t> / 100</a:t>
            </a:r>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3.xml"/><Relationship Id="rId16" Type="http://schemas.openxmlformats.org/officeDocument/2006/relationships/image" Target="../media/image16.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hyperlink" Target="http://ppt/slides/ppt/slides/slide1.xm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hyperlink" Target="http://ppt/slides/ppt/slides/slide1.x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hyperlink" Target="http://ppt/slides/ppt/slides/slide1.xml" TargetMode="External"/><Relationship Id="rId4" Type="http://schemas.openxmlformats.org/officeDocument/2006/relationships/image" Target="../media/image31.png"/><Relationship Id="rId9" Type="http://schemas.openxmlformats.org/officeDocument/2006/relationships/image" Target="../media/image36.png"/></Relationships>
</file>

<file path=ppt/slides/_rels/slide7.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7.png"/><Relationship Id="rId21" Type="http://schemas.openxmlformats.org/officeDocument/2006/relationships/hyperlink" Target="http://ppt/slides/ppt/slides/slide30.xml" TargetMode="External"/><Relationship Id="rId7" Type="http://schemas.openxmlformats.org/officeDocument/2006/relationships/image" Target="../media/image41.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7.xml"/><Relationship Id="rId16" Type="http://schemas.openxmlformats.org/officeDocument/2006/relationships/image" Target="../media/image16.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39.png"/><Relationship Id="rId15" Type="http://schemas.openxmlformats.org/officeDocument/2006/relationships/image" Target="../media/image15.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38.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ppt/slides/ppt/slides/slide1.xml" TargetMode="External"/><Relationship Id="rId5" Type="http://schemas.openxmlformats.org/officeDocument/2006/relationships/image" Target="../media/image46.png"/><Relationship Id="rId4" Type="http://schemas.openxmlformats.org/officeDocument/2006/relationships/image" Target="../media/image45.png"/></Relationships>
</file>

<file path=ppt/slides/_rels/slide10.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11.xml"/><Relationship Id="rId16" Type="http://schemas.openxmlformats.org/officeDocument/2006/relationships/image" Target="../media/image50.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39.png"/><Relationship Id="rId15" Type="http://schemas.openxmlformats.org/officeDocument/2006/relationships/image" Target="../media/image49.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38.png"/><Relationship Id="rId9" Type="http://schemas.openxmlformats.org/officeDocument/2006/relationships/image" Target="../media/image48.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13.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hyperlink" Target="http://ppt/slides/ppt/slides/slide1.xml" TargetMode="External"/><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15.xml"/><Relationship Id="rId16" Type="http://schemas.openxmlformats.org/officeDocument/2006/relationships/image" Target="../media/image50.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49.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38.png"/><Relationship Id="rId9" Type="http://schemas.openxmlformats.org/officeDocument/2006/relationships/image" Target="../media/image48.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hyperlink" Target="http://ppt/slides/ppt/slides/slide1.xml"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17.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1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19.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20.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21.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2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23.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hyperlink" Target="http://ppt/slides/ppt/slides/slide1.xml"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24.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2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ppt/slides/ppt/slides/slide1.xml" TargetMode="External"/><Relationship Id="rId5" Type="http://schemas.openxmlformats.org/officeDocument/2006/relationships/image" Target="../media/image77.png"/><Relationship Id="rId4" Type="http://schemas.openxmlformats.org/officeDocument/2006/relationships/image" Target="../media/image76.png"/></Relationships>
</file>

<file path=ppt/slides/_rels/slide2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2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hyperlink" Target="http://ppt/slides/ppt/slides/slide1.xml" TargetMode="External"/><Relationship Id="rId5" Type="http://schemas.openxmlformats.org/officeDocument/2006/relationships/image" Target="../media/image82.png"/><Relationship Id="rId4" Type="http://schemas.openxmlformats.org/officeDocument/2006/relationships/image" Target="../media/image81.png"/></Relationships>
</file>

<file path=ppt/slides/_rels/slide29.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12" Type="http://schemas.openxmlformats.org/officeDocument/2006/relationships/hyperlink" Target="http://ppt/slides/ppt/slides/slide1.xml"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5.png"/><Relationship Id="rId10" Type="http://schemas.openxmlformats.org/officeDocument/2006/relationships/image" Target="../media/image90.png"/><Relationship Id="rId4" Type="http://schemas.openxmlformats.org/officeDocument/2006/relationships/image" Target="../media/image84.png"/><Relationship Id="rId9" Type="http://schemas.openxmlformats.org/officeDocument/2006/relationships/image" Target="../media/image89.png"/></Relationships>
</file>

<file path=ppt/slides/_rels/slide3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png"/><Relationship Id="rId21" Type="http://schemas.openxmlformats.org/officeDocument/2006/relationships/hyperlink" Target="http://ppt/slides/ppt/slides/slide30.xml" TargetMode="External"/><Relationship Id="rId7" Type="http://schemas.openxmlformats.org/officeDocument/2006/relationships/image" Target="../media/image41.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30.xml"/><Relationship Id="rId16" Type="http://schemas.openxmlformats.org/officeDocument/2006/relationships/image" Target="../media/image50.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49.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38.png"/><Relationship Id="rId9" Type="http://schemas.openxmlformats.org/officeDocument/2006/relationships/image" Target="../media/image48.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3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33.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34.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35.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36.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37.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37.xml"/><Relationship Id="rId16" Type="http://schemas.openxmlformats.org/officeDocument/2006/relationships/image" Target="../media/image50.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49.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38.png"/><Relationship Id="rId9" Type="http://schemas.openxmlformats.org/officeDocument/2006/relationships/image" Target="../media/image48.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38.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 Id="rId9" Type="http://schemas.openxmlformats.org/officeDocument/2006/relationships/hyperlink" Target="http://ppt/slides/ppt/slides/slide1.xml"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104.png"/><Relationship Id="rId7" Type="http://schemas.openxmlformats.org/officeDocument/2006/relationships/hyperlink" Target="http://ppt/slides/ppt/slides/slide1.xml"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40.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8.png"/><Relationship Id="rId7" Type="http://schemas.openxmlformats.org/officeDocument/2006/relationships/image" Target="../media/image111.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hyperlink" Target="http://ppt/slides/ppt/slides/slide1.xml" TargetMode="External"/><Relationship Id="rId5" Type="http://schemas.openxmlformats.org/officeDocument/2006/relationships/image" Target="../media/image110.png"/><Relationship Id="rId10" Type="http://schemas.openxmlformats.org/officeDocument/2006/relationships/image" Target="../media/image113.png"/><Relationship Id="rId4" Type="http://schemas.openxmlformats.org/officeDocument/2006/relationships/image" Target="../media/image109.png"/><Relationship Id="rId9" Type="http://schemas.openxmlformats.org/officeDocument/2006/relationships/image" Target="../media/image90.png"/></Relationships>
</file>

<file path=ppt/slides/_rels/slide43.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14.png"/></Relationships>
</file>

<file path=ppt/slides/_rels/slide44.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15.png"/></Relationships>
</file>

<file path=ppt/slides/_rels/slide45.xml.rels><?xml version="1.0" encoding="UTF-8" standalone="yes"?>
<Relationships xmlns="http://schemas.openxmlformats.org/package/2006/relationships"><Relationship Id="rId8" Type="http://schemas.openxmlformats.org/officeDocument/2006/relationships/hyperlink" Target="http://ppt/slides/ppt/slides/slide1.xml" TargetMode="External"/><Relationship Id="rId3" Type="http://schemas.openxmlformats.org/officeDocument/2006/relationships/image" Target="../media/image116.png"/><Relationship Id="rId7" Type="http://schemas.openxmlformats.org/officeDocument/2006/relationships/image" Target="../media/image120.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s>
</file>

<file path=ppt/slides/_rels/slide4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24.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7.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3.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46.xml"/><Relationship Id="rId16" Type="http://schemas.openxmlformats.org/officeDocument/2006/relationships/image" Target="../media/image16.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22.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21.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48.png"/><Relationship Id="rId14" Type="http://schemas.openxmlformats.org/officeDocument/2006/relationships/image" Target="../media/image125.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26.png"/></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hyperlink" Target="http://ppt/slides/ppt/slides/slide1.xml"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hyperlink" Target="http://ppt/slides/ppt/slides/slide1.xml" TargetMode="External"/><Relationship Id="rId5" Type="http://schemas.openxmlformats.org/officeDocument/2006/relationships/image" Target="../media/image129.png"/><Relationship Id="rId4" Type="http://schemas.openxmlformats.org/officeDocument/2006/relationships/image" Target="../media/image128.png"/></Relationships>
</file>

<file path=ppt/slides/_rels/slide5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50.xml"/><Relationship Id="rId16" Type="http://schemas.openxmlformats.org/officeDocument/2006/relationships/image" Target="../media/image50.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49.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21.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38.png"/><Relationship Id="rId9" Type="http://schemas.openxmlformats.org/officeDocument/2006/relationships/image" Target="../media/image48.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51.xml.rels><?xml version="1.0" encoding="UTF-8" standalone="yes"?>
<Relationships xmlns="http://schemas.openxmlformats.org/package/2006/relationships"><Relationship Id="rId8" Type="http://schemas.openxmlformats.org/officeDocument/2006/relationships/hyperlink" Target="http://ppt/slides/ppt/slides/slide1.xml" TargetMode="External"/><Relationship Id="rId3" Type="http://schemas.openxmlformats.org/officeDocument/2006/relationships/image" Target="../media/image130.png"/><Relationship Id="rId7" Type="http://schemas.openxmlformats.org/officeDocument/2006/relationships/image" Target="../media/image134.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5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135.png"/></Relationships>
</file>

<file path=ppt/slides/_rels/slide53.xml.rels><?xml version="1.0" encoding="UTF-8" standalone="yes"?>
<Relationships xmlns="http://schemas.openxmlformats.org/package/2006/relationships"><Relationship Id="rId3" Type="http://schemas.openxmlformats.org/officeDocument/2006/relationships/image" Target="../media/image136.png"/><Relationship Id="rId7" Type="http://schemas.openxmlformats.org/officeDocument/2006/relationships/hyperlink" Target="http://ppt/slides/ppt/slides/slide1.xml" TargetMode="External"/><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38.png"/><Relationship Id="rId5" Type="http://schemas.openxmlformats.org/officeDocument/2006/relationships/image" Target="../media/image137.png"/><Relationship Id="rId4" Type="http://schemas.openxmlformats.org/officeDocument/2006/relationships/image" Target="../media/image70.png"/></Relationships>
</file>

<file path=ppt/slides/_rels/slide54.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139.png"/></Relationships>
</file>

<file path=ppt/slides/_rels/slide55.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140.png"/></Relationships>
</file>

<file path=ppt/slides/_rels/slide56.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141.png"/></Relationships>
</file>

<file path=ppt/slides/_rels/slide57.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142.png"/></Relationships>
</file>

<file path=ppt/slides/_rels/slide5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143.png"/></Relationships>
</file>

<file path=ppt/slides/_rels/slide59.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144.png"/></Relationships>
</file>

<file path=ppt/slides/_rels/slide60.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145.png"/></Relationships>
</file>

<file path=ppt/slides/_rels/slide61.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146.png"/></Relationships>
</file>

<file path=ppt/slides/_rels/slide6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147.png"/></Relationships>
</file>

<file path=ppt/slides/_rels/slide63.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148.png"/></Relationships>
</file>

<file path=ppt/slides/_rels/slide6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11.xml" TargetMode="External"/><Relationship Id="rId26" Type="http://schemas.openxmlformats.org/officeDocument/2006/relationships/hyperlink" Target="http://ppt/slides/ppt/slides/slide80.xml" TargetMode="External"/><Relationship Id="rId3" Type="http://schemas.openxmlformats.org/officeDocument/2006/relationships/image" Target="../media/image3.png"/><Relationship Id="rId21" Type="http://schemas.openxmlformats.org/officeDocument/2006/relationships/hyperlink" Target="http://ppt/slides/ppt/slides/slide37.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7.xml" TargetMode="External"/><Relationship Id="rId25" Type="http://schemas.openxmlformats.org/officeDocument/2006/relationships/hyperlink" Target="http://ppt/slides/ppt/slides/slide72.xml" TargetMode="External"/><Relationship Id="rId2" Type="http://schemas.openxmlformats.org/officeDocument/2006/relationships/notesSlide" Target="../notesSlides/notesSlide64.xml"/><Relationship Id="rId16" Type="http://schemas.openxmlformats.org/officeDocument/2006/relationships/hyperlink" Target="http://ppt/slides/ppt/slides/slide3.xml" TargetMode="External"/><Relationship Id="rId20" Type="http://schemas.openxmlformats.org/officeDocument/2006/relationships/hyperlink" Target="http://ppt/slides/ppt/slides/slide30.xml" TargetMode="External"/><Relationship Id="rId29"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22.png"/><Relationship Id="rId24" Type="http://schemas.openxmlformats.org/officeDocument/2006/relationships/hyperlink" Target="http://ppt/slides/ppt/slides/slide64.xml" TargetMode="External"/><Relationship Id="rId5" Type="http://schemas.openxmlformats.org/officeDocument/2006/relationships/image" Target="../media/image5.png"/><Relationship Id="rId15" Type="http://schemas.openxmlformats.org/officeDocument/2006/relationships/image" Target="../media/image49.png"/><Relationship Id="rId23" Type="http://schemas.openxmlformats.org/officeDocument/2006/relationships/hyperlink" Target="http://ppt/slides/ppt/slides/slide50.xml" TargetMode="External"/><Relationship Id="rId28" Type="http://schemas.openxmlformats.org/officeDocument/2006/relationships/hyperlink" Target="http://ppt/slides/ppt/slides/slide90.xml" TargetMode="External"/><Relationship Id="rId10" Type="http://schemas.openxmlformats.org/officeDocument/2006/relationships/image" Target="../media/image10.png"/><Relationship Id="rId19" Type="http://schemas.openxmlformats.org/officeDocument/2006/relationships/hyperlink" Target="http://ppt/slides/ppt/slides/slide15.xml" TargetMode="External"/><Relationship Id="rId31" Type="http://schemas.openxmlformats.org/officeDocument/2006/relationships/hyperlink" Target="http://ppt/slides/ppt/slides/slide1.xml" TargetMode="External"/><Relationship Id="rId4" Type="http://schemas.openxmlformats.org/officeDocument/2006/relationships/image" Target="../media/image38.png"/><Relationship Id="rId9" Type="http://schemas.openxmlformats.org/officeDocument/2006/relationships/image" Target="../media/image48.png"/><Relationship Id="rId14" Type="http://schemas.openxmlformats.org/officeDocument/2006/relationships/image" Target="../media/image14.png"/><Relationship Id="rId22" Type="http://schemas.openxmlformats.org/officeDocument/2006/relationships/hyperlink" Target="http://ppt/slides/ppt/slides/slide46.xml" TargetMode="External"/><Relationship Id="rId27" Type="http://schemas.openxmlformats.org/officeDocument/2006/relationships/hyperlink" Target="http://ppt/slides/ppt/slides/slide83.xml" TargetMode="External"/><Relationship Id="rId30" Type="http://schemas.openxmlformats.org/officeDocument/2006/relationships/hyperlink" Target="http://ppt/slides/ppt/slides/slide93.xml" TargetMode="External"/></Relationships>
</file>

<file path=ppt/slides/_rels/slide65.xml.rels><?xml version="1.0" encoding="UTF-8" standalone="yes"?>
<Relationships xmlns="http://schemas.openxmlformats.org/package/2006/relationships"><Relationship Id="rId8" Type="http://schemas.openxmlformats.org/officeDocument/2006/relationships/image" Target="../media/image154.png"/><Relationship Id="rId3" Type="http://schemas.openxmlformats.org/officeDocument/2006/relationships/image" Target="../media/image149.png"/><Relationship Id="rId7" Type="http://schemas.openxmlformats.org/officeDocument/2006/relationships/image" Target="../media/image153.pn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152.png"/><Relationship Id="rId11" Type="http://schemas.openxmlformats.org/officeDocument/2006/relationships/hyperlink" Target="http://ppt/slides/ppt/slides/slide1.xml" TargetMode="External"/><Relationship Id="rId5" Type="http://schemas.openxmlformats.org/officeDocument/2006/relationships/image" Target="../media/image151.png"/><Relationship Id="rId10" Type="http://schemas.openxmlformats.org/officeDocument/2006/relationships/image" Target="../media/image156.png"/><Relationship Id="rId4" Type="http://schemas.openxmlformats.org/officeDocument/2006/relationships/image" Target="../media/image150.png"/><Relationship Id="rId9" Type="http://schemas.openxmlformats.org/officeDocument/2006/relationships/image" Target="../media/image155.png"/></Relationships>
</file>

<file path=ppt/slides/_rels/slide66.xml.rels><?xml version="1.0" encoding="UTF-8" standalone="yes"?>
<Relationships xmlns="http://schemas.openxmlformats.org/package/2006/relationships"><Relationship Id="rId3" Type="http://schemas.openxmlformats.org/officeDocument/2006/relationships/image" Target="../media/image157.png"/><Relationship Id="rId7" Type="http://schemas.openxmlformats.org/officeDocument/2006/relationships/hyperlink" Target="http://ppt/slides/ppt/slides/slide1.xml" TargetMode="External"/><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160.png"/><Relationship Id="rId5" Type="http://schemas.openxmlformats.org/officeDocument/2006/relationships/image" Target="../media/image159.png"/><Relationship Id="rId4" Type="http://schemas.openxmlformats.org/officeDocument/2006/relationships/image" Target="../media/image158.png"/></Relationships>
</file>

<file path=ppt/slides/_rels/slide67.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161.png"/></Relationships>
</file>

<file path=ppt/slides/_rels/slide6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162.png"/></Relationships>
</file>

<file path=ppt/slides/_rels/slide69.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163.png"/></Relationships>
</file>

<file path=ppt/slides/_rels/slide70.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164.png"/></Relationships>
</file>

<file path=ppt/slides/_rels/slide71.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175.png"/><Relationship Id="rId18" Type="http://schemas.openxmlformats.org/officeDocument/2006/relationships/image" Target="../media/image180.png"/><Relationship Id="rId3" Type="http://schemas.openxmlformats.org/officeDocument/2006/relationships/image" Target="../media/image165.png"/><Relationship Id="rId21" Type="http://schemas.openxmlformats.org/officeDocument/2006/relationships/hyperlink" Target="http://ppt/slides/ppt/slides/slide1.xml" TargetMode="External"/><Relationship Id="rId7" Type="http://schemas.openxmlformats.org/officeDocument/2006/relationships/image" Target="../media/image169.png"/><Relationship Id="rId12" Type="http://schemas.openxmlformats.org/officeDocument/2006/relationships/image" Target="../media/image174.png"/><Relationship Id="rId17" Type="http://schemas.openxmlformats.org/officeDocument/2006/relationships/image" Target="../media/image179.png"/><Relationship Id="rId2" Type="http://schemas.openxmlformats.org/officeDocument/2006/relationships/notesSlide" Target="../notesSlides/notesSlide71.xml"/><Relationship Id="rId16" Type="http://schemas.openxmlformats.org/officeDocument/2006/relationships/image" Target="../media/image178.png"/><Relationship Id="rId20" Type="http://schemas.openxmlformats.org/officeDocument/2006/relationships/image" Target="../media/image182.png"/><Relationship Id="rId1" Type="http://schemas.openxmlformats.org/officeDocument/2006/relationships/slideLayout" Target="../slideLayouts/slideLayout1.xml"/><Relationship Id="rId6" Type="http://schemas.openxmlformats.org/officeDocument/2006/relationships/image" Target="../media/image168.png"/><Relationship Id="rId11" Type="http://schemas.openxmlformats.org/officeDocument/2006/relationships/image" Target="../media/image173.png"/><Relationship Id="rId5" Type="http://schemas.openxmlformats.org/officeDocument/2006/relationships/image" Target="../media/image167.png"/><Relationship Id="rId15" Type="http://schemas.openxmlformats.org/officeDocument/2006/relationships/image" Target="../media/image177.png"/><Relationship Id="rId10" Type="http://schemas.openxmlformats.org/officeDocument/2006/relationships/image" Target="../media/image172.png"/><Relationship Id="rId19" Type="http://schemas.openxmlformats.org/officeDocument/2006/relationships/image" Target="../media/image181.png"/><Relationship Id="rId4" Type="http://schemas.openxmlformats.org/officeDocument/2006/relationships/image" Target="../media/image166.png"/><Relationship Id="rId9" Type="http://schemas.openxmlformats.org/officeDocument/2006/relationships/image" Target="../media/image171.png"/><Relationship Id="rId14" Type="http://schemas.openxmlformats.org/officeDocument/2006/relationships/image" Target="../media/image176.png"/></Relationships>
</file>

<file path=ppt/slides/_rels/slide7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3.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72.xml"/><Relationship Id="rId16" Type="http://schemas.openxmlformats.org/officeDocument/2006/relationships/image" Target="../media/image50.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49.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38.png"/><Relationship Id="rId9" Type="http://schemas.openxmlformats.org/officeDocument/2006/relationships/image" Target="../media/image48.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73.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183.png"/></Relationships>
</file>

<file path=ppt/slides/_rels/slide74.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184.png"/></Relationships>
</file>

<file path=ppt/slides/_rels/slide75.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185.png"/></Relationships>
</file>

<file path=ppt/slides/_rels/slide76.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186.png"/></Relationships>
</file>

<file path=ppt/slides/_rels/slide77.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187.png"/></Relationships>
</file>

<file path=ppt/slides/_rels/slide7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188.png"/></Relationships>
</file>

<file path=ppt/slides/_rels/slide79.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189.png"/></Relationships>
</file>

<file path=ppt/slides/_rels/slide8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24.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80.xml"/><Relationship Id="rId16" Type="http://schemas.openxmlformats.org/officeDocument/2006/relationships/image" Target="../media/image50.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49.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38.png"/><Relationship Id="rId9" Type="http://schemas.openxmlformats.org/officeDocument/2006/relationships/image" Target="../media/image48.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81.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190.png"/></Relationships>
</file>

<file path=ppt/slides/_rels/slide8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191.png"/></Relationships>
</file>

<file path=ppt/slides/_rels/slide8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83.xml"/><Relationship Id="rId16" Type="http://schemas.openxmlformats.org/officeDocument/2006/relationships/image" Target="../media/image50.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49.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38.png"/><Relationship Id="rId9" Type="http://schemas.openxmlformats.org/officeDocument/2006/relationships/image" Target="../media/image48.png"/><Relationship Id="rId14" Type="http://schemas.openxmlformats.org/officeDocument/2006/relationships/image" Target="../media/image125.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84.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192.png"/></Relationships>
</file>

<file path=ppt/slides/_rels/slide85.xml.rels><?xml version="1.0" encoding="UTF-8" standalone="yes"?>
<Relationships xmlns="http://schemas.openxmlformats.org/package/2006/relationships"><Relationship Id="rId3" Type="http://schemas.openxmlformats.org/officeDocument/2006/relationships/image" Target="../media/image193.png"/><Relationship Id="rId7" Type="http://schemas.openxmlformats.org/officeDocument/2006/relationships/hyperlink" Target="http://ppt/slides/ppt/slides/slide1.xml" TargetMode="External"/><Relationship Id="rId2" Type="http://schemas.openxmlformats.org/officeDocument/2006/relationships/notesSlide" Target="../notesSlides/notesSlide85.xml"/><Relationship Id="rId1" Type="http://schemas.openxmlformats.org/officeDocument/2006/relationships/slideLayout" Target="../slideLayouts/slideLayout2.xml"/><Relationship Id="rId6" Type="http://schemas.openxmlformats.org/officeDocument/2006/relationships/image" Target="../media/image196.png"/><Relationship Id="rId5" Type="http://schemas.openxmlformats.org/officeDocument/2006/relationships/image" Target="../media/image195.png"/><Relationship Id="rId4" Type="http://schemas.openxmlformats.org/officeDocument/2006/relationships/image" Target="../media/image194.png"/></Relationships>
</file>

<file path=ppt/slides/_rels/slide86.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197.png"/></Relationships>
</file>

<file path=ppt/slides/_rels/slide88.xml.rels><?xml version="1.0" encoding="UTF-8" standalone="yes"?>
<Relationships xmlns="http://schemas.openxmlformats.org/package/2006/relationships"><Relationship Id="rId8" Type="http://schemas.openxmlformats.org/officeDocument/2006/relationships/hyperlink" Target="http://ppt/slides/ppt/slides/slide1.xml" TargetMode="External"/><Relationship Id="rId3" Type="http://schemas.openxmlformats.org/officeDocument/2006/relationships/image" Target="../media/image198.png"/><Relationship Id="rId7" Type="http://schemas.openxmlformats.org/officeDocument/2006/relationships/image" Target="../media/image201.png"/><Relationship Id="rId2" Type="http://schemas.openxmlformats.org/officeDocument/2006/relationships/notesSlide" Target="../notesSlides/notesSlide88.xml"/><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99.png"/><Relationship Id="rId4" Type="http://schemas.openxmlformats.org/officeDocument/2006/relationships/image" Target="../media/image104.png"/><Relationship Id="rId9" Type="http://schemas.openxmlformats.org/officeDocument/2006/relationships/image" Target="../media/image202.png"/></Relationships>
</file>

<file path=ppt/slides/_rels/slide89.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203.png"/></Relationships>
</file>

<file path=ppt/slides/_rels/slide9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7.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90.xml"/><Relationship Id="rId16" Type="http://schemas.openxmlformats.org/officeDocument/2006/relationships/image" Target="../media/image16.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49.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91.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204.png"/></Relationships>
</file>

<file path=ppt/slides/_rels/slide9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205.png"/></Relationships>
</file>

<file path=ppt/slides/_rels/slide9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7.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93.xml"/><Relationship Id="rId16" Type="http://schemas.openxmlformats.org/officeDocument/2006/relationships/image" Target="../media/image50.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94.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94.xml"/><Relationship Id="rId1" Type="http://schemas.openxmlformats.org/officeDocument/2006/relationships/slideLayout" Target="../slideLayouts/slideLayout1.xml"/><Relationship Id="rId4" Type="http://schemas.openxmlformats.org/officeDocument/2006/relationships/image" Target="../media/image206.png"/></Relationships>
</file>

<file path=ppt/slides/_rels/slide95.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95.xml"/><Relationship Id="rId1" Type="http://schemas.openxmlformats.org/officeDocument/2006/relationships/slideLayout" Target="../slideLayouts/slideLayout1.xml"/><Relationship Id="rId4" Type="http://schemas.openxmlformats.org/officeDocument/2006/relationships/image" Target="../media/image207.png"/></Relationships>
</file>

<file path=ppt/slides/_rels/slide96.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96.xml"/><Relationship Id="rId1" Type="http://schemas.openxmlformats.org/officeDocument/2006/relationships/slideLayout" Target="../slideLayouts/slideLayout1.xml"/><Relationship Id="rId4" Type="http://schemas.openxmlformats.org/officeDocument/2006/relationships/image" Target="../media/image208.png"/></Relationships>
</file>

<file path=ppt/slides/_rels/slide97.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97.xml"/><Relationship Id="rId1" Type="http://schemas.openxmlformats.org/officeDocument/2006/relationships/slideLayout" Target="../slideLayouts/slideLayout1.xml"/><Relationship Id="rId4" Type="http://schemas.openxmlformats.org/officeDocument/2006/relationships/image" Target="../media/image209.png"/></Relationships>
</file>

<file path=ppt/slides/_rels/slide98.xml.rels><?xml version="1.0" encoding="UTF-8" standalone="yes"?>
<Relationships xmlns="http://schemas.openxmlformats.org/package/2006/relationships"><Relationship Id="rId8" Type="http://schemas.openxmlformats.org/officeDocument/2006/relationships/hyperlink" Target="http://ppt/slides/ppt/slides/slide1.xml" TargetMode="External"/><Relationship Id="rId3" Type="http://schemas.openxmlformats.org/officeDocument/2006/relationships/image" Target="../media/image210.png"/><Relationship Id="rId7" Type="http://schemas.openxmlformats.org/officeDocument/2006/relationships/image" Target="../media/image213.png"/><Relationship Id="rId2" Type="http://schemas.openxmlformats.org/officeDocument/2006/relationships/notesSlide" Target="../notesSlides/notesSlide98.xml"/><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212.png"/><Relationship Id="rId4" Type="http://schemas.openxmlformats.org/officeDocument/2006/relationships/image" Target="../media/image211.png"/></Relationships>
</file>

<file path=ppt/slides/_rels/slide99.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214.png"/></Relationships>
</file>

<file path=ppt/slides/_rels/slide100.xml.rels><?xml version="1.0" encoding="UTF-8" standalone="yes"?>
<Relationships xmlns="http://schemas.openxmlformats.org/package/2006/relationships"><Relationship Id="rId8" Type="http://schemas.openxmlformats.org/officeDocument/2006/relationships/hyperlink" Target="https://d2l.ai/" TargetMode="External"/><Relationship Id="rId3" Type="http://schemas.openxmlformats.org/officeDocument/2006/relationships/image" Target="../media/image215.jpg"/><Relationship Id="rId7" Type="http://schemas.openxmlformats.org/officeDocument/2006/relationships/image" Target="../media/image91.png"/><Relationship Id="rId2" Type="http://schemas.openxmlformats.org/officeDocument/2006/relationships/notesSlide" Target="../notesSlides/notesSlide100.xml"/><Relationship Id="rId1" Type="http://schemas.openxmlformats.org/officeDocument/2006/relationships/slideLayout" Target="../slideLayouts/slideLayout2.xml"/><Relationship Id="rId6" Type="http://schemas.openxmlformats.org/officeDocument/2006/relationships/image" Target="../media/image217.png"/><Relationship Id="rId11" Type="http://schemas.openxmlformats.org/officeDocument/2006/relationships/hyperlink" Target="http://ppt/slides/ppt/slides/slide1.xml" TargetMode="External"/><Relationship Id="rId5" Type="http://schemas.openxmlformats.org/officeDocument/2006/relationships/image" Target="../media/image24.png"/><Relationship Id="rId10" Type="http://schemas.openxmlformats.org/officeDocument/2006/relationships/hyperlink" Target="https://probml.github.io/pml-book/" TargetMode="External"/><Relationship Id="rId4" Type="http://schemas.openxmlformats.org/officeDocument/2006/relationships/image" Target="../media/image216.png"/><Relationship Id="rId9" Type="http://schemas.openxmlformats.org/officeDocument/2006/relationships/hyperlink" Target="https://www.deeplearningbook.org/"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3"/>
        <p:cNvGrpSpPr/>
        <p:nvPr/>
      </p:nvGrpSpPr>
      <p:grpSpPr>
        <a:xfrm>
          <a:off x="0" y="0"/>
          <a:ext cx="0" cy="0"/>
          <a:chOff x="0" y="0"/>
          <a:chExt cx="0" cy="0"/>
        </a:xfrm>
      </p:grpSpPr>
      <p:grpSp>
        <p:nvGrpSpPr>
          <p:cNvPr id="44" name="Google Shape;44;p7"/>
          <p:cNvGrpSpPr/>
          <p:nvPr/>
        </p:nvGrpSpPr>
        <p:grpSpPr>
          <a:xfrm>
            <a:off x="0" y="7"/>
            <a:ext cx="5759866" cy="3239902"/>
            <a:chOff x="0" y="7"/>
            <a:chExt cx="5759866" cy="3239902"/>
          </a:xfrm>
        </p:grpSpPr>
        <p:pic>
          <p:nvPicPr>
            <p:cNvPr id="45" name="Google Shape;45;p7"/>
            <p:cNvPicPr preferRelativeResize="0"/>
            <p:nvPr/>
          </p:nvPicPr>
          <p:blipFill rotWithShape="1">
            <a:blip r:embed="rId3">
              <a:alphaModFix/>
            </a:blip>
            <a:srcRect/>
            <a:stretch/>
          </p:blipFill>
          <p:spPr>
            <a:xfrm>
              <a:off x="0" y="7"/>
              <a:ext cx="5759866" cy="3239902"/>
            </a:xfrm>
            <a:prstGeom prst="rect">
              <a:avLst/>
            </a:prstGeom>
            <a:noFill/>
            <a:ln>
              <a:noFill/>
            </a:ln>
          </p:spPr>
        </p:pic>
        <p:sp>
          <p:nvSpPr>
            <p:cNvPr id="46" name="Google Shape;46;p7"/>
            <p:cNvSpPr/>
            <p:nvPr/>
          </p:nvSpPr>
          <p:spPr>
            <a:xfrm>
              <a:off x="1982523" y="1293502"/>
              <a:ext cx="3325495" cy="721995"/>
            </a:xfrm>
            <a:custGeom>
              <a:avLst/>
              <a:gdLst/>
              <a:ahLst/>
              <a:cxnLst/>
              <a:rect l="l" t="t" r="r" b="b"/>
              <a:pathLst>
                <a:path w="3325495" h="721994" extrusionOk="0">
                  <a:moveTo>
                    <a:pt x="0" y="721869"/>
                  </a:moveTo>
                  <a:lnTo>
                    <a:pt x="0" y="0"/>
                  </a:lnTo>
                  <a:lnTo>
                    <a:pt x="3324983" y="0"/>
                  </a:lnTo>
                  <a:lnTo>
                    <a:pt x="3324983" y="721869"/>
                  </a:lnTo>
                  <a:lnTo>
                    <a:pt x="0" y="72186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7" name="Google Shape;47;p7"/>
          <p:cNvSpPr txBox="1"/>
          <p:nvPr/>
        </p:nvSpPr>
        <p:spPr>
          <a:xfrm>
            <a:off x="1982523" y="1293502"/>
            <a:ext cx="3325495" cy="721995"/>
          </a:xfrm>
          <a:prstGeom prst="rect">
            <a:avLst/>
          </a:prstGeom>
          <a:solidFill>
            <a:srgbClr val="FFFFFF">
              <a:alpha val="79607"/>
            </a:srgbClr>
          </a:solidFill>
          <a:ln w="12650" cap="flat" cmpd="sng">
            <a:solidFill>
              <a:srgbClr val="000000"/>
            </a:solidFill>
            <a:prstDash val="solid"/>
            <a:round/>
            <a:headEnd type="none" w="sm" len="sm"/>
            <a:tailEnd type="none" w="sm" len="sm"/>
          </a:ln>
        </p:spPr>
        <p:txBody>
          <a:bodyPr spcFirstLastPara="1" wrap="square" lIns="0" tIns="100325" rIns="0" bIns="0" anchor="t" anchorCtr="0">
            <a:spAutoFit/>
          </a:bodyPr>
          <a:lstStyle/>
          <a:p>
            <a:pPr marL="398780" marR="391160" lvl="0" indent="-634" algn="ctr" rtl="0">
              <a:lnSpc>
                <a:spcPct val="84500"/>
              </a:lnSpc>
              <a:spcBef>
                <a:spcPts val="0"/>
              </a:spcBef>
              <a:spcAft>
                <a:spcPts val="0"/>
              </a:spcAft>
              <a:buNone/>
            </a:pPr>
            <a:r>
              <a:rPr lang="en-US" sz="1700">
                <a:latin typeface="Cambria"/>
                <a:ea typeface="Cambria"/>
                <a:cs typeface="Cambria"/>
                <a:sym typeface="Cambria"/>
              </a:rPr>
              <a:t>D</a:t>
            </a:r>
            <a:r>
              <a:rPr lang="en-US" sz="1350">
                <a:latin typeface="Cambria"/>
                <a:ea typeface="Cambria"/>
                <a:cs typeface="Cambria"/>
                <a:sym typeface="Cambria"/>
              </a:rPr>
              <a:t>EEP </a:t>
            </a:r>
            <a:r>
              <a:rPr lang="en-US" sz="1700">
                <a:latin typeface="Cambria"/>
                <a:ea typeface="Cambria"/>
                <a:cs typeface="Cambria"/>
                <a:sym typeface="Cambria"/>
              </a:rPr>
              <a:t>N</a:t>
            </a:r>
            <a:r>
              <a:rPr lang="en-US" sz="1350">
                <a:latin typeface="Cambria"/>
                <a:ea typeface="Cambria"/>
                <a:cs typeface="Cambria"/>
                <a:sym typeface="Cambria"/>
              </a:rPr>
              <a:t>EURAL </a:t>
            </a:r>
            <a:r>
              <a:rPr lang="en-US" sz="1700">
                <a:latin typeface="Cambria"/>
                <a:ea typeface="Cambria"/>
                <a:cs typeface="Cambria"/>
                <a:sym typeface="Cambria"/>
              </a:rPr>
              <a:t>N</a:t>
            </a:r>
            <a:r>
              <a:rPr lang="en-US" sz="1350">
                <a:latin typeface="Cambria"/>
                <a:ea typeface="Cambria"/>
                <a:cs typeface="Cambria"/>
                <a:sym typeface="Cambria"/>
              </a:rPr>
              <a:t>ETWORK </a:t>
            </a:r>
            <a:r>
              <a:rPr lang="en-US" sz="1400">
                <a:latin typeface="Cambria"/>
                <a:ea typeface="Cambria"/>
                <a:cs typeface="Cambria"/>
                <a:sym typeface="Cambria"/>
              </a:rPr>
              <a:t>M</a:t>
            </a:r>
            <a:r>
              <a:rPr lang="en-US" sz="1150">
                <a:latin typeface="Cambria"/>
                <a:ea typeface="Cambria"/>
                <a:cs typeface="Cambria"/>
                <a:sym typeface="Cambria"/>
              </a:rPr>
              <a:t>ODULE </a:t>
            </a:r>
            <a:r>
              <a:rPr lang="en-US" sz="1400">
                <a:latin typeface="Cambria"/>
                <a:ea typeface="Cambria"/>
                <a:cs typeface="Cambria"/>
                <a:sym typeface="Cambria"/>
              </a:rPr>
              <a:t># 4 : L</a:t>
            </a:r>
            <a:r>
              <a:rPr lang="en-US" sz="1150">
                <a:latin typeface="Cambria"/>
                <a:ea typeface="Cambria"/>
                <a:cs typeface="Cambria"/>
                <a:sym typeface="Cambria"/>
              </a:rPr>
              <a:t>INEAR </a:t>
            </a:r>
            <a:r>
              <a:rPr lang="en-US" sz="1400">
                <a:latin typeface="Cambria"/>
                <a:ea typeface="Cambria"/>
                <a:cs typeface="Cambria"/>
                <a:sym typeface="Cambria"/>
              </a:rPr>
              <a:t>N</a:t>
            </a:r>
            <a:r>
              <a:rPr lang="en-US" sz="1150">
                <a:latin typeface="Cambria"/>
                <a:ea typeface="Cambria"/>
                <a:cs typeface="Cambria"/>
                <a:sym typeface="Cambria"/>
              </a:rPr>
              <a:t>EURAL </a:t>
            </a:r>
            <a:r>
              <a:rPr lang="en-US" sz="1400">
                <a:latin typeface="Cambria"/>
                <a:ea typeface="Cambria"/>
                <a:cs typeface="Cambria"/>
                <a:sym typeface="Cambria"/>
              </a:rPr>
              <a:t>N</a:t>
            </a:r>
            <a:r>
              <a:rPr lang="en-US" sz="1150">
                <a:latin typeface="Cambria"/>
                <a:ea typeface="Cambria"/>
                <a:cs typeface="Cambria"/>
                <a:sym typeface="Cambria"/>
              </a:rPr>
              <a:t>ETWORKS FOR </a:t>
            </a:r>
            <a:r>
              <a:rPr lang="en-US" sz="1400">
                <a:latin typeface="Cambria"/>
                <a:ea typeface="Cambria"/>
                <a:cs typeface="Cambria"/>
                <a:sym typeface="Cambria"/>
              </a:rPr>
              <a:t>C</a:t>
            </a:r>
            <a:r>
              <a:rPr lang="en-US" sz="1150">
                <a:latin typeface="Cambria"/>
                <a:ea typeface="Cambria"/>
                <a:cs typeface="Cambria"/>
                <a:sym typeface="Cambria"/>
              </a:rPr>
              <a:t>LASSIFICATION</a:t>
            </a:r>
            <a:endParaRPr sz="1150">
              <a:latin typeface="Cambria"/>
              <a:ea typeface="Cambria"/>
              <a:cs typeface="Cambria"/>
              <a:sym typeface="Cambria"/>
            </a:endParaRPr>
          </a:p>
        </p:txBody>
      </p:sp>
      <p:sp>
        <p:nvSpPr>
          <p:cNvPr id="48" name="Google Shape;48;p7"/>
          <p:cNvSpPr txBox="1"/>
          <p:nvPr/>
        </p:nvSpPr>
        <p:spPr>
          <a:xfrm>
            <a:off x="4132173" y="2325276"/>
            <a:ext cx="1280700" cy="342900"/>
          </a:xfrm>
          <a:prstGeom prst="rect">
            <a:avLst/>
          </a:prstGeom>
          <a:noFill/>
          <a:ln>
            <a:noFill/>
          </a:ln>
        </p:spPr>
        <p:txBody>
          <a:bodyPr spcFirstLastPara="1" wrap="square" lIns="0" tIns="11425" rIns="0" bIns="0" anchor="t" anchorCtr="0">
            <a:spAutoFit/>
          </a:bodyPr>
          <a:lstStyle/>
          <a:p>
            <a:pPr marL="311150" marR="5080" lvl="0" indent="-299085" algn="l" rtl="0">
              <a:lnSpc>
                <a:spcPct val="126699"/>
              </a:lnSpc>
              <a:spcBef>
                <a:spcPts val="0"/>
              </a:spcBef>
              <a:spcAft>
                <a:spcPts val="0"/>
              </a:spcAft>
              <a:buNone/>
            </a:pPr>
            <a:r>
              <a:rPr lang="en-US" sz="950">
                <a:solidFill>
                  <a:srgbClr val="1B1472"/>
                </a:solidFill>
              </a:rPr>
              <a:t>DNN Team</a:t>
            </a:r>
            <a:endParaRPr sz="950">
              <a:solidFill>
                <a:srgbClr val="1B1472"/>
              </a:solidFill>
            </a:endParaRPr>
          </a:p>
          <a:p>
            <a:pPr marL="311150" marR="5080" lvl="0" indent="-299085" algn="l" rtl="0">
              <a:lnSpc>
                <a:spcPct val="126699"/>
              </a:lnSpc>
              <a:spcBef>
                <a:spcPts val="0"/>
              </a:spcBef>
              <a:spcAft>
                <a:spcPts val="0"/>
              </a:spcAft>
              <a:buNone/>
            </a:pPr>
            <a:r>
              <a:rPr lang="en-US" sz="950">
                <a:solidFill>
                  <a:srgbClr val="1B1472"/>
                </a:solidFill>
                <a:latin typeface="Arial"/>
                <a:ea typeface="Arial"/>
                <a:cs typeface="Arial"/>
                <a:sym typeface="Arial"/>
              </a:rPr>
              <a:t>BITS Pilani WILP</a:t>
            </a:r>
            <a:endParaRPr sz="950">
              <a:latin typeface="Arial"/>
              <a:ea typeface="Arial"/>
              <a:cs typeface="Arial"/>
              <a:sym typeface="Arial"/>
            </a:endParaRPr>
          </a:p>
        </p:txBody>
      </p:sp>
      <p:sp>
        <p:nvSpPr>
          <p:cNvPr id="49" name="Google Shape;49;p7"/>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1</a:t>
            </a:fld>
            <a:r>
              <a:rPr lang="en-US"/>
              <a:t> / 100</a:t>
            </a:r>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8"/>
          <p:cNvSpPr txBox="1"/>
          <p:nvPr/>
        </p:nvSpPr>
        <p:spPr>
          <a:xfrm>
            <a:off x="1400073" y="967954"/>
            <a:ext cx="2960370" cy="759460"/>
          </a:xfrm>
          <a:prstGeom prst="rect">
            <a:avLst/>
          </a:prstGeom>
          <a:noFill/>
          <a:ln>
            <a:noFill/>
          </a:ln>
        </p:spPr>
        <p:txBody>
          <a:bodyPr spcFirstLastPara="1" wrap="square" lIns="0" tIns="12050" rIns="0" bIns="0" anchor="t" anchorCtr="0">
            <a:spAutoFit/>
          </a:bodyPr>
          <a:lstStyle/>
          <a:p>
            <a:pPr marL="248284" marR="202565" lvl="0" indent="0" algn="ctr" rtl="0">
              <a:lnSpc>
                <a:spcPct val="114700"/>
              </a:lnSpc>
              <a:spcBef>
                <a:spcPts val="0"/>
              </a:spcBef>
              <a:spcAft>
                <a:spcPts val="0"/>
              </a:spcAft>
              <a:buNone/>
            </a:pPr>
            <a:r>
              <a:rPr lang="en-US" sz="1050">
                <a:solidFill>
                  <a:srgbClr val="1B1472"/>
                </a:solidFill>
                <a:latin typeface="Arial"/>
                <a:ea typeface="Arial"/>
                <a:cs typeface="Arial"/>
                <a:sym typeface="Arial"/>
              </a:rPr>
              <a:t>The instructor is gratefully acknowledging the authors who made their course materials freely available online.</a:t>
            </a:r>
            <a:endParaRPr sz="1050">
              <a:latin typeface="Arial"/>
              <a:ea typeface="Arial"/>
              <a:cs typeface="Arial"/>
              <a:sym typeface="Arial"/>
            </a:endParaRPr>
          </a:p>
          <a:p>
            <a:pPr marL="0" lvl="0" indent="0" algn="ctr" rtl="0">
              <a:lnSpc>
                <a:spcPct val="100000"/>
              </a:lnSpc>
              <a:spcBef>
                <a:spcPts val="180"/>
              </a:spcBef>
              <a:spcAft>
                <a:spcPts val="0"/>
              </a:spcAft>
              <a:buNone/>
            </a:pPr>
            <a:r>
              <a:rPr lang="en-US" sz="1050">
                <a:solidFill>
                  <a:srgbClr val="1B1472"/>
                </a:solidFill>
                <a:latin typeface="Arial"/>
                <a:ea typeface="Arial"/>
                <a:cs typeface="Arial"/>
                <a:sym typeface="Arial"/>
              </a:rPr>
              <a:t>This deck is prepared by Seetha Parameswaran.</a:t>
            </a:r>
            <a:endParaRPr sz="1050">
              <a:latin typeface="Arial"/>
              <a:ea typeface="Arial"/>
              <a:cs typeface="Arial"/>
              <a:sym typeface="Arial"/>
            </a:endParaRPr>
          </a:p>
        </p:txBody>
      </p:sp>
      <p:grpSp>
        <p:nvGrpSpPr>
          <p:cNvPr id="55" name="Google Shape;55;p8"/>
          <p:cNvGrpSpPr/>
          <p:nvPr/>
        </p:nvGrpSpPr>
        <p:grpSpPr>
          <a:xfrm>
            <a:off x="0" y="3141936"/>
            <a:ext cx="5760262" cy="92075"/>
            <a:chOff x="0" y="3141936"/>
            <a:chExt cx="5760262" cy="92075"/>
          </a:xfrm>
        </p:grpSpPr>
        <p:sp>
          <p:nvSpPr>
            <p:cNvPr id="56" name="Google Shape;56;p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 name="Google Shape;57;p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8" name="Google Shape;58;p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60" name="Google Shape;60;p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61" name="Google Shape;61;p8"/>
          <p:cNvSpPr txBox="1"/>
          <p:nvPr/>
        </p:nvSpPr>
        <p:spPr>
          <a:xfrm>
            <a:off x="4648851" y="3137675"/>
            <a:ext cx="425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sz="600">
                <a:latin typeface="Bookman Old Style"/>
                <a:ea typeface="Bookman Old Style"/>
                <a:cs typeface="Bookman Old Style"/>
                <a:sym typeface="Bookman Old Style"/>
              </a:rPr>
              <a:t>2</a:t>
            </a:fld>
            <a:r>
              <a:rPr lang="en-US" sz="600">
                <a:latin typeface="Bookman Old Style"/>
                <a:ea typeface="Bookman Old Style"/>
                <a:cs typeface="Bookman Old Style"/>
                <a:sym typeface="Bookman Old Style"/>
              </a:rPr>
              <a:t> / 100</a:t>
            </a:r>
            <a:endParaRPr sz="600">
              <a:latin typeface="Bookman Old Style"/>
              <a:ea typeface="Bookman Old Style"/>
              <a:cs typeface="Bookman Old Style"/>
              <a:sym typeface="Bookman Old Style"/>
            </a:endParaRPr>
          </a:p>
        </p:txBody>
      </p:sp>
      <p:sp>
        <p:nvSpPr>
          <p:cNvPr id="62" name="Google Shape;62;p8"/>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2</a:t>
            </a:fld>
            <a:r>
              <a:rPr lang="en-US"/>
              <a:t> / 100</a:t>
            </a:r>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68" name="Google Shape;68;p9"/>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69" name="Google Shape;69;p9"/>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70" name="Google Shape;70;p9"/>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71" name="Google Shape;71;p9"/>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72" name="Google Shape;72;p9"/>
          <p:cNvGrpSpPr/>
          <p:nvPr/>
        </p:nvGrpSpPr>
        <p:grpSpPr>
          <a:xfrm>
            <a:off x="343662" y="887310"/>
            <a:ext cx="302196" cy="873227"/>
            <a:chOff x="343662" y="887310"/>
            <a:chExt cx="302196" cy="873227"/>
          </a:xfrm>
        </p:grpSpPr>
        <p:pic>
          <p:nvPicPr>
            <p:cNvPr id="73" name="Google Shape;73;p9"/>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74" name="Google Shape;74;p9"/>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75" name="Google Shape;75;p9"/>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76" name="Google Shape;76;p9"/>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77" name="Google Shape;77;p9"/>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78" name="Google Shape;78;p9"/>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79" name="Google Shape;79;p9"/>
          <p:cNvGrpSpPr/>
          <p:nvPr/>
        </p:nvGrpSpPr>
        <p:grpSpPr>
          <a:xfrm>
            <a:off x="343662" y="1821865"/>
            <a:ext cx="302196" cy="1056691"/>
            <a:chOff x="343662" y="1821865"/>
            <a:chExt cx="302196" cy="1056691"/>
          </a:xfrm>
        </p:grpSpPr>
        <p:pic>
          <p:nvPicPr>
            <p:cNvPr id="80" name="Google Shape;80;p9"/>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81" name="Google Shape;81;p9"/>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82" name="Google Shape;82;p9"/>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83" name="Google Shape;83;p9"/>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84" name="Google Shape;84;p9"/>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85" name="Google Shape;85;p9"/>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86" name="Google Shape;86;p9"/>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87" name="Google Shape;87;p9"/>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88" name="Google Shape;88;p9"/>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89" name="Google Shape;89;p9"/>
          <p:cNvSpPr txBox="1"/>
          <p:nvPr/>
        </p:nvSpPr>
        <p:spPr>
          <a:xfrm>
            <a:off x="563025" y="411620"/>
            <a:ext cx="50469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dirty="0">
                <a:solidFill>
                  <a:schemeClr val="hlink"/>
                </a:solidFill>
                <a:latin typeface="Bookman Old Style"/>
                <a:ea typeface="Bookman Old Style"/>
                <a:cs typeface="Bookman Old Style"/>
                <a:sym typeface="Bookman Old Style"/>
                <a:hlinkClick r:id="rId17"/>
              </a:rPr>
              <a:t>C</a:t>
            </a:r>
            <a:r>
              <a:rPr lang="en-US" sz="1300" u="sng" cap="small" dirty="0">
                <a:solidFill>
                  <a:schemeClr val="hlink"/>
                </a:solidFill>
                <a:latin typeface="Bookman Old Style"/>
                <a:ea typeface="Bookman Old Style"/>
                <a:cs typeface="Bookman Old Style"/>
                <a:sym typeface="Bookman Old Style"/>
                <a:hlinkClick r:id="rId17"/>
              </a:rPr>
              <a:t>lassification</a:t>
            </a:r>
            <a:endParaRPr sz="1300" dirty="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dirty="0">
                <a:solidFill>
                  <a:schemeClr val="hlink"/>
                </a:solidFill>
                <a:latin typeface="Bookman Old Style"/>
                <a:ea typeface="Bookman Old Style"/>
                <a:cs typeface="Bookman Old Style"/>
                <a:sym typeface="Bookman Old Style"/>
                <a:hlinkClick r:id="rId18"/>
              </a:rPr>
              <a:t>B</a:t>
            </a:r>
            <a:r>
              <a:rPr lang="en-US" sz="1300" u="sng" cap="small" dirty="0">
                <a:solidFill>
                  <a:schemeClr val="hlink"/>
                </a:solidFill>
                <a:latin typeface="Bookman Old Style"/>
                <a:ea typeface="Bookman Old Style"/>
                <a:cs typeface="Bookman Old Style"/>
                <a:sym typeface="Bookman Old Style"/>
                <a:hlinkClick r:id="rId18"/>
              </a:rPr>
              <a:t>inary</a:t>
            </a:r>
            <a:r>
              <a:rPr lang="en-US" sz="1300" u="sng" dirty="0">
                <a:solidFill>
                  <a:schemeClr val="hlink"/>
                </a:solidFill>
                <a:latin typeface="Bookman Old Style"/>
                <a:ea typeface="Bookman Old Style"/>
                <a:cs typeface="Bookman Old Style"/>
                <a:sym typeface="Bookman Old Style"/>
                <a:hlinkClick r:id="rId18"/>
              </a:rPr>
              <a:t> C</a:t>
            </a:r>
            <a:r>
              <a:rPr lang="en-US" sz="1300" u="sng" cap="small" dirty="0">
                <a:solidFill>
                  <a:schemeClr val="hlink"/>
                </a:solidFill>
                <a:latin typeface="Bookman Old Style"/>
                <a:ea typeface="Bookman Old Style"/>
                <a:cs typeface="Bookman Old Style"/>
                <a:sym typeface="Bookman Old Style"/>
                <a:hlinkClick r:id="rId18"/>
              </a:rPr>
              <a:t>lassification</a:t>
            </a:r>
            <a:endParaRPr sz="1300" dirty="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dirty="0">
                <a:solidFill>
                  <a:schemeClr val="hlink"/>
                </a:solidFill>
                <a:latin typeface="Arial"/>
                <a:ea typeface="Arial"/>
                <a:cs typeface="Arial"/>
                <a:sym typeface="Arial"/>
                <a:hlinkClick r:id="rId19"/>
              </a:rPr>
              <a:t>Logistic Regression</a:t>
            </a:r>
            <a:endParaRPr sz="950" dirty="0">
              <a:latin typeface="Arial"/>
              <a:ea typeface="Arial"/>
              <a:cs typeface="Arial"/>
              <a:sym typeface="Arial"/>
            </a:endParaRPr>
          </a:p>
          <a:p>
            <a:pPr marL="153670" marR="156845" lvl="0" indent="0" algn="l" rtl="0">
              <a:lnSpc>
                <a:spcPct val="114700"/>
              </a:lnSpc>
              <a:spcBef>
                <a:spcPts val="0"/>
              </a:spcBef>
              <a:spcAft>
                <a:spcPts val="0"/>
              </a:spcAft>
              <a:buNone/>
            </a:pPr>
            <a:r>
              <a:rPr lang="en-US" sz="950" u="sng" dirty="0">
                <a:solidFill>
                  <a:schemeClr val="hlink"/>
                </a:solidFill>
                <a:latin typeface="Arial"/>
                <a:ea typeface="Arial"/>
                <a:cs typeface="Arial"/>
                <a:sym typeface="Arial"/>
                <a:hlinkClick r:id="rId20"/>
              </a:rPr>
              <a:t>The Model: Single Neuron for Binary Classification</a:t>
            </a:r>
            <a:r>
              <a:rPr lang="en-US" sz="950" dirty="0">
                <a:solidFill>
                  <a:srgbClr val="CCCCCC"/>
                </a:solidFill>
                <a:latin typeface="Arial"/>
                <a:ea typeface="Arial"/>
                <a:cs typeface="Arial"/>
                <a:sym typeface="Arial"/>
              </a:rPr>
              <a:t> </a:t>
            </a:r>
            <a:endParaRPr sz="950" dirty="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dirty="0">
                <a:solidFill>
                  <a:schemeClr val="hlink"/>
                </a:solidFill>
                <a:latin typeface="Arial"/>
                <a:ea typeface="Arial"/>
                <a:cs typeface="Arial"/>
                <a:sym typeface="Arial"/>
                <a:hlinkClick r:id="rId21"/>
              </a:rPr>
              <a:t>Binary Classification: Worked Example</a:t>
            </a:r>
            <a:endParaRPr sz="950" dirty="0">
              <a:latin typeface="Arial"/>
              <a:ea typeface="Arial"/>
              <a:cs typeface="Arial"/>
              <a:sym typeface="Arial"/>
            </a:endParaRPr>
          </a:p>
          <a:p>
            <a:pPr marL="153670" lvl="0" indent="0" algn="l" rtl="0">
              <a:lnSpc>
                <a:spcPct val="118571"/>
              </a:lnSpc>
              <a:spcBef>
                <a:spcPts val="180"/>
              </a:spcBef>
              <a:spcAft>
                <a:spcPts val="0"/>
              </a:spcAft>
              <a:buNone/>
            </a:pPr>
            <a:r>
              <a:rPr lang="en-US" sz="950" u="sng" dirty="0">
                <a:solidFill>
                  <a:schemeClr val="hlink"/>
                </a:solidFill>
                <a:latin typeface="Arial"/>
                <a:ea typeface="Arial"/>
                <a:cs typeface="Arial"/>
                <a:sym typeface="Arial"/>
                <a:hlinkClick r:id="rId22"/>
              </a:rPr>
              <a:t>Binary Classification: Evaluation Metrics</a:t>
            </a:r>
            <a:endParaRPr sz="950" dirty="0">
              <a:latin typeface="Arial"/>
              <a:ea typeface="Arial"/>
              <a:cs typeface="Arial"/>
              <a:sym typeface="Arial"/>
            </a:endParaRPr>
          </a:p>
          <a:p>
            <a:pPr marL="12700" lvl="0" indent="0" algn="l" rtl="0">
              <a:lnSpc>
                <a:spcPct val="118857"/>
              </a:lnSpc>
              <a:spcBef>
                <a:spcPts val="0"/>
              </a:spcBef>
              <a:spcAft>
                <a:spcPts val="0"/>
              </a:spcAft>
              <a:buNone/>
            </a:pPr>
            <a:r>
              <a:rPr lang="en-US" sz="1300" u="sng" dirty="0">
                <a:solidFill>
                  <a:schemeClr val="hlink"/>
                </a:solidFill>
                <a:latin typeface="Bookman Old Style"/>
                <a:ea typeface="Bookman Old Style"/>
                <a:cs typeface="Bookman Old Style"/>
                <a:sym typeface="Bookman Old Style"/>
                <a:hlinkClick r:id="rId23"/>
              </a:rPr>
              <a:t>M</a:t>
            </a:r>
            <a:r>
              <a:rPr lang="en-US" sz="1300" u="sng" cap="small" dirty="0">
                <a:solidFill>
                  <a:schemeClr val="hlink"/>
                </a:solidFill>
                <a:latin typeface="Bookman Old Style"/>
                <a:ea typeface="Bookman Old Style"/>
                <a:cs typeface="Bookman Old Style"/>
                <a:sym typeface="Bookman Old Style"/>
                <a:hlinkClick r:id="rId23"/>
              </a:rPr>
              <a:t>ulti</a:t>
            </a:r>
            <a:r>
              <a:rPr lang="en-US" sz="1300" u="sng" dirty="0">
                <a:solidFill>
                  <a:schemeClr val="hlink"/>
                </a:solidFill>
                <a:latin typeface="Bookman Old Style"/>
                <a:ea typeface="Bookman Old Style"/>
                <a:cs typeface="Bookman Old Style"/>
                <a:sym typeface="Bookman Old Style"/>
                <a:hlinkClick r:id="rId23"/>
              </a:rPr>
              <a:t>-</a:t>
            </a:r>
            <a:r>
              <a:rPr lang="en-US" sz="1300" u="sng" cap="small" dirty="0">
                <a:solidFill>
                  <a:schemeClr val="hlink"/>
                </a:solidFill>
                <a:latin typeface="Bookman Old Style"/>
                <a:ea typeface="Bookman Old Style"/>
                <a:cs typeface="Bookman Old Style"/>
                <a:sym typeface="Bookman Old Style"/>
                <a:hlinkClick r:id="rId23"/>
              </a:rPr>
              <a:t>class</a:t>
            </a:r>
            <a:r>
              <a:rPr lang="en-US" sz="1300" u="sng" dirty="0">
                <a:solidFill>
                  <a:schemeClr val="hlink"/>
                </a:solidFill>
                <a:latin typeface="Bookman Old Style"/>
                <a:ea typeface="Bookman Old Style"/>
                <a:cs typeface="Bookman Old Style"/>
                <a:sym typeface="Bookman Old Style"/>
                <a:hlinkClick r:id="rId23"/>
              </a:rPr>
              <a:t> C</a:t>
            </a:r>
            <a:r>
              <a:rPr lang="en-US" sz="1300" u="sng" cap="small" dirty="0">
                <a:solidFill>
                  <a:schemeClr val="hlink"/>
                </a:solidFill>
                <a:latin typeface="Bookman Old Style"/>
                <a:ea typeface="Bookman Old Style"/>
                <a:cs typeface="Bookman Old Style"/>
                <a:sym typeface="Bookman Old Style"/>
                <a:hlinkClick r:id="rId23"/>
              </a:rPr>
              <a:t>lassification</a:t>
            </a:r>
            <a:endParaRPr sz="1300" dirty="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dirty="0">
                <a:solidFill>
                  <a:schemeClr val="hlink"/>
                </a:solidFill>
                <a:latin typeface="Arial"/>
                <a:ea typeface="Arial"/>
                <a:cs typeface="Arial"/>
                <a:sym typeface="Arial"/>
                <a:hlinkClick r:id="rId24"/>
              </a:rPr>
              <a:t>Multi-class Classification Model</a:t>
            </a:r>
            <a:endParaRPr sz="950" dirty="0">
              <a:latin typeface="Arial"/>
              <a:ea typeface="Arial"/>
              <a:cs typeface="Arial"/>
              <a:sym typeface="Arial"/>
            </a:endParaRPr>
          </a:p>
          <a:p>
            <a:pPr marL="153670" marR="655320" lvl="0" indent="0" algn="l" rtl="0">
              <a:lnSpc>
                <a:spcPct val="114700"/>
              </a:lnSpc>
              <a:spcBef>
                <a:spcPts val="0"/>
              </a:spcBef>
              <a:spcAft>
                <a:spcPts val="0"/>
              </a:spcAft>
              <a:buNone/>
            </a:pPr>
            <a:r>
              <a:rPr lang="en-US" sz="950" u="sng" dirty="0">
                <a:solidFill>
                  <a:schemeClr val="hlink"/>
                </a:solidFill>
                <a:latin typeface="Arial"/>
                <a:ea typeface="Arial"/>
                <a:cs typeface="Arial"/>
                <a:sym typeface="Arial"/>
                <a:hlinkClick r:id="rId25"/>
              </a:rPr>
              <a:t>Mini-batch Stochastic Gradient Descent</a:t>
            </a:r>
            <a:r>
              <a:rPr lang="en-US" sz="950" dirty="0">
                <a:solidFill>
                  <a:srgbClr val="CCCCCC"/>
                </a:solidFill>
                <a:latin typeface="Arial"/>
                <a:ea typeface="Arial"/>
                <a:cs typeface="Arial"/>
                <a:sym typeface="Arial"/>
              </a:rPr>
              <a:t> </a:t>
            </a:r>
            <a:endParaRPr sz="950" dirty="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dirty="0">
                <a:solidFill>
                  <a:schemeClr val="hlink"/>
                </a:solidFill>
                <a:latin typeface="Arial"/>
                <a:ea typeface="Arial"/>
                <a:cs typeface="Arial"/>
                <a:sym typeface="Arial"/>
                <a:hlinkClick r:id="rId26"/>
              </a:rPr>
              <a:t>Multiclass Classification: Worked Example</a:t>
            </a:r>
            <a:r>
              <a:rPr lang="en-US" sz="950" dirty="0">
                <a:solidFill>
                  <a:srgbClr val="CCCCCC"/>
                </a:solidFill>
                <a:latin typeface="Arial"/>
                <a:ea typeface="Arial"/>
                <a:cs typeface="Arial"/>
                <a:sym typeface="Arial"/>
              </a:rPr>
              <a:t> </a:t>
            </a:r>
            <a:endParaRPr sz="950" dirty="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dirty="0">
                <a:solidFill>
                  <a:schemeClr val="hlink"/>
                </a:solidFill>
                <a:latin typeface="Arial"/>
                <a:ea typeface="Arial"/>
                <a:cs typeface="Arial"/>
                <a:sym typeface="Arial"/>
                <a:hlinkClick r:id="rId27"/>
              </a:rPr>
              <a:t>Making Predictions (Inference)</a:t>
            </a:r>
            <a:endParaRPr sz="950" dirty="0">
              <a:latin typeface="Arial"/>
              <a:ea typeface="Arial"/>
              <a:cs typeface="Arial"/>
              <a:sym typeface="Arial"/>
            </a:endParaRPr>
          </a:p>
          <a:p>
            <a:pPr marL="153670" lvl="0" indent="0" algn="l" rtl="0">
              <a:lnSpc>
                <a:spcPct val="118571"/>
              </a:lnSpc>
              <a:spcBef>
                <a:spcPts val="185"/>
              </a:spcBef>
              <a:spcAft>
                <a:spcPts val="0"/>
              </a:spcAft>
              <a:buNone/>
            </a:pPr>
            <a:r>
              <a:rPr lang="en-US" sz="950" u="sng" dirty="0">
                <a:solidFill>
                  <a:schemeClr val="hlink"/>
                </a:solidFill>
                <a:latin typeface="Arial"/>
                <a:ea typeface="Arial"/>
                <a:cs typeface="Arial"/>
                <a:sym typeface="Arial"/>
                <a:hlinkClick r:id="rId28"/>
              </a:rPr>
              <a:t>Multiclass Classification: Evaluation Metrics</a:t>
            </a:r>
            <a:endParaRPr sz="950" dirty="0">
              <a:latin typeface="Arial"/>
              <a:ea typeface="Arial"/>
              <a:cs typeface="Arial"/>
              <a:sym typeface="Arial"/>
            </a:endParaRPr>
          </a:p>
          <a:p>
            <a:pPr marL="12700" marR="5080" lvl="0" indent="0" algn="l" rtl="0">
              <a:lnSpc>
                <a:spcPct val="112857"/>
              </a:lnSpc>
              <a:spcBef>
                <a:spcPts val="120"/>
              </a:spcBef>
              <a:spcAft>
                <a:spcPts val="0"/>
              </a:spcAft>
              <a:buNone/>
            </a:pPr>
            <a:r>
              <a:rPr lang="en-US" sz="1300" u="sng" dirty="0">
                <a:solidFill>
                  <a:schemeClr val="hlink"/>
                </a:solidFill>
                <a:latin typeface="Bookman Old Style"/>
                <a:ea typeface="Bookman Old Style"/>
                <a:cs typeface="Bookman Old Style"/>
                <a:sym typeface="Bookman Old Style"/>
                <a:hlinkClick r:id="rId29"/>
              </a:rPr>
              <a:t>I</a:t>
            </a:r>
            <a:r>
              <a:rPr lang="en-US" sz="1300" u="sng" cap="small" dirty="0">
                <a:solidFill>
                  <a:schemeClr val="hlink"/>
                </a:solidFill>
                <a:latin typeface="Bookman Old Style"/>
                <a:ea typeface="Bookman Old Style"/>
                <a:cs typeface="Bookman Old Style"/>
                <a:sym typeface="Bookman Old Style"/>
                <a:hlinkClick r:id="rId29"/>
              </a:rPr>
              <a:t>mplementation</a:t>
            </a:r>
            <a:r>
              <a:rPr lang="en-US" sz="1300" u="sng" dirty="0">
                <a:solidFill>
                  <a:schemeClr val="hlink"/>
                </a:solidFill>
                <a:latin typeface="Bookman Old Style"/>
                <a:ea typeface="Bookman Old Style"/>
                <a:cs typeface="Bookman Old Style"/>
                <a:sym typeface="Bookman Old Style"/>
                <a:hlinkClick r:id="rId29"/>
              </a:rPr>
              <a:t> T</a:t>
            </a:r>
            <a:r>
              <a:rPr lang="en-US" sz="1300" u="sng" cap="small" dirty="0">
                <a:solidFill>
                  <a:schemeClr val="hlink"/>
                </a:solidFill>
                <a:latin typeface="Bookman Old Style"/>
                <a:ea typeface="Bookman Old Style"/>
                <a:cs typeface="Bookman Old Style"/>
                <a:sym typeface="Bookman Old Style"/>
                <a:hlinkClick r:id="rId29"/>
              </a:rPr>
              <a:t>ips</a:t>
            </a:r>
            <a:r>
              <a:rPr lang="en-US" sz="1300" u="sng" dirty="0">
                <a:solidFill>
                  <a:schemeClr val="hlink"/>
                </a:solidFill>
                <a:latin typeface="Bookman Old Style"/>
                <a:ea typeface="Bookman Old Style"/>
                <a:cs typeface="Bookman Old Style"/>
                <a:sym typeface="Bookman Old Style"/>
                <a:hlinkClick r:id="rId29"/>
              </a:rPr>
              <a:t> </a:t>
            </a:r>
            <a:r>
              <a:rPr lang="en-US" sz="1300" u="sng" cap="small" dirty="0">
                <a:solidFill>
                  <a:schemeClr val="hlink"/>
                </a:solidFill>
                <a:latin typeface="Bookman Old Style"/>
                <a:ea typeface="Bookman Old Style"/>
                <a:cs typeface="Bookman Old Style"/>
                <a:sym typeface="Bookman Old Style"/>
                <a:hlinkClick r:id="rId29"/>
              </a:rPr>
              <a:t>and</a:t>
            </a:r>
            <a:r>
              <a:rPr lang="en-US" sz="1300" u="sng" dirty="0">
                <a:solidFill>
                  <a:schemeClr val="hlink"/>
                </a:solidFill>
                <a:latin typeface="Bookman Old Style"/>
                <a:ea typeface="Bookman Old Style"/>
                <a:cs typeface="Bookman Old Style"/>
                <a:sym typeface="Bookman Old Style"/>
                <a:hlinkClick r:id="rId29"/>
              </a:rPr>
              <a:t> D</a:t>
            </a:r>
            <a:r>
              <a:rPr lang="en-US" sz="1300" u="sng" cap="small" dirty="0">
                <a:solidFill>
                  <a:schemeClr val="hlink"/>
                </a:solidFill>
                <a:latin typeface="Bookman Old Style"/>
                <a:ea typeface="Bookman Old Style"/>
                <a:cs typeface="Bookman Old Style"/>
                <a:sym typeface="Bookman Old Style"/>
                <a:hlinkClick r:id="rId29"/>
              </a:rPr>
              <a:t>ebugging</a:t>
            </a:r>
            <a:r>
              <a:rPr lang="en-US" sz="1300" dirty="0">
                <a:solidFill>
                  <a:srgbClr val="D6D6EF"/>
                </a:solidFill>
                <a:latin typeface="Bookman Old Style"/>
                <a:ea typeface="Bookman Old Style"/>
                <a:cs typeface="Bookman Old Style"/>
                <a:sym typeface="Bookman Old Style"/>
              </a:rPr>
              <a:t> </a:t>
            </a:r>
            <a:endParaRPr sz="1300" dirty="0">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dirty="0">
                <a:solidFill>
                  <a:schemeClr val="hlink"/>
                </a:solidFill>
                <a:latin typeface="Bookman Old Style"/>
                <a:ea typeface="Bookman Old Style"/>
                <a:cs typeface="Bookman Old Style"/>
                <a:sym typeface="Bookman Old Style"/>
                <a:hlinkClick r:id="rId30"/>
              </a:rPr>
              <a:t>S</a:t>
            </a:r>
            <a:r>
              <a:rPr lang="en-US" sz="1300" u="sng" cap="small" dirty="0">
                <a:solidFill>
                  <a:schemeClr val="hlink"/>
                </a:solidFill>
                <a:latin typeface="Bookman Old Style"/>
                <a:ea typeface="Bookman Old Style"/>
                <a:cs typeface="Bookman Old Style"/>
                <a:sym typeface="Bookman Old Style"/>
                <a:hlinkClick r:id="rId30"/>
              </a:rPr>
              <a:t>ummary</a:t>
            </a:r>
            <a:endParaRPr sz="1300" dirty="0"/>
          </a:p>
        </p:txBody>
      </p:sp>
      <p:grpSp>
        <p:nvGrpSpPr>
          <p:cNvPr id="90" name="Google Shape;90;p9"/>
          <p:cNvGrpSpPr/>
          <p:nvPr/>
        </p:nvGrpSpPr>
        <p:grpSpPr>
          <a:xfrm>
            <a:off x="0" y="3141936"/>
            <a:ext cx="5760262" cy="92075"/>
            <a:chOff x="0" y="3141936"/>
            <a:chExt cx="5760262" cy="92075"/>
          </a:xfrm>
        </p:grpSpPr>
        <p:sp>
          <p:nvSpPr>
            <p:cNvPr id="91" name="Google Shape;91;p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 name="Google Shape;92;p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 name="Google Shape;93;p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4" name="Google Shape;94;p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5" name="Google Shape;95;p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96" name="Google Shape;96;p9"/>
          <p:cNvSpPr txBox="1"/>
          <p:nvPr/>
        </p:nvSpPr>
        <p:spPr>
          <a:xfrm>
            <a:off x="4648851" y="3137675"/>
            <a:ext cx="495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sz="600">
                <a:latin typeface="Bookman Old Style"/>
                <a:ea typeface="Bookman Old Style"/>
                <a:cs typeface="Bookman Old Style"/>
                <a:sym typeface="Bookman Old Style"/>
              </a:rPr>
              <a:t>3</a:t>
            </a:fld>
            <a:r>
              <a:rPr lang="en-US" sz="600">
                <a:latin typeface="Bookman Old Style"/>
                <a:ea typeface="Bookman Old Style"/>
                <a:cs typeface="Bookman Old Style"/>
                <a:sym typeface="Bookman Old Style"/>
              </a:rPr>
              <a:t> / 100</a:t>
            </a:r>
            <a:endParaRPr sz="600">
              <a:latin typeface="Bookman Old Style"/>
              <a:ea typeface="Bookman Old Style"/>
              <a:cs typeface="Bookman Old Style"/>
              <a:sym typeface="Bookman Old Style"/>
            </a:endParaRPr>
          </a:p>
        </p:txBody>
      </p:sp>
      <p:sp>
        <p:nvSpPr>
          <p:cNvPr id="97" name="Google Shape;97;p9"/>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3</a:t>
            </a:fld>
            <a:r>
              <a:rPr lang="en-US"/>
              <a:t> / 100</a:t>
            </a:r>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0"/>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hat</a:t>
            </a:r>
            <a:r>
              <a:rPr lang="en-US">
                <a:solidFill>
                  <a:srgbClr val="FFFFFF"/>
                </a:solidFill>
              </a:rPr>
              <a:t> </a:t>
            </a:r>
            <a:r>
              <a:rPr lang="en-US" cap="small">
                <a:solidFill>
                  <a:srgbClr val="FFFFFF"/>
                </a:solidFill>
              </a:rPr>
              <a:t>is</a:t>
            </a:r>
            <a:r>
              <a:rPr lang="en-US">
                <a:solidFill>
                  <a:srgbClr val="FFFFFF"/>
                </a:solidFill>
              </a:rPr>
              <a:t> C</a:t>
            </a:r>
            <a:r>
              <a:rPr lang="en-US" cap="small">
                <a:solidFill>
                  <a:srgbClr val="FFFFFF"/>
                </a:solidFill>
              </a:rPr>
              <a:t>lassification</a:t>
            </a:r>
            <a:r>
              <a:rPr lang="en-US">
                <a:solidFill>
                  <a:srgbClr val="FFFFFF"/>
                </a:solidFill>
              </a:rPr>
              <a:t>?</a:t>
            </a:r>
            <a:endParaRPr/>
          </a:p>
        </p:txBody>
      </p:sp>
      <p:grpSp>
        <p:nvGrpSpPr>
          <p:cNvPr id="103" name="Google Shape;103;p10"/>
          <p:cNvGrpSpPr/>
          <p:nvPr/>
        </p:nvGrpSpPr>
        <p:grpSpPr>
          <a:xfrm>
            <a:off x="309193" y="597509"/>
            <a:ext cx="5192472" cy="2325014"/>
            <a:chOff x="309193" y="597509"/>
            <a:chExt cx="5192472" cy="2325014"/>
          </a:xfrm>
        </p:grpSpPr>
        <p:sp>
          <p:nvSpPr>
            <p:cNvPr id="104" name="Google Shape;104;p10"/>
            <p:cNvSpPr/>
            <p:nvPr/>
          </p:nvSpPr>
          <p:spPr>
            <a:xfrm>
              <a:off x="309193" y="597509"/>
              <a:ext cx="5142230" cy="207010"/>
            </a:xfrm>
            <a:custGeom>
              <a:avLst/>
              <a:gdLst/>
              <a:ahLst/>
              <a:cxnLst/>
              <a:rect l="l" t="t" r="r" b="b"/>
              <a:pathLst>
                <a:path w="5142230" h="207009" extrusionOk="0">
                  <a:moveTo>
                    <a:pt x="5090871" y="0"/>
                  </a:moveTo>
                  <a:lnTo>
                    <a:pt x="50800" y="0"/>
                  </a:lnTo>
                  <a:lnTo>
                    <a:pt x="31075" y="4008"/>
                  </a:lnTo>
                  <a:lnTo>
                    <a:pt x="14922" y="14922"/>
                  </a:lnTo>
                  <a:lnTo>
                    <a:pt x="4008" y="31075"/>
                  </a:lnTo>
                  <a:lnTo>
                    <a:pt x="0" y="50800"/>
                  </a:lnTo>
                  <a:lnTo>
                    <a:pt x="0" y="206887"/>
                  </a:lnTo>
                  <a:lnTo>
                    <a:pt x="5141671" y="206887"/>
                  </a:lnTo>
                  <a:lnTo>
                    <a:pt x="5141671" y="50800"/>
                  </a:lnTo>
                  <a:lnTo>
                    <a:pt x="5137663" y="31075"/>
                  </a:lnTo>
                  <a:lnTo>
                    <a:pt x="5126749" y="14922"/>
                  </a:lnTo>
                  <a:lnTo>
                    <a:pt x="5110596" y="4008"/>
                  </a:lnTo>
                  <a:lnTo>
                    <a:pt x="5090871" y="0"/>
                  </a:lnTo>
                  <a:close/>
                </a:path>
              </a:pathLst>
            </a:custGeom>
            <a:solidFill>
              <a:srgbClr val="D6D6E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05" name="Google Shape;105;p10"/>
            <p:cNvPicPr preferRelativeResize="0"/>
            <p:nvPr/>
          </p:nvPicPr>
          <p:blipFill rotWithShape="1">
            <a:blip r:embed="rId3">
              <a:alphaModFix/>
            </a:blip>
            <a:srcRect/>
            <a:stretch/>
          </p:blipFill>
          <p:spPr>
            <a:xfrm>
              <a:off x="309193" y="791743"/>
              <a:ext cx="5141671" cy="50609"/>
            </a:xfrm>
            <a:prstGeom prst="rect">
              <a:avLst/>
            </a:prstGeom>
            <a:noFill/>
            <a:ln>
              <a:noFill/>
            </a:ln>
          </p:spPr>
        </p:pic>
        <p:pic>
          <p:nvPicPr>
            <p:cNvPr id="106" name="Google Shape;106;p10"/>
            <p:cNvPicPr preferRelativeResize="0"/>
            <p:nvPr/>
          </p:nvPicPr>
          <p:blipFill rotWithShape="1">
            <a:blip r:embed="rId4">
              <a:alphaModFix/>
            </a:blip>
            <a:srcRect/>
            <a:stretch/>
          </p:blipFill>
          <p:spPr>
            <a:xfrm>
              <a:off x="359994" y="1167612"/>
              <a:ext cx="101600" cy="101600"/>
            </a:xfrm>
            <a:prstGeom prst="rect">
              <a:avLst/>
            </a:prstGeom>
            <a:noFill/>
            <a:ln>
              <a:noFill/>
            </a:ln>
          </p:spPr>
        </p:pic>
        <p:pic>
          <p:nvPicPr>
            <p:cNvPr id="107" name="Google Shape;107;p10"/>
            <p:cNvPicPr preferRelativeResize="0"/>
            <p:nvPr/>
          </p:nvPicPr>
          <p:blipFill rotWithShape="1">
            <a:blip r:embed="rId5">
              <a:alphaModFix/>
            </a:blip>
            <a:srcRect/>
            <a:stretch/>
          </p:blipFill>
          <p:spPr>
            <a:xfrm>
              <a:off x="410794" y="1154912"/>
              <a:ext cx="5090871" cy="114301"/>
            </a:xfrm>
            <a:prstGeom prst="rect">
              <a:avLst/>
            </a:prstGeom>
            <a:noFill/>
            <a:ln>
              <a:noFill/>
            </a:ln>
          </p:spPr>
        </p:pic>
        <p:pic>
          <p:nvPicPr>
            <p:cNvPr id="108" name="Google Shape;108;p10"/>
            <p:cNvPicPr preferRelativeResize="0"/>
            <p:nvPr/>
          </p:nvPicPr>
          <p:blipFill rotWithShape="1">
            <a:blip r:embed="rId6">
              <a:alphaModFix/>
            </a:blip>
            <a:srcRect/>
            <a:stretch/>
          </p:blipFill>
          <p:spPr>
            <a:xfrm>
              <a:off x="5450865" y="641743"/>
              <a:ext cx="50800" cy="525868"/>
            </a:xfrm>
            <a:prstGeom prst="rect">
              <a:avLst/>
            </a:prstGeom>
            <a:noFill/>
            <a:ln>
              <a:noFill/>
            </a:ln>
          </p:spPr>
        </p:pic>
        <p:sp>
          <p:nvSpPr>
            <p:cNvPr id="109" name="Google Shape;109;p10"/>
            <p:cNvSpPr/>
            <p:nvPr/>
          </p:nvSpPr>
          <p:spPr>
            <a:xfrm>
              <a:off x="309193" y="836015"/>
              <a:ext cx="5142230" cy="382905"/>
            </a:xfrm>
            <a:custGeom>
              <a:avLst/>
              <a:gdLst/>
              <a:ahLst/>
              <a:cxnLst/>
              <a:rect l="l" t="t" r="r" b="b"/>
              <a:pathLst>
                <a:path w="5142230" h="382905" extrusionOk="0">
                  <a:moveTo>
                    <a:pt x="5141671" y="0"/>
                  </a:moveTo>
                  <a:lnTo>
                    <a:pt x="0" y="0"/>
                  </a:lnTo>
                  <a:lnTo>
                    <a:pt x="0" y="331597"/>
                  </a:lnTo>
                  <a:lnTo>
                    <a:pt x="4008" y="351321"/>
                  </a:lnTo>
                  <a:lnTo>
                    <a:pt x="14922" y="367474"/>
                  </a:lnTo>
                  <a:lnTo>
                    <a:pt x="31075" y="378388"/>
                  </a:lnTo>
                  <a:lnTo>
                    <a:pt x="50800" y="382397"/>
                  </a:lnTo>
                  <a:lnTo>
                    <a:pt x="5090871" y="382397"/>
                  </a:lnTo>
                  <a:lnTo>
                    <a:pt x="5110596" y="378388"/>
                  </a:lnTo>
                  <a:lnTo>
                    <a:pt x="5126749" y="367474"/>
                  </a:lnTo>
                  <a:lnTo>
                    <a:pt x="5137663" y="351321"/>
                  </a:lnTo>
                  <a:lnTo>
                    <a:pt x="5141671" y="331597"/>
                  </a:lnTo>
                  <a:lnTo>
                    <a:pt x="5141671" y="0"/>
                  </a:lnTo>
                  <a:close/>
                </a:path>
              </a:pathLst>
            </a:custGeom>
            <a:solidFill>
              <a:srgbClr val="EAEAF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0" name="Google Shape;110;p10"/>
            <p:cNvSpPr/>
            <p:nvPr/>
          </p:nvSpPr>
          <p:spPr>
            <a:xfrm>
              <a:off x="5450865" y="679834"/>
              <a:ext cx="0" cy="507365"/>
            </a:xfrm>
            <a:custGeom>
              <a:avLst/>
              <a:gdLst/>
              <a:ahLst/>
              <a:cxnLst/>
              <a:rect l="l" t="t" r="r" b="b"/>
              <a:pathLst>
                <a:path w="120000" h="507365" extrusionOk="0">
                  <a:moveTo>
                    <a:pt x="0" y="506827"/>
                  </a:moveTo>
                  <a:lnTo>
                    <a:pt x="0"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1" name="Google Shape;111;p10"/>
            <p:cNvSpPr/>
            <p:nvPr/>
          </p:nvSpPr>
          <p:spPr>
            <a:xfrm>
              <a:off x="5450865" y="667134"/>
              <a:ext cx="0" cy="12700"/>
            </a:xfrm>
            <a:custGeom>
              <a:avLst/>
              <a:gdLst/>
              <a:ahLst/>
              <a:cxnLst/>
              <a:rect l="l" t="t" r="r" b="b"/>
              <a:pathLst>
                <a:path w="120000" h="12700" extrusionOk="0">
                  <a:moveTo>
                    <a:pt x="0" y="12700"/>
                  </a:moveTo>
                  <a:lnTo>
                    <a:pt x="0" y="0"/>
                  </a:lnTo>
                </a:path>
              </a:pathLst>
            </a:custGeom>
            <a:noFill/>
            <a:ln w="9525" cap="flat" cmpd="sng">
              <a:solidFill>
                <a:srgbClr val="AFAFA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2" name="Google Shape;112;p10"/>
            <p:cNvSpPr/>
            <p:nvPr/>
          </p:nvSpPr>
          <p:spPr>
            <a:xfrm>
              <a:off x="5450865" y="654434"/>
              <a:ext cx="0" cy="12700"/>
            </a:xfrm>
            <a:custGeom>
              <a:avLst/>
              <a:gdLst/>
              <a:ahLst/>
              <a:cxnLst/>
              <a:rect l="l" t="t" r="r" b="b"/>
              <a:pathLst>
                <a:path w="120000" h="12700" extrusionOk="0">
                  <a:moveTo>
                    <a:pt x="0" y="12700"/>
                  </a:moveTo>
                  <a:lnTo>
                    <a:pt x="0"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3" name="Google Shape;113;p10"/>
            <p:cNvSpPr/>
            <p:nvPr/>
          </p:nvSpPr>
          <p:spPr>
            <a:xfrm>
              <a:off x="5450865" y="641734"/>
              <a:ext cx="0" cy="12700"/>
            </a:xfrm>
            <a:custGeom>
              <a:avLst/>
              <a:gdLst/>
              <a:ahLst/>
              <a:cxnLst/>
              <a:rect l="l" t="t" r="r" b="b"/>
              <a:pathLst>
                <a:path w="120000" h="12700" extrusionOk="0">
                  <a:moveTo>
                    <a:pt x="0" y="12700"/>
                  </a:moveTo>
                  <a:lnTo>
                    <a:pt x="0" y="0"/>
                  </a:lnTo>
                </a:path>
              </a:pathLst>
            </a:custGeom>
            <a:noFill/>
            <a:ln w="9525" cap="flat" cmpd="sng">
              <a:solidFill>
                <a:srgbClr val="EFEFE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4" name="Google Shape;114;p10"/>
            <p:cNvSpPr/>
            <p:nvPr/>
          </p:nvSpPr>
          <p:spPr>
            <a:xfrm>
              <a:off x="5450865" y="622684"/>
              <a:ext cx="0" cy="19050"/>
            </a:xfrm>
            <a:custGeom>
              <a:avLst/>
              <a:gdLst/>
              <a:ahLst/>
              <a:cxnLst/>
              <a:rect l="l" t="t" r="r" b="b"/>
              <a:pathLst>
                <a:path w="120000" h="19050" extrusionOk="0">
                  <a:moveTo>
                    <a:pt x="0" y="19050"/>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15" name="Google Shape;115;p10"/>
            <p:cNvPicPr preferRelativeResize="0"/>
            <p:nvPr/>
          </p:nvPicPr>
          <p:blipFill rotWithShape="1">
            <a:blip r:embed="rId7">
              <a:alphaModFix/>
            </a:blip>
            <a:srcRect/>
            <a:stretch/>
          </p:blipFill>
          <p:spPr>
            <a:xfrm>
              <a:off x="513702" y="1674126"/>
              <a:ext cx="69291" cy="69291"/>
            </a:xfrm>
            <a:prstGeom prst="rect">
              <a:avLst/>
            </a:prstGeom>
            <a:noFill/>
            <a:ln>
              <a:noFill/>
            </a:ln>
          </p:spPr>
        </p:pic>
        <p:pic>
          <p:nvPicPr>
            <p:cNvPr id="116" name="Google Shape;116;p10"/>
            <p:cNvPicPr preferRelativeResize="0"/>
            <p:nvPr/>
          </p:nvPicPr>
          <p:blipFill rotWithShape="1">
            <a:blip r:embed="rId8">
              <a:alphaModFix/>
            </a:blip>
            <a:srcRect/>
            <a:stretch/>
          </p:blipFill>
          <p:spPr>
            <a:xfrm>
              <a:off x="513702" y="1895551"/>
              <a:ext cx="69291" cy="69291"/>
            </a:xfrm>
            <a:prstGeom prst="rect">
              <a:avLst/>
            </a:prstGeom>
            <a:noFill/>
            <a:ln>
              <a:noFill/>
            </a:ln>
          </p:spPr>
        </p:pic>
        <p:pic>
          <p:nvPicPr>
            <p:cNvPr id="117" name="Google Shape;117;p10"/>
            <p:cNvPicPr preferRelativeResize="0"/>
            <p:nvPr/>
          </p:nvPicPr>
          <p:blipFill rotWithShape="1">
            <a:blip r:embed="rId9">
              <a:alphaModFix/>
            </a:blip>
            <a:srcRect/>
            <a:stretch/>
          </p:blipFill>
          <p:spPr>
            <a:xfrm>
              <a:off x="513702" y="2116975"/>
              <a:ext cx="69291" cy="69291"/>
            </a:xfrm>
            <a:prstGeom prst="rect">
              <a:avLst/>
            </a:prstGeom>
            <a:noFill/>
            <a:ln>
              <a:noFill/>
            </a:ln>
          </p:spPr>
        </p:pic>
        <p:pic>
          <p:nvPicPr>
            <p:cNvPr id="118" name="Google Shape;118;p10"/>
            <p:cNvPicPr preferRelativeResize="0"/>
            <p:nvPr/>
          </p:nvPicPr>
          <p:blipFill rotWithShape="1">
            <a:blip r:embed="rId10">
              <a:alphaModFix/>
            </a:blip>
            <a:srcRect/>
            <a:stretch/>
          </p:blipFill>
          <p:spPr>
            <a:xfrm>
              <a:off x="513702" y="2631808"/>
              <a:ext cx="69291" cy="69291"/>
            </a:xfrm>
            <a:prstGeom prst="rect">
              <a:avLst/>
            </a:prstGeom>
            <a:noFill/>
            <a:ln>
              <a:noFill/>
            </a:ln>
          </p:spPr>
        </p:pic>
        <p:pic>
          <p:nvPicPr>
            <p:cNvPr id="119" name="Google Shape;119;p10"/>
            <p:cNvPicPr preferRelativeResize="0"/>
            <p:nvPr/>
          </p:nvPicPr>
          <p:blipFill rotWithShape="1">
            <a:blip r:embed="rId11">
              <a:alphaModFix/>
            </a:blip>
            <a:srcRect/>
            <a:stretch/>
          </p:blipFill>
          <p:spPr>
            <a:xfrm>
              <a:off x="513702" y="2853232"/>
              <a:ext cx="69291" cy="69291"/>
            </a:xfrm>
            <a:prstGeom prst="rect">
              <a:avLst/>
            </a:prstGeom>
            <a:noFill/>
            <a:ln>
              <a:noFill/>
            </a:ln>
          </p:spPr>
        </p:pic>
      </p:grpSp>
      <p:sp>
        <p:nvSpPr>
          <p:cNvPr id="120" name="Google Shape;120;p10"/>
          <p:cNvSpPr txBox="1"/>
          <p:nvPr/>
        </p:nvSpPr>
        <p:spPr>
          <a:xfrm>
            <a:off x="309194" y="526752"/>
            <a:ext cx="5017135" cy="2438400"/>
          </a:xfrm>
          <a:prstGeom prst="rect">
            <a:avLst/>
          </a:prstGeom>
          <a:noFill/>
          <a:ln>
            <a:noFill/>
          </a:ln>
        </p:spPr>
        <p:txBody>
          <a:bodyPr spcFirstLastPara="1" wrap="square" lIns="0" tIns="55225" rIns="0" bIns="0" anchor="t" anchorCtr="0">
            <a:spAutoFit/>
          </a:bodyPr>
          <a:lstStyle/>
          <a:p>
            <a:pPr marL="50800" lvl="0" indent="0" algn="l" rtl="0">
              <a:lnSpc>
                <a:spcPct val="100000"/>
              </a:lnSpc>
              <a:spcBef>
                <a:spcPts val="0"/>
              </a:spcBef>
              <a:spcAft>
                <a:spcPts val="0"/>
              </a:spcAft>
              <a:buNone/>
            </a:pPr>
            <a:r>
              <a:rPr lang="en-US" sz="1400">
                <a:solidFill>
                  <a:srgbClr val="3333B2"/>
                </a:solidFill>
                <a:latin typeface="Bookman Old Style"/>
                <a:ea typeface="Bookman Old Style"/>
                <a:cs typeface="Bookman Old Style"/>
                <a:sym typeface="Bookman Old Style"/>
              </a:rPr>
              <a:t>D</a:t>
            </a:r>
            <a:r>
              <a:rPr lang="en-US" sz="1400" cap="small">
                <a:solidFill>
                  <a:srgbClr val="3333B2"/>
                </a:solidFill>
                <a:latin typeface="Bookman Old Style"/>
                <a:ea typeface="Bookman Old Style"/>
                <a:cs typeface="Bookman Old Style"/>
                <a:sym typeface="Bookman Old Style"/>
              </a:rPr>
              <a:t>efinition</a:t>
            </a:r>
            <a:endParaRPr sz="1400">
              <a:latin typeface="Bookman Old Style"/>
              <a:ea typeface="Bookman Old Style"/>
              <a:cs typeface="Bookman Old Style"/>
              <a:sym typeface="Bookman Old Style"/>
            </a:endParaRPr>
          </a:p>
          <a:p>
            <a:pPr marL="50800" marR="245745" lvl="0" indent="0" algn="l" rtl="0">
              <a:lnSpc>
                <a:spcPct val="114700"/>
              </a:lnSpc>
              <a:spcBef>
                <a:spcPts val="75"/>
              </a:spcBef>
              <a:spcAft>
                <a:spcPts val="0"/>
              </a:spcAft>
              <a:buNone/>
            </a:pPr>
            <a:r>
              <a:rPr lang="en-US" sz="1050">
                <a:latin typeface="Arial"/>
                <a:ea typeface="Arial"/>
                <a:cs typeface="Arial"/>
                <a:sym typeface="Arial"/>
              </a:rPr>
              <a:t>Classification is a supervised learning task that predicts a discrete category or class label based on input features.</a:t>
            </a:r>
            <a:endParaRPr sz="1050">
              <a:latin typeface="Arial"/>
              <a:ea typeface="Arial"/>
              <a:cs typeface="Arial"/>
              <a:sym typeface="Arial"/>
            </a:endParaRPr>
          </a:p>
          <a:p>
            <a:pPr marL="0" lvl="0" indent="0" algn="l" rtl="0">
              <a:lnSpc>
                <a:spcPct val="100000"/>
              </a:lnSpc>
              <a:spcBef>
                <a:spcPts val="515"/>
              </a:spcBef>
              <a:spcAft>
                <a:spcPts val="0"/>
              </a:spcAft>
              <a:buNone/>
            </a:pPr>
            <a:endParaRPr sz="1050">
              <a:latin typeface="Arial"/>
              <a:ea typeface="Arial"/>
              <a:cs typeface="Arial"/>
              <a:sym typeface="Arial"/>
            </a:endParaRPr>
          </a:p>
          <a:p>
            <a:pPr marL="50800" lvl="0" indent="0" algn="l" rtl="0">
              <a:lnSpc>
                <a:spcPct val="100000"/>
              </a:lnSpc>
              <a:spcBef>
                <a:spcPts val="5"/>
              </a:spcBef>
              <a:spcAft>
                <a:spcPts val="0"/>
              </a:spcAft>
              <a:buNone/>
            </a:pPr>
            <a:r>
              <a:rPr lang="en-US" sz="1050">
                <a:solidFill>
                  <a:srgbClr val="1B1472"/>
                </a:solidFill>
                <a:latin typeface="Arial"/>
                <a:ea typeface="Arial"/>
                <a:cs typeface="Arial"/>
                <a:sym typeface="Arial"/>
              </a:rPr>
              <a:t>Key Characteristics:</a:t>
            </a:r>
            <a:endParaRPr sz="1050">
              <a:latin typeface="Arial"/>
              <a:ea typeface="Arial"/>
              <a:cs typeface="Arial"/>
              <a:sym typeface="Arial"/>
            </a:endParaRPr>
          </a:p>
          <a:p>
            <a:pPr marL="347980" lvl="0" indent="0" algn="l" rtl="0">
              <a:lnSpc>
                <a:spcPct val="100000"/>
              </a:lnSpc>
              <a:spcBef>
                <a:spcPts val="330"/>
              </a:spcBef>
              <a:spcAft>
                <a:spcPts val="0"/>
              </a:spcAft>
              <a:buNone/>
            </a:pPr>
            <a:r>
              <a:rPr lang="en-US" sz="1050">
                <a:latin typeface="Arial"/>
                <a:ea typeface="Arial"/>
                <a:cs typeface="Arial"/>
                <a:sym typeface="Arial"/>
              </a:rPr>
              <a:t>Input: Feature vector </a:t>
            </a:r>
            <a:r>
              <a:rPr lang="en-US" sz="1050" b="1">
                <a:latin typeface="Arial"/>
                <a:ea typeface="Arial"/>
                <a:cs typeface="Arial"/>
                <a:sym typeface="Arial"/>
              </a:rPr>
              <a:t>x </a:t>
            </a:r>
            <a:r>
              <a:rPr lang="en-US" sz="1200">
                <a:latin typeface="Lucida Sans"/>
                <a:ea typeface="Lucida Sans"/>
                <a:cs typeface="Lucida Sans"/>
                <a:sym typeface="Lucida Sans"/>
              </a:rPr>
              <a:t>∈ </a:t>
            </a:r>
            <a:r>
              <a:rPr lang="en-US" sz="1200">
                <a:latin typeface="Bookman Old Style"/>
                <a:ea typeface="Bookman Old Style"/>
                <a:cs typeface="Bookman Old Style"/>
                <a:sym typeface="Bookman Old Style"/>
              </a:rPr>
              <a:t>R</a:t>
            </a:r>
            <a:r>
              <a:rPr lang="en-US" sz="1050" i="1" baseline="30000">
                <a:latin typeface="Arial"/>
                <a:ea typeface="Arial"/>
                <a:cs typeface="Arial"/>
                <a:sym typeface="Arial"/>
              </a:rPr>
              <a:t>d</a:t>
            </a:r>
            <a:endParaRPr sz="1050" baseline="30000">
              <a:latin typeface="Arial"/>
              <a:ea typeface="Arial"/>
              <a:cs typeface="Arial"/>
              <a:sym typeface="Arial"/>
            </a:endParaRPr>
          </a:p>
          <a:p>
            <a:pPr marL="347980" lvl="0" indent="0" algn="l" rtl="0">
              <a:lnSpc>
                <a:spcPct val="100000"/>
              </a:lnSpc>
              <a:spcBef>
                <a:spcPts val="305"/>
              </a:spcBef>
              <a:spcAft>
                <a:spcPts val="0"/>
              </a:spcAft>
              <a:buNone/>
            </a:pPr>
            <a:r>
              <a:rPr lang="en-US" sz="1050">
                <a:latin typeface="Arial"/>
                <a:ea typeface="Arial"/>
                <a:cs typeface="Arial"/>
                <a:sym typeface="Arial"/>
              </a:rPr>
              <a:t>Output: Class label </a:t>
            </a:r>
            <a:r>
              <a:rPr lang="en-US" sz="1050" i="1">
                <a:latin typeface="Arial"/>
                <a:ea typeface="Arial"/>
                <a:cs typeface="Arial"/>
                <a:sym typeface="Arial"/>
              </a:rPr>
              <a:t>y </a:t>
            </a:r>
            <a:r>
              <a:rPr lang="en-US" sz="1200">
                <a:latin typeface="Lucida Sans"/>
                <a:ea typeface="Lucida Sans"/>
                <a:cs typeface="Lucida Sans"/>
                <a:sym typeface="Lucida Sans"/>
              </a:rPr>
              <a:t>∈ {</a:t>
            </a:r>
            <a:r>
              <a:rPr lang="en-US" sz="1050">
                <a:latin typeface="Arial"/>
                <a:ea typeface="Arial"/>
                <a:cs typeface="Arial"/>
                <a:sym typeface="Arial"/>
              </a:rPr>
              <a:t>1</a:t>
            </a:r>
            <a:r>
              <a:rPr lang="en-US" sz="1200" i="1">
                <a:latin typeface="Bookman Old Style"/>
                <a:ea typeface="Bookman Old Style"/>
                <a:cs typeface="Bookman Old Style"/>
                <a:sym typeface="Bookman Old Style"/>
              </a:rPr>
              <a:t>, </a:t>
            </a:r>
            <a:r>
              <a:rPr lang="en-US" sz="1050">
                <a:latin typeface="Arial"/>
                <a:ea typeface="Arial"/>
                <a:cs typeface="Arial"/>
                <a:sym typeface="Arial"/>
              </a:rPr>
              <a:t>2</a:t>
            </a:r>
            <a:r>
              <a:rPr lang="en-US" sz="1200" i="1">
                <a:latin typeface="Bookman Old Style"/>
                <a:ea typeface="Bookman Old Style"/>
                <a:cs typeface="Bookman Old Style"/>
                <a:sym typeface="Bookman Old Style"/>
              </a:rPr>
              <a:t>, . . . , </a:t>
            </a:r>
            <a:r>
              <a:rPr lang="en-US" sz="1050" i="1">
                <a:latin typeface="Arial"/>
                <a:ea typeface="Arial"/>
                <a:cs typeface="Arial"/>
                <a:sym typeface="Arial"/>
              </a:rPr>
              <a:t>K </a:t>
            </a:r>
            <a:r>
              <a:rPr lang="en-US" sz="1200">
                <a:latin typeface="Lucida Sans"/>
                <a:ea typeface="Lucida Sans"/>
                <a:cs typeface="Lucida Sans"/>
                <a:sym typeface="Lucida Sans"/>
              </a:rPr>
              <a:t>} </a:t>
            </a:r>
            <a:r>
              <a:rPr lang="en-US" sz="1050">
                <a:latin typeface="Arial"/>
                <a:ea typeface="Arial"/>
                <a:cs typeface="Arial"/>
                <a:sym typeface="Arial"/>
              </a:rPr>
              <a:t>(discrete)</a:t>
            </a:r>
            <a:endParaRPr sz="1050">
              <a:latin typeface="Arial"/>
              <a:ea typeface="Arial"/>
              <a:cs typeface="Arial"/>
              <a:sym typeface="Arial"/>
            </a:endParaRPr>
          </a:p>
          <a:p>
            <a:pPr marL="347980" lvl="0" indent="0" algn="l" rtl="0">
              <a:lnSpc>
                <a:spcPct val="100000"/>
              </a:lnSpc>
              <a:spcBef>
                <a:spcPts val="305"/>
              </a:spcBef>
              <a:spcAft>
                <a:spcPts val="0"/>
              </a:spcAft>
              <a:buNone/>
            </a:pPr>
            <a:r>
              <a:rPr lang="en-US" sz="1050">
                <a:latin typeface="Arial"/>
                <a:ea typeface="Arial"/>
                <a:cs typeface="Arial"/>
                <a:sym typeface="Arial"/>
              </a:rPr>
              <a:t>Goal: Learn a function </a:t>
            </a:r>
            <a:r>
              <a:rPr lang="en-US" sz="1050" i="1">
                <a:latin typeface="Arial"/>
                <a:ea typeface="Arial"/>
                <a:cs typeface="Arial"/>
                <a:sym typeface="Arial"/>
              </a:rPr>
              <a:t>f </a:t>
            </a:r>
            <a:r>
              <a:rPr lang="en-US" sz="1200">
                <a:latin typeface="Tahoma"/>
                <a:ea typeface="Tahoma"/>
                <a:cs typeface="Tahoma"/>
                <a:sym typeface="Tahoma"/>
              </a:rPr>
              <a:t>: </a:t>
            </a:r>
            <a:r>
              <a:rPr lang="en-US" sz="1200">
                <a:latin typeface="Bookman Old Style"/>
                <a:ea typeface="Bookman Old Style"/>
                <a:cs typeface="Bookman Old Style"/>
                <a:sym typeface="Bookman Old Style"/>
              </a:rPr>
              <a:t>R</a:t>
            </a:r>
            <a:r>
              <a:rPr lang="en-US" sz="1050" i="1" baseline="30000">
                <a:latin typeface="Arial"/>
                <a:ea typeface="Arial"/>
                <a:cs typeface="Arial"/>
                <a:sym typeface="Arial"/>
              </a:rPr>
              <a:t>d </a:t>
            </a:r>
            <a:r>
              <a:rPr lang="en-US" sz="1200">
                <a:latin typeface="Lucida Sans"/>
                <a:ea typeface="Lucida Sans"/>
                <a:cs typeface="Lucida Sans"/>
                <a:sym typeface="Lucida Sans"/>
              </a:rPr>
              <a:t>→ {</a:t>
            </a:r>
            <a:r>
              <a:rPr lang="en-US" sz="1050">
                <a:latin typeface="Arial"/>
                <a:ea typeface="Arial"/>
                <a:cs typeface="Arial"/>
                <a:sym typeface="Arial"/>
              </a:rPr>
              <a:t>1</a:t>
            </a:r>
            <a:r>
              <a:rPr lang="en-US" sz="1200" i="1">
                <a:latin typeface="Bookman Old Style"/>
                <a:ea typeface="Bookman Old Style"/>
                <a:cs typeface="Bookman Old Style"/>
                <a:sym typeface="Bookman Old Style"/>
              </a:rPr>
              <a:t>, </a:t>
            </a:r>
            <a:r>
              <a:rPr lang="en-US" sz="1050">
                <a:latin typeface="Arial"/>
                <a:ea typeface="Arial"/>
                <a:cs typeface="Arial"/>
                <a:sym typeface="Arial"/>
              </a:rPr>
              <a:t>2</a:t>
            </a:r>
            <a:r>
              <a:rPr lang="en-US" sz="1200" i="1">
                <a:latin typeface="Bookman Old Style"/>
                <a:ea typeface="Bookman Old Style"/>
                <a:cs typeface="Bookman Old Style"/>
                <a:sym typeface="Bookman Old Style"/>
              </a:rPr>
              <a:t>, . . . , </a:t>
            </a:r>
            <a:r>
              <a:rPr lang="en-US" sz="1050" i="1">
                <a:latin typeface="Arial"/>
                <a:ea typeface="Arial"/>
                <a:cs typeface="Arial"/>
                <a:sym typeface="Arial"/>
              </a:rPr>
              <a:t>K </a:t>
            </a:r>
            <a:r>
              <a:rPr lang="en-US" sz="1200">
                <a:latin typeface="Lucida Sans"/>
                <a:ea typeface="Lucida Sans"/>
                <a:cs typeface="Lucida Sans"/>
                <a:sym typeface="Lucida Sans"/>
              </a:rPr>
              <a:t>} </a:t>
            </a:r>
            <a:r>
              <a:rPr lang="en-US" sz="1050">
                <a:latin typeface="Arial"/>
                <a:ea typeface="Arial"/>
                <a:cs typeface="Arial"/>
                <a:sym typeface="Arial"/>
              </a:rPr>
              <a:t>that assigns inputs to classes</a:t>
            </a:r>
            <a:endParaRPr sz="1050">
              <a:latin typeface="Arial"/>
              <a:ea typeface="Arial"/>
              <a:cs typeface="Arial"/>
              <a:sym typeface="Arial"/>
            </a:endParaRPr>
          </a:p>
          <a:p>
            <a:pPr marL="50800" lvl="0" indent="0" algn="l" rtl="0">
              <a:lnSpc>
                <a:spcPct val="100000"/>
              </a:lnSpc>
              <a:spcBef>
                <a:spcPts val="1019"/>
              </a:spcBef>
              <a:spcAft>
                <a:spcPts val="0"/>
              </a:spcAft>
              <a:buNone/>
            </a:pPr>
            <a:r>
              <a:rPr lang="en-US" sz="1050">
                <a:solidFill>
                  <a:srgbClr val="1B1472"/>
                </a:solidFill>
                <a:latin typeface="Arial"/>
                <a:ea typeface="Arial"/>
                <a:cs typeface="Arial"/>
                <a:sym typeface="Arial"/>
              </a:rPr>
              <a:t>Difference from Regression:</a:t>
            </a:r>
            <a:endParaRPr sz="1050">
              <a:latin typeface="Arial"/>
              <a:ea typeface="Arial"/>
              <a:cs typeface="Arial"/>
              <a:sym typeface="Arial"/>
            </a:endParaRPr>
          </a:p>
          <a:p>
            <a:pPr marL="347980" marR="201295" lvl="0" indent="0" algn="l" rtl="0">
              <a:lnSpc>
                <a:spcPct val="138400"/>
              </a:lnSpc>
              <a:spcBef>
                <a:spcPts val="0"/>
              </a:spcBef>
              <a:spcAft>
                <a:spcPts val="0"/>
              </a:spcAft>
              <a:buNone/>
            </a:pPr>
            <a:r>
              <a:rPr lang="en-US" sz="1050">
                <a:latin typeface="Arial"/>
                <a:ea typeface="Arial"/>
                <a:cs typeface="Arial"/>
                <a:sym typeface="Arial"/>
              </a:rPr>
              <a:t>Regression: Predicts </a:t>
            </a:r>
            <a:r>
              <a:rPr lang="en-US" sz="1050">
                <a:solidFill>
                  <a:srgbClr val="EC2027"/>
                </a:solidFill>
                <a:latin typeface="Arial"/>
                <a:ea typeface="Arial"/>
                <a:cs typeface="Arial"/>
                <a:sym typeface="Arial"/>
              </a:rPr>
              <a:t>continuous </a:t>
            </a:r>
            <a:r>
              <a:rPr lang="en-US" sz="1050">
                <a:latin typeface="Arial"/>
                <a:ea typeface="Arial"/>
                <a:cs typeface="Arial"/>
                <a:sym typeface="Arial"/>
              </a:rPr>
              <a:t>values (e.g., price, temperature) Classification: Predicts </a:t>
            </a:r>
            <a:r>
              <a:rPr lang="en-US" sz="1050">
                <a:solidFill>
                  <a:srgbClr val="EC2027"/>
                </a:solidFill>
                <a:latin typeface="Arial"/>
                <a:ea typeface="Arial"/>
                <a:cs typeface="Arial"/>
                <a:sym typeface="Arial"/>
              </a:rPr>
              <a:t>discrete </a:t>
            </a:r>
            <a:r>
              <a:rPr lang="en-US" sz="1050">
                <a:latin typeface="Arial"/>
                <a:ea typeface="Arial"/>
                <a:cs typeface="Arial"/>
                <a:sym typeface="Arial"/>
              </a:rPr>
              <a:t>categories (e.g., spam/not spam, cat/dog)</a:t>
            </a:r>
            <a:endParaRPr sz="1050">
              <a:latin typeface="Arial"/>
              <a:ea typeface="Arial"/>
              <a:cs typeface="Arial"/>
              <a:sym typeface="Arial"/>
            </a:endParaRPr>
          </a:p>
        </p:txBody>
      </p:sp>
      <p:grpSp>
        <p:nvGrpSpPr>
          <p:cNvPr id="121" name="Google Shape;121;p10"/>
          <p:cNvGrpSpPr/>
          <p:nvPr/>
        </p:nvGrpSpPr>
        <p:grpSpPr>
          <a:xfrm>
            <a:off x="0" y="3141936"/>
            <a:ext cx="5760262" cy="92075"/>
            <a:chOff x="0" y="3141936"/>
            <a:chExt cx="5760262" cy="92075"/>
          </a:xfrm>
        </p:grpSpPr>
        <p:sp>
          <p:nvSpPr>
            <p:cNvPr id="122" name="Google Shape;122;p1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3" name="Google Shape;123;p1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4" name="Google Shape;124;p1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25" name="Google Shape;125;p1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26" name="Google Shape;126;p1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12"/>
              </a:rPr>
              <a:t>D</a:t>
            </a:r>
            <a:r>
              <a:rPr lang="en-US" sz="600" u="sng" cap="small">
                <a:solidFill>
                  <a:schemeClr val="hlink"/>
                </a:solidFill>
                <a:latin typeface="Bookman Old Style"/>
                <a:ea typeface="Bookman Old Style"/>
                <a:cs typeface="Bookman Old Style"/>
                <a:sym typeface="Bookman Old Style"/>
                <a:hlinkClick r:id="rId12"/>
              </a:rPr>
              <a:t>eep</a:t>
            </a:r>
            <a:r>
              <a:rPr lang="en-US" sz="600" u="sng">
                <a:solidFill>
                  <a:schemeClr val="hlink"/>
                </a:solidFill>
                <a:latin typeface="Bookman Old Style"/>
                <a:ea typeface="Bookman Old Style"/>
                <a:cs typeface="Bookman Old Style"/>
                <a:sym typeface="Bookman Old Style"/>
                <a:hlinkClick r:id="rId12"/>
              </a:rPr>
              <a:t> L</a:t>
            </a:r>
            <a:r>
              <a:rPr lang="en-US" sz="600" u="sng" cap="small">
                <a:solidFill>
                  <a:schemeClr val="hlink"/>
                </a:solidFill>
                <a:latin typeface="Bookman Old Style"/>
                <a:ea typeface="Bookman Old Style"/>
                <a:cs typeface="Bookman Old Style"/>
                <a:sym typeface="Bookman Old Style"/>
                <a:hlinkClick r:id="rId12"/>
              </a:rPr>
              <a:t>earning</a:t>
            </a:r>
            <a:endParaRPr sz="600">
              <a:latin typeface="Bookman Old Style"/>
              <a:ea typeface="Bookman Old Style"/>
              <a:cs typeface="Bookman Old Style"/>
              <a:sym typeface="Bookman Old Style"/>
            </a:endParaRPr>
          </a:p>
        </p:txBody>
      </p:sp>
      <p:sp>
        <p:nvSpPr>
          <p:cNvPr id="127" name="Google Shape;127;p10"/>
          <p:cNvSpPr txBox="1"/>
          <p:nvPr/>
        </p:nvSpPr>
        <p:spPr>
          <a:xfrm>
            <a:off x="4648850" y="3137675"/>
            <a:ext cx="3888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sz="600">
                <a:latin typeface="Bookman Old Style"/>
                <a:ea typeface="Bookman Old Style"/>
                <a:cs typeface="Bookman Old Style"/>
                <a:sym typeface="Bookman Old Style"/>
              </a:rPr>
              <a:t>4</a:t>
            </a:fld>
            <a:r>
              <a:rPr lang="en-US" sz="600">
                <a:latin typeface="Bookman Old Style"/>
                <a:ea typeface="Bookman Old Style"/>
                <a:cs typeface="Bookman Old Style"/>
                <a:sym typeface="Bookman Old Style"/>
              </a:rPr>
              <a:t> / 100</a:t>
            </a:r>
            <a:endParaRPr sz="600">
              <a:latin typeface="Bookman Old Style"/>
              <a:ea typeface="Bookman Old Style"/>
              <a:cs typeface="Bookman Old Style"/>
              <a:sym typeface="Bookman Old Style"/>
            </a:endParaRPr>
          </a:p>
        </p:txBody>
      </p:sp>
      <p:sp>
        <p:nvSpPr>
          <p:cNvPr id="128" name="Google Shape;128;p10"/>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4</a:t>
            </a:fld>
            <a:r>
              <a:rPr lang="en-US"/>
              <a:t> / 100</a:t>
            </a:r>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1"/>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E</a:t>
            </a:r>
            <a:r>
              <a:rPr lang="en-US" cap="small">
                <a:solidFill>
                  <a:srgbClr val="FFFFFF"/>
                </a:solidFill>
              </a:rPr>
              <a:t>xamples</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lassification</a:t>
            </a:r>
            <a:r>
              <a:rPr lang="en-US">
                <a:solidFill>
                  <a:srgbClr val="FFFFFF"/>
                </a:solidFill>
              </a:rPr>
              <a:t> P</a:t>
            </a:r>
            <a:r>
              <a:rPr lang="en-US" cap="small">
                <a:solidFill>
                  <a:srgbClr val="FFFFFF"/>
                </a:solidFill>
              </a:rPr>
              <a:t>roblems</a:t>
            </a:r>
            <a:endParaRPr/>
          </a:p>
        </p:txBody>
      </p:sp>
      <p:pic>
        <p:nvPicPr>
          <p:cNvPr id="134" name="Google Shape;134;p11"/>
          <p:cNvPicPr preferRelativeResize="0"/>
          <p:nvPr/>
        </p:nvPicPr>
        <p:blipFill rotWithShape="1">
          <a:blip r:embed="rId3">
            <a:alphaModFix/>
          </a:blip>
          <a:srcRect/>
          <a:stretch/>
        </p:blipFill>
        <p:spPr>
          <a:xfrm>
            <a:off x="456996" y="648563"/>
            <a:ext cx="121259" cy="121259"/>
          </a:xfrm>
          <a:prstGeom prst="rect">
            <a:avLst/>
          </a:prstGeom>
          <a:noFill/>
          <a:ln>
            <a:noFill/>
          </a:ln>
        </p:spPr>
      </p:pic>
      <p:sp>
        <p:nvSpPr>
          <p:cNvPr id="135" name="Google Shape;135;p11"/>
          <p:cNvSpPr txBox="1"/>
          <p:nvPr/>
        </p:nvSpPr>
        <p:spPr>
          <a:xfrm>
            <a:off x="483946" y="638713"/>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1</a:t>
            </a:r>
            <a:endParaRPr sz="600">
              <a:latin typeface="Bookman Old Style"/>
              <a:ea typeface="Bookman Old Style"/>
              <a:cs typeface="Bookman Old Style"/>
              <a:sym typeface="Bookman Old Style"/>
            </a:endParaRPr>
          </a:p>
        </p:txBody>
      </p:sp>
      <p:pic>
        <p:nvPicPr>
          <p:cNvPr id="136" name="Google Shape;136;p11"/>
          <p:cNvPicPr preferRelativeResize="0"/>
          <p:nvPr/>
        </p:nvPicPr>
        <p:blipFill rotWithShape="1">
          <a:blip r:embed="rId4">
            <a:alphaModFix/>
          </a:blip>
          <a:srcRect/>
          <a:stretch/>
        </p:blipFill>
        <p:spPr>
          <a:xfrm>
            <a:off x="456996" y="1228051"/>
            <a:ext cx="121259" cy="121259"/>
          </a:xfrm>
          <a:prstGeom prst="rect">
            <a:avLst/>
          </a:prstGeom>
          <a:noFill/>
          <a:ln>
            <a:noFill/>
          </a:ln>
        </p:spPr>
      </p:pic>
      <p:sp>
        <p:nvSpPr>
          <p:cNvPr id="137" name="Google Shape;137;p11"/>
          <p:cNvSpPr txBox="1"/>
          <p:nvPr/>
        </p:nvSpPr>
        <p:spPr>
          <a:xfrm>
            <a:off x="483946" y="1218201"/>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2</a:t>
            </a:r>
            <a:endParaRPr sz="600">
              <a:latin typeface="Bookman Old Style"/>
              <a:ea typeface="Bookman Old Style"/>
              <a:cs typeface="Bookman Old Style"/>
              <a:sym typeface="Bookman Old Style"/>
            </a:endParaRPr>
          </a:p>
        </p:txBody>
      </p:sp>
      <p:grpSp>
        <p:nvGrpSpPr>
          <p:cNvPr id="138" name="Google Shape;138;p11"/>
          <p:cNvGrpSpPr/>
          <p:nvPr/>
        </p:nvGrpSpPr>
        <p:grpSpPr>
          <a:xfrm>
            <a:off x="456996" y="1807540"/>
            <a:ext cx="121259" cy="700747"/>
            <a:chOff x="456996" y="1807540"/>
            <a:chExt cx="121259" cy="700747"/>
          </a:xfrm>
        </p:grpSpPr>
        <p:pic>
          <p:nvPicPr>
            <p:cNvPr id="139" name="Google Shape;139;p11"/>
            <p:cNvPicPr preferRelativeResize="0"/>
            <p:nvPr/>
          </p:nvPicPr>
          <p:blipFill rotWithShape="1">
            <a:blip r:embed="rId5">
              <a:alphaModFix/>
            </a:blip>
            <a:srcRect/>
            <a:stretch/>
          </p:blipFill>
          <p:spPr>
            <a:xfrm>
              <a:off x="456996" y="1807540"/>
              <a:ext cx="121259" cy="121259"/>
            </a:xfrm>
            <a:prstGeom prst="rect">
              <a:avLst/>
            </a:prstGeom>
            <a:noFill/>
            <a:ln>
              <a:noFill/>
            </a:ln>
          </p:spPr>
        </p:pic>
        <p:pic>
          <p:nvPicPr>
            <p:cNvPr id="140" name="Google Shape;140;p11"/>
            <p:cNvPicPr preferRelativeResize="0"/>
            <p:nvPr/>
          </p:nvPicPr>
          <p:blipFill rotWithShape="1">
            <a:blip r:embed="rId6">
              <a:alphaModFix/>
            </a:blip>
            <a:srcRect/>
            <a:stretch/>
          </p:blipFill>
          <p:spPr>
            <a:xfrm>
              <a:off x="456996" y="2387028"/>
              <a:ext cx="121259" cy="121259"/>
            </a:xfrm>
            <a:prstGeom prst="rect">
              <a:avLst/>
            </a:prstGeom>
            <a:noFill/>
            <a:ln>
              <a:noFill/>
            </a:ln>
          </p:spPr>
        </p:pic>
      </p:grpSp>
      <p:sp>
        <p:nvSpPr>
          <p:cNvPr id="141" name="Google Shape;141;p11"/>
          <p:cNvSpPr txBox="1"/>
          <p:nvPr/>
        </p:nvSpPr>
        <p:spPr>
          <a:xfrm>
            <a:off x="483946" y="1797690"/>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3</a:t>
            </a:r>
            <a:endParaRPr sz="600">
              <a:latin typeface="Bookman Old Style"/>
              <a:ea typeface="Bookman Old Style"/>
              <a:cs typeface="Bookman Old Style"/>
              <a:sym typeface="Bookman Old Style"/>
            </a:endParaRPr>
          </a:p>
        </p:txBody>
      </p:sp>
      <p:sp>
        <p:nvSpPr>
          <p:cNvPr id="142" name="Google Shape;142;p11"/>
          <p:cNvSpPr txBox="1"/>
          <p:nvPr/>
        </p:nvSpPr>
        <p:spPr>
          <a:xfrm>
            <a:off x="483946" y="2377178"/>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4</a:t>
            </a:r>
            <a:endParaRPr sz="600">
              <a:latin typeface="Bookman Old Style"/>
              <a:ea typeface="Bookman Old Style"/>
              <a:cs typeface="Bookman Old Style"/>
              <a:sym typeface="Bookman Old Style"/>
            </a:endParaRPr>
          </a:p>
        </p:txBody>
      </p:sp>
      <p:sp>
        <p:nvSpPr>
          <p:cNvPr id="143" name="Google Shape;143;p11"/>
          <p:cNvSpPr txBox="1"/>
          <p:nvPr/>
        </p:nvSpPr>
        <p:spPr>
          <a:xfrm>
            <a:off x="619226" y="603600"/>
            <a:ext cx="3287400" cy="2244000"/>
          </a:xfrm>
          <a:prstGeom prst="rect">
            <a:avLst/>
          </a:prstGeom>
          <a:noFill/>
          <a:ln>
            <a:noFill/>
          </a:ln>
        </p:spPr>
        <p:txBody>
          <a:bodyPr spcFirstLastPara="1" wrap="square" lIns="0" tIns="65400" rIns="0" bIns="0" anchor="t" anchorCtr="0">
            <a:spAutoFit/>
          </a:bodyPr>
          <a:lstStyle/>
          <a:p>
            <a:pPr marL="38100" lvl="0" indent="0" algn="l" rtl="0">
              <a:lnSpc>
                <a:spcPct val="100000"/>
              </a:lnSpc>
              <a:spcBef>
                <a:spcPts val="0"/>
              </a:spcBef>
              <a:spcAft>
                <a:spcPts val="0"/>
              </a:spcAft>
              <a:buNone/>
            </a:pPr>
            <a:r>
              <a:rPr lang="en-US" sz="1050">
                <a:solidFill>
                  <a:srgbClr val="1B1472"/>
                </a:solidFill>
                <a:latin typeface="Arial"/>
                <a:ea typeface="Arial"/>
                <a:cs typeface="Arial"/>
                <a:sym typeface="Arial"/>
              </a:rPr>
              <a:t>Email Spam Detection</a:t>
            </a:r>
            <a:endParaRPr sz="1050">
              <a:latin typeface="Arial"/>
              <a:ea typeface="Arial"/>
              <a:cs typeface="Arial"/>
              <a:sym typeface="Arial"/>
            </a:endParaRPr>
          </a:p>
          <a:p>
            <a:pPr marL="457200" lvl="0" indent="-285750" algn="l" rtl="0">
              <a:lnSpc>
                <a:spcPct val="100000"/>
              </a:lnSpc>
              <a:spcBef>
                <a:spcPts val="395"/>
              </a:spcBef>
              <a:spcAft>
                <a:spcPts val="0"/>
              </a:spcAft>
              <a:buSzPts val="900"/>
              <a:buFont typeface="Arial"/>
              <a:buChar char="●"/>
            </a:pPr>
            <a:r>
              <a:rPr lang="en-US" sz="950">
                <a:latin typeface="Arial"/>
                <a:ea typeface="Arial"/>
                <a:cs typeface="Arial"/>
                <a:sym typeface="Arial"/>
              </a:rPr>
              <a:t>Input: Email text, sender information, attachments</a:t>
            </a:r>
            <a:endParaRPr sz="950">
              <a:latin typeface="Arial"/>
              <a:ea typeface="Arial"/>
              <a:cs typeface="Arial"/>
              <a:sym typeface="Arial"/>
            </a:endParaRPr>
          </a:p>
          <a:p>
            <a:pPr marL="457200" lvl="0" indent="-285750" algn="l" rtl="0">
              <a:lnSpc>
                <a:spcPct val="100000"/>
              </a:lnSpc>
              <a:spcBef>
                <a:spcPts val="0"/>
              </a:spcBef>
              <a:spcAft>
                <a:spcPts val="0"/>
              </a:spcAft>
              <a:buSzPts val="900"/>
              <a:buFont typeface="Arial"/>
              <a:buChar char="●"/>
            </a:pPr>
            <a:r>
              <a:rPr lang="en-US" sz="950">
                <a:latin typeface="Arial"/>
                <a:ea typeface="Arial"/>
                <a:cs typeface="Arial"/>
                <a:sym typeface="Arial"/>
              </a:rPr>
              <a:t>Output: Spam or Not Spam</a:t>
            </a:r>
            <a:endParaRPr sz="950">
              <a:latin typeface="Arial"/>
              <a:ea typeface="Arial"/>
              <a:cs typeface="Arial"/>
              <a:sym typeface="Arial"/>
            </a:endParaRPr>
          </a:p>
          <a:p>
            <a:pPr marL="38100" lvl="0" indent="0" algn="l" rtl="0">
              <a:lnSpc>
                <a:spcPct val="100000"/>
              </a:lnSpc>
              <a:spcBef>
                <a:spcPts val="415"/>
              </a:spcBef>
              <a:spcAft>
                <a:spcPts val="0"/>
              </a:spcAft>
              <a:buNone/>
            </a:pPr>
            <a:r>
              <a:rPr lang="en-US" sz="1050">
                <a:solidFill>
                  <a:srgbClr val="1B1472"/>
                </a:solidFill>
                <a:latin typeface="Arial"/>
                <a:ea typeface="Arial"/>
                <a:cs typeface="Arial"/>
                <a:sym typeface="Arial"/>
              </a:rPr>
              <a:t>Medical Diagnosis</a:t>
            </a:r>
            <a:endParaRPr sz="1050">
              <a:latin typeface="Arial"/>
              <a:ea typeface="Arial"/>
              <a:cs typeface="Arial"/>
              <a:sym typeface="Arial"/>
            </a:endParaRPr>
          </a:p>
          <a:p>
            <a:pPr marL="457200" lvl="0" indent="-288925" algn="l" rtl="0">
              <a:lnSpc>
                <a:spcPct val="100000"/>
              </a:lnSpc>
              <a:spcBef>
                <a:spcPts val="395"/>
              </a:spcBef>
              <a:spcAft>
                <a:spcPts val="0"/>
              </a:spcAft>
              <a:buSzPts val="950"/>
              <a:buFont typeface="Arial"/>
              <a:buChar char="●"/>
            </a:pPr>
            <a:r>
              <a:rPr lang="en-US" sz="950">
                <a:latin typeface="Arial"/>
                <a:ea typeface="Arial"/>
                <a:cs typeface="Arial"/>
                <a:sym typeface="Arial"/>
              </a:rPr>
              <a:t>Input: Patient symptoms, test results, medical history</a:t>
            </a:r>
            <a:endParaRPr sz="950">
              <a:latin typeface="Arial"/>
              <a:ea typeface="Arial"/>
              <a:cs typeface="Arial"/>
              <a:sym typeface="Arial"/>
            </a:endParaRPr>
          </a:p>
          <a:p>
            <a:pPr marL="457200" lvl="0" indent="-288925" algn="l" rtl="0">
              <a:lnSpc>
                <a:spcPct val="100000"/>
              </a:lnSpc>
              <a:spcBef>
                <a:spcPts val="0"/>
              </a:spcBef>
              <a:spcAft>
                <a:spcPts val="0"/>
              </a:spcAft>
              <a:buSzPts val="950"/>
              <a:buFont typeface="Arial"/>
              <a:buChar char="●"/>
            </a:pPr>
            <a:r>
              <a:rPr lang="en-US" sz="950">
                <a:latin typeface="Arial"/>
                <a:ea typeface="Arial"/>
                <a:cs typeface="Arial"/>
                <a:sym typeface="Arial"/>
              </a:rPr>
              <a:t>Output: Disease present or absent</a:t>
            </a:r>
            <a:endParaRPr sz="950">
              <a:latin typeface="Arial"/>
              <a:ea typeface="Arial"/>
              <a:cs typeface="Arial"/>
              <a:sym typeface="Arial"/>
            </a:endParaRPr>
          </a:p>
          <a:p>
            <a:pPr marL="38100" lvl="0" indent="0" algn="l" rtl="0">
              <a:lnSpc>
                <a:spcPct val="100000"/>
              </a:lnSpc>
              <a:spcBef>
                <a:spcPts val="409"/>
              </a:spcBef>
              <a:spcAft>
                <a:spcPts val="0"/>
              </a:spcAft>
              <a:buNone/>
            </a:pPr>
            <a:r>
              <a:rPr lang="en-US" sz="1050">
                <a:solidFill>
                  <a:srgbClr val="1B1472"/>
                </a:solidFill>
                <a:latin typeface="Arial"/>
                <a:ea typeface="Arial"/>
                <a:cs typeface="Arial"/>
                <a:sym typeface="Arial"/>
              </a:rPr>
              <a:t>Image Recognition</a:t>
            </a:r>
            <a:endParaRPr sz="1050">
              <a:latin typeface="Arial"/>
              <a:ea typeface="Arial"/>
              <a:cs typeface="Arial"/>
              <a:sym typeface="Arial"/>
            </a:endParaRPr>
          </a:p>
          <a:p>
            <a:pPr marL="457200" lvl="0" indent="-288925" algn="l" rtl="0">
              <a:lnSpc>
                <a:spcPct val="100000"/>
              </a:lnSpc>
              <a:spcBef>
                <a:spcPts val="395"/>
              </a:spcBef>
              <a:spcAft>
                <a:spcPts val="0"/>
              </a:spcAft>
              <a:buSzPts val="950"/>
              <a:buFont typeface="Arial"/>
              <a:buChar char="●"/>
            </a:pPr>
            <a:r>
              <a:rPr lang="en-US" sz="950">
                <a:latin typeface="Arial"/>
                <a:ea typeface="Arial"/>
                <a:cs typeface="Arial"/>
                <a:sym typeface="Arial"/>
              </a:rPr>
              <a:t>Input: Pixel values of an image</a:t>
            </a:r>
            <a:endParaRPr sz="950">
              <a:latin typeface="Arial"/>
              <a:ea typeface="Arial"/>
              <a:cs typeface="Arial"/>
              <a:sym typeface="Arial"/>
            </a:endParaRPr>
          </a:p>
          <a:p>
            <a:pPr marL="457200" lvl="0" indent="-288925" algn="l" rtl="0">
              <a:lnSpc>
                <a:spcPct val="100000"/>
              </a:lnSpc>
              <a:spcBef>
                <a:spcPts val="0"/>
              </a:spcBef>
              <a:spcAft>
                <a:spcPts val="0"/>
              </a:spcAft>
              <a:buSzPts val="950"/>
              <a:buFont typeface="Arial"/>
              <a:buChar char="●"/>
            </a:pPr>
            <a:r>
              <a:rPr lang="en-US" sz="950">
                <a:latin typeface="Arial"/>
                <a:ea typeface="Arial"/>
                <a:cs typeface="Arial"/>
                <a:sym typeface="Arial"/>
              </a:rPr>
              <a:t>Output: Object category (cat, dog, car, etc.)</a:t>
            </a:r>
            <a:endParaRPr sz="950">
              <a:latin typeface="Arial"/>
              <a:ea typeface="Arial"/>
              <a:cs typeface="Arial"/>
              <a:sym typeface="Arial"/>
            </a:endParaRPr>
          </a:p>
          <a:p>
            <a:pPr marL="38100" lvl="0" indent="0" algn="l" rtl="0">
              <a:lnSpc>
                <a:spcPct val="100000"/>
              </a:lnSpc>
              <a:spcBef>
                <a:spcPts val="415"/>
              </a:spcBef>
              <a:spcAft>
                <a:spcPts val="0"/>
              </a:spcAft>
              <a:buNone/>
            </a:pPr>
            <a:r>
              <a:rPr lang="en-US" sz="1050">
                <a:solidFill>
                  <a:srgbClr val="1B1472"/>
                </a:solidFill>
                <a:latin typeface="Arial"/>
                <a:ea typeface="Arial"/>
                <a:cs typeface="Arial"/>
                <a:sym typeface="Arial"/>
              </a:rPr>
              <a:t>Sentiment Analysis</a:t>
            </a:r>
            <a:endParaRPr sz="1050">
              <a:latin typeface="Arial"/>
              <a:ea typeface="Arial"/>
              <a:cs typeface="Arial"/>
              <a:sym typeface="Arial"/>
            </a:endParaRPr>
          </a:p>
          <a:p>
            <a:pPr marL="457200" lvl="0" indent="-288925" algn="l" rtl="0">
              <a:lnSpc>
                <a:spcPct val="100000"/>
              </a:lnSpc>
              <a:spcBef>
                <a:spcPts val="395"/>
              </a:spcBef>
              <a:spcAft>
                <a:spcPts val="0"/>
              </a:spcAft>
              <a:buSzPts val="950"/>
              <a:buFont typeface="Arial"/>
              <a:buChar char="●"/>
            </a:pPr>
            <a:r>
              <a:rPr lang="en-US" sz="950">
                <a:latin typeface="Arial"/>
                <a:ea typeface="Arial"/>
                <a:cs typeface="Arial"/>
                <a:sym typeface="Arial"/>
              </a:rPr>
              <a:t>Input: Customer review text</a:t>
            </a:r>
            <a:endParaRPr sz="950">
              <a:latin typeface="Arial"/>
              <a:ea typeface="Arial"/>
              <a:cs typeface="Arial"/>
              <a:sym typeface="Arial"/>
            </a:endParaRPr>
          </a:p>
          <a:p>
            <a:pPr marL="457200" lvl="0" indent="-288925" algn="l" rtl="0">
              <a:lnSpc>
                <a:spcPct val="100000"/>
              </a:lnSpc>
              <a:spcBef>
                <a:spcPts val="0"/>
              </a:spcBef>
              <a:spcAft>
                <a:spcPts val="0"/>
              </a:spcAft>
              <a:buSzPts val="950"/>
              <a:buFont typeface="Arial"/>
              <a:buChar char="●"/>
            </a:pPr>
            <a:r>
              <a:rPr lang="en-US" sz="950">
                <a:latin typeface="Arial"/>
                <a:ea typeface="Arial"/>
                <a:cs typeface="Arial"/>
                <a:sym typeface="Arial"/>
              </a:rPr>
              <a:t>Output: Positive, Negative, or Neutral</a:t>
            </a:r>
            <a:endParaRPr sz="950">
              <a:latin typeface="Arial"/>
              <a:ea typeface="Arial"/>
              <a:cs typeface="Arial"/>
              <a:sym typeface="Arial"/>
            </a:endParaRPr>
          </a:p>
        </p:txBody>
      </p:sp>
      <p:grpSp>
        <p:nvGrpSpPr>
          <p:cNvPr id="144" name="Google Shape;144;p11"/>
          <p:cNvGrpSpPr/>
          <p:nvPr/>
        </p:nvGrpSpPr>
        <p:grpSpPr>
          <a:xfrm>
            <a:off x="0" y="3141936"/>
            <a:ext cx="5760262" cy="92075"/>
            <a:chOff x="0" y="3141936"/>
            <a:chExt cx="5760262" cy="92075"/>
          </a:xfrm>
        </p:grpSpPr>
        <p:sp>
          <p:nvSpPr>
            <p:cNvPr id="145" name="Google Shape;145;p11"/>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6" name="Google Shape;146;p11"/>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7" name="Google Shape;147;p11"/>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48" name="Google Shape;148;p1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49" name="Google Shape;149;p1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7"/>
              </a:rPr>
              <a:t>D</a:t>
            </a:r>
            <a:r>
              <a:rPr lang="en-US" sz="600" u="sng" cap="small">
                <a:solidFill>
                  <a:schemeClr val="hlink"/>
                </a:solidFill>
                <a:latin typeface="Bookman Old Style"/>
                <a:ea typeface="Bookman Old Style"/>
                <a:cs typeface="Bookman Old Style"/>
                <a:sym typeface="Bookman Old Style"/>
                <a:hlinkClick r:id="rId7"/>
              </a:rPr>
              <a:t>eep</a:t>
            </a:r>
            <a:r>
              <a:rPr lang="en-US" sz="600" u="sng">
                <a:solidFill>
                  <a:schemeClr val="hlink"/>
                </a:solidFill>
                <a:latin typeface="Bookman Old Style"/>
                <a:ea typeface="Bookman Old Style"/>
                <a:cs typeface="Bookman Old Style"/>
                <a:sym typeface="Bookman Old Style"/>
                <a:hlinkClick r:id="rId7"/>
              </a:rPr>
              <a:t> L</a:t>
            </a:r>
            <a:r>
              <a:rPr lang="en-US" sz="600" u="sng" cap="small">
                <a:solidFill>
                  <a:schemeClr val="hlink"/>
                </a:solidFill>
                <a:latin typeface="Bookman Old Style"/>
                <a:ea typeface="Bookman Old Style"/>
                <a:cs typeface="Bookman Old Style"/>
                <a:sym typeface="Bookman Old Style"/>
                <a:hlinkClick r:id="rId7"/>
              </a:rPr>
              <a:t>earning</a:t>
            </a:r>
            <a:endParaRPr sz="600">
              <a:latin typeface="Bookman Old Style"/>
              <a:ea typeface="Bookman Old Style"/>
              <a:cs typeface="Bookman Old Style"/>
              <a:sym typeface="Bookman Old Style"/>
            </a:endParaRPr>
          </a:p>
        </p:txBody>
      </p:sp>
      <p:sp>
        <p:nvSpPr>
          <p:cNvPr id="150" name="Google Shape;150;p11"/>
          <p:cNvSpPr txBox="1"/>
          <p:nvPr/>
        </p:nvSpPr>
        <p:spPr>
          <a:xfrm>
            <a:off x="4674251" y="3137675"/>
            <a:ext cx="3855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a:latin typeface="Bookman Old Style"/>
                <a:ea typeface="Bookman Old Style"/>
                <a:cs typeface="Bookman Old Style"/>
                <a:sym typeface="Bookman Old Style"/>
              </a:rPr>
              <a:t>5 / 100</a:t>
            </a:r>
            <a:endParaRPr sz="600">
              <a:latin typeface="Bookman Old Style"/>
              <a:ea typeface="Bookman Old Style"/>
              <a:cs typeface="Bookman Old Style"/>
              <a:sym typeface="Bookman Old Style"/>
            </a:endParaRPr>
          </a:p>
        </p:txBody>
      </p:sp>
      <p:sp>
        <p:nvSpPr>
          <p:cNvPr id="151" name="Google Shape;151;p11"/>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5</a:t>
            </a:fld>
            <a:r>
              <a:rPr lang="en-US"/>
              <a:t> / 100</a:t>
            </a:r>
            <a:endParaRPr/>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2"/>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ypes</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lassification</a:t>
            </a:r>
            <a:endParaRPr/>
          </a:p>
        </p:txBody>
      </p:sp>
      <p:grpSp>
        <p:nvGrpSpPr>
          <p:cNvPr id="157" name="Google Shape;157;p12"/>
          <p:cNvGrpSpPr/>
          <p:nvPr/>
        </p:nvGrpSpPr>
        <p:grpSpPr>
          <a:xfrm>
            <a:off x="513702" y="872731"/>
            <a:ext cx="69291" cy="1984641"/>
            <a:chOff x="513702" y="872731"/>
            <a:chExt cx="69291" cy="1984641"/>
          </a:xfrm>
        </p:grpSpPr>
        <p:pic>
          <p:nvPicPr>
            <p:cNvPr id="158" name="Google Shape;158;p12"/>
            <p:cNvPicPr preferRelativeResize="0"/>
            <p:nvPr/>
          </p:nvPicPr>
          <p:blipFill rotWithShape="1">
            <a:blip r:embed="rId3">
              <a:alphaModFix/>
            </a:blip>
            <a:srcRect/>
            <a:stretch/>
          </p:blipFill>
          <p:spPr>
            <a:xfrm>
              <a:off x="513702" y="872731"/>
              <a:ext cx="69291" cy="69291"/>
            </a:xfrm>
            <a:prstGeom prst="rect">
              <a:avLst/>
            </a:prstGeom>
            <a:noFill/>
            <a:ln>
              <a:noFill/>
            </a:ln>
          </p:spPr>
        </p:pic>
        <p:pic>
          <p:nvPicPr>
            <p:cNvPr id="159" name="Google Shape;159;p12"/>
            <p:cNvPicPr preferRelativeResize="0"/>
            <p:nvPr/>
          </p:nvPicPr>
          <p:blipFill rotWithShape="1">
            <a:blip r:embed="rId4">
              <a:alphaModFix/>
            </a:blip>
            <a:srcRect/>
            <a:stretch/>
          </p:blipFill>
          <p:spPr>
            <a:xfrm>
              <a:off x="513702" y="1094155"/>
              <a:ext cx="69291" cy="69291"/>
            </a:xfrm>
            <a:prstGeom prst="rect">
              <a:avLst/>
            </a:prstGeom>
            <a:noFill/>
            <a:ln>
              <a:noFill/>
            </a:ln>
          </p:spPr>
        </p:pic>
        <p:pic>
          <p:nvPicPr>
            <p:cNvPr id="160" name="Google Shape;160;p12"/>
            <p:cNvPicPr preferRelativeResize="0"/>
            <p:nvPr/>
          </p:nvPicPr>
          <p:blipFill rotWithShape="1">
            <a:blip r:embed="rId5">
              <a:alphaModFix/>
            </a:blip>
            <a:srcRect/>
            <a:stretch/>
          </p:blipFill>
          <p:spPr>
            <a:xfrm>
              <a:off x="513702" y="1608988"/>
              <a:ext cx="69291" cy="69291"/>
            </a:xfrm>
            <a:prstGeom prst="rect">
              <a:avLst/>
            </a:prstGeom>
            <a:noFill/>
            <a:ln>
              <a:noFill/>
            </a:ln>
          </p:spPr>
        </p:pic>
        <p:pic>
          <p:nvPicPr>
            <p:cNvPr id="161" name="Google Shape;161;p12"/>
            <p:cNvPicPr preferRelativeResize="0"/>
            <p:nvPr/>
          </p:nvPicPr>
          <p:blipFill rotWithShape="1">
            <a:blip r:embed="rId6">
              <a:alphaModFix/>
            </a:blip>
            <a:srcRect/>
            <a:stretch/>
          </p:blipFill>
          <p:spPr>
            <a:xfrm>
              <a:off x="513702" y="1830412"/>
              <a:ext cx="69291" cy="69291"/>
            </a:xfrm>
            <a:prstGeom prst="rect">
              <a:avLst/>
            </a:prstGeom>
            <a:noFill/>
            <a:ln>
              <a:noFill/>
            </a:ln>
          </p:spPr>
        </p:pic>
        <p:pic>
          <p:nvPicPr>
            <p:cNvPr id="162" name="Google Shape;162;p12"/>
            <p:cNvPicPr preferRelativeResize="0"/>
            <p:nvPr/>
          </p:nvPicPr>
          <p:blipFill rotWithShape="1">
            <a:blip r:embed="rId7">
              <a:alphaModFix/>
            </a:blip>
            <a:srcRect/>
            <a:stretch/>
          </p:blipFill>
          <p:spPr>
            <a:xfrm>
              <a:off x="513702" y="2051824"/>
              <a:ext cx="69291" cy="69291"/>
            </a:xfrm>
            <a:prstGeom prst="rect">
              <a:avLst/>
            </a:prstGeom>
            <a:noFill/>
            <a:ln>
              <a:noFill/>
            </a:ln>
          </p:spPr>
        </p:pic>
        <p:pic>
          <p:nvPicPr>
            <p:cNvPr id="163" name="Google Shape;163;p12"/>
            <p:cNvPicPr preferRelativeResize="0"/>
            <p:nvPr/>
          </p:nvPicPr>
          <p:blipFill rotWithShape="1">
            <a:blip r:embed="rId8">
              <a:alphaModFix/>
            </a:blip>
            <a:srcRect/>
            <a:stretch/>
          </p:blipFill>
          <p:spPr>
            <a:xfrm>
              <a:off x="513702" y="2566669"/>
              <a:ext cx="69291" cy="69291"/>
            </a:xfrm>
            <a:prstGeom prst="rect">
              <a:avLst/>
            </a:prstGeom>
            <a:noFill/>
            <a:ln>
              <a:noFill/>
            </a:ln>
          </p:spPr>
        </p:pic>
        <p:pic>
          <p:nvPicPr>
            <p:cNvPr id="164" name="Google Shape;164;p12"/>
            <p:cNvPicPr preferRelativeResize="0"/>
            <p:nvPr/>
          </p:nvPicPr>
          <p:blipFill rotWithShape="1">
            <a:blip r:embed="rId9">
              <a:alphaModFix/>
            </a:blip>
            <a:srcRect/>
            <a:stretch/>
          </p:blipFill>
          <p:spPr>
            <a:xfrm>
              <a:off x="513702" y="2788081"/>
              <a:ext cx="69291" cy="69291"/>
            </a:xfrm>
            <a:prstGeom prst="rect">
              <a:avLst/>
            </a:prstGeom>
            <a:noFill/>
            <a:ln>
              <a:noFill/>
            </a:ln>
          </p:spPr>
        </p:pic>
      </p:grpSp>
      <p:sp>
        <p:nvSpPr>
          <p:cNvPr id="165" name="Google Shape;165;p12"/>
          <p:cNvSpPr txBox="1"/>
          <p:nvPr/>
        </p:nvSpPr>
        <p:spPr>
          <a:xfrm>
            <a:off x="347294" y="535765"/>
            <a:ext cx="4116070" cy="2364740"/>
          </a:xfrm>
          <a:prstGeom prst="rect">
            <a:avLst/>
          </a:prstGeom>
          <a:noFill/>
          <a:ln>
            <a:noFill/>
          </a:ln>
        </p:spPr>
        <p:txBody>
          <a:bodyPr spcFirstLastPara="1" wrap="square" lIns="0" tIns="53975" rIns="0" bIns="0" anchor="t" anchorCtr="0">
            <a:spAutoFit/>
          </a:bodyPr>
          <a:lstStyle/>
          <a:p>
            <a:pPr marL="172085" lvl="0" indent="-159385" algn="l" rtl="0">
              <a:lnSpc>
                <a:spcPct val="100000"/>
              </a:lnSpc>
              <a:spcBef>
                <a:spcPts val="0"/>
              </a:spcBef>
              <a:spcAft>
                <a:spcPts val="0"/>
              </a:spcAft>
              <a:buClr>
                <a:srgbClr val="1B1472"/>
              </a:buClr>
              <a:buSzPts val="1050"/>
              <a:buFont typeface="Arial"/>
              <a:buAutoNum type="arabicPeriod"/>
            </a:pPr>
            <a:r>
              <a:rPr lang="en-US" sz="1050">
                <a:solidFill>
                  <a:srgbClr val="1B1472"/>
                </a:solidFill>
                <a:latin typeface="Arial"/>
                <a:ea typeface="Arial"/>
                <a:cs typeface="Arial"/>
                <a:sym typeface="Arial"/>
              </a:rPr>
              <a:t>Binary Classification</a:t>
            </a:r>
            <a:endParaRPr sz="1050">
              <a:latin typeface="Arial"/>
              <a:ea typeface="Arial"/>
              <a:cs typeface="Arial"/>
              <a:sym typeface="Arial"/>
            </a:endParaRPr>
          </a:p>
          <a:p>
            <a:pPr marL="309880" lvl="0" indent="0" algn="l" rtl="0">
              <a:lnSpc>
                <a:spcPct val="100000"/>
              </a:lnSpc>
              <a:spcBef>
                <a:spcPts val="330"/>
              </a:spcBef>
              <a:spcAft>
                <a:spcPts val="0"/>
              </a:spcAft>
              <a:buNone/>
            </a:pPr>
            <a:r>
              <a:rPr lang="en-US" sz="1050">
                <a:latin typeface="Arial"/>
                <a:ea typeface="Arial"/>
                <a:cs typeface="Arial"/>
                <a:sym typeface="Arial"/>
              </a:rPr>
              <a:t>Two classes: </a:t>
            </a:r>
            <a:r>
              <a:rPr lang="en-US" sz="1050" i="1">
                <a:latin typeface="Arial"/>
                <a:ea typeface="Arial"/>
                <a:cs typeface="Arial"/>
                <a:sym typeface="Arial"/>
              </a:rPr>
              <a:t>y </a:t>
            </a:r>
            <a:r>
              <a:rPr lang="en-US" sz="1200">
                <a:latin typeface="Lucida Sans"/>
                <a:ea typeface="Lucida Sans"/>
                <a:cs typeface="Lucida Sans"/>
                <a:sym typeface="Lucida Sans"/>
              </a:rPr>
              <a:t>∈ {</a:t>
            </a:r>
            <a:r>
              <a:rPr lang="en-US" sz="1050">
                <a:latin typeface="Arial"/>
                <a:ea typeface="Arial"/>
                <a:cs typeface="Arial"/>
                <a:sym typeface="Arial"/>
              </a:rPr>
              <a:t>0</a:t>
            </a:r>
            <a:r>
              <a:rPr lang="en-US" sz="1200" i="1">
                <a:latin typeface="Bookman Old Style"/>
                <a:ea typeface="Bookman Old Style"/>
                <a:cs typeface="Bookman Old Style"/>
                <a:sym typeface="Bookman Old Style"/>
              </a:rPr>
              <a:t>, </a:t>
            </a:r>
            <a:r>
              <a:rPr lang="en-US" sz="1050">
                <a:latin typeface="Arial"/>
                <a:ea typeface="Arial"/>
                <a:cs typeface="Arial"/>
                <a:sym typeface="Arial"/>
              </a:rPr>
              <a:t>1</a:t>
            </a:r>
            <a:r>
              <a:rPr lang="en-US" sz="1200">
                <a:latin typeface="Lucida Sans"/>
                <a:ea typeface="Lucida Sans"/>
                <a:cs typeface="Lucida Sans"/>
                <a:sym typeface="Lucida Sans"/>
              </a:rPr>
              <a:t>} </a:t>
            </a:r>
            <a:r>
              <a:rPr lang="en-US" sz="1050">
                <a:latin typeface="Arial"/>
                <a:ea typeface="Arial"/>
                <a:cs typeface="Arial"/>
                <a:sym typeface="Arial"/>
              </a:rPr>
              <a:t>or </a:t>
            </a:r>
            <a:r>
              <a:rPr lang="en-US" sz="1200">
                <a:latin typeface="Lucida Sans"/>
                <a:ea typeface="Lucida Sans"/>
                <a:cs typeface="Lucida Sans"/>
                <a:sym typeface="Lucida Sans"/>
              </a:rPr>
              <a:t>{−</a:t>
            </a:r>
            <a:r>
              <a:rPr lang="en-US" sz="1050">
                <a:latin typeface="Arial"/>
                <a:ea typeface="Arial"/>
                <a:cs typeface="Arial"/>
                <a:sym typeface="Arial"/>
              </a:rPr>
              <a:t>1</a:t>
            </a:r>
            <a:r>
              <a:rPr lang="en-US" sz="1200" i="1">
                <a:latin typeface="Bookman Old Style"/>
                <a:ea typeface="Bookman Old Style"/>
                <a:cs typeface="Bookman Old Style"/>
                <a:sym typeface="Bookman Old Style"/>
              </a:rPr>
              <a:t>, </a:t>
            </a:r>
            <a:r>
              <a:rPr lang="en-US" sz="1200">
                <a:latin typeface="Tahoma"/>
                <a:ea typeface="Tahoma"/>
                <a:cs typeface="Tahoma"/>
                <a:sym typeface="Tahoma"/>
              </a:rPr>
              <a:t>+</a:t>
            </a:r>
            <a:r>
              <a:rPr lang="en-US" sz="1050">
                <a:latin typeface="Arial"/>
                <a:ea typeface="Arial"/>
                <a:cs typeface="Arial"/>
                <a:sym typeface="Arial"/>
              </a:rPr>
              <a:t>1</a:t>
            </a:r>
            <a:r>
              <a:rPr lang="en-US" sz="1200">
                <a:latin typeface="Lucida Sans"/>
                <a:ea typeface="Lucida Sans"/>
                <a:cs typeface="Lucida Sans"/>
                <a:sym typeface="Lucida Sans"/>
              </a:rPr>
              <a:t>}</a:t>
            </a:r>
            <a:endParaRPr sz="1200">
              <a:latin typeface="Lucida Sans"/>
              <a:ea typeface="Lucida Sans"/>
              <a:cs typeface="Lucida Sans"/>
              <a:sym typeface="Lucida Sans"/>
            </a:endParaRPr>
          </a:p>
          <a:p>
            <a:pPr marL="309880" lvl="0" indent="0" algn="l" rtl="0">
              <a:lnSpc>
                <a:spcPct val="100000"/>
              </a:lnSpc>
              <a:spcBef>
                <a:spcPts val="455"/>
              </a:spcBef>
              <a:spcAft>
                <a:spcPts val="0"/>
              </a:spcAft>
              <a:buNone/>
            </a:pPr>
            <a:r>
              <a:rPr lang="en-US" sz="1050">
                <a:latin typeface="Arial"/>
                <a:ea typeface="Arial"/>
                <a:cs typeface="Arial"/>
                <a:sym typeface="Arial"/>
              </a:rPr>
              <a:t>Examples: Spam detection, disease diagnosis, fraud detection</a:t>
            </a:r>
            <a:endParaRPr sz="1050">
              <a:latin typeface="Arial"/>
              <a:ea typeface="Arial"/>
              <a:cs typeface="Arial"/>
              <a:sym typeface="Arial"/>
            </a:endParaRPr>
          </a:p>
          <a:p>
            <a:pPr marL="172085" lvl="0" indent="-159385" algn="l" rtl="0">
              <a:lnSpc>
                <a:spcPct val="100000"/>
              </a:lnSpc>
              <a:spcBef>
                <a:spcPts val="1050"/>
              </a:spcBef>
              <a:spcAft>
                <a:spcPts val="0"/>
              </a:spcAft>
              <a:buClr>
                <a:srgbClr val="1B1472"/>
              </a:buClr>
              <a:buSzPts val="1050"/>
              <a:buFont typeface="Arial"/>
              <a:buAutoNum type="arabicPeriod" startAt="2"/>
            </a:pPr>
            <a:r>
              <a:rPr lang="en-US" sz="1050">
                <a:solidFill>
                  <a:srgbClr val="1B1472"/>
                </a:solidFill>
                <a:latin typeface="Arial"/>
                <a:ea typeface="Arial"/>
                <a:cs typeface="Arial"/>
                <a:sym typeface="Arial"/>
              </a:rPr>
              <a:t>Multi-class Classification</a:t>
            </a:r>
            <a:endParaRPr sz="1050">
              <a:latin typeface="Arial"/>
              <a:ea typeface="Arial"/>
              <a:cs typeface="Arial"/>
              <a:sym typeface="Arial"/>
            </a:endParaRPr>
          </a:p>
          <a:p>
            <a:pPr marL="309880" marR="515619" lvl="0" indent="0" algn="l" rtl="0">
              <a:lnSpc>
                <a:spcPct val="144916"/>
              </a:lnSpc>
              <a:spcBef>
                <a:spcPts val="145"/>
              </a:spcBef>
              <a:spcAft>
                <a:spcPts val="0"/>
              </a:spcAft>
              <a:buNone/>
            </a:pPr>
            <a:r>
              <a:rPr lang="en-US" sz="1050">
                <a:latin typeface="Arial"/>
                <a:ea typeface="Arial"/>
                <a:cs typeface="Arial"/>
                <a:sym typeface="Arial"/>
              </a:rPr>
              <a:t>Multiple classes: </a:t>
            </a:r>
            <a:r>
              <a:rPr lang="en-US" sz="1050" i="1">
                <a:latin typeface="Arial"/>
                <a:ea typeface="Arial"/>
                <a:cs typeface="Arial"/>
                <a:sym typeface="Arial"/>
              </a:rPr>
              <a:t>y </a:t>
            </a:r>
            <a:r>
              <a:rPr lang="en-US" sz="1200">
                <a:latin typeface="Lucida Sans"/>
                <a:ea typeface="Lucida Sans"/>
                <a:cs typeface="Lucida Sans"/>
                <a:sym typeface="Lucida Sans"/>
              </a:rPr>
              <a:t>∈ {</a:t>
            </a:r>
            <a:r>
              <a:rPr lang="en-US" sz="1050">
                <a:latin typeface="Arial"/>
                <a:ea typeface="Arial"/>
                <a:cs typeface="Arial"/>
                <a:sym typeface="Arial"/>
              </a:rPr>
              <a:t>1</a:t>
            </a:r>
            <a:r>
              <a:rPr lang="en-US" sz="1200" i="1">
                <a:latin typeface="Bookman Old Style"/>
                <a:ea typeface="Bookman Old Style"/>
                <a:cs typeface="Bookman Old Style"/>
                <a:sym typeface="Bookman Old Style"/>
              </a:rPr>
              <a:t>, </a:t>
            </a:r>
            <a:r>
              <a:rPr lang="en-US" sz="1050">
                <a:latin typeface="Arial"/>
                <a:ea typeface="Arial"/>
                <a:cs typeface="Arial"/>
                <a:sym typeface="Arial"/>
              </a:rPr>
              <a:t>2</a:t>
            </a:r>
            <a:r>
              <a:rPr lang="en-US" sz="1200" i="1">
                <a:latin typeface="Bookman Old Style"/>
                <a:ea typeface="Bookman Old Style"/>
                <a:cs typeface="Bookman Old Style"/>
                <a:sym typeface="Bookman Old Style"/>
              </a:rPr>
              <a:t>, . . . , </a:t>
            </a:r>
            <a:r>
              <a:rPr lang="en-US" sz="1050" i="1">
                <a:latin typeface="Arial"/>
                <a:ea typeface="Arial"/>
                <a:cs typeface="Arial"/>
                <a:sym typeface="Arial"/>
              </a:rPr>
              <a:t>K </a:t>
            </a:r>
            <a:r>
              <a:rPr lang="en-US" sz="1200">
                <a:latin typeface="Lucida Sans"/>
                <a:ea typeface="Lucida Sans"/>
                <a:cs typeface="Lucida Sans"/>
                <a:sym typeface="Lucida Sans"/>
              </a:rPr>
              <a:t>} </a:t>
            </a:r>
            <a:r>
              <a:rPr lang="en-US" sz="1050">
                <a:latin typeface="Arial"/>
                <a:ea typeface="Arial"/>
                <a:cs typeface="Arial"/>
                <a:sym typeface="Arial"/>
              </a:rPr>
              <a:t>where </a:t>
            </a:r>
            <a:r>
              <a:rPr lang="en-US" sz="1050" i="1">
                <a:latin typeface="Arial"/>
                <a:ea typeface="Arial"/>
                <a:cs typeface="Arial"/>
                <a:sym typeface="Arial"/>
              </a:rPr>
              <a:t>K </a:t>
            </a:r>
            <a:r>
              <a:rPr lang="en-US" sz="1200" i="1">
                <a:latin typeface="Bookman Old Style"/>
                <a:ea typeface="Bookman Old Style"/>
                <a:cs typeface="Bookman Old Style"/>
                <a:sym typeface="Bookman Old Style"/>
              </a:rPr>
              <a:t>&gt; </a:t>
            </a:r>
            <a:r>
              <a:rPr lang="en-US" sz="1050">
                <a:latin typeface="Arial"/>
                <a:ea typeface="Arial"/>
                <a:cs typeface="Arial"/>
                <a:sym typeface="Arial"/>
              </a:rPr>
              <a:t>2 Examples: Digit recognition (0-9), animal classification Each example belongs to exactly one class</a:t>
            </a:r>
            <a:endParaRPr sz="1050">
              <a:latin typeface="Arial"/>
              <a:ea typeface="Arial"/>
              <a:cs typeface="Arial"/>
              <a:sym typeface="Arial"/>
            </a:endParaRPr>
          </a:p>
          <a:p>
            <a:pPr marL="172085" lvl="0" indent="-159385" algn="l" rtl="0">
              <a:lnSpc>
                <a:spcPct val="100000"/>
              </a:lnSpc>
              <a:spcBef>
                <a:spcPts val="915"/>
              </a:spcBef>
              <a:spcAft>
                <a:spcPts val="0"/>
              </a:spcAft>
              <a:buClr>
                <a:srgbClr val="1B1472"/>
              </a:buClr>
              <a:buSzPts val="1050"/>
              <a:buFont typeface="Arial"/>
              <a:buAutoNum type="arabicPeriod" startAt="3"/>
            </a:pPr>
            <a:r>
              <a:rPr lang="en-US" sz="1050">
                <a:solidFill>
                  <a:srgbClr val="1B1472"/>
                </a:solidFill>
                <a:latin typeface="Arial"/>
                <a:ea typeface="Arial"/>
                <a:cs typeface="Arial"/>
                <a:sym typeface="Arial"/>
              </a:rPr>
              <a:t>Multi-label Classification</a:t>
            </a:r>
            <a:endParaRPr sz="1050">
              <a:latin typeface="Arial"/>
              <a:ea typeface="Arial"/>
              <a:cs typeface="Arial"/>
              <a:sym typeface="Arial"/>
            </a:endParaRPr>
          </a:p>
          <a:p>
            <a:pPr marL="309880" marR="5080" lvl="0" indent="0" algn="l" rtl="0">
              <a:lnSpc>
                <a:spcPct val="138400"/>
              </a:lnSpc>
              <a:spcBef>
                <a:spcPts val="0"/>
              </a:spcBef>
              <a:spcAft>
                <a:spcPts val="0"/>
              </a:spcAft>
              <a:buNone/>
            </a:pPr>
            <a:r>
              <a:rPr lang="en-US" sz="1050">
                <a:latin typeface="Arial"/>
                <a:ea typeface="Arial"/>
                <a:cs typeface="Arial"/>
                <a:sym typeface="Arial"/>
              </a:rPr>
              <a:t>Each example can belong to multiple classes simultaneously Examples: Movie genres (action + comedy), document tagging</a:t>
            </a:r>
            <a:endParaRPr sz="1050">
              <a:latin typeface="Arial"/>
              <a:ea typeface="Arial"/>
              <a:cs typeface="Arial"/>
              <a:sym typeface="Arial"/>
            </a:endParaRPr>
          </a:p>
        </p:txBody>
      </p:sp>
      <p:grpSp>
        <p:nvGrpSpPr>
          <p:cNvPr id="166" name="Google Shape;166;p12"/>
          <p:cNvGrpSpPr/>
          <p:nvPr/>
        </p:nvGrpSpPr>
        <p:grpSpPr>
          <a:xfrm>
            <a:off x="0" y="3141936"/>
            <a:ext cx="5760262" cy="92075"/>
            <a:chOff x="0" y="3141936"/>
            <a:chExt cx="5760262" cy="92075"/>
          </a:xfrm>
        </p:grpSpPr>
        <p:sp>
          <p:nvSpPr>
            <p:cNvPr id="167" name="Google Shape;167;p12"/>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8" name="Google Shape;168;p12"/>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9" name="Google Shape;169;p12"/>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70" name="Google Shape;170;p1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71" name="Google Shape;171;p1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10"/>
              </a:rPr>
              <a:t>D</a:t>
            </a:r>
            <a:r>
              <a:rPr lang="en-US" sz="600" u="sng" cap="small">
                <a:solidFill>
                  <a:schemeClr val="hlink"/>
                </a:solidFill>
                <a:latin typeface="Bookman Old Style"/>
                <a:ea typeface="Bookman Old Style"/>
                <a:cs typeface="Bookman Old Style"/>
                <a:sym typeface="Bookman Old Style"/>
                <a:hlinkClick r:id="rId10"/>
              </a:rPr>
              <a:t>eep</a:t>
            </a:r>
            <a:r>
              <a:rPr lang="en-US" sz="600" u="sng">
                <a:solidFill>
                  <a:schemeClr val="hlink"/>
                </a:solidFill>
                <a:latin typeface="Bookman Old Style"/>
                <a:ea typeface="Bookman Old Style"/>
                <a:cs typeface="Bookman Old Style"/>
                <a:sym typeface="Bookman Old Style"/>
                <a:hlinkClick r:id="rId10"/>
              </a:rPr>
              <a:t> L</a:t>
            </a:r>
            <a:r>
              <a:rPr lang="en-US" sz="600" u="sng" cap="small">
                <a:solidFill>
                  <a:schemeClr val="hlink"/>
                </a:solidFill>
                <a:latin typeface="Bookman Old Style"/>
                <a:ea typeface="Bookman Old Style"/>
                <a:cs typeface="Bookman Old Style"/>
                <a:sym typeface="Bookman Old Style"/>
                <a:hlinkClick r:id="rId10"/>
              </a:rPr>
              <a:t>earning</a:t>
            </a:r>
            <a:endParaRPr sz="600">
              <a:latin typeface="Bookman Old Style"/>
              <a:ea typeface="Bookman Old Style"/>
              <a:cs typeface="Bookman Old Style"/>
              <a:sym typeface="Bookman Old Style"/>
            </a:endParaRPr>
          </a:p>
        </p:txBody>
      </p:sp>
      <p:sp>
        <p:nvSpPr>
          <p:cNvPr id="172" name="Google Shape;172;p12"/>
          <p:cNvSpPr txBox="1"/>
          <p:nvPr/>
        </p:nvSpPr>
        <p:spPr>
          <a:xfrm>
            <a:off x="4648851" y="3137675"/>
            <a:ext cx="4398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sz="600">
                <a:latin typeface="Bookman Old Style"/>
                <a:ea typeface="Bookman Old Style"/>
                <a:cs typeface="Bookman Old Style"/>
                <a:sym typeface="Bookman Old Style"/>
              </a:rPr>
              <a:t>6</a:t>
            </a:fld>
            <a:r>
              <a:rPr lang="en-US" sz="600">
                <a:latin typeface="Bookman Old Style"/>
                <a:ea typeface="Bookman Old Style"/>
                <a:cs typeface="Bookman Old Style"/>
                <a:sym typeface="Bookman Old Style"/>
              </a:rPr>
              <a:t> / 100</a:t>
            </a:r>
            <a:endParaRPr sz="600">
              <a:latin typeface="Bookman Old Style"/>
              <a:ea typeface="Bookman Old Style"/>
              <a:cs typeface="Bookman Old Style"/>
              <a:sym typeface="Bookman Old Style"/>
            </a:endParaRPr>
          </a:p>
        </p:txBody>
      </p:sp>
      <p:sp>
        <p:nvSpPr>
          <p:cNvPr id="173" name="Google Shape;173;p12"/>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6</a:t>
            </a:fld>
            <a:r>
              <a:rPr lang="en-US"/>
              <a:t> / 100</a:t>
            </a:r>
            <a:endParaRPr/>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3"/>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79" name="Google Shape;179;p13"/>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180" name="Google Shape;180;p13"/>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181" name="Google Shape;181;p13"/>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182" name="Google Shape;182;p13"/>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183" name="Google Shape;183;p13"/>
          <p:cNvGrpSpPr/>
          <p:nvPr/>
        </p:nvGrpSpPr>
        <p:grpSpPr>
          <a:xfrm>
            <a:off x="343662" y="893775"/>
            <a:ext cx="302196" cy="866762"/>
            <a:chOff x="343662" y="893775"/>
            <a:chExt cx="302196" cy="866762"/>
          </a:xfrm>
        </p:grpSpPr>
        <p:pic>
          <p:nvPicPr>
            <p:cNvPr id="184" name="Google Shape;184;p13"/>
            <p:cNvPicPr preferRelativeResize="0"/>
            <p:nvPr/>
          </p:nvPicPr>
          <p:blipFill rotWithShape="1">
            <a:blip r:embed="rId5">
              <a:alphaModFix/>
            </a:blip>
            <a:srcRect/>
            <a:stretch/>
          </p:blipFill>
          <p:spPr>
            <a:xfrm>
              <a:off x="576567" y="893775"/>
              <a:ext cx="69291" cy="69291"/>
            </a:xfrm>
            <a:prstGeom prst="rect">
              <a:avLst/>
            </a:prstGeom>
            <a:noFill/>
            <a:ln>
              <a:noFill/>
            </a:ln>
          </p:spPr>
        </p:pic>
        <p:pic>
          <p:nvPicPr>
            <p:cNvPr id="185" name="Google Shape;185;p13"/>
            <p:cNvPicPr preferRelativeResize="0"/>
            <p:nvPr/>
          </p:nvPicPr>
          <p:blipFill rotWithShape="1">
            <a:blip r:embed="rId6">
              <a:alphaModFix/>
            </a:blip>
            <a:srcRect/>
            <a:stretch/>
          </p:blipFill>
          <p:spPr>
            <a:xfrm>
              <a:off x="576567" y="1077239"/>
              <a:ext cx="69291" cy="69291"/>
            </a:xfrm>
            <a:prstGeom prst="rect">
              <a:avLst/>
            </a:prstGeom>
            <a:noFill/>
            <a:ln>
              <a:noFill/>
            </a:ln>
          </p:spPr>
        </p:pic>
        <p:pic>
          <p:nvPicPr>
            <p:cNvPr id="186" name="Google Shape;186;p13"/>
            <p:cNvPicPr preferRelativeResize="0"/>
            <p:nvPr/>
          </p:nvPicPr>
          <p:blipFill rotWithShape="1">
            <a:blip r:embed="rId7">
              <a:alphaModFix/>
            </a:blip>
            <a:srcRect/>
            <a:stretch/>
          </p:blipFill>
          <p:spPr>
            <a:xfrm>
              <a:off x="576567" y="1260703"/>
              <a:ext cx="69291" cy="69291"/>
            </a:xfrm>
            <a:prstGeom prst="rect">
              <a:avLst/>
            </a:prstGeom>
            <a:noFill/>
            <a:ln>
              <a:noFill/>
            </a:ln>
          </p:spPr>
        </p:pic>
        <p:pic>
          <p:nvPicPr>
            <p:cNvPr id="187" name="Google Shape;187;p13"/>
            <p:cNvPicPr preferRelativeResize="0"/>
            <p:nvPr/>
          </p:nvPicPr>
          <p:blipFill rotWithShape="1">
            <a:blip r:embed="rId8">
              <a:alphaModFix/>
            </a:blip>
            <a:srcRect/>
            <a:stretch/>
          </p:blipFill>
          <p:spPr>
            <a:xfrm>
              <a:off x="576567" y="1444167"/>
              <a:ext cx="69291" cy="69291"/>
            </a:xfrm>
            <a:prstGeom prst="rect">
              <a:avLst/>
            </a:prstGeom>
            <a:noFill/>
            <a:ln>
              <a:noFill/>
            </a:ln>
          </p:spPr>
        </p:pic>
        <p:pic>
          <p:nvPicPr>
            <p:cNvPr id="188" name="Google Shape;188;p13"/>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189" name="Google Shape;189;p13"/>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190" name="Google Shape;190;p13"/>
          <p:cNvGrpSpPr/>
          <p:nvPr/>
        </p:nvGrpSpPr>
        <p:grpSpPr>
          <a:xfrm>
            <a:off x="343662" y="1821865"/>
            <a:ext cx="302196" cy="1056691"/>
            <a:chOff x="343662" y="1821865"/>
            <a:chExt cx="302196" cy="1056691"/>
          </a:xfrm>
        </p:grpSpPr>
        <p:pic>
          <p:nvPicPr>
            <p:cNvPr id="191" name="Google Shape;191;p13"/>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192" name="Google Shape;192;p13"/>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193" name="Google Shape;193;p13"/>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194" name="Google Shape;194;p13"/>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195" name="Google Shape;195;p13"/>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196" name="Google Shape;196;p13"/>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197" name="Google Shape;197;p13"/>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198" name="Google Shape;198;p13"/>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199" name="Google Shape;199;p13"/>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200" name="Google Shape;200;p13"/>
          <p:cNvSpPr txBox="1"/>
          <p:nvPr/>
        </p:nvSpPr>
        <p:spPr>
          <a:xfrm>
            <a:off x="563025" y="391150"/>
            <a:ext cx="50571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latin typeface="Arial"/>
                <a:ea typeface="Arial"/>
                <a:cs typeface="Arial"/>
                <a:sym typeface="Arial"/>
              </a:rPr>
              <a:t> </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D6D6EF"/>
                </a:solidFill>
                <a:latin typeface="Bookman Old Style"/>
                <a:ea typeface="Bookman Old Style"/>
                <a:cs typeface="Bookman Old Style"/>
                <a:sym typeface="Bookman Old Style"/>
              </a:rPr>
              <a:t> </a:t>
            </a:r>
            <a:endParaRPr sz="1300">
              <a:solidFill>
                <a:srgbClr val="D6D6EF"/>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201" name="Google Shape;201;p13"/>
          <p:cNvGrpSpPr/>
          <p:nvPr/>
        </p:nvGrpSpPr>
        <p:grpSpPr>
          <a:xfrm>
            <a:off x="0" y="3141936"/>
            <a:ext cx="5760262" cy="92075"/>
            <a:chOff x="0" y="3141936"/>
            <a:chExt cx="5760262" cy="92075"/>
          </a:xfrm>
        </p:grpSpPr>
        <p:sp>
          <p:nvSpPr>
            <p:cNvPr id="202" name="Google Shape;202;p13"/>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3" name="Google Shape;203;p13"/>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4" name="Google Shape;204;p13"/>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05" name="Google Shape;205;p1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06" name="Google Shape;206;p1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207" name="Google Shape;207;p13"/>
          <p:cNvSpPr txBox="1"/>
          <p:nvPr/>
        </p:nvSpPr>
        <p:spPr>
          <a:xfrm>
            <a:off x="4648851" y="3137675"/>
            <a:ext cx="5199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sz="600">
                <a:latin typeface="Bookman Old Style"/>
                <a:ea typeface="Bookman Old Style"/>
                <a:cs typeface="Bookman Old Style"/>
                <a:sym typeface="Bookman Old Style"/>
              </a:rPr>
              <a:t>7</a:t>
            </a:fld>
            <a:r>
              <a:rPr lang="en-US" sz="600">
                <a:latin typeface="Bookman Old Style"/>
                <a:ea typeface="Bookman Old Style"/>
                <a:cs typeface="Bookman Old Style"/>
                <a:sym typeface="Bookman Old Style"/>
              </a:rPr>
              <a:t> / 100</a:t>
            </a:r>
            <a:endParaRPr sz="600">
              <a:latin typeface="Bookman Old Style"/>
              <a:ea typeface="Bookman Old Style"/>
              <a:cs typeface="Bookman Old Style"/>
              <a:sym typeface="Bookman Old Style"/>
            </a:endParaRPr>
          </a:p>
        </p:txBody>
      </p:sp>
      <p:sp>
        <p:nvSpPr>
          <p:cNvPr id="208" name="Google Shape;208;p13"/>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7</a:t>
            </a:fld>
            <a:r>
              <a:rPr lang="en-US"/>
              <a:t> / 100</a:t>
            </a:r>
            <a:endParaRPr/>
          </a:p>
        </p:txBody>
      </p:sp>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4"/>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B</a:t>
            </a:r>
            <a:r>
              <a:rPr lang="en-US" cap="small">
                <a:solidFill>
                  <a:srgbClr val="FFFFFF"/>
                </a:solidFill>
              </a:rPr>
              <a:t>inary</a:t>
            </a:r>
            <a:r>
              <a:rPr lang="en-US">
                <a:solidFill>
                  <a:srgbClr val="FFFFFF"/>
                </a:solidFill>
              </a:rPr>
              <a:t> C</a:t>
            </a:r>
            <a:r>
              <a:rPr lang="en-US" cap="small">
                <a:solidFill>
                  <a:srgbClr val="FFFFFF"/>
                </a:solidFill>
              </a:rPr>
              <a:t>lassification</a:t>
            </a:r>
            <a:r>
              <a:rPr lang="en-US">
                <a:solidFill>
                  <a:srgbClr val="FFFFFF"/>
                </a:solidFill>
              </a:rPr>
              <a:t> P</a:t>
            </a:r>
            <a:r>
              <a:rPr lang="en-US" cap="small">
                <a:solidFill>
                  <a:srgbClr val="FFFFFF"/>
                </a:solidFill>
              </a:rPr>
              <a:t>roblem</a:t>
            </a:r>
            <a:endParaRPr/>
          </a:p>
        </p:txBody>
      </p:sp>
      <p:grpSp>
        <p:nvGrpSpPr>
          <p:cNvPr id="214" name="Google Shape;214;p14"/>
          <p:cNvGrpSpPr/>
          <p:nvPr/>
        </p:nvGrpSpPr>
        <p:grpSpPr>
          <a:xfrm>
            <a:off x="0" y="3141936"/>
            <a:ext cx="5760262" cy="92075"/>
            <a:chOff x="0" y="3141936"/>
            <a:chExt cx="5760262" cy="92075"/>
          </a:xfrm>
        </p:grpSpPr>
        <p:sp>
          <p:nvSpPr>
            <p:cNvPr id="215" name="Google Shape;215;p1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6" name="Google Shape;216;p1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7" name="Google Shape;217;p1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18" name="Google Shape;218;p1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19" name="Google Shape;219;p1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220" name="Google Shape;220;p14"/>
          <p:cNvSpPr txBox="1"/>
          <p:nvPr/>
        </p:nvSpPr>
        <p:spPr>
          <a:xfrm>
            <a:off x="4648851" y="3137675"/>
            <a:ext cx="50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sz="600">
                <a:latin typeface="Bookman Old Style"/>
                <a:ea typeface="Bookman Old Style"/>
                <a:cs typeface="Bookman Old Style"/>
                <a:sym typeface="Bookman Old Style"/>
              </a:rPr>
              <a:t>8</a:t>
            </a:fld>
            <a:r>
              <a:rPr lang="en-US" sz="600">
                <a:latin typeface="Bookman Old Style"/>
                <a:ea typeface="Bookman Old Style"/>
                <a:cs typeface="Bookman Old Style"/>
                <a:sym typeface="Bookman Old Style"/>
              </a:rPr>
              <a:t> / 100</a:t>
            </a:r>
            <a:endParaRPr sz="600">
              <a:latin typeface="Bookman Old Style"/>
              <a:ea typeface="Bookman Old Style"/>
              <a:cs typeface="Bookman Old Style"/>
              <a:sym typeface="Bookman Old Style"/>
            </a:endParaRPr>
          </a:p>
        </p:txBody>
      </p:sp>
      <p:pic>
        <p:nvPicPr>
          <p:cNvPr id="221" name="Google Shape;221;p14"/>
          <p:cNvPicPr preferRelativeResize="0"/>
          <p:nvPr/>
        </p:nvPicPr>
        <p:blipFill>
          <a:blip r:embed="rId4">
            <a:alphaModFix/>
          </a:blip>
          <a:stretch>
            <a:fillRect/>
          </a:stretch>
        </p:blipFill>
        <p:spPr>
          <a:xfrm>
            <a:off x="152400" y="550235"/>
            <a:ext cx="5061967" cy="2435038"/>
          </a:xfrm>
          <a:prstGeom prst="rect">
            <a:avLst/>
          </a:prstGeom>
          <a:noFill/>
          <a:ln>
            <a:noFill/>
          </a:ln>
        </p:spPr>
      </p:pic>
      <p:sp>
        <p:nvSpPr>
          <p:cNvPr id="222" name="Google Shape;222;p14"/>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8</a:t>
            </a:fld>
            <a:r>
              <a:rPr lang="en-US"/>
              <a:t> / 100</a:t>
            </a:r>
            <a:endParaRPr/>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B</a:t>
            </a:r>
            <a:r>
              <a:rPr lang="en-US" cap="small">
                <a:solidFill>
                  <a:srgbClr val="FFFFFF"/>
                </a:solidFill>
              </a:rPr>
              <a:t>inary</a:t>
            </a:r>
            <a:r>
              <a:rPr lang="en-US">
                <a:solidFill>
                  <a:srgbClr val="FFFFFF"/>
                </a:solidFill>
              </a:rPr>
              <a:t> C</a:t>
            </a:r>
            <a:r>
              <a:rPr lang="en-US" cap="small">
                <a:solidFill>
                  <a:srgbClr val="FFFFFF"/>
                </a:solidFill>
              </a:rPr>
              <a:t>lassification</a:t>
            </a:r>
            <a:r>
              <a:rPr lang="en-US">
                <a:solidFill>
                  <a:srgbClr val="FFFFFF"/>
                </a:solidFill>
              </a:rPr>
              <a:t>:  V</a:t>
            </a:r>
            <a:r>
              <a:rPr lang="en-US" cap="small">
                <a:solidFill>
                  <a:srgbClr val="FFFFFF"/>
                </a:solidFill>
              </a:rPr>
              <a:t>isual</a:t>
            </a:r>
            <a:r>
              <a:rPr lang="en-US">
                <a:solidFill>
                  <a:srgbClr val="FFFFFF"/>
                </a:solidFill>
              </a:rPr>
              <a:t> E</a:t>
            </a:r>
            <a:r>
              <a:rPr lang="en-US" cap="small">
                <a:solidFill>
                  <a:srgbClr val="FFFFFF"/>
                </a:solidFill>
              </a:rPr>
              <a:t>xample</a:t>
            </a:r>
            <a:endParaRPr/>
          </a:p>
        </p:txBody>
      </p:sp>
      <p:grpSp>
        <p:nvGrpSpPr>
          <p:cNvPr id="228" name="Google Shape;228;p15"/>
          <p:cNvGrpSpPr/>
          <p:nvPr/>
        </p:nvGrpSpPr>
        <p:grpSpPr>
          <a:xfrm>
            <a:off x="573760" y="2486724"/>
            <a:ext cx="2370956" cy="79375"/>
            <a:chOff x="573760" y="2486724"/>
            <a:chExt cx="2370956" cy="79375"/>
          </a:xfrm>
        </p:grpSpPr>
        <p:sp>
          <p:nvSpPr>
            <p:cNvPr id="229" name="Google Shape;229;p15"/>
            <p:cNvSpPr/>
            <p:nvPr/>
          </p:nvSpPr>
          <p:spPr>
            <a:xfrm>
              <a:off x="573760" y="2526233"/>
              <a:ext cx="2366010" cy="0"/>
            </a:xfrm>
            <a:custGeom>
              <a:avLst/>
              <a:gdLst/>
              <a:ahLst/>
              <a:cxnLst/>
              <a:rect l="l" t="t" r="r" b="b"/>
              <a:pathLst>
                <a:path w="2366010" h="120000" extrusionOk="0">
                  <a:moveTo>
                    <a:pt x="0" y="0"/>
                  </a:moveTo>
                  <a:lnTo>
                    <a:pt x="2365895"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30" name="Google Shape;230;p15"/>
            <p:cNvSpPr/>
            <p:nvPr/>
          </p:nvSpPr>
          <p:spPr>
            <a:xfrm>
              <a:off x="2912332" y="2486724"/>
              <a:ext cx="32384" cy="79375"/>
            </a:xfrm>
            <a:custGeom>
              <a:avLst/>
              <a:gdLst/>
              <a:ahLst/>
              <a:cxnLst/>
              <a:rect l="l" t="t" r="r" b="b"/>
              <a:pathLst>
                <a:path w="32385" h="79375" extrusionOk="0">
                  <a:moveTo>
                    <a:pt x="0" y="0"/>
                  </a:moveTo>
                  <a:lnTo>
                    <a:pt x="5689" y="15525"/>
                  </a:lnTo>
                  <a:lnTo>
                    <a:pt x="13432" y="26915"/>
                  </a:lnTo>
                  <a:lnTo>
                    <a:pt x="22556" y="34724"/>
                  </a:lnTo>
                  <a:lnTo>
                    <a:pt x="32390" y="39509"/>
                  </a:lnTo>
                  <a:lnTo>
                    <a:pt x="22556" y="44293"/>
                  </a:lnTo>
                  <a:lnTo>
                    <a:pt x="13432" y="52102"/>
                  </a:lnTo>
                  <a:lnTo>
                    <a:pt x="5689" y="63492"/>
                  </a:lnTo>
                  <a:lnTo>
                    <a:pt x="0" y="79018"/>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31" name="Google Shape;231;p15"/>
          <p:cNvSpPr txBox="1"/>
          <p:nvPr/>
        </p:nvSpPr>
        <p:spPr>
          <a:xfrm>
            <a:off x="2962262" y="2401067"/>
            <a:ext cx="195580"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1</a:t>
            </a:r>
            <a:endParaRPr sz="1050" baseline="-25000">
              <a:latin typeface="Arial"/>
              <a:ea typeface="Arial"/>
              <a:cs typeface="Arial"/>
              <a:sym typeface="Arial"/>
            </a:endParaRPr>
          </a:p>
        </p:txBody>
      </p:sp>
      <p:grpSp>
        <p:nvGrpSpPr>
          <p:cNvPr id="232" name="Google Shape;232;p15"/>
          <p:cNvGrpSpPr/>
          <p:nvPr/>
        </p:nvGrpSpPr>
        <p:grpSpPr>
          <a:xfrm>
            <a:off x="750253" y="803274"/>
            <a:ext cx="79375" cy="1939278"/>
            <a:chOff x="750253" y="803274"/>
            <a:chExt cx="79375" cy="1939278"/>
          </a:xfrm>
        </p:grpSpPr>
        <p:sp>
          <p:nvSpPr>
            <p:cNvPr id="233" name="Google Shape;233;p15"/>
            <p:cNvSpPr/>
            <p:nvPr/>
          </p:nvSpPr>
          <p:spPr>
            <a:xfrm>
              <a:off x="789762" y="808342"/>
              <a:ext cx="0" cy="1934210"/>
            </a:xfrm>
            <a:custGeom>
              <a:avLst/>
              <a:gdLst/>
              <a:ahLst/>
              <a:cxnLst/>
              <a:rect l="l" t="t" r="r" b="b"/>
              <a:pathLst>
                <a:path w="120000" h="1934210" extrusionOk="0">
                  <a:moveTo>
                    <a:pt x="0" y="1933892"/>
                  </a:moveTo>
                  <a:lnTo>
                    <a:pt x="0"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34" name="Google Shape;234;p15"/>
            <p:cNvSpPr/>
            <p:nvPr/>
          </p:nvSpPr>
          <p:spPr>
            <a:xfrm>
              <a:off x="750253" y="803274"/>
              <a:ext cx="79375" cy="32384"/>
            </a:xfrm>
            <a:custGeom>
              <a:avLst/>
              <a:gdLst/>
              <a:ahLst/>
              <a:cxnLst/>
              <a:rect l="l" t="t" r="r" b="b"/>
              <a:pathLst>
                <a:path w="79375" h="32384" extrusionOk="0">
                  <a:moveTo>
                    <a:pt x="0" y="32390"/>
                  </a:moveTo>
                  <a:lnTo>
                    <a:pt x="15525" y="26701"/>
                  </a:lnTo>
                  <a:lnTo>
                    <a:pt x="26915" y="18958"/>
                  </a:lnTo>
                  <a:lnTo>
                    <a:pt x="34724" y="9833"/>
                  </a:lnTo>
                  <a:lnTo>
                    <a:pt x="39509" y="0"/>
                  </a:lnTo>
                  <a:lnTo>
                    <a:pt x="44293" y="9833"/>
                  </a:lnTo>
                  <a:lnTo>
                    <a:pt x="52102" y="18958"/>
                  </a:lnTo>
                  <a:lnTo>
                    <a:pt x="63492" y="26701"/>
                  </a:lnTo>
                  <a:lnTo>
                    <a:pt x="79018" y="3239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35" name="Google Shape;235;p15"/>
          <p:cNvSpPr txBox="1"/>
          <p:nvPr/>
        </p:nvSpPr>
        <p:spPr>
          <a:xfrm>
            <a:off x="689013" y="575518"/>
            <a:ext cx="195580"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2</a:t>
            </a:r>
            <a:endParaRPr sz="1050" baseline="-25000">
              <a:latin typeface="Arial"/>
              <a:ea typeface="Arial"/>
              <a:cs typeface="Arial"/>
              <a:sym typeface="Arial"/>
            </a:endParaRPr>
          </a:p>
        </p:txBody>
      </p:sp>
      <p:sp>
        <p:nvSpPr>
          <p:cNvPr id="236" name="Google Shape;236;p15"/>
          <p:cNvSpPr/>
          <p:nvPr/>
        </p:nvSpPr>
        <p:spPr>
          <a:xfrm>
            <a:off x="1005763" y="798220"/>
            <a:ext cx="1512570" cy="1944370"/>
          </a:xfrm>
          <a:custGeom>
            <a:avLst/>
            <a:gdLst/>
            <a:ahLst/>
            <a:cxnLst/>
            <a:rect l="l" t="t" r="r" b="b"/>
            <a:pathLst>
              <a:path w="1512570" h="1944370" extrusionOk="0">
                <a:moveTo>
                  <a:pt x="0" y="1944014"/>
                </a:moveTo>
                <a:lnTo>
                  <a:pt x="1512011" y="0"/>
                </a:lnTo>
              </a:path>
            </a:pathLst>
          </a:custGeom>
          <a:noFill/>
          <a:ln w="10100" cap="flat" cmpd="sng">
            <a:solidFill>
              <a:srgbClr val="009A55"/>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37" name="Google Shape;237;p15"/>
          <p:cNvSpPr txBox="1"/>
          <p:nvPr/>
        </p:nvSpPr>
        <p:spPr>
          <a:xfrm>
            <a:off x="2555659" y="683633"/>
            <a:ext cx="117665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009A55"/>
                </a:solidFill>
                <a:latin typeface="Arial"/>
                <a:ea typeface="Arial"/>
                <a:cs typeface="Arial"/>
                <a:sym typeface="Arial"/>
              </a:rPr>
              <a:t>Decision Boundary</a:t>
            </a:r>
            <a:endParaRPr sz="1050">
              <a:latin typeface="Arial"/>
              <a:ea typeface="Arial"/>
              <a:cs typeface="Arial"/>
              <a:sym typeface="Arial"/>
            </a:endParaRPr>
          </a:p>
        </p:txBody>
      </p:sp>
      <p:grpSp>
        <p:nvGrpSpPr>
          <p:cNvPr id="238" name="Google Shape;238;p15"/>
          <p:cNvGrpSpPr/>
          <p:nvPr/>
        </p:nvGrpSpPr>
        <p:grpSpPr>
          <a:xfrm>
            <a:off x="0" y="968667"/>
            <a:ext cx="5760262" cy="2265344"/>
            <a:chOff x="0" y="968667"/>
            <a:chExt cx="5760262" cy="2265344"/>
          </a:xfrm>
        </p:grpSpPr>
        <p:pic>
          <p:nvPicPr>
            <p:cNvPr id="239" name="Google Shape;239;p15"/>
            <p:cNvPicPr preferRelativeResize="0"/>
            <p:nvPr/>
          </p:nvPicPr>
          <p:blipFill rotWithShape="1">
            <a:blip r:embed="rId3">
              <a:alphaModFix/>
            </a:blip>
            <a:srcRect/>
            <a:stretch/>
          </p:blipFill>
          <p:spPr>
            <a:xfrm>
              <a:off x="1089817" y="1098270"/>
              <a:ext cx="91098" cy="91097"/>
            </a:xfrm>
            <a:prstGeom prst="rect">
              <a:avLst/>
            </a:prstGeom>
            <a:noFill/>
            <a:ln>
              <a:noFill/>
            </a:ln>
          </p:spPr>
        </p:pic>
        <p:pic>
          <p:nvPicPr>
            <p:cNvPr id="240" name="Google Shape;240;p15"/>
            <p:cNvPicPr preferRelativeResize="0"/>
            <p:nvPr/>
          </p:nvPicPr>
          <p:blipFill rotWithShape="1">
            <a:blip r:embed="rId4">
              <a:alphaModFix/>
            </a:blip>
            <a:srcRect/>
            <a:stretch/>
          </p:blipFill>
          <p:spPr>
            <a:xfrm>
              <a:off x="1262616" y="1271070"/>
              <a:ext cx="91099" cy="91099"/>
            </a:xfrm>
            <a:prstGeom prst="rect">
              <a:avLst/>
            </a:prstGeom>
            <a:noFill/>
            <a:ln>
              <a:noFill/>
            </a:ln>
          </p:spPr>
        </p:pic>
        <p:pic>
          <p:nvPicPr>
            <p:cNvPr id="241" name="Google Shape;241;p15"/>
            <p:cNvPicPr preferRelativeResize="0"/>
            <p:nvPr/>
          </p:nvPicPr>
          <p:blipFill rotWithShape="1">
            <a:blip r:embed="rId3">
              <a:alphaModFix/>
            </a:blip>
            <a:srcRect/>
            <a:stretch/>
          </p:blipFill>
          <p:spPr>
            <a:xfrm>
              <a:off x="1392218" y="968667"/>
              <a:ext cx="91099" cy="91097"/>
            </a:xfrm>
            <a:prstGeom prst="rect">
              <a:avLst/>
            </a:prstGeom>
            <a:noFill/>
            <a:ln>
              <a:noFill/>
            </a:ln>
          </p:spPr>
        </p:pic>
        <p:pic>
          <p:nvPicPr>
            <p:cNvPr id="242" name="Google Shape;242;p15"/>
            <p:cNvPicPr preferRelativeResize="0"/>
            <p:nvPr/>
          </p:nvPicPr>
          <p:blipFill rotWithShape="1">
            <a:blip r:embed="rId4">
              <a:alphaModFix/>
            </a:blip>
            <a:srcRect/>
            <a:stretch/>
          </p:blipFill>
          <p:spPr>
            <a:xfrm>
              <a:off x="960213" y="1400672"/>
              <a:ext cx="91099" cy="91099"/>
            </a:xfrm>
            <a:prstGeom prst="rect">
              <a:avLst/>
            </a:prstGeom>
            <a:noFill/>
            <a:ln>
              <a:noFill/>
            </a:ln>
          </p:spPr>
        </p:pic>
        <p:pic>
          <p:nvPicPr>
            <p:cNvPr id="243" name="Google Shape;243;p15"/>
            <p:cNvPicPr preferRelativeResize="0"/>
            <p:nvPr/>
          </p:nvPicPr>
          <p:blipFill rotWithShape="1">
            <a:blip r:embed="rId4">
              <a:alphaModFix/>
            </a:blip>
            <a:srcRect/>
            <a:stretch/>
          </p:blipFill>
          <p:spPr>
            <a:xfrm>
              <a:off x="1521820" y="1530275"/>
              <a:ext cx="91099" cy="91099"/>
            </a:xfrm>
            <a:prstGeom prst="rect">
              <a:avLst/>
            </a:prstGeom>
            <a:noFill/>
            <a:ln>
              <a:noFill/>
            </a:ln>
          </p:spPr>
        </p:pic>
        <p:pic>
          <p:nvPicPr>
            <p:cNvPr id="244" name="Google Shape;244;p15"/>
            <p:cNvPicPr preferRelativeResize="0"/>
            <p:nvPr/>
          </p:nvPicPr>
          <p:blipFill rotWithShape="1">
            <a:blip r:embed="rId5">
              <a:alphaModFix/>
            </a:blip>
            <a:srcRect/>
            <a:stretch/>
          </p:blipFill>
          <p:spPr>
            <a:xfrm>
              <a:off x="1694620" y="1184668"/>
              <a:ext cx="91099" cy="91100"/>
            </a:xfrm>
            <a:prstGeom prst="rect">
              <a:avLst/>
            </a:prstGeom>
            <a:noFill/>
            <a:ln>
              <a:noFill/>
            </a:ln>
          </p:spPr>
        </p:pic>
        <p:pic>
          <p:nvPicPr>
            <p:cNvPr id="245" name="Google Shape;245;p15"/>
            <p:cNvPicPr preferRelativeResize="0"/>
            <p:nvPr/>
          </p:nvPicPr>
          <p:blipFill rotWithShape="1">
            <a:blip r:embed="rId4">
              <a:alphaModFix/>
            </a:blip>
            <a:srcRect/>
            <a:stretch/>
          </p:blipFill>
          <p:spPr>
            <a:xfrm>
              <a:off x="1176216" y="1703075"/>
              <a:ext cx="91099" cy="91099"/>
            </a:xfrm>
            <a:prstGeom prst="rect">
              <a:avLst/>
            </a:prstGeom>
            <a:noFill/>
            <a:ln>
              <a:noFill/>
            </a:ln>
          </p:spPr>
        </p:pic>
        <p:sp>
          <p:nvSpPr>
            <p:cNvPr id="246" name="Google Shape;246;p15"/>
            <p:cNvSpPr/>
            <p:nvPr/>
          </p:nvSpPr>
          <p:spPr>
            <a:xfrm>
              <a:off x="1956172" y="1532621"/>
              <a:ext cx="821055" cy="821055"/>
            </a:xfrm>
            <a:custGeom>
              <a:avLst/>
              <a:gdLst/>
              <a:ahLst/>
              <a:cxnLst/>
              <a:rect l="l" t="t" r="r" b="b"/>
              <a:pathLst>
                <a:path w="821055" h="821055" extrusionOk="0">
                  <a:moveTo>
                    <a:pt x="86399" y="388807"/>
                  </a:moveTo>
                  <a:lnTo>
                    <a:pt x="172805" y="302402"/>
                  </a:lnTo>
                </a:path>
                <a:path w="821055" h="821055" extrusionOk="0">
                  <a:moveTo>
                    <a:pt x="86399" y="302402"/>
                  </a:moveTo>
                  <a:lnTo>
                    <a:pt x="172805" y="388807"/>
                  </a:lnTo>
                </a:path>
                <a:path w="821055" h="821055" extrusionOk="0">
                  <a:moveTo>
                    <a:pt x="302395" y="691210"/>
                  </a:moveTo>
                  <a:lnTo>
                    <a:pt x="388806" y="604803"/>
                  </a:lnTo>
                </a:path>
                <a:path w="821055" h="821055" extrusionOk="0">
                  <a:moveTo>
                    <a:pt x="302395" y="604803"/>
                  </a:moveTo>
                  <a:lnTo>
                    <a:pt x="388806" y="691210"/>
                  </a:lnTo>
                </a:path>
                <a:path w="821055" h="821055" extrusionOk="0">
                  <a:moveTo>
                    <a:pt x="604808" y="518410"/>
                  </a:moveTo>
                  <a:lnTo>
                    <a:pt x="691206" y="432004"/>
                  </a:lnTo>
                </a:path>
                <a:path w="821055" h="821055" extrusionOk="0">
                  <a:moveTo>
                    <a:pt x="604808" y="432004"/>
                  </a:moveTo>
                  <a:lnTo>
                    <a:pt x="691206" y="518410"/>
                  </a:lnTo>
                </a:path>
                <a:path w="821055" h="821055" extrusionOk="0">
                  <a:moveTo>
                    <a:pt x="0" y="820812"/>
                  </a:moveTo>
                  <a:lnTo>
                    <a:pt x="86405" y="734406"/>
                  </a:lnTo>
                </a:path>
                <a:path w="821055" h="821055" extrusionOk="0">
                  <a:moveTo>
                    <a:pt x="0" y="734406"/>
                  </a:moveTo>
                  <a:lnTo>
                    <a:pt x="86405" y="820812"/>
                  </a:lnTo>
                </a:path>
                <a:path w="821055" h="821055" extrusionOk="0">
                  <a:moveTo>
                    <a:pt x="431999" y="259205"/>
                  </a:moveTo>
                  <a:lnTo>
                    <a:pt x="518410" y="172798"/>
                  </a:lnTo>
                </a:path>
                <a:path w="821055" h="821055" extrusionOk="0">
                  <a:moveTo>
                    <a:pt x="431999" y="172798"/>
                  </a:moveTo>
                  <a:lnTo>
                    <a:pt x="518410" y="259205"/>
                  </a:lnTo>
                </a:path>
                <a:path w="821055" h="821055" extrusionOk="0">
                  <a:moveTo>
                    <a:pt x="734411" y="388807"/>
                  </a:moveTo>
                  <a:lnTo>
                    <a:pt x="820809" y="302402"/>
                  </a:lnTo>
                </a:path>
                <a:path w="821055" h="821055" extrusionOk="0">
                  <a:moveTo>
                    <a:pt x="734411" y="302402"/>
                  </a:moveTo>
                  <a:lnTo>
                    <a:pt x="820809" y="388807"/>
                  </a:lnTo>
                </a:path>
                <a:path w="821055" h="821055" extrusionOk="0">
                  <a:moveTo>
                    <a:pt x="172805" y="86406"/>
                  </a:moveTo>
                  <a:lnTo>
                    <a:pt x="259203" y="0"/>
                  </a:lnTo>
                </a:path>
                <a:path w="821055" h="821055" extrusionOk="0">
                  <a:moveTo>
                    <a:pt x="172805" y="0"/>
                  </a:moveTo>
                  <a:lnTo>
                    <a:pt x="259203" y="86406"/>
                  </a:lnTo>
                </a:path>
              </a:pathLst>
            </a:custGeom>
            <a:noFill/>
            <a:ln w="10100" cap="flat" cmpd="sng">
              <a:solidFill>
                <a:srgbClr val="BF003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7" name="Google Shape;247;p15"/>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8" name="Google Shape;248;p15"/>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9" name="Google Shape;249;p15"/>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50" name="Google Shape;250;p15"/>
          <p:cNvSpPr txBox="1"/>
          <p:nvPr/>
        </p:nvSpPr>
        <p:spPr>
          <a:xfrm>
            <a:off x="1283969" y="2642112"/>
            <a:ext cx="567055" cy="189865"/>
          </a:xfrm>
          <a:prstGeom prst="rect">
            <a:avLst/>
          </a:prstGeom>
          <a:noFill/>
          <a:ln>
            <a:noFill/>
          </a:ln>
        </p:spPr>
        <p:txBody>
          <a:bodyPr spcFirstLastPara="1" wrap="square" lIns="0" tIns="15875" rIns="0" bIns="0" anchor="t" anchorCtr="0">
            <a:spAutoFit/>
          </a:bodyPr>
          <a:lstStyle/>
          <a:p>
            <a:pPr marL="97155" lvl="0" indent="-84455" algn="l" rtl="0">
              <a:lnSpc>
                <a:spcPct val="100000"/>
              </a:lnSpc>
              <a:spcBef>
                <a:spcPts val="0"/>
              </a:spcBef>
              <a:spcAft>
                <a:spcPts val="0"/>
              </a:spcAft>
              <a:buClr>
                <a:srgbClr val="1B1472"/>
              </a:buClr>
              <a:buSzPts val="1050"/>
              <a:buFont typeface="Arial"/>
              <a:buChar char="•"/>
            </a:pPr>
            <a:r>
              <a:rPr lang="en-US" sz="1050">
                <a:solidFill>
                  <a:srgbClr val="1B1472"/>
                </a:solidFill>
                <a:latin typeface="Arial"/>
                <a:ea typeface="Arial"/>
                <a:cs typeface="Arial"/>
                <a:sym typeface="Arial"/>
              </a:rPr>
              <a:t>Class 0</a:t>
            </a:r>
            <a:endParaRPr sz="1050">
              <a:latin typeface="Arial"/>
              <a:ea typeface="Arial"/>
              <a:cs typeface="Arial"/>
              <a:sym typeface="Arial"/>
            </a:endParaRPr>
          </a:p>
        </p:txBody>
      </p:sp>
      <p:sp>
        <p:nvSpPr>
          <p:cNvPr id="251" name="Google Shape;251;p1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52" name="Google Shape;252;p1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6"/>
              </a:rPr>
              <a:t>D</a:t>
            </a:r>
            <a:r>
              <a:rPr lang="en-US" sz="600" u="sng" cap="small">
                <a:solidFill>
                  <a:schemeClr val="hlink"/>
                </a:solidFill>
                <a:latin typeface="Bookman Old Style"/>
                <a:ea typeface="Bookman Old Style"/>
                <a:cs typeface="Bookman Old Style"/>
                <a:sym typeface="Bookman Old Style"/>
                <a:hlinkClick r:id="rId6"/>
              </a:rPr>
              <a:t>eep</a:t>
            </a:r>
            <a:r>
              <a:rPr lang="en-US" sz="600" u="sng">
                <a:solidFill>
                  <a:schemeClr val="hlink"/>
                </a:solidFill>
                <a:latin typeface="Bookman Old Style"/>
                <a:ea typeface="Bookman Old Style"/>
                <a:cs typeface="Bookman Old Style"/>
                <a:sym typeface="Bookman Old Style"/>
                <a:hlinkClick r:id="rId6"/>
              </a:rPr>
              <a:t> L</a:t>
            </a:r>
            <a:r>
              <a:rPr lang="en-US" sz="600" u="sng" cap="small">
                <a:solidFill>
                  <a:schemeClr val="hlink"/>
                </a:solidFill>
                <a:latin typeface="Bookman Old Style"/>
                <a:ea typeface="Bookman Old Style"/>
                <a:cs typeface="Bookman Old Style"/>
                <a:sym typeface="Bookman Old Style"/>
                <a:hlinkClick r:id="rId6"/>
              </a:rPr>
              <a:t>earning</a:t>
            </a:r>
            <a:endParaRPr sz="600">
              <a:latin typeface="Bookman Old Style"/>
              <a:ea typeface="Bookman Old Style"/>
              <a:cs typeface="Bookman Old Style"/>
              <a:sym typeface="Bookman Old Style"/>
            </a:endParaRPr>
          </a:p>
        </p:txBody>
      </p:sp>
      <p:sp>
        <p:nvSpPr>
          <p:cNvPr id="253" name="Google Shape;253;p15"/>
          <p:cNvSpPr txBox="1"/>
          <p:nvPr/>
        </p:nvSpPr>
        <p:spPr>
          <a:xfrm>
            <a:off x="4674252" y="3137675"/>
            <a:ext cx="5244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a:latin typeface="Bookman Old Style"/>
                <a:ea typeface="Bookman Old Style"/>
                <a:cs typeface="Bookman Old Style"/>
                <a:sym typeface="Bookman Old Style"/>
              </a:rPr>
              <a:t>9 / 100</a:t>
            </a:r>
            <a:endParaRPr sz="600">
              <a:latin typeface="Bookman Old Style"/>
              <a:ea typeface="Bookman Old Style"/>
              <a:cs typeface="Bookman Old Style"/>
              <a:sym typeface="Bookman Old Style"/>
            </a:endParaRPr>
          </a:p>
        </p:txBody>
      </p:sp>
      <p:sp>
        <p:nvSpPr>
          <p:cNvPr id="254" name="Google Shape;254;p15"/>
          <p:cNvSpPr txBox="1"/>
          <p:nvPr/>
        </p:nvSpPr>
        <p:spPr>
          <a:xfrm>
            <a:off x="1983232" y="2621734"/>
            <a:ext cx="63754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200">
                <a:solidFill>
                  <a:srgbClr val="BF003F"/>
                </a:solidFill>
                <a:latin typeface="Lucida Sans"/>
                <a:ea typeface="Lucida Sans"/>
                <a:cs typeface="Lucida Sans"/>
                <a:sym typeface="Lucida Sans"/>
              </a:rPr>
              <a:t>× </a:t>
            </a:r>
            <a:r>
              <a:rPr lang="en-US" sz="1050">
                <a:solidFill>
                  <a:srgbClr val="BF003F"/>
                </a:solidFill>
                <a:latin typeface="Arial"/>
                <a:ea typeface="Arial"/>
                <a:cs typeface="Arial"/>
                <a:sym typeface="Arial"/>
              </a:rPr>
              <a:t>Class 1</a:t>
            </a:r>
            <a:endParaRPr sz="1050">
              <a:latin typeface="Arial"/>
              <a:ea typeface="Arial"/>
              <a:cs typeface="Arial"/>
              <a:sym typeface="Arial"/>
            </a:endParaRPr>
          </a:p>
        </p:txBody>
      </p:sp>
      <p:sp>
        <p:nvSpPr>
          <p:cNvPr id="255" name="Google Shape;255;p15"/>
          <p:cNvSpPr txBox="1"/>
          <p:nvPr/>
        </p:nvSpPr>
        <p:spPr>
          <a:xfrm>
            <a:off x="873163" y="1988018"/>
            <a:ext cx="524510" cy="17526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950">
                <a:solidFill>
                  <a:srgbClr val="1B1472"/>
                </a:solidFill>
                <a:latin typeface="Arial"/>
                <a:ea typeface="Arial"/>
                <a:cs typeface="Arial"/>
                <a:sym typeface="Arial"/>
              </a:rPr>
              <a:t>Region 0</a:t>
            </a:r>
            <a:endParaRPr sz="950">
              <a:latin typeface="Arial"/>
              <a:ea typeface="Arial"/>
              <a:cs typeface="Arial"/>
              <a:sym typeface="Arial"/>
            </a:endParaRPr>
          </a:p>
        </p:txBody>
      </p:sp>
      <p:sp>
        <p:nvSpPr>
          <p:cNvPr id="256" name="Google Shape;256;p15"/>
          <p:cNvSpPr txBox="1"/>
          <p:nvPr/>
        </p:nvSpPr>
        <p:spPr>
          <a:xfrm>
            <a:off x="2471559" y="1124024"/>
            <a:ext cx="524510" cy="17526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950">
                <a:solidFill>
                  <a:srgbClr val="BF003F"/>
                </a:solidFill>
                <a:latin typeface="Arial"/>
                <a:ea typeface="Arial"/>
                <a:cs typeface="Arial"/>
                <a:sym typeface="Arial"/>
              </a:rPr>
              <a:t>Region 1</a:t>
            </a:r>
            <a:endParaRPr sz="950">
              <a:latin typeface="Arial"/>
              <a:ea typeface="Arial"/>
              <a:cs typeface="Arial"/>
              <a:sym typeface="Arial"/>
            </a:endParaRPr>
          </a:p>
        </p:txBody>
      </p:sp>
      <p:sp>
        <p:nvSpPr>
          <p:cNvPr id="257" name="Google Shape;257;p15"/>
          <p:cNvSpPr txBox="1"/>
          <p:nvPr/>
        </p:nvSpPr>
        <p:spPr>
          <a:xfrm>
            <a:off x="3300234" y="1369607"/>
            <a:ext cx="1891664" cy="585470"/>
          </a:xfrm>
          <a:prstGeom prst="rect">
            <a:avLst/>
          </a:prstGeom>
          <a:solidFill>
            <a:srgbClr val="FEF4D5"/>
          </a:solidFill>
          <a:ln>
            <a:noFill/>
          </a:ln>
        </p:spPr>
        <p:txBody>
          <a:bodyPr spcFirstLastPara="1" wrap="square" lIns="0" tIns="10775" rIns="0" bIns="0" anchor="t" anchorCtr="0">
            <a:spAutoFit/>
          </a:bodyPr>
          <a:lstStyle/>
          <a:p>
            <a:pPr marL="0" lvl="0" indent="0" algn="ctr" rtl="0">
              <a:lnSpc>
                <a:spcPct val="100000"/>
              </a:lnSpc>
              <a:spcBef>
                <a:spcPts val="0"/>
              </a:spcBef>
              <a:spcAft>
                <a:spcPts val="0"/>
              </a:spcAft>
              <a:buNone/>
            </a:pPr>
            <a:r>
              <a:rPr lang="en-US" sz="1050">
                <a:solidFill>
                  <a:srgbClr val="1B1472"/>
                </a:solidFill>
                <a:latin typeface="Arial"/>
                <a:ea typeface="Arial"/>
                <a:cs typeface="Arial"/>
                <a:sym typeface="Arial"/>
              </a:rPr>
              <a:t>The decision boundary</a:t>
            </a:r>
            <a:endParaRPr sz="1050">
              <a:latin typeface="Arial"/>
              <a:ea typeface="Arial"/>
              <a:cs typeface="Arial"/>
              <a:sym typeface="Arial"/>
            </a:endParaRPr>
          </a:p>
          <a:p>
            <a:pPr marL="184785" marR="177165" lvl="0" indent="-635" algn="ctr" rtl="0">
              <a:lnSpc>
                <a:spcPct val="114700"/>
              </a:lnSpc>
              <a:spcBef>
                <a:spcPts val="0"/>
              </a:spcBef>
              <a:spcAft>
                <a:spcPts val="0"/>
              </a:spcAft>
              <a:buNone/>
            </a:pPr>
            <a:r>
              <a:rPr lang="en-US" sz="1050">
                <a:solidFill>
                  <a:srgbClr val="1B1472"/>
                </a:solidFill>
                <a:latin typeface="Arial"/>
                <a:ea typeface="Arial"/>
                <a:cs typeface="Arial"/>
                <a:sym typeface="Arial"/>
              </a:rPr>
              <a:t>separates the two classes in feature space.</a:t>
            </a:r>
            <a:endParaRPr sz="1050">
              <a:latin typeface="Arial"/>
              <a:ea typeface="Arial"/>
              <a:cs typeface="Arial"/>
              <a:sym typeface="Arial"/>
            </a:endParaRPr>
          </a:p>
        </p:txBody>
      </p:sp>
      <p:sp>
        <p:nvSpPr>
          <p:cNvPr id="258" name="Google Shape;258;p15"/>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9</a:t>
            </a:fld>
            <a:r>
              <a:rPr lang="en-US"/>
              <a:t> / 100</a:t>
            </a:r>
            <a:endParaRPr/>
          </a:p>
        </p:txBody>
      </p:sp>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6"/>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hy</a:t>
            </a:r>
            <a:r>
              <a:rPr lang="en-US">
                <a:solidFill>
                  <a:srgbClr val="FFFFFF"/>
                </a:solidFill>
              </a:rPr>
              <a:t> N</a:t>
            </a:r>
            <a:r>
              <a:rPr lang="en-US" cap="small">
                <a:solidFill>
                  <a:srgbClr val="FFFFFF"/>
                </a:solidFill>
              </a:rPr>
              <a:t>ot</a:t>
            </a:r>
            <a:r>
              <a:rPr lang="en-US">
                <a:solidFill>
                  <a:srgbClr val="FFFFFF"/>
                </a:solidFill>
              </a:rPr>
              <a:t> U</a:t>
            </a:r>
            <a:r>
              <a:rPr lang="en-US" cap="small">
                <a:solidFill>
                  <a:srgbClr val="FFFFFF"/>
                </a:solidFill>
              </a:rPr>
              <a:t>se</a:t>
            </a:r>
            <a:r>
              <a:rPr lang="en-US">
                <a:solidFill>
                  <a:srgbClr val="FFFFFF"/>
                </a:solidFill>
              </a:rPr>
              <a:t> L</a:t>
            </a:r>
            <a:r>
              <a:rPr lang="en-US" cap="small">
                <a:solidFill>
                  <a:srgbClr val="FFFFFF"/>
                </a:solidFill>
              </a:rPr>
              <a:t>inear</a:t>
            </a:r>
            <a:r>
              <a:rPr lang="en-US">
                <a:solidFill>
                  <a:srgbClr val="FFFFFF"/>
                </a:solidFill>
              </a:rPr>
              <a:t> R</a:t>
            </a:r>
            <a:r>
              <a:rPr lang="en-US" cap="small">
                <a:solidFill>
                  <a:srgbClr val="FFFFFF"/>
                </a:solidFill>
              </a:rPr>
              <a:t>egression</a:t>
            </a:r>
            <a:r>
              <a:rPr lang="en-US">
                <a:solidFill>
                  <a:srgbClr val="FFFFFF"/>
                </a:solidFill>
              </a:rPr>
              <a:t>?</a:t>
            </a:r>
            <a:endParaRPr/>
          </a:p>
        </p:txBody>
      </p:sp>
      <p:grpSp>
        <p:nvGrpSpPr>
          <p:cNvPr id="264" name="Google Shape;264;p16"/>
          <p:cNvGrpSpPr/>
          <p:nvPr/>
        </p:nvGrpSpPr>
        <p:grpSpPr>
          <a:xfrm>
            <a:off x="0" y="3141936"/>
            <a:ext cx="5760262" cy="92075"/>
            <a:chOff x="0" y="3141936"/>
            <a:chExt cx="5760262" cy="92075"/>
          </a:xfrm>
        </p:grpSpPr>
        <p:sp>
          <p:nvSpPr>
            <p:cNvPr id="265" name="Google Shape;265;p1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66" name="Google Shape;266;p1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67" name="Google Shape;267;p1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68" name="Google Shape;268;p1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69" name="Google Shape;269;p1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270" name="Google Shape;270;p16"/>
          <p:cNvSpPr txBox="1">
            <a:spLocks noGrp="1"/>
          </p:cNvSpPr>
          <p:nvPr>
            <p:ph type="sldNum" idx="12"/>
          </p:nvPr>
        </p:nvSpPr>
        <p:spPr>
          <a:xfrm>
            <a:off x="4627902" y="3137675"/>
            <a:ext cx="5241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10</a:t>
            </a:fld>
            <a:r>
              <a:rPr lang="en-US"/>
              <a:t> / 100</a:t>
            </a:r>
            <a:endParaRPr/>
          </a:p>
        </p:txBody>
      </p:sp>
      <p:pic>
        <p:nvPicPr>
          <p:cNvPr id="271" name="Google Shape;271;p16"/>
          <p:cNvPicPr preferRelativeResize="0"/>
          <p:nvPr/>
        </p:nvPicPr>
        <p:blipFill>
          <a:blip r:embed="rId4">
            <a:alphaModFix/>
          </a:blip>
          <a:stretch>
            <a:fillRect/>
          </a:stretch>
        </p:blipFill>
        <p:spPr>
          <a:xfrm>
            <a:off x="210473" y="550225"/>
            <a:ext cx="5223475" cy="2527625"/>
          </a:xfrm>
          <a:prstGeom prst="rect">
            <a:avLst/>
          </a:prstGeom>
          <a:noFill/>
          <a:ln>
            <a:noFill/>
          </a:ln>
        </p:spPr>
      </p:pic>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17"/>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277" name="Google Shape;277;p17"/>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278" name="Google Shape;278;p17"/>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279" name="Google Shape;279;p17"/>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280" name="Google Shape;280;p17"/>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281" name="Google Shape;281;p17"/>
          <p:cNvGrpSpPr/>
          <p:nvPr/>
        </p:nvGrpSpPr>
        <p:grpSpPr>
          <a:xfrm>
            <a:off x="343662" y="893775"/>
            <a:ext cx="302196" cy="866762"/>
            <a:chOff x="343662" y="893775"/>
            <a:chExt cx="302196" cy="866762"/>
          </a:xfrm>
        </p:grpSpPr>
        <p:pic>
          <p:nvPicPr>
            <p:cNvPr id="282" name="Google Shape;282;p17"/>
            <p:cNvPicPr preferRelativeResize="0"/>
            <p:nvPr/>
          </p:nvPicPr>
          <p:blipFill rotWithShape="1">
            <a:blip r:embed="rId5">
              <a:alphaModFix/>
            </a:blip>
            <a:srcRect/>
            <a:stretch/>
          </p:blipFill>
          <p:spPr>
            <a:xfrm>
              <a:off x="576567" y="893775"/>
              <a:ext cx="69291" cy="69291"/>
            </a:xfrm>
            <a:prstGeom prst="rect">
              <a:avLst/>
            </a:prstGeom>
            <a:noFill/>
            <a:ln>
              <a:noFill/>
            </a:ln>
          </p:spPr>
        </p:pic>
        <p:pic>
          <p:nvPicPr>
            <p:cNvPr id="283" name="Google Shape;283;p17"/>
            <p:cNvPicPr preferRelativeResize="0"/>
            <p:nvPr/>
          </p:nvPicPr>
          <p:blipFill rotWithShape="1">
            <a:blip r:embed="rId6">
              <a:alphaModFix/>
            </a:blip>
            <a:srcRect/>
            <a:stretch/>
          </p:blipFill>
          <p:spPr>
            <a:xfrm>
              <a:off x="570103" y="1070775"/>
              <a:ext cx="75755" cy="75755"/>
            </a:xfrm>
            <a:prstGeom prst="rect">
              <a:avLst/>
            </a:prstGeom>
            <a:noFill/>
            <a:ln>
              <a:noFill/>
            </a:ln>
          </p:spPr>
        </p:pic>
        <p:pic>
          <p:nvPicPr>
            <p:cNvPr id="284" name="Google Shape;284;p17"/>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285" name="Google Shape;285;p17"/>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286" name="Google Shape;286;p17"/>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287" name="Google Shape;287;p17"/>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288" name="Google Shape;288;p17"/>
          <p:cNvGrpSpPr/>
          <p:nvPr/>
        </p:nvGrpSpPr>
        <p:grpSpPr>
          <a:xfrm>
            <a:off x="343662" y="1821865"/>
            <a:ext cx="302196" cy="1056691"/>
            <a:chOff x="343662" y="1821865"/>
            <a:chExt cx="302196" cy="1056691"/>
          </a:xfrm>
        </p:grpSpPr>
        <p:pic>
          <p:nvPicPr>
            <p:cNvPr id="289" name="Google Shape;289;p17"/>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290" name="Google Shape;290;p17"/>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291" name="Google Shape;291;p17"/>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292" name="Google Shape;292;p17"/>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293" name="Google Shape;293;p17"/>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294" name="Google Shape;294;p17"/>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295" name="Google Shape;295;p17"/>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296" name="Google Shape;296;p17"/>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297" name="Google Shape;297;p17"/>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298" name="Google Shape;298;p17"/>
          <p:cNvSpPr txBox="1"/>
          <p:nvPr/>
        </p:nvSpPr>
        <p:spPr>
          <a:xfrm>
            <a:off x="563023" y="391150"/>
            <a:ext cx="48543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3333B2"/>
                </a:solidFill>
                <a:latin typeface="Bookman Old Style"/>
                <a:ea typeface="Bookman Old Style"/>
                <a:cs typeface="Bookman Old Style"/>
                <a:sym typeface="Bookman Old Style"/>
              </a:rPr>
              <a:t> </a:t>
            </a:r>
            <a:endParaRPr sz="1300">
              <a:solidFill>
                <a:srgbClr val="3333B2"/>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299" name="Google Shape;299;p17"/>
          <p:cNvGrpSpPr/>
          <p:nvPr/>
        </p:nvGrpSpPr>
        <p:grpSpPr>
          <a:xfrm>
            <a:off x="0" y="3141936"/>
            <a:ext cx="5760262" cy="92075"/>
            <a:chOff x="0" y="3141936"/>
            <a:chExt cx="5760262" cy="92075"/>
          </a:xfrm>
        </p:grpSpPr>
        <p:sp>
          <p:nvSpPr>
            <p:cNvPr id="300" name="Google Shape;300;p17"/>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1" name="Google Shape;301;p17"/>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2" name="Google Shape;302;p17"/>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03" name="Google Shape;303;p1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04" name="Google Shape;304;p1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305" name="Google Shape;305;p17"/>
          <p:cNvSpPr txBox="1">
            <a:spLocks noGrp="1"/>
          </p:cNvSpPr>
          <p:nvPr>
            <p:ph type="sldNum" idx="12"/>
          </p:nvPr>
        </p:nvSpPr>
        <p:spPr>
          <a:xfrm>
            <a:off x="4627902" y="3137675"/>
            <a:ext cx="482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11</a:t>
            </a:fld>
            <a:r>
              <a:rPr lang="en-US"/>
              <a:t> / 100</a:t>
            </a:r>
            <a:endParaRPr/>
          </a:p>
        </p:txBody>
      </p:sp>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18"/>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hat</a:t>
            </a:r>
            <a:r>
              <a:rPr lang="en-US">
                <a:solidFill>
                  <a:srgbClr val="FFFFFF"/>
                </a:solidFill>
              </a:rPr>
              <a:t> </a:t>
            </a:r>
            <a:r>
              <a:rPr lang="en-US" cap="small">
                <a:solidFill>
                  <a:srgbClr val="FFFFFF"/>
                </a:solidFill>
              </a:rPr>
              <a:t>is</a:t>
            </a:r>
            <a:r>
              <a:rPr lang="en-US">
                <a:solidFill>
                  <a:srgbClr val="FFFFFF"/>
                </a:solidFill>
              </a:rPr>
              <a:t> L</a:t>
            </a:r>
            <a:r>
              <a:rPr lang="en-US" cap="small">
                <a:solidFill>
                  <a:srgbClr val="FFFFFF"/>
                </a:solidFill>
              </a:rPr>
              <a:t>ogistic</a:t>
            </a:r>
            <a:r>
              <a:rPr lang="en-US">
                <a:solidFill>
                  <a:srgbClr val="FFFFFF"/>
                </a:solidFill>
              </a:rPr>
              <a:t> R</a:t>
            </a:r>
            <a:r>
              <a:rPr lang="en-US" cap="small">
                <a:solidFill>
                  <a:srgbClr val="FFFFFF"/>
                </a:solidFill>
              </a:rPr>
              <a:t>egression</a:t>
            </a:r>
            <a:r>
              <a:rPr lang="en-US">
                <a:solidFill>
                  <a:srgbClr val="FFFFFF"/>
                </a:solidFill>
              </a:rPr>
              <a:t>?</a:t>
            </a:r>
            <a:endParaRPr/>
          </a:p>
        </p:txBody>
      </p:sp>
      <p:grpSp>
        <p:nvGrpSpPr>
          <p:cNvPr id="311" name="Google Shape;311;p18"/>
          <p:cNvGrpSpPr/>
          <p:nvPr/>
        </p:nvGrpSpPr>
        <p:grpSpPr>
          <a:xfrm>
            <a:off x="0" y="3141936"/>
            <a:ext cx="5760262" cy="92075"/>
            <a:chOff x="0" y="3141936"/>
            <a:chExt cx="5760262" cy="92075"/>
          </a:xfrm>
        </p:grpSpPr>
        <p:sp>
          <p:nvSpPr>
            <p:cNvPr id="312" name="Google Shape;312;p1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3" name="Google Shape;313;p1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4" name="Google Shape;314;p1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15" name="Google Shape;315;p1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16" name="Google Shape;316;p1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317" name="Google Shape;317;p18"/>
          <p:cNvSpPr txBox="1"/>
          <p:nvPr/>
        </p:nvSpPr>
        <p:spPr>
          <a:xfrm>
            <a:off x="4653304" y="3137675"/>
            <a:ext cx="5955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a:latin typeface="Bookman Old Style"/>
                <a:ea typeface="Bookman Old Style"/>
                <a:cs typeface="Bookman Old Style"/>
                <a:sym typeface="Bookman Old Style"/>
              </a:rPr>
              <a:t>12 / 100</a:t>
            </a:r>
            <a:endParaRPr sz="600">
              <a:latin typeface="Bookman Old Style"/>
              <a:ea typeface="Bookman Old Style"/>
              <a:cs typeface="Bookman Old Style"/>
              <a:sym typeface="Bookman Old Style"/>
            </a:endParaRPr>
          </a:p>
        </p:txBody>
      </p:sp>
      <p:pic>
        <p:nvPicPr>
          <p:cNvPr id="318" name="Google Shape;318;p18"/>
          <p:cNvPicPr preferRelativeResize="0"/>
          <p:nvPr/>
        </p:nvPicPr>
        <p:blipFill>
          <a:blip r:embed="rId4">
            <a:alphaModFix/>
          </a:blip>
          <a:stretch>
            <a:fillRect/>
          </a:stretch>
        </p:blipFill>
        <p:spPr>
          <a:xfrm>
            <a:off x="152400" y="550235"/>
            <a:ext cx="5160430" cy="2435037"/>
          </a:xfrm>
          <a:prstGeom prst="rect">
            <a:avLst/>
          </a:prstGeom>
          <a:noFill/>
          <a:ln>
            <a:noFill/>
          </a:ln>
        </p:spPr>
      </p:pic>
      <p:sp>
        <p:nvSpPr>
          <p:cNvPr id="319" name="Google Shape;319;p18"/>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12</a:t>
            </a:fld>
            <a:r>
              <a:rPr lang="en-US"/>
              <a:t> / 100</a:t>
            </a:r>
            <a:endParaRPr/>
          </a:p>
        </p:txBody>
      </p:sp>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19"/>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he</a:t>
            </a:r>
            <a:r>
              <a:rPr lang="en-US">
                <a:solidFill>
                  <a:srgbClr val="FFFFFF"/>
                </a:solidFill>
              </a:rPr>
              <a:t> S</a:t>
            </a:r>
            <a:r>
              <a:rPr lang="en-US" cap="small">
                <a:solidFill>
                  <a:srgbClr val="FFFFFF"/>
                </a:solidFill>
              </a:rPr>
              <a:t>igmoid</a:t>
            </a:r>
            <a:r>
              <a:rPr lang="en-US">
                <a:solidFill>
                  <a:srgbClr val="FFFFFF"/>
                </a:solidFill>
              </a:rPr>
              <a:t> A</a:t>
            </a:r>
            <a:r>
              <a:rPr lang="en-US" cap="small">
                <a:solidFill>
                  <a:srgbClr val="FFFFFF"/>
                </a:solidFill>
              </a:rPr>
              <a:t>ctivation</a:t>
            </a:r>
            <a:r>
              <a:rPr lang="en-US">
                <a:solidFill>
                  <a:srgbClr val="FFFFFF"/>
                </a:solidFill>
              </a:rPr>
              <a:t> F</a:t>
            </a:r>
            <a:r>
              <a:rPr lang="en-US" cap="small">
                <a:solidFill>
                  <a:srgbClr val="FFFFFF"/>
                </a:solidFill>
              </a:rPr>
              <a:t>unction</a:t>
            </a:r>
            <a:endParaRPr/>
          </a:p>
        </p:txBody>
      </p:sp>
      <p:sp>
        <p:nvSpPr>
          <p:cNvPr id="325" name="Google Shape;325;p19"/>
          <p:cNvSpPr txBox="1"/>
          <p:nvPr/>
        </p:nvSpPr>
        <p:spPr>
          <a:xfrm>
            <a:off x="347294" y="519973"/>
            <a:ext cx="2199600" cy="1968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solidFill>
                  <a:srgbClr val="BF003F"/>
                </a:solidFill>
                <a:latin typeface="Arial"/>
                <a:ea typeface="Arial"/>
                <a:cs typeface="Arial"/>
                <a:sym typeface="Arial"/>
              </a:rPr>
              <a:t>Sigmoid (Logistic) Function: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a:t>
            </a:r>
            <a:endParaRPr sz="1200">
              <a:latin typeface="Tahoma"/>
              <a:ea typeface="Tahoma"/>
              <a:cs typeface="Tahoma"/>
              <a:sym typeface="Tahoma"/>
            </a:endParaRPr>
          </a:p>
        </p:txBody>
      </p:sp>
      <p:sp>
        <p:nvSpPr>
          <p:cNvPr id="326" name="Google Shape;326;p19"/>
          <p:cNvSpPr txBox="1"/>
          <p:nvPr/>
        </p:nvSpPr>
        <p:spPr>
          <a:xfrm>
            <a:off x="2706204" y="520914"/>
            <a:ext cx="7620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latin typeface="Arial"/>
                <a:ea typeface="Arial"/>
                <a:cs typeface="Arial"/>
                <a:sym typeface="Arial"/>
              </a:rPr>
              <a:t>1</a:t>
            </a:r>
            <a:endParaRPr sz="700">
              <a:latin typeface="Arial"/>
              <a:ea typeface="Arial"/>
              <a:cs typeface="Arial"/>
              <a:sym typeface="Arial"/>
            </a:endParaRPr>
          </a:p>
        </p:txBody>
      </p:sp>
      <p:sp>
        <p:nvSpPr>
          <p:cNvPr id="327" name="Google Shape;327;p19"/>
          <p:cNvSpPr/>
          <p:nvPr/>
        </p:nvSpPr>
        <p:spPr>
          <a:xfrm>
            <a:off x="2591549" y="646544"/>
            <a:ext cx="305435" cy="0"/>
          </a:xfrm>
          <a:custGeom>
            <a:avLst/>
            <a:gdLst/>
            <a:ahLst/>
            <a:cxnLst/>
            <a:rect l="l" t="t" r="r" b="b"/>
            <a:pathLst>
              <a:path w="305435" h="120000" extrusionOk="0">
                <a:moveTo>
                  <a:pt x="0" y="0"/>
                </a:moveTo>
                <a:lnTo>
                  <a:pt x="305346"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28" name="Google Shape;328;p19"/>
          <p:cNvSpPr txBox="1"/>
          <p:nvPr/>
        </p:nvSpPr>
        <p:spPr>
          <a:xfrm>
            <a:off x="2578849" y="622933"/>
            <a:ext cx="21082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700">
                <a:latin typeface="Arial"/>
                <a:ea typeface="Arial"/>
                <a:cs typeface="Arial"/>
                <a:sym typeface="Arial"/>
              </a:rPr>
              <a:t>1</a:t>
            </a:r>
            <a:r>
              <a:rPr lang="en-US" sz="800">
                <a:latin typeface="Lucida Sans"/>
                <a:ea typeface="Lucida Sans"/>
                <a:cs typeface="Lucida Sans"/>
                <a:sym typeface="Lucida Sans"/>
              </a:rPr>
              <a:t>+</a:t>
            </a:r>
            <a:r>
              <a:rPr lang="en-US" sz="700" i="1">
                <a:latin typeface="Arial"/>
                <a:ea typeface="Arial"/>
                <a:cs typeface="Arial"/>
                <a:sym typeface="Arial"/>
              </a:rPr>
              <a:t>e</a:t>
            </a:r>
            <a:endParaRPr sz="700">
              <a:latin typeface="Arial"/>
              <a:ea typeface="Arial"/>
              <a:cs typeface="Arial"/>
              <a:sym typeface="Arial"/>
            </a:endParaRPr>
          </a:p>
        </p:txBody>
      </p:sp>
      <p:sp>
        <p:nvSpPr>
          <p:cNvPr id="329" name="Google Shape;329;p19"/>
          <p:cNvSpPr txBox="1"/>
          <p:nvPr/>
        </p:nvSpPr>
        <p:spPr>
          <a:xfrm>
            <a:off x="2765755" y="619422"/>
            <a:ext cx="132715"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latin typeface="Lucida Sans"/>
                <a:ea typeface="Lucida Sans"/>
                <a:cs typeface="Lucida Sans"/>
                <a:sym typeface="Lucida Sans"/>
              </a:rPr>
              <a:t>−</a:t>
            </a:r>
            <a:r>
              <a:rPr lang="en-US" sz="500" i="1">
                <a:latin typeface="Arial"/>
                <a:ea typeface="Arial"/>
                <a:cs typeface="Arial"/>
                <a:sym typeface="Arial"/>
              </a:rPr>
              <a:t>z</a:t>
            </a:r>
            <a:endParaRPr sz="500">
              <a:latin typeface="Arial"/>
              <a:ea typeface="Arial"/>
              <a:cs typeface="Arial"/>
              <a:sym typeface="Arial"/>
            </a:endParaRPr>
          </a:p>
        </p:txBody>
      </p:sp>
      <p:sp>
        <p:nvSpPr>
          <p:cNvPr id="330" name="Google Shape;330;p19"/>
          <p:cNvSpPr txBox="1"/>
          <p:nvPr/>
        </p:nvSpPr>
        <p:spPr>
          <a:xfrm>
            <a:off x="321900" y="775425"/>
            <a:ext cx="2922000" cy="196800"/>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a:solidFill>
                  <a:srgbClr val="BF003F"/>
                </a:solidFill>
                <a:latin typeface="Arial"/>
                <a:ea typeface="Arial"/>
                <a:cs typeface="Arial"/>
                <a:sym typeface="Arial"/>
              </a:rPr>
              <a:t>Derivative formula: </a:t>
            </a:r>
            <a:r>
              <a:rPr lang="en-US" sz="1200" i="1">
                <a:latin typeface="Bookman Old Style"/>
                <a:ea typeface="Bookman Old Style"/>
                <a:cs typeface="Bookman Old Style"/>
                <a:sym typeface="Bookman Old Style"/>
              </a:rPr>
              <a:t>σ </a:t>
            </a:r>
            <a:r>
              <a:rPr lang="en-US" sz="1200" baseline="30000">
                <a:latin typeface="Lucida Sans"/>
                <a:ea typeface="Lucida Sans"/>
                <a:cs typeface="Lucida Sans"/>
                <a:sym typeface="Lucida Sans"/>
              </a:rPr>
              <a:t>r</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a:t>
            </a:r>
            <a:r>
              <a:rPr lang="en-US" sz="1050">
                <a:latin typeface="Arial"/>
                <a:ea typeface="Arial"/>
                <a:cs typeface="Arial"/>
                <a:sym typeface="Arial"/>
              </a:rPr>
              <a:t>1 </a:t>
            </a:r>
            <a:r>
              <a:rPr lang="en-US" sz="1200">
                <a:latin typeface="Lucida Sans"/>
                <a:ea typeface="Lucida Sans"/>
                <a:cs typeface="Lucida Sans"/>
                <a:sym typeface="Lucida Sans"/>
              </a:rPr>
              <a:t>−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a:t>
            </a:r>
            <a:endParaRPr sz="1200">
              <a:latin typeface="Tahoma"/>
              <a:ea typeface="Tahoma"/>
              <a:cs typeface="Tahoma"/>
              <a:sym typeface="Tahoma"/>
            </a:endParaRPr>
          </a:p>
        </p:txBody>
      </p:sp>
      <p:grpSp>
        <p:nvGrpSpPr>
          <p:cNvPr id="331" name="Google Shape;331;p19"/>
          <p:cNvGrpSpPr/>
          <p:nvPr/>
        </p:nvGrpSpPr>
        <p:grpSpPr>
          <a:xfrm>
            <a:off x="758344" y="1594643"/>
            <a:ext cx="1416685" cy="840740"/>
            <a:chOff x="758344" y="1594643"/>
            <a:chExt cx="1416685" cy="840740"/>
          </a:xfrm>
        </p:grpSpPr>
        <p:sp>
          <p:nvSpPr>
            <p:cNvPr id="332" name="Google Shape;332;p19"/>
            <p:cNvSpPr/>
            <p:nvPr/>
          </p:nvSpPr>
          <p:spPr>
            <a:xfrm>
              <a:off x="758344" y="1594643"/>
              <a:ext cx="1416685" cy="840740"/>
            </a:xfrm>
            <a:custGeom>
              <a:avLst/>
              <a:gdLst/>
              <a:ahLst/>
              <a:cxnLst/>
              <a:rect l="l" t="t" r="r" b="b"/>
              <a:pathLst>
                <a:path w="1416685" h="840739" extrusionOk="0">
                  <a:moveTo>
                    <a:pt x="118031" y="840497"/>
                  </a:moveTo>
                  <a:lnTo>
                    <a:pt x="118031" y="0"/>
                  </a:lnTo>
                </a:path>
                <a:path w="1416685" h="840739" extrusionOk="0">
                  <a:moveTo>
                    <a:pt x="1298356" y="840497"/>
                  </a:moveTo>
                  <a:lnTo>
                    <a:pt x="1298356" y="0"/>
                  </a:lnTo>
                </a:path>
                <a:path w="1416685" h="840739" extrusionOk="0">
                  <a:moveTo>
                    <a:pt x="0" y="420249"/>
                  </a:moveTo>
                  <a:lnTo>
                    <a:pt x="1416385" y="420249"/>
                  </a:lnTo>
                </a:path>
                <a:path w="1416685" h="840739" extrusionOk="0">
                  <a:moveTo>
                    <a:pt x="0" y="120070"/>
                  </a:moveTo>
                  <a:lnTo>
                    <a:pt x="1416385" y="120070"/>
                  </a:lnTo>
                </a:path>
              </a:pathLst>
            </a:custGeom>
            <a:noFill/>
            <a:ln w="9525" cap="flat" cmpd="sng">
              <a:solidFill>
                <a:srgbClr val="D8D8D8"/>
              </a:solidFill>
              <a:prstDash val="lg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3" name="Google Shape;333;p19"/>
            <p:cNvSpPr/>
            <p:nvPr/>
          </p:nvSpPr>
          <p:spPr>
            <a:xfrm>
              <a:off x="876376" y="1714714"/>
              <a:ext cx="1180465" cy="622300"/>
            </a:xfrm>
            <a:custGeom>
              <a:avLst/>
              <a:gdLst/>
              <a:ahLst/>
              <a:cxnLst/>
              <a:rect l="l" t="t" r="r" b="b"/>
              <a:pathLst>
                <a:path w="1180464" h="622300" extrusionOk="0">
                  <a:moveTo>
                    <a:pt x="0" y="621956"/>
                  </a:moveTo>
                  <a:lnTo>
                    <a:pt x="0" y="578754"/>
                  </a:lnTo>
                </a:path>
                <a:path w="1180464" h="622300" extrusionOk="0">
                  <a:moveTo>
                    <a:pt x="1180324" y="621956"/>
                  </a:moveTo>
                  <a:lnTo>
                    <a:pt x="1180324" y="578754"/>
                  </a:lnTo>
                </a:path>
                <a:path w="1180464" h="622300" extrusionOk="0">
                  <a:moveTo>
                    <a:pt x="568562" y="300178"/>
                  </a:moveTo>
                  <a:lnTo>
                    <a:pt x="611761" y="300178"/>
                  </a:lnTo>
                </a:path>
                <a:path w="1180464" h="622300" extrusionOk="0">
                  <a:moveTo>
                    <a:pt x="568562" y="0"/>
                  </a:moveTo>
                  <a:lnTo>
                    <a:pt x="611761"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4" name="Google Shape;334;p19"/>
            <p:cNvSpPr/>
            <p:nvPr/>
          </p:nvSpPr>
          <p:spPr>
            <a:xfrm>
              <a:off x="758344" y="2315070"/>
              <a:ext cx="1396365" cy="0"/>
            </a:xfrm>
            <a:custGeom>
              <a:avLst/>
              <a:gdLst/>
              <a:ahLst/>
              <a:cxnLst/>
              <a:rect l="l" t="t" r="r" b="b"/>
              <a:pathLst>
                <a:path w="1396364" h="120000" extrusionOk="0">
                  <a:moveTo>
                    <a:pt x="0" y="0"/>
                  </a:moveTo>
                  <a:lnTo>
                    <a:pt x="1396146"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5" name="Google Shape;335;p19"/>
            <p:cNvSpPr/>
            <p:nvPr/>
          </p:nvSpPr>
          <p:spPr>
            <a:xfrm>
              <a:off x="2142345" y="2298875"/>
              <a:ext cx="32384" cy="32384"/>
            </a:xfrm>
            <a:custGeom>
              <a:avLst/>
              <a:gdLst/>
              <a:ahLst/>
              <a:cxnLst/>
              <a:rect l="l" t="t" r="r" b="b"/>
              <a:pathLst>
                <a:path w="32385" h="32385" extrusionOk="0">
                  <a:moveTo>
                    <a:pt x="0" y="0"/>
                  </a:moveTo>
                  <a:lnTo>
                    <a:pt x="12146" y="16195"/>
                  </a:lnTo>
                  <a:lnTo>
                    <a:pt x="0" y="32390"/>
                  </a:lnTo>
                  <a:lnTo>
                    <a:pt x="32390" y="16195"/>
                  </a:lnTo>
                  <a:lnTo>
                    <a:pt x="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6" name="Google Shape;336;p19"/>
            <p:cNvSpPr/>
            <p:nvPr/>
          </p:nvSpPr>
          <p:spPr>
            <a:xfrm>
              <a:off x="1466538" y="1614887"/>
              <a:ext cx="0" cy="820419"/>
            </a:xfrm>
            <a:custGeom>
              <a:avLst/>
              <a:gdLst/>
              <a:ahLst/>
              <a:cxnLst/>
              <a:rect l="l" t="t" r="r" b="b"/>
              <a:pathLst>
                <a:path w="120000" h="820419" extrusionOk="0">
                  <a:moveTo>
                    <a:pt x="0" y="820253"/>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7" name="Google Shape;337;p19"/>
            <p:cNvSpPr/>
            <p:nvPr/>
          </p:nvSpPr>
          <p:spPr>
            <a:xfrm>
              <a:off x="1450343" y="1594643"/>
              <a:ext cx="32384" cy="32384"/>
            </a:xfrm>
            <a:custGeom>
              <a:avLst/>
              <a:gdLst/>
              <a:ahLst/>
              <a:cxnLst/>
              <a:rect l="l" t="t" r="r" b="b"/>
              <a:pathLst>
                <a:path w="32384" h="32385" extrusionOk="0">
                  <a:moveTo>
                    <a:pt x="0" y="32390"/>
                  </a:moveTo>
                  <a:lnTo>
                    <a:pt x="16195" y="20244"/>
                  </a:lnTo>
                  <a:lnTo>
                    <a:pt x="32390" y="32390"/>
                  </a:lnTo>
                  <a:lnTo>
                    <a:pt x="16195" y="0"/>
                  </a:lnTo>
                  <a:lnTo>
                    <a:pt x="0" y="3239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38" name="Google Shape;338;p19"/>
          <p:cNvSpPr txBox="1"/>
          <p:nvPr/>
        </p:nvSpPr>
        <p:spPr>
          <a:xfrm>
            <a:off x="786051" y="2315962"/>
            <a:ext cx="180975" cy="17145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950">
                <a:latin typeface="Lucida Sans"/>
                <a:ea typeface="Lucida Sans"/>
                <a:cs typeface="Lucida Sans"/>
                <a:sym typeface="Lucida Sans"/>
              </a:rPr>
              <a:t>−</a:t>
            </a:r>
            <a:r>
              <a:rPr lang="en-US" sz="850">
                <a:latin typeface="Arial"/>
                <a:ea typeface="Arial"/>
                <a:cs typeface="Arial"/>
                <a:sym typeface="Arial"/>
              </a:rPr>
              <a:t>5</a:t>
            </a:r>
            <a:endParaRPr sz="850">
              <a:latin typeface="Arial"/>
              <a:ea typeface="Arial"/>
              <a:cs typeface="Arial"/>
              <a:sym typeface="Arial"/>
            </a:endParaRPr>
          </a:p>
        </p:txBody>
      </p:sp>
      <p:sp>
        <p:nvSpPr>
          <p:cNvPr id="339" name="Google Shape;339;p19"/>
          <p:cNvSpPr txBox="1"/>
          <p:nvPr/>
        </p:nvSpPr>
        <p:spPr>
          <a:xfrm>
            <a:off x="2013592" y="2328109"/>
            <a:ext cx="86360" cy="15684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Arial"/>
                <a:ea typeface="Arial"/>
                <a:cs typeface="Arial"/>
                <a:sym typeface="Arial"/>
              </a:rPr>
              <a:t>5</a:t>
            </a:r>
            <a:endParaRPr sz="850">
              <a:latin typeface="Arial"/>
              <a:ea typeface="Arial"/>
              <a:cs typeface="Arial"/>
              <a:sym typeface="Arial"/>
            </a:endParaRPr>
          </a:p>
        </p:txBody>
      </p:sp>
      <p:sp>
        <p:nvSpPr>
          <p:cNvPr id="340" name="Google Shape;340;p19"/>
          <p:cNvSpPr txBox="1"/>
          <p:nvPr/>
        </p:nvSpPr>
        <p:spPr>
          <a:xfrm>
            <a:off x="1239177" y="1918340"/>
            <a:ext cx="180340" cy="17145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850">
                <a:latin typeface="Arial"/>
                <a:ea typeface="Arial"/>
                <a:cs typeface="Arial"/>
                <a:sym typeface="Arial"/>
              </a:rPr>
              <a:t>0</a:t>
            </a:r>
            <a:r>
              <a:rPr lang="en-US" sz="950" i="1">
                <a:latin typeface="Bookman Old Style"/>
                <a:ea typeface="Bookman Old Style"/>
                <a:cs typeface="Bookman Old Style"/>
                <a:sym typeface="Bookman Old Style"/>
              </a:rPr>
              <a:t>.</a:t>
            </a:r>
            <a:r>
              <a:rPr lang="en-US" sz="850">
                <a:latin typeface="Arial"/>
                <a:ea typeface="Arial"/>
                <a:cs typeface="Arial"/>
                <a:sym typeface="Arial"/>
              </a:rPr>
              <a:t>5</a:t>
            </a:r>
            <a:endParaRPr sz="850">
              <a:latin typeface="Arial"/>
              <a:ea typeface="Arial"/>
              <a:cs typeface="Arial"/>
              <a:sym typeface="Arial"/>
            </a:endParaRPr>
          </a:p>
        </p:txBody>
      </p:sp>
      <p:sp>
        <p:nvSpPr>
          <p:cNvPr id="341" name="Google Shape;341;p19"/>
          <p:cNvSpPr txBox="1"/>
          <p:nvPr/>
        </p:nvSpPr>
        <p:spPr>
          <a:xfrm>
            <a:off x="1332994" y="1631214"/>
            <a:ext cx="86360" cy="15684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Arial"/>
                <a:ea typeface="Arial"/>
                <a:cs typeface="Arial"/>
                <a:sym typeface="Arial"/>
              </a:rPr>
              <a:t>1</a:t>
            </a:r>
            <a:endParaRPr sz="850">
              <a:latin typeface="Arial"/>
              <a:ea typeface="Arial"/>
              <a:cs typeface="Arial"/>
              <a:sym typeface="Arial"/>
            </a:endParaRPr>
          </a:p>
        </p:txBody>
      </p:sp>
      <p:grpSp>
        <p:nvGrpSpPr>
          <p:cNvPr id="342" name="Google Shape;342;p19"/>
          <p:cNvGrpSpPr/>
          <p:nvPr/>
        </p:nvGrpSpPr>
        <p:grpSpPr>
          <a:xfrm>
            <a:off x="758344" y="1714714"/>
            <a:ext cx="1416685" cy="600710"/>
            <a:chOff x="758344" y="1714714"/>
            <a:chExt cx="1416685" cy="600710"/>
          </a:xfrm>
        </p:grpSpPr>
        <p:sp>
          <p:nvSpPr>
            <p:cNvPr id="343" name="Google Shape;343;p19"/>
            <p:cNvSpPr/>
            <p:nvPr/>
          </p:nvSpPr>
          <p:spPr>
            <a:xfrm>
              <a:off x="758344" y="1716209"/>
              <a:ext cx="1416685" cy="597535"/>
            </a:xfrm>
            <a:custGeom>
              <a:avLst/>
              <a:gdLst/>
              <a:ahLst/>
              <a:cxnLst/>
              <a:rect l="l" t="t" r="r" b="b"/>
              <a:pathLst>
                <a:path w="1416685" h="597535" extrusionOk="0">
                  <a:moveTo>
                    <a:pt x="0" y="597376"/>
                  </a:moveTo>
                  <a:lnTo>
                    <a:pt x="42916" y="596727"/>
                  </a:lnTo>
                  <a:lnTo>
                    <a:pt x="85832" y="595797"/>
                  </a:lnTo>
                  <a:lnTo>
                    <a:pt x="128749" y="594463"/>
                  </a:lnTo>
                  <a:lnTo>
                    <a:pt x="171666" y="592555"/>
                  </a:lnTo>
                  <a:lnTo>
                    <a:pt x="214582" y="589832"/>
                  </a:lnTo>
                  <a:lnTo>
                    <a:pt x="257499" y="585957"/>
                  </a:lnTo>
                  <a:lnTo>
                    <a:pt x="300415" y="580473"/>
                  </a:lnTo>
                  <a:lnTo>
                    <a:pt x="343331" y="572761"/>
                  </a:lnTo>
                  <a:lnTo>
                    <a:pt x="386248" y="562019"/>
                  </a:lnTo>
                  <a:lnTo>
                    <a:pt x="429165" y="547254"/>
                  </a:lnTo>
                  <a:lnTo>
                    <a:pt x="472081" y="527322"/>
                  </a:lnTo>
                  <a:lnTo>
                    <a:pt x="514998" y="501062"/>
                  </a:lnTo>
                  <a:lnTo>
                    <a:pt x="557915" y="467551"/>
                  </a:lnTo>
                  <a:lnTo>
                    <a:pt x="586525" y="441002"/>
                  </a:lnTo>
                  <a:lnTo>
                    <a:pt x="615136" y="411238"/>
                  </a:lnTo>
                  <a:lnTo>
                    <a:pt x="643747" y="378657"/>
                  </a:lnTo>
                  <a:lnTo>
                    <a:pt x="672358" y="343901"/>
                  </a:lnTo>
                  <a:lnTo>
                    <a:pt x="700969" y="307868"/>
                  </a:lnTo>
                  <a:lnTo>
                    <a:pt x="715275" y="289708"/>
                  </a:lnTo>
                  <a:lnTo>
                    <a:pt x="729580" y="271582"/>
                  </a:lnTo>
                  <a:lnTo>
                    <a:pt x="758192" y="236077"/>
                  </a:lnTo>
                  <a:lnTo>
                    <a:pt x="786802" y="202284"/>
                  </a:lnTo>
                  <a:lnTo>
                    <a:pt x="815414" y="171011"/>
                  </a:lnTo>
                  <a:lnTo>
                    <a:pt x="844024" y="142806"/>
                  </a:lnTo>
                  <a:lnTo>
                    <a:pt x="886941" y="106749"/>
                  </a:lnTo>
                  <a:lnTo>
                    <a:pt x="929858" y="78136"/>
                  </a:lnTo>
                  <a:lnTo>
                    <a:pt x="972774" y="56145"/>
                  </a:lnTo>
                  <a:lnTo>
                    <a:pt x="1015691" y="39809"/>
                  </a:lnTo>
                  <a:lnTo>
                    <a:pt x="1058611" y="27839"/>
                  </a:lnTo>
                  <a:lnTo>
                    <a:pt x="1101526" y="19205"/>
                  </a:lnTo>
                  <a:lnTo>
                    <a:pt x="1144442" y="13052"/>
                  </a:lnTo>
                  <a:lnTo>
                    <a:pt x="1187358" y="8700"/>
                  </a:lnTo>
                  <a:lnTo>
                    <a:pt x="1230274" y="5625"/>
                  </a:lnTo>
                  <a:lnTo>
                    <a:pt x="1273190" y="3482"/>
                  </a:lnTo>
                  <a:lnTo>
                    <a:pt x="1316106" y="1975"/>
                  </a:lnTo>
                  <a:lnTo>
                    <a:pt x="1359021" y="913"/>
                  </a:lnTo>
                  <a:lnTo>
                    <a:pt x="1401937" y="185"/>
                  </a:lnTo>
                  <a:lnTo>
                    <a:pt x="1416243" y="0"/>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4" name="Google Shape;344;p19"/>
            <p:cNvSpPr/>
            <p:nvPr/>
          </p:nvSpPr>
          <p:spPr>
            <a:xfrm>
              <a:off x="758344" y="2014893"/>
              <a:ext cx="1416685" cy="0"/>
            </a:xfrm>
            <a:custGeom>
              <a:avLst/>
              <a:gdLst/>
              <a:ahLst/>
              <a:cxnLst/>
              <a:rect l="l" t="t" r="r" b="b"/>
              <a:pathLst>
                <a:path w="1416685" h="120000" extrusionOk="0">
                  <a:moveTo>
                    <a:pt x="0" y="0"/>
                  </a:moveTo>
                  <a:lnTo>
                    <a:pt x="1416385" y="0"/>
                  </a:lnTo>
                </a:path>
              </a:pathLst>
            </a:custGeom>
            <a:noFill/>
            <a:ln w="9525" cap="flat" cmpd="sng">
              <a:solidFill>
                <a:srgbClr val="EC2027"/>
              </a:solidFill>
              <a:prstDash val="lg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5" name="Google Shape;345;p19"/>
            <p:cNvSpPr/>
            <p:nvPr/>
          </p:nvSpPr>
          <p:spPr>
            <a:xfrm>
              <a:off x="758344" y="1714714"/>
              <a:ext cx="1416685" cy="600710"/>
            </a:xfrm>
            <a:custGeom>
              <a:avLst/>
              <a:gdLst/>
              <a:ahLst/>
              <a:cxnLst/>
              <a:rect l="l" t="t" r="r" b="b"/>
              <a:pathLst>
                <a:path w="1416685" h="600710" extrusionOk="0">
                  <a:moveTo>
                    <a:pt x="0" y="600355"/>
                  </a:moveTo>
                  <a:lnTo>
                    <a:pt x="1416385" y="600355"/>
                  </a:lnTo>
                </a:path>
                <a:path w="1416685" h="600710" extrusionOk="0">
                  <a:moveTo>
                    <a:pt x="0" y="0"/>
                  </a:moveTo>
                  <a:lnTo>
                    <a:pt x="1416385" y="0"/>
                  </a:lnTo>
                </a:path>
              </a:pathLst>
            </a:custGeom>
            <a:noFill/>
            <a:ln w="9525" cap="flat" cmpd="sng">
              <a:solidFill>
                <a:srgbClr val="7F7F7F"/>
              </a:solidFill>
              <a:prstDash val="lg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6" name="Google Shape;346;p19"/>
            <p:cNvSpPr/>
            <p:nvPr/>
          </p:nvSpPr>
          <p:spPr>
            <a:xfrm>
              <a:off x="1437906" y="1986261"/>
              <a:ext cx="57785" cy="57785"/>
            </a:xfrm>
            <a:custGeom>
              <a:avLst/>
              <a:gdLst/>
              <a:ahLst/>
              <a:cxnLst/>
              <a:rect l="l" t="t" r="r" b="b"/>
              <a:pathLst>
                <a:path w="57784" h="57785" extrusionOk="0">
                  <a:moveTo>
                    <a:pt x="28631" y="0"/>
                  </a:moveTo>
                  <a:lnTo>
                    <a:pt x="17487" y="2250"/>
                  </a:lnTo>
                  <a:lnTo>
                    <a:pt x="8386" y="8386"/>
                  </a:lnTo>
                  <a:lnTo>
                    <a:pt x="2250" y="17487"/>
                  </a:lnTo>
                  <a:lnTo>
                    <a:pt x="0" y="28631"/>
                  </a:lnTo>
                  <a:lnTo>
                    <a:pt x="2250" y="39776"/>
                  </a:lnTo>
                  <a:lnTo>
                    <a:pt x="8386" y="48876"/>
                  </a:lnTo>
                  <a:lnTo>
                    <a:pt x="17487" y="55012"/>
                  </a:lnTo>
                  <a:lnTo>
                    <a:pt x="28631" y="57262"/>
                  </a:lnTo>
                  <a:lnTo>
                    <a:pt x="39776" y="55012"/>
                  </a:lnTo>
                  <a:lnTo>
                    <a:pt x="48877" y="48876"/>
                  </a:lnTo>
                  <a:lnTo>
                    <a:pt x="55013" y="39776"/>
                  </a:lnTo>
                  <a:lnTo>
                    <a:pt x="57263" y="28631"/>
                  </a:lnTo>
                  <a:lnTo>
                    <a:pt x="55013" y="17487"/>
                  </a:lnTo>
                  <a:lnTo>
                    <a:pt x="48877" y="8386"/>
                  </a:lnTo>
                  <a:lnTo>
                    <a:pt x="39776" y="2250"/>
                  </a:lnTo>
                  <a:lnTo>
                    <a:pt x="28631" y="0"/>
                  </a:lnTo>
                  <a:close/>
                </a:path>
              </a:pathLst>
            </a:custGeom>
            <a:solidFill>
              <a:srgbClr val="1B147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47" name="Google Shape;347;p19"/>
          <p:cNvSpPr txBox="1"/>
          <p:nvPr/>
        </p:nvSpPr>
        <p:spPr>
          <a:xfrm>
            <a:off x="1468562" y="1862522"/>
            <a:ext cx="586740" cy="123189"/>
          </a:xfrm>
          <a:prstGeom prst="rect">
            <a:avLst/>
          </a:prstGeom>
          <a:noFill/>
          <a:ln>
            <a:noFill/>
          </a:ln>
        </p:spPr>
        <p:txBody>
          <a:bodyPr spcFirstLastPara="1" wrap="square" lIns="0" tIns="17125" rIns="0" bIns="0" anchor="t" anchorCtr="0">
            <a:spAutoFit/>
          </a:bodyPr>
          <a:lstStyle/>
          <a:p>
            <a:pPr marL="36195" lvl="0" indent="0" algn="l" rtl="0">
              <a:lnSpc>
                <a:spcPct val="100000"/>
              </a:lnSpc>
              <a:spcBef>
                <a:spcPts val="0"/>
              </a:spcBef>
              <a:spcAft>
                <a:spcPts val="0"/>
              </a:spcAft>
              <a:buNone/>
            </a:pPr>
            <a:r>
              <a:rPr lang="en-US" sz="600">
                <a:latin typeface="Lucida Sans"/>
                <a:ea typeface="Lucida Sans"/>
                <a:cs typeface="Lucida Sans"/>
                <a:sym typeface="Lucida Sans"/>
              </a:rPr>
              <a:t>(</a:t>
            </a:r>
            <a:r>
              <a:rPr lang="en-US" sz="550">
                <a:latin typeface="Arial"/>
                <a:ea typeface="Arial"/>
                <a:cs typeface="Arial"/>
                <a:sym typeface="Arial"/>
              </a:rPr>
              <a:t>0</a:t>
            </a:r>
            <a:r>
              <a:rPr lang="en-US" sz="600" i="1">
                <a:latin typeface="Verdana"/>
                <a:ea typeface="Verdana"/>
                <a:cs typeface="Verdana"/>
                <a:sym typeface="Verdana"/>
              </a:rPr>
              <a:t>, </a:t>
            </a:r>
            <a:r>
              <a:rPr lang="en-US" sz="550">
                <a:latin typeface="Arial"/>
                <a:ea typeface="Arial"/>
                <a:cs typeface="Arial"/>
                <a:sym typeface="Arial"/>
              </a:rPr>
              <a:t>0</a:t>
            </a:r>
            <a:r>
              <a:rPr lang="en-US" sz="600" i="1">
                <a:latin typeface="Verdana"/>
                <a:ea typeface="Verdana"/>
                <a:cs typeface="Verdana"/>
                <a:sym typeface="Verdana"/>
              </a:rPr>
              <a:t>.</a:t>
            </a:r>
            <a:r>
              <a:rPr lang="en-US" sz="550">
                <a:latin typeface="Arial"/>
                <a:ea typeface="Arial"/>
                <a:cs typeface="Arial"/>
                <a:sym typeface="Arial"/>
              </a:rPr>
              <a:t>5</a:t>
            </a:r>
            <a:r>
              <a:rPr lang="en-US" sz="600">
                <a:latin typeface="Lucida Sans"/>
                <a:ea typeface="Lucida Sans"/>
                <a:cs typeface="Lucida Sans"/>
                <a:sym typeface="Lucida Sans"/>
              </a:rPr>
              <a:t>)</a:t>
            </a:r>
            <a:endParaRPr sz="600">
              <a:latin typeface="Lucida Sans"/>
              <a:ea typeface="Lucida Sans"/>
              <a:cs typeface="Lucida Sans"/>
              <a:sym typeface="Lucida Sans"/>
            </a:endParaRPr>
          </a:p>
        </p:txBody>
      </p:sp>
      <p:sp>
        <p:nvSpPr>
          <p:cNvPr id="348" name="Google Shape;348;p19"/>
          <p:cNvSpPr txBox="1"/>
          <p:nvPr/>
        </p:nvSpPr>
        <p:spPr>
          <a:xfrm>
            <a:off x="2271301" y="2221510"/>
            <a:ext cx="80645" cy="15684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i="1">
                <a:latin typeface="Arial"/>
                <a:ea typeface="Arial"/>
                <a:cs typeface="Arial"/>
                <a:sym typeface="Arial"/>
              </a:rPr>
              <a:t>z</a:t>
            </a:r>
            <a:endParaRPr sz="850">
              <a:latin typeface="Arial"/>
              <a:ea typeface="Arial"/>
              <a:cs typeface="Arial"/>
              <a:sym typeface="Arial"/>
            </a:endParaRPr>
          </a:p>
        </p:txBody>
      </p:sp>
      <p:sp>
        <p:nvSpPr>
          <p:cNvPr id="349" name="Google Shape;349;p19"/>
          <p:cNvSpPr txBox="1"/>
          <p:nvPr/>
        </p:nvSpPr>
        <p:spPr>
          <a:xfrm>
            <a:off x="1268425" y="1048050"/>
            <a:ext cx="602700" cy="464400"/>
          </a:xfrm>
          <a:prstGeom prst="rect">
            <a:avLst/>
          </a:prstGeom>
          <a:noFill/>
          <a:ln>
            <a:noFill/>
          </a:ln>
        </p:spPr>
        <p:txBody>
          <a:bodyPr spcFirstLastPara="1" wrap="square" lIns="0" tIns="88900" rIns="0" bIns="0" anchor="t" anchorCtr="0">
            <a:spAutoFit/>
          </a:bodyPr>
          <a:lstStyle/>
          <a:p>
            <a:pPr marL="12700" lvl="0" indent="0" algn="l" rtl="0">
              <a:lnSpc>
                <a:spcPct val="100000"/>
              </a:lnSpc>
              <a:spcBef>
                <a:spcPts val="0"/>
              </a:spcBef>
              <a:spcAft>
                <a:spcPts val="0"/>
              </a:spcAft>
              <a:buNone/>
            </a:pPr>
            <a:r>
              <a:rPr lang="en-US" sz="1050" b="1">
                <a:solidFill>
                  <a:srgbClr val="1B1472"/>
                </a:solidFill>
                <a:latin typeface="Arial"/>
                <a:ea typeface="Arial"/>
                <a:cs typeface="Arial"/>
                <a:sym typeface="Arial"/>
              </a:rPr>
              <a:t>Function</a:t>
            </a:r>
            <a:endParaRPr sz="1050">
              <a:latin typeface="Arial"/>
              <a:ea typeface="Arial"/>
              <a:cs typeface="Arial"/>
              <a:sym typeface="Arial"/>
            </a:endParaRPr>
          </a:p>
          <a:p>
            <a:pPr marL="84455" lvl="0" indent="0" algn="l" rtl="0">
              <a:lnSpc>
                <a:spcPct val="100000"/>
              </a:lnSpc>
              <a:spcBef>
                <a:spcPts val="520"/>
              </a:spcBef>
              <a:spcAft>
                <a:spcPts val="0"/>
              </a:spcAft>
              <a:buNone/>
            </a:pPr>
            <a:r>
              <a:rPr lang="en-US" sz="950" i="1">
                <a:latin typeface="Bookman Old Style"/>
                <a:ea typeface="Bookman Old Style"/>
                <a:cs typeface="Bookman Old Style"/>
                <a:sym typeface="Bookman Old Style"/>
              </a:rPr>
              <a:t>σ </a:t>
            </a:r>
            <a:r>
              <a:rPr lang="en-US" sz="950">
                <a:latin typeface="Tahoma"/>
                <a:ea typeface="Tahoma"/>
                <a:cs typeface="Tahoma"/>
                <a:sym typeface="Tahoma"/>
              </a:rPr>
              <a:t>(</a:t>
            </a:r>
            <a:r>
              <a:rPr lang="en-US" sz="850" i="1">
                <a:latin typeface="Arial"/>
                <a:ea typeface="Arial"/>
                <a:cs typeface="Arial"/>
                <a:sym typeface="Arial"/>
              </a:rPr>
              <a:t>z</a:t>
            </a:r>
            <a:r>
              <a:rPr lang="en-US" sz="950">
                <a:latin typeface="Tahoma"/>
                <a:ea typeface="Tahoma"/>
                <a:cs typeface="Tahoma"/>
                <a:sym typeface="Tahoma"/>
              </a:rPr>
              <a:t>)</a:t>
            </a:r>
            <a:endParaRPr sz="950">
              <a:latin typeface="Tahoma"/>
              <a:ea typeface="Tahoma"/>
              <a:cs typeface="Tahoma"/>
              <a:sym typeface="Tahoma"/>
            </a:endParaRPr>
          </a:p>
        </p:txBody>
      </p:sp>
      <p:grpSp>
        <p:nvGrpSpPr>
          <p:cNvPr id="350" name="Google Shape;350;p19"/>
          <p:cNvGrpSpPr/>
          <p:nvPr/>
        </p:nvGrpSpPr>
        <p:grpSpPr>
          <a:xfrm>
            <a:off x="3341181" y="1594643"/>
            <a:ext cx="1416685" cy="840740"/>
            <a:chOff x="3341181" y="1594643"/>
            <a:chExt cx="1416685" cy="840740"/>
          </a:xfrm>
        </p:grpSpPr>
        <p:sp>
          <p:nvSpPr>
            <p:cNvPr id="351" name="Google Shape;351;p19"/>
            <p:cNvSpPr/>
            <p:nvPr/>
          </p:nvSpPr>
          <p:spPr>
            <a:xfrm>
              <a:off x="3341181" y="1594643"/>
              <a:ext cx="1416685" cy="840740"/>
            </a:xfrm>
            <a:custGeom>
              <a:avLst/>
              <a:gdLst/>
              <a:ahLst/>
              <a:cxnLst/>
              <a:rect l="l" t="t" r="r" b="b"/>
              <a:pathLst>
                <a:path w="1416685" h="840739" extrusionOk="0">
                  <a:moveTo>
                    <a:pt x="118031" y="840497"/>
                  </a:moveTo>
                  <a:lnTo>
                    <a:pt x="118031" y="0"/>
                  </a:lnTo>
                </a:path>
                <a:path w="1416685" h="840739" extrusionOk="0">
                  <a:moveTo>
                    <a:pt x="1298356" y="840497"/>
                  </a:moveTo>
                  <a:lnTo>
                    <a:pt x="1298356" y="0"/>
                  </a:lnTo>
                </a:path>
                <a:path w="1416685" h="840739" extrusionOk="0">
                  <a:moveTo>
                    <a:pt x="0" y="480284"/>
                  </a:moveTo>
                  <a:lnTo>
                    <a:pt x="1416385" y="480284"/>
                  </a:lnTo>
                </a:path>
                <a:path w="1416685" h="840739" extrusionOk="0">
                  <a:moveTo>
                    <a:pt x="0" y="240141"/>
                  </a:moveTo>
                  <a:lnTo>
                    <a:pt x="1416385" y="240141"/>
                  </a:lnTo>
                </a:path>
                <a:path w="1416685" h="840739" extrusionOk="0">
                  <a:moveTo>
                    <a:pt x="0" y="0"/>
                  </a:moveTo>
                  <a:lnTo>
                    <a:pt x="1416385" y="0"/>
                  </a:lnTo>
                </a:path>
              </a:pathLst>
            </a:custGeom>
            <a:noFill/>
            <a:ln w="9525" cap="flat" cmpd="sng">
              <a:solidFill>
                <a:srgbClr val="D8D8D8"/>
              </a:solidFill>
              <a:prstDash val="lg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52" name="Google Shape;352;p19"/>
            <p:cNvSpPr/>
            <p:nvPr/>
          </p:nvSpPr>
          <p:spPr>
            <a:xfrm>
              <a:off x="3459213" y="1594643"/>
              <a:ext cx="1180465" cy="742315"/>
            </a:xfrm>
            <a:custGeom>
              <a:avLst/>
              <a:gdLst/>
              <a:ahLst/>
              <a:cxnLst/>
              <a:rect l="l" t="t" r="r" b="b"/>
              <a:pathLst>
                <a:path w="1180464" h="742314" extrusionOk="0">
                  <a:moveTo>
                    <a:pt x="0" y="742025"/>
                  </a:moveTo>
                  <a:lnTo>
                    <a:pt x="0" y="698827"/>
                  </a:lnTo>
                </a:path>
                <a:path w="1180464" h="742314" extrusionOk="0">
                  <a:moveTo>
                    <a:pt x="1180324" y="742025"/>
                  </a:moveTo>
                  <a:lnTo>
                    <a:pt x="1180324" y="698827"/>
                  </a:lnTo>
                </a:path>
                <a:path w="1180464" h="742314" extrusionOk="0">
                  <a:moveTo>
                    <a:pt x="568562" y="480284"/>
                  </a:moveTo>
                  <a:lnTo>
                    <a:pt x="611761" y="480284"/>
                  </a:lnTo>
                </a:path>
                <a:path w="1180464" h="742314" extrusionOk="0">
                  <a:moveTo>
                    <a:pt x="568562" y="240141"/>
                  </a:moveTo>
                  <a:lnTo>
                    <a:pt x="611761" y="240141"/>
                  </a:lnTo>
                </a:path>
                <a:path w="1180464" h="742314" extrusionOk="0">
                  <a:moveTo>
                    <a:pt x="568562" y="0"/>
                  </a:moveTo>
                  <a:lnTo>
                    <a:pt x="611761"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53" name="Google Shape;353;p19"/>
            <p:cNvSpPr/>
            <p:nvPr/>
          </p:nvSpPr>
          <p:spPr>
            <a:xfrm>
              <a:off x="3341181" y="2315070"/>
              <a:ext cx="1396365" cy="0"/>
            </a:xfrm>
            <a:custGeom>
              <a:avLst/>
              <a:gdLst/>
              <a:ahLst/>
              <a:cxnLst/>
              <a:rect l="l" t="t" r="r" b="b"/>
              <a:pathLst>
                <a:path w="1396364" h="120000" extrusionOk="0">
                  <a:moveTo>
                    <a:pt x="0" y="0"/>
                  </a:moveTo>
                  <a:lnTo>
                    <a:pt x="1396146"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54" name="Google Shape;354;p19"/>
            <p:cNvSpPr/>
            <p:nvPr/>
          </p:nvSpPr>
          <p:spPr>
            <a:xfrm>
              <a:off x="4725182" y="2298875"/>
              <a:ext cx="32384" cy="32384"/>
            </a:xfrm>
            <a:custGeom>
              <a:avLst/>
              <a:gdLst/>
              <a:ahLst/>
              <a:cxnLst/>
              <a:rect l="l" t="t" r="r" b="b"/>
              <a:pathLst>
                <a:path w="32385" h="32385" extrusionOk="0">
                  <a:moveTo>
                    <a:pt x="0" y="0"/>
                  </a:moveTo>
                  <a:lnTo>
                    <a:pt x="12146" y="16195"/>
                  </a:lnTo>
                  <a:lnTo>
                    <a:pt x="0" y="32390"/>
                  </a:lnTo>
                  <a:lnTo>
                    <a:pt x="32390" y="16195"/>
                  </a:lnTo>
                  <a:lnTo>
                    <a:pt x="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55" name="Google Shape;355;p19"/>
            <p:cNvSpPr/>
            <p:nvPr/>
          </p:nvSpPr>
          <p:spPr>
            <a:xfrm>
              <a:off x="4049375" y="1614887"/>
              <a:ext cx="0" cy="820419"/>
            </a:xfrm>
            <a:custGeom>
              <a:avLst/>
              <a:gdLst/>
              <a:ahLst/>
              <a:cxnLst/>
              <a:rect l="l" t="t" r="r" b="b"/>
              <a:pathLst>
                <a:path w="120000" h="820419" extrusionOk="0">
                  <a:moveTo>
                    <a:pt x="0" y="820253"/>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56" name="Google Shape;356;p19"/>
            <p:cNvSpPr/>
            <p:nvPr/>
          </p:nvSpPr>
          <p:spPr>
            <a:xfrm>
              <a:off x="4033180" y="1594643"/>
              <a:ext cx="32384" cy="32384"/>
            </a:xfrm>
            <a:custGeom>
              <a:avLst/>
              <a:gdLst/>
              <a:ahLst/>
              <a:cxnLst/>
              <a:rect l="l" t="t" r="r" b="b"/>
              <a:pathLst>
                <a:path w="32385" h="32385" extrusionOk="0">
                  <a:moveTo>
                    <a:pt x="0" y="32390"/>
                  </a:moveTo>
                  <a:lnTo>
                    <a:pt x="16195" y="20244"/>
                  </a:lnTo>
                  <a:lnTo>
                    <a:pt x="32390" y="32390"/>
                  </a:lnTo>
                  <a:lnTo>
                    <a:pt x="16195" y="0"/>
                  </a:lnTo>
                  <a:lnTo>
                    <a:pt x="0" y="3239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57" name="Google Shape;357;p19"/>
          <p:cNvSpPr txBox="1"/>
          <p:nvPr/>
        </p:nvSpPr>
        <p:spPr>
          <a:xfrm>
            <a:off x="3368888" y="2315962"/>
            <a:ext cx="180975" cy="17145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950">
                <a:latin typeface="Lucida Sans"/>
                <a:ea typeface="Lucida Sans"/>
                <a:cs typeface="Lucida Sans"/>
                <a:sym typeface="Lucida Sans"/>
              </a:rPr>
              <a:t>−</a:t>
            </a:r>
            <a:r>
              <a:rPr lang="en-US" sz="850">
                <a:latin typeface="Arial"/>
                <a:ea typeface="Arial"/>
                <a:cs typeface="Arial"/>
                <a:sym typeface="Arial"/>
              </a:rPr>
              <a:t>5</a:t>
            </a:r>
            <a:endParaRPr sz="850">
              <a:latin typeface="Arial"/>
              <a:ea typeface="Arial"/>
              <a:cs typeface="Arial"/>
              <a:sym typeface="Arial"/>
            </a:endParaRPr>
          </a:p>
        </p:txBody>
      </p:sp>
      <p:sp>
        <p:nvSpPr>
          <p:cNvPr id="358" name="Google Shape;358;p19"/>
          <p:cNvSpPr txBox="1"/>
          <p:nvPr/>
        </p:nvSpPr>
        <p:spPr>
          <a:xfrm>
            <a:off x="4596429" y="2328099"/>
            <a:ext cx="86360" cy="15684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Arial"/>
                <a:ea typeface="Arial"/>
                <a:cs typeface="Arial"/>
                <a:sym typeface="Arial"/>
              </a:rPr>
              <a:t>5</a:t>
            </a:r>
            <a:endParaRPr sz="850">
              <a:latin typeface="Arial"/>
              <a:ea typeface="Arial"/>
              <a:cs typeface="Arial"/>
              <a:sym typeface="Arial"/>
            </a:endParaRPr>
          </a:p>
        </p:txBody>
      </p:sp>
      <p:sp>
        <p:nvSpPr>
          <p:cNvPr id="359" name="Google Shape;359;p19"/>
          <p:cNvSpPr txBox="1"/>
          <p:nvPr/>
        </p:nvSpPr>
        <p:spPr>
          <a:xfrm>
            <a:off x="3822014" y="1978365"/>
            <a:ext cx="180340" cy="17145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850">
                <a:latin typeface="Arial"/>
                <a:ea typeface="Arial"/>
                <a:cs typeface="Arial"/>
                <a:sym typeface="Arial"/>
              </a:rPr>
              <a:t>0</a:t>
            </a:r>
            <a:r>
              <a:rPr lang="en-US" sz="950" i="1">
                <a:latin typeface="Bookman Old Style"/>
                <a:ea typeface="Bookman Old Style"/>
                <a:cs typeface="Bookman Old Style"/>
                <a:sym typeface="Bookman Old Style"/>
              </a:rPr>
              <a:t>.</a:t>
            </a:r>
            <a:r>
              <a:rPr lang="en-US" sz="850">
                <a:latin typeface="Arial"/>
                <a:ea typeface="Arial"/>
                <a:cs typeface="Arial"/>
                <a:sym typeface="Arial"/>
              </a:rPr>
              <a:t>1</a:t>
            </a:r>
            <a:endParaRPr sz="850">
              <a:latin typeface="Arial"/>
              <a:ea typeface="Arial"/>
              <a:cs typeface="Arial"/>
              <a:sym typeface="Arial"/>
            </a:endParaRPr>
          </a:p>
        </p:txBody>
      </p:sp>
      <p:sp>
        <p:nvSpPr>
          <p:cNvPr id="360" name="Google Shape;360;p19"/>
          <p:cNvSpPr txBox="1"/>
          <p:nvPr/>
        </p:nvSpPr>
        <p:spPr>
          <a:xfrm>
            <a:off x="3822014" y="1738224"/>
            <a:ext cx="180340" cy="17145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850">
                <a:latin typeface="Arial"/>
                <a:ea typeface="Arial"/>
                <a:cs typeface="Arial"/>
                <a:sym typeface="Arial"/>
              </a:rPr>
              <a:t>0</a:t>
            </a:r>
            <a:r>
              <a:rPr lang="en-US" sz="950" i="1">
                <a:latin typeface="Bookman Old Style"/>
                <a:ea typeface="Bookman Old Style"/>
                <a:cs typeface="Bookman Old Style"/>
                <a:sym typeface="Bookman Old Style"/>
              </a:rPr>
              <a:t>.</a:t>
            </a:r>
            <a:r>
              <a:rPr lang="en-US" sz="850">
                <a:latin typeface="Arial"/>
                <a:ea typeface="Arial"/>
                <a:cs typeface="Arial"/>
                <a:sym typeface="Arial"/>
              </a:rPr>
              <a:t>2</a:t>
            </a:r>
            <a:endParaRPr sz="850">
              <a:latin typeface="Arial"/>
              <a:ea typeface="Arial"/>
              <a:cs typeface="Arial"/>
              <a:sym typeface="Arial"/>
            </a:endParaRPr>
          </a:p>
        </p:txBody>
      </p:sp>
      <p:sp>
        <p:nvSpPr>
          <p:cNvPr id="361" name="Google Shape;361;p19"/>
          <p:cNvSpPr txBox="1"/>
          <p:nvPr/>
        </p:nvSpPr>
        <p:spPr>
          <a:xfrm>
            <a:off x="3822014" y="1498102"/>
            <a:ext cx="180340" cy="17145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850">
                <a:latin typeface="Arial"/>
                <a:ea typeface="Arial"/>
                <a:cs typeface="Arial"/>
                <a:sym typeface="Arial"/>
              </a:rPr>
              <a:t>0</a:t>
            </a:r>
            <a:r>
              <a:rPr lang="en-US" sz="950" i="1">
                <a:latin typeface="Bookman Old Style"/>
                <a:ea typeface="Bookman Old Style"/>
                <a:cs typeface="Bookman Old Style"/>
                <a:sym typeface="Bookman Old Style"/>
              </a:rPr>
              <a:t>.</a:t>
            </a:r>
            <a:r>
              <a:rPr lang="en-US" sz="850">
                <a:latin typeface="Arial"/>
                <a:ea typeface="Arial"/>
                <a:cs typeface="Arial"/>
                <a:sym typeface="Arial"/>
              </a:rPr>
              <a:t>3</a:t>
            </a:r>
            <a:endParaRPr sz="850">
              <a:latin typeface="Arial"/>
              <a:ea typeface="Arial"/>
              <a:cs typeface="Arial"/>
              <a:sym typeface="Arial"/>
            </a:endParaRPr>
          </a:p>
        </p:txBody>
      </p:sp>
      <p:grpSp>
        <p:nvGrpSpPr>
          <p:cNvPr id="362" name="Google Shape;362;p19"/>
          <p:cNvGrpSpPr/>
          <p:nvPr/>
        </p:nvGrpSpPr>
        <p:grpSpPr>
          <a:xfrm>
            <a:off x="3341182" y="1686082"/>
            <a:ext cx="1416685" cy="623529"/>
            <a:chOff x="3341182" y="1686082"/>
            <a:chExt cx="1416685" cy="623529"/>
          </a:xfrm>
        </p:grpSpPr>
        <p:sp>
          <p:nvSpPr>
            <p:cNvPr id="363" name="Google Shape;363;p19"/>
            <p:cNvSpPr/>
            <p:nvPr/>
          </p:nvSpPr>
          <p:spPr>
            <a:xfrm>
              <a:off x="3341182" y="1715251"/>
              <a:ext cx="1416685" cy="594360"/>
            </a:xfrm>
            <a:custGeom>
              <a:avLst/>
              <a:gdLst/>
              <a:ahLst/>
              <a:cxnLst/>
              <a:rect l="l" t="t" r="r" b="b"/>
              <a:pathLst>
                <a:path w="1416685" h="594360" extrusionOk="0">
                  <a:moveTo>
                    <a:pt x="0" y="593895"/>
                  </a:moveTo>
                  <a:lnTo>
                    <a:pt x="42916" y="591316"/>
                  </a:lnTo>
                  <a:lnTo>
                    <a:pt x="85832" y="587626"/>
                  </a:lnTo>
                  <a:lnTo>
                    <a:pt x="128749" y="582359"/>
                  </a:lnTo>
                  <a:lnTo>
                    <a:pt x="171666" y="574861"/>
                  </a:lnTo>
                  <a:lnTo>
                    <a:pt x="214582" y="564246"/>
                  </a:lnTo>
                  <a:lnTo>
                    <a:pt x="257499" y="549316"/>
                  </a:lnTo>
                  <a:lnTo>
                    <a:pt x="300415" y="528523"/>
                  </a:lnTo>
                  <a:lnTo>
                    <a:pt x="343331" y="499962"/>
                  </a:lnTo>
                  <a:lnTo>
                    <a:pt x="386248" y="461498"/>
                  </a:lnTo>
                  <a:lnTo>
                    <a:pt x="414859" y="429344"/>
                  </a:lnTo>
                  <a:lnTo>
                    <a:pt x="443470" y="391462"/>
                  </a:lnTo>
                  <a:lnTo>
                    <a:pt x="472081" y="347763"/>
                  </a:lnTo>
                  <a:lnTo>
                    <a:pt x="500692" y="298617"/>
                  </a:lnTo>
                  <a:lnTo>
                    <a:pt x="529303" y="245200"/>
                  </a:lnTo>
                  <a:lnTo>
                    <a:pt x="557915" y="189460"/>
                  </a:lnTo>
                  <a:lnTo>
                    <a:pt x="572220" y="161637"/>
                  </a:lnTo>
                  <a:lnTo>
                    <a:pt x="600830" y="108332"/>
                  </a:lnTo>
                  <a:lnTo>
                    <a:pt x="629442" y="61610"/>
                  </a:lnTo>
                  <a:lnTo>
                    <a:pt x="658053" y="25752"/>
                  </a:lnTo>
                  <a:lnTo>
                    <a:pt x="700969" y="25"/>
                  </a:lnTo>
                  <a:lnTo>
                    <a:pt x="715275" y="0"/>
                  </a:lnTo>
                  <a:lnTo>
                    <a:pt x="729580" y="4356"/>
                  </a:lnTo>
                  <a:lnTo>
                    <a:pt x="772497" y="41871"/>
                  </a:lnTo>
                  <a:lnTo>
                    <a:pt x="801107" y="83600"/>
                  </a:lnTo>
                  <a:lnTo>
                    <a:pt x="829719" y="134143"/>
                  </a:lnTo>
                  <a:lnTo>
                    <a:pt x="858330" y="189231"/>
                  </a:lnTo>
                  <a:lnTo>
                    <a:pt x="872636" y="217208"/>
                  </a:lnTo>
                  <a:lnTo>
                    <a:pt x="886941" y="244907"/>
                  </a:lnTo>
                  <a:lnTo>
                    <a:pt x="915552" y="298312"/>
                  </a:lnTo>
                  <a:lnTo>
                    <a:pt x="944163" y="347580"/>
                  </a:lnTo>
                  <a:lnTo>
                    <a:pt x="972774" y="391394"/>
                  </a:lnTo>
                  <a:lnTo>
                    <a:pt x="1001385" y="429147"/>
                  </a:lnTo>
                  <a:lnTo>
                    <a:pt x="1030000" y="461319"/>
                  </a:lnTo>
                  <a:lnTo>
                    <a:pt x="1058611" y="488218"/>
                  </a:lnTo>
                  <a:lnTo>
                    <a:pt x="1101526" y="519872"/>
                  </a:lnTo>
                  <a:lnTo>
                    <a:pt x="1144442" y="543041"/>
                  </a:lnTo>
                  <a:lnTo>
                    <a:pt x="1187358" y="559734"/>
                  </a:lnTo>
                  <a:lnTo>
                    <a:pt x="1230274" y="571675"/>
                  </a:lnTo>
                  <a:lnTo>
                    <a:pt x="1273190" y="580076"/>
                  </a:lnTo>
                  <a:lnTo>
                    <a:pt x="1316106" y="586018"/>
                  </a:lnTo>
                  <a:lnTo>
                    <a:pt x="1359021" y="590227"/>
                  </a:lnTo>
                  <a:lnTo>
                    <a:pt x="1401937" y="593113"/>
                  </a:lnTo>
                  <a:lnTo>
                    <a:pt x="1416243" y="593854"/>
                  </a:lnTo>
                </a:path>
              </a:pathLst>
            </a:custGeom>
            <a:noFill/>
            <a:ln w="15175" cap="flat" cmpd="sng">
              <a:solidFill>
                <a:srgbClr val="EC202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64" name="Google Shape;364;p19"/>
            <p:cNvSpPr/>
            <p:nvPr/>
          </p:nvSpPr>
          <p:spPr>
            <a:xfrm>
              <a:off x="4020743" y="1686082"/>
              <a:ext cx="57785" cy="57785"/>
            </a:xfrm>
            <a:custGeom>
              <a:avLst/>
              <a:gdLst/>
              <a:ahLst/>
              <a:cxnLst/>
              <a:rect l="l" t="t" r="r" b="b"/>
              <a:pathLst>
                <a:path w="57785" h="57785" extrusionOk="0">
                  <a:moveTo>
                    <a:pt x="28631" y="0"/>
                  </a:moveTo>
                  <a:lnTo>
                    <a:pt x="17487" y="2250"/>
                  </a:lnTo>
                  <a:lnTo>
                    <a:pt x="8386" y="8386"/>
                  </a:lnTo>
                  <a:lnTo>
                    <a:pt x="2250" y="17487"/>
                  </a:lnTo>
                  <a:lnTo>
                    <a:pt x="0" y="28631"/>
                  </a:lnTo>
                  <a:lnTo>
                    <a:pt x="2250" y="39776"/>
                  </a:lnTo>
                  <a:lnTo>
                    <a:pt x="8386" y="48877"/>
                  </a:lnTo>
                  <a:lnTo>
                    <a:pt x="17487" y="55013"/>
                  </a:lnTo>
                  <a:lnTo>
                    <a:pt x="28631" y="57263"/>
                  </a:lnTo>
                  <a:lnTo>
                    <a:pt x="39776" y="55013"/>
                  </a:lnTo>
                  <a:lnTo>
                    <a:pt x="48877" y="48877"/>
                  </a:lnTo>
                  <a:lnTo>
                    <a:pt x="55013" y="39776"/>
                  </a:lnTo>
                  <a:lnTo>
                    <a:pt x="57263" y="28631"/>
                  </a:lnTo>
                  <a:lnTo>
                    <a:pt x="55013" y="17487"/>
                  </a:lnTo>
                  <a:lnTo>
                    <a:pt x="48877" y="8386"/>
                  </a:lnTo>
                  <a:lnTo>
                    <a:pt x="39776" y="2250"/>
                  </a:lnTo>
                  <a:lnTo>
                    <a:pt x="28631" y="0"/>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65" name="Google Shape;365;p19"/>
          <p:cNvSpPr txBox="1"/>
          <p:nvPr/>
        </p:nvSpPr>
        <p:spPr>
          <a:xfrm>
            <a:off x="4051399" y="1562335"/>
            <a:ext cx="586740" cy="123189"/>
          </a:xfrm>
          <a:prstGeom prst="rect">
            <a:avLst/>
          </a:prstGeom>
          <a:noFill/>
          <a:ln>
            <a:noFill/>
          </a:ln>
        </p:spPr>
        <p:txBody>
          <a:bodyPr spcFirstLastPara="1" wrap="square" lIns="0" tIns="17125" rIns="0" bIns="0" anchor="t" anchorCtr="0">
            <a:spAutoFit/>
          </a:bodyPr>
          <a:lstStyle/>
          <a:p>
            <a:pPr marL="36195" lvl="0" indent="0" algn="l" rtl="0">
              <a:lnSpc>
                <a:spcPct val="100000"/>
              </a:lnSpc>
              <a:spcBef>
                <a:spcPts val="0"/>
              </a:spcBef>
              <a:spcAft>
                <a:spcPts val="0"/>
              </a:spcAft>
              <a:buNone/>
            </a:pPr>
            <a:r>
              <a:rPr lang="en-US" sz="600">
                <a:latin typeface="Lucida Sans"/>
                <a:ea typeface="Lucida Sans"/>
                <a:cs typeface="Lucida Sans"/>
                <a:sym typeface="Lucida Sans"/>
              </a:rPr>
              <a:t>(</a:t>
            </a:r>
            <a:r>
              <a:rPr lang="en-US" sz="550">
                <a:latin typeface="Arial"/>
                <a:ea typeface="Arial"/>
                <a:cs typeface="Arial"/>
                <a:sym typeface="Arial"/>
              </a:rPr>
              <a:t>0</a:t>
            </a:r>
            <a:r>
              <a:rPr lang="en-US" sz="600" i="1">
                <a:latin typeface="Verdana"/>
                <a:ea typeface="Verdana"/>
                <a:cs typeface="Verdana"/>
                <a:sym typeface="Verdana"/>
              </a:rPr>
              <a:t>, </a:t>
            </a:r>
            <a:r>
              <a:rPr lang="en-US" sz="550">
                <a:latin typeface="Arial"/>
                <a:ea typeface="Arial"/>
                <a:cs typeface="Arial"/>
                <a:sym typeface="Arial"/>
              </a:rPr>
              <a:t>0</a:t>
            </a:r>
            <a:r>
              <a:rPr lang="en-US" sz="600" i="1">
                <a:latin typeface="Verdana"/>
                <a:ea typeface="Verdana"/>
                <a:cs typeface="Verdana"/>
                <a:sym typeface="Verdana"/>
              </a:rPr>
              <a:t>.</a:t>
            </a:r>
            <a:r>
              <a:rPr lang="en-US" sz="550">
                <a:latin typeface="Arial"/>
                <a:ea typeface="Arial"/>
                <a:cs typeface="Arial"/>
                <a:sym typeface="Arial"/>
              </a:rPr>
              <a:t>25</a:t>
            </a:r>
            <a:r>
              <a:rPr lang="en-US" sz="600">
                <a:latin typeface="Lucida Sans"/>
                <a:ea typeface="Lucida Sans"/>
                <a:cs typeface="Lucida Sans"/>
                <a:sym typeface="Lucida Sans"/>
              </a:rPr>
              <a:t>)</a:t>
            </a:r>
            <a:endParaRPr sz="600">
              <a:latin typeface="Lucida Sans"/>
              <a:ea typeface="Lucida Sans"/>
              <a:cs typeface="Lucida Sans"/>
              <a:sym typeface="Lucida Sans"/>
            </a:endParaRPr>
          </a:p>
        </p:txBody>
      </p:sp>
      <p:grpSp>
        <p:nvGrpSpPr>
          <p:cNvPr id="366" name="Google Shape;366;p19"/>
          <p:cNvGrpSpPr/>
          <p:nvPr/>
        </p:nvGrpSpPr>
        <p:grpSpPr>
          <a:xfrm>
            <a:off x="0" y="1714714"/>
            <a:ext cx="5760262" cy="1519297"/>
            <a:chOff x="0" y="1714714"/>
            <a:chExt cx="5760262" cy="1519297"/>
          </a:xfrm>
        </p:grpSpPr>
        <p:sp>
          <p:nvSpPr>
            <p:cNvPr id="367" name="Google Shape;367;p19"/>
            <p:cNvSpPr/>
            <p:nvPr/>
          </p:nvSpPr>
          <p:spPr>
            <a:xfrm>
              <a:off x="3341182" y="1714714"/>
              <a:ext cx="1416685" cy="0"/>
            </a:xfrm>
            <a:custGeom>
              <a:avLst/>
              <a:gdLst/>
              <a:ahLst/>
              <a:cxnLst/>
              <a:rect l="l" t="t" r="r" b="b"/>
              <a:pathLst>
                <a:path w="1416685" h="120000" extrusionOk="0">
                  <a:moveTo>
                    <a:pt x="0" y="0"/>
                  </a:moveTo>
                  <a:lnTo>
                    <a:pt x="1416385" y="0"/>
                  </a:lnTo>
                </a:path>
              </a:pathLst>
            </a:custGeom>
            <a:noFill/>
            <a:ln w="9525" cap="flat" cmpd="sng">
              <a:solidFill>
                <a:srgbClr val="EC2027"/>
              </a:solidFill>
              <a:prstDash val="lg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68" name="Google Shape;368;p1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69" name="Google Shape;369;p1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70" name="Google Shape;370;p1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71" name="Google Shape;371;p19"/>
          <p:cNvSpPr txBox="1"/>
          <p:nvPr/>
        </p:nvSpPr>
        <p:spPr>
          <a:xfrm>
            <a:off x="4854138" y="2221510"/>
            <a:ext cx="80645" cy="15684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i="1">
                <a:latin typeface="Arial"/>
                <a:ea typeface="Arial"/>
                <a:cs typeface="Arial"/>
                <a:sym typeface="Arial"/>
              </a:rPr>
              <a:t>z</a:t>
            </a:r>
            <a:endParaRPr sz="850">
              <a:latin typeface="Arial"/>
              <a:ea typeface="Arial"/>
              <a:cs typeface="Arial"/>
              <a:sym typeface="Arial"/>
            </a:endParaRPr>
          </a:p>
        </p:txBody>
      </p:sp>
      <p:sp>
        <p:nvSpPr>
          <p:cNvPr id="372" name="Google Shape;372;p1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73" name="Google Shape;373;p1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374" name="Google Shape;374;p19"/>
          <p:cNvSpPr txBox="1">
            <a:spLocks noGrp="1"/>
          </p:cNvSpPr>
          <p:nvPr>
            <p:ph type="sldNum" idx="12"/>
          </p:nvPr>
        </p:nvSpPr>
        <p:spPr>
          <a:xfrm>
            <a:off x="4627902" y="3137675"/>
            <a:ext cx="4908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13</a:t>
            </a:fld>
            <a:r>
              <a:rPr lang="en-US"/>
              <a:t> / 100</a:t>
            </a:r>
            <a:endParaRPr/>
          </a:p>
        </p:txBody>
      </p:sp>
      <p:sp>
        <p:nvSpPr>
          <p:cNvPr id="375" name="Google Shape;375;p19"/>
          <p:cNvSpPr txBox="1"/>
          <p:nvPr/>
        </p:nvSpPr>
        <p:spPr>
          <a:xfrm>
            <a:off x="3789108" y="1048050"/>
            <a:ext cx="727200" cy="464400"/>
          </a:xfrm>
          <a:prstGeom prst="rect">
            <a:avLst/>
          </a:prstGeom>
          <a:noFill/>
          <a:ln>
            <a:noFill/>
          </a:ln>
        </p:spPr>
        <p:txBody>
          <a:bodyPr spcFirstLastPara="1" wrap="square" lIns="0" tIns="88900" rIns="0" bIns="0" anchor="t" anchorCtr="0">
            <a:spAutoFit/>
          </a:bodyPr>
          <a:lstStyle/>
          <a:p>
            <a:pPr marL="38100" lvl="0" indent="0" algn="l" rtl="0">
              <a:lnSpc>
                <a:spcPct val="100000"/>
              </a:lnSpc>
              <a:spcBef>
                <a:spcPts val="0"/>
              </a:spcBef>
              <a:spcAft>
                <a:spcPts val="0"/>
              </a:spcAft>
              <a:buNone/>
            </a:pPr>
            <a:r>
              <a:rPr lang="en-US" sz="1050" b="1">
                <a:solidFill>
                  <a:srgbClr val="EC2027"/>
                </a:solidFill>
                <a:latin typeface="Arial"/>
                <a:ea typeface="Arial"/>
                <a:cs typeface="Arial"/>
                <a:sym typeface="Arial"/>
              </a:rPr>
              <a:t>Derivative</a:t>
            </a:r>
            <a:endParaRPr sz="1050">
              <a:latin typeface="Arial"/>
              <a:ea typeface="Arial"/>
              <a:cs typeface="Arial"/>
              <a:sym typeface="Arial"/>
            </a:endParaRPr>
          </a:p>
          <a:p>
            <a:pPr marL="132080" lvl="0" indent="0" algn="l" rtl="0">
              <a:lnSpc>
                <a:spcPct val="100000"/>
              </a:lnSpc>
              <a:spcBef>
                <a:spcPts val="520"/>
              </a:spcBef>
              <a:spcAft>
                <a:spcPts val="0"/>
              </a:spcAft>
              <a:buNone/>
            </a:pPr>
            <a:r>
              <a:rPr lang="en-US" sz="950" i="1">
                <a:latin typeface="Bookman Old Style"/>
                <a:ea typeface="Bookman Old Style"/>
                <a:cs typeface="Bookman Old Style"/>
                <a:sym typeface="Bookman Old Style"/>
              </a:rPr>
              <a:t>σ </a:t>
            </a:r>
            <a:r>
              <a:rPr lang="en-US" sz="900" baseline="30000">
                <a:latin typeface="Lucida Sans"/>
                <a:ea typeface="Lucida Sans"/>
                <a:cs typeface="Lucida Sans"/>
                <a:sym typeface="Lucida Sans"/>
              </a:rPr>
              <a:t>r</a:t>
            </a:r>
            <a:r>
              <a:rPr lang="en-US" sz="950">
                <a:latin typeface="Tahoma"/>
                <a:ea typeface="Tahoma"/>
                <a:cs typeface="Tahoma"/>
                <a:sym typeface="Tahoma"/>
              </a:rPr>
              <a:t>(</a:t>
            </a:r>
            <a:r>
              <a:rPr lang="en-US" sz="850" i="1">
                <a:latin typeface="Arial"/>
                <a:ea typeface="Arial"/>
                <a:cs typeface="Arial"/>
                <a:sym typeface="Arial"/>
              </a:rPr>
              <a:t>z</a:t>
            </a:r>
            <a:r>
              <a:rPr lang="en-US" sz="950">
                <a:latin typeface="Tahoma"/>
                <a:ea typeface="Tahoma"/>
                <a:cs typeface="Tahoma"/>
                <a:sym typeface="Tahoma"/>
              </a:rPr>
              <a:t>)</a:t>
            </a:r>
            <a:endParaRPr sz="950">
              <a:latin typeface="Tahoma"/>
              <a:ea typeface="Tahoma"/>
              <a:cs typeface="Tahoma"/>
              <a:sym typeface="Tahoma"/>
            </a:endParaRPr>
          </a:p>
        </p:txBody>
      </p:sp>
      <p:sp>
        <p:nvSpPr>
          <p:cNvPr id="376" name="Google Shape;376;p19"/>
          <p:cNvSpPr txBox="1"/>
          <p:nvPr/>
        </p:nvSpPr>
        <p:spPr>
          <a:xfrm>
            <a:off x="1765426" y="2657205"/>
            <a:ext cx="1306800" cy="1968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solidFill>
                  <a:srgbClr val="EC2027"/>
                </a:solidFill>
                <a:latin typeface="Arial"/>
                <a:ea typeface="Arial"/>
                <a:cs typeface="Arial"/>
                <a:sym typeface="Arial"/>
              </a:rPr>
              <a:t>At </a:t>
            </a:r>
            <a:r>
              <a:rPr lang="en-US" sz="1050" i="1">
                <a:solidFill>
                  <a:srgbClr val="EC2027"/>
                </a:solidFill>
                <a:latin typeface="Arial"/>
                <a:ea typeface="Arial"/>
                <a:cs typeface="Arial"/>
                <a:sym typeface="Arial"/>
              </a:rPr>
              <a:t>z </a:t>
            </a:r>
            <a:r>
              <a:rPr lang="en-US" sz="1200">
                <a:solidFill>
                  <a:srgbClr val="EC2027"/>
                </a:solidFill>
                <a:latin typeface="Tahoma"/>
                <a:ea typeface="Tahoma"/>
                <a:cs typeface="Tahoma"/>
                <a:sym typeface="Tahoma"/>
              </a:rPr>
              <a:t>= </a:t>
            </a:r>
            <a:r>
              <a:rPr lang="en-US" sz="1050">
                <a:solidFill>
                  <a:srgbClr val="EC2027"/>
                </a:solidFill>
                <a:latin typeface="Arial"/>
                <a:ea typeface="Arial"/>
                <a:cs typeface="Arial"/>
                <a:sym typeface="Arial"/>
              </a:rPr>
              <a:t>0: </a:t>
            </a:r>
            <a:r>
              <a:rPr lang="en-US" sz="1200" i="1">
                <a:solidFill>
                  <a:srgbClr val="EC2027"/>
                </a:solidFill>
                <a:latin typeface="Bookman Old Style"/>
                <a:ea typeface="Bookman Old Style"/>
                <a:cs typeface="Bookman Old Style"/>
                <a:sym typeface="Bookman Old Style"/>
              </a:rPr>
              <a:t>σ </a:t>
            </a:r>
            <a:r>
              <a:rPr lang="en-US" sz="1200">
                <a:solidFill>
                  <a:srgbClr val="EC2027"/>
                </a:solidFill>
                <a:latin typeface="Tahoma"/>
                <a:ea typeface="Tahoma"/>
                <a:cs typeface="Tahoma"/>
                <a:sym typeface="Tahoma"/>
              </a:rPr>
              <a:t>(</a:t>
            </a:r>
            <a:r>
              <a:rPr lang="en-US" sz="1050">
                <a:solidFill>
                  <a:srgbClr val="EC2027"/>
                </a:solidFill>
                <a:latin typeface="Arial"/>
                <a:ea typeface="Arial"/>
                <a:cs typeface="Arial"/>
                <a:sym typeface="Arial"/>
              </a:rPr>
              <a:t>0</a:t>
            </a:r>
            <a:r>
              <a:rPr lang="en-US" sz="1200">
                <a:solidFill>
                  <a:srgbClr val="EC2027"/>
                </a:solidFill>
                <a:latin typeface="Tahoma"/>
                <a:ea typeface="Tahoma"/>
                <a:cs typeface="Tahoma"/>
                <a:sym typeface="Tahoma"/>
              </a:rPr>
              <a:t>) = </a:t>
            </a:r>
            <a:r>
              <a:rPr lang="en-US" sz="1050">
                <a:solidFill>
                  <a:srgbClr val="EC2027"/>
                </a:solidFill>
                <a:latin typeface="Arial"/>
                <a:ea typeface="Arial"/>
                <a:cs typeface="Arial"/>
                <a:sym typeface="Arial"/>
              </a:rPr>
              <a:t>0</a:t>
            </a:r>
            <a:r>
              <a:rPr lang="en-US" sz="1200" i="1">
                <a:solidFill>
                  <a:srgbClr val="EC2027"/>
                </a:solidFill>
                <a:latin typeface="Bookman Old Style"/>
                <a:ea typeface="Bookman Old Style"/>
                <a:cs typeface="Bookman Old Style"/>
                <a:sym typeface="Bookman Old Style"/>
              </a:rPr>
              <a:t>.</a:t>
            </a:r>
            <a:r>
              <a:rPr lang="en-US" sz="1050">
                <a:solidFill>
                  <a:srgbClr val="EC2027"/>
                </a:solidFill>
                <a:latin typeface="Arial"/>
                <a:ea typeface="Arial"/>
                <a:cs typeface="Arial"/>
                <a:sym typeface="Arial"/>
              </a:rPr>
              <a:t>5</a:t>
            </a:r>
            <a:endParaRPr sz="1050">
              <a:latin typeface="Arial"/>
              <a:ea typeface="Arial"/>
              <a:cs typeface="Arial"/>
              <a:sym typeface="Arial"/>
            </a:endParaRPr>
          </a:p>
        </p:txBody>
      </p:sp>
      <p:sp>
        <p:nvSpPr>
          <p:cNvPr id="377" name="Google Shape;377;p19"/>
          <p:cNvSpPr txBox="1"/>
          <p:nvPr/>
        </p:nvSpPr>
        <p:spPr>
          <a:xfrm>
            <a:off x="3157524" y="2657205"/>
            <a:ext cx="862965" cy="207645"/>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200" i="1">
                <a:solidFill>
                  <a:srgbClr val="EC2027"/>
                </a:solidFill>
                <a:latin typeface="Bookman Old Style"/>
                <a:ea typeface="Bookman Old Style"/>
                <a:cs typeface="Bookman Old Style"/>
                <a:sym typeface="Bookman Old Style"/>
              </a:rPr>
              <a:t>σ</a:t>
            </a:r>
            <a:r>
              <a:rPr lang="en-US" sz="1200" baseline="30000">
                <a:solidFill>
                  <a:srgbClr val="EC2027"/>
                </a:solidFill>
                <a:latin typeface="Lucida Sans"/>
                <a:ea typeface="Lucida Sans"/>
                <a:cs typeface="Lucida Sans"/>
                <a:sym typeface="Lucida Sans"/>
              </a:rPr>
              <a:t>r</a:t>
            </a:r>
            <a:r>
              <a:rPr lang="en-US" sz="1200">
                <a:solidFill>
                  <a:srgbClr val="EC2027"/>
                </a:solidFill>
                <a:latin typeface="Tahoma"/>
                <a:ea typeface="Tahoma"/>
                <a:cs typeface="Tahoma"/>
                <a:sym typeface="Tahoma"/>
              </a:rPr>
              <a:t>(</a:t>
            </a:r>
            <a:r>
              <a:rPr lang="en-US" sz="1050">
                <a:solidFill>
                  <a:srgbClr val="EC2027"/>
                </a:solidFill>
                <a:latin typeface="Arial"/>
                <a:ea typeface="Arial"/>
                <a:cs typeface="Arial"/>
                <a:sym typeface="Arial"/>
              </a:rPr>
              <a:t>0</a:t>
            </a:r>
            <a:r>
              <a:rPr lang="en-US" sz="1200">
                <a:solidFill>
                  <a:srgbClr val="EC2027"/>
                </a:solidFill>
                <a:latin typeface="Tahoma"/>
                <a:ea typeface="Tahoma"/>
                <a:cs typeface="Tahoma"/>
                <a:sym typeface="Tahoma"/>
              </a:rPr>
              <a:t>) = </a:t>
            </a:r>
            <a:r>
              <a:rPr lang="en-US" sz="1050">
                <a:solidFill>
                  <a:srgbClr val="EC2027"/>
                </a:solidFill>
                <a:latin typeface="Arial"/>
                <a:ea typeface="Arial"/>
                <a:cs typeface="Arial"/>
                <a:sym typeface="Arial"/>
              </a:rPr>
              <a:t>0</a:t>
            </a:r>
            <a:r>
              <a:rPr lang="en-US" sz="1200" i="1">
                <a:solidFill>
                  <a:srgbClr val="EC2027"/>
                </a:solidFill>
                <a:latin typeface="Bookman Old Style"/>
                <a:ea typeface="Bookman Old Style"/>
                <a:cs typeface="Bookman Old Style"/>
                <a:sym typeface="Bookman Old Style"/>
              </a:rPr>
              <a:t>.</a:t>
            </a:r>
            <a:r>
              <a:rPr lang="en-US" sz="1050">
                <a:solidFill>
                  <a:srgbClr val="EC2027"/>
                </a:solidFill>
                <a:latin typeface="Arial"/>
                <a:ea typeface="Arial"/>
                <a:cs typeface="Arial"/>
                <a:sym typeface="Arial"/>
              </a:rPr>
              <a:t>25</a:t>
            </a:r>
            <a:endParaRPr sz="1050">
              <a:latin typeface="Arial"/>
              <a:ea typeface="Arial"/>
              <a:cs typeface="Arial"/>
              <a:sym typeface="Arial"/>
            </a:endParaRPr>
          </a:p>
        </p:txBody>
      </p:sp>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20"/>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P</a:t>
            </a:r>
            <a:r>
              <a:rPr lang="en-US" cap="small">
                <a:solidFill>
                  <a:srgbClr val="FFFFFF"/>
                </a:solidFill>
              </a:rPr>
              <a:t>roperties</a:t>
            </a:r>
            <a:r>
              <a:rPr lang="en-US">
                <a:solidFill>
                  <a:srgbClr val="FFFFFF"/>
                </a:solidFill>
              </a:rPr>
              <a:t> </a:t>
            </a:r>
            <a:r>
              <a:rPr lang="en-US" cap="small">
                <a:solidFill>
                  <a:srgbClr val="FFFFFF"/>
                </a:solidFill>
              </a:rPr>
              <a:t>of</a:t>
            </a:r>
            <a:r>
              <a:rPr lang="en-US">
                <a:solidFill>
                  <a:srgbClr val="FFFFFF"/>
                </a:solidFill>
              </a:rPr>
              <a:t> S</a:t>
            </a:r>
            <a:r>
              <a:rPr lang="en-US" cap="small">
                <a:solidFill>
                  <a:srgbClr val="FFFFFF"/>
                </a:solidFill>
              </a:rPr>
              <a:t>igmoid</a:t>
            </a:r>
            <a:r>
              <a:rPr lang="en-US">
                <a:solidFill>
                  <a:srgbClr val="FFFFFF"/>
                </a:solidFill>
              </a:rPr>
              <a:t> F</a:t>
            </a:r>
            <a:r>
              <a:rPr lang="en-US" cap="small">
                <a:solidFill>
                  <a:srgbClr val="FFFFFF"/>
                </a:solidFill>
              </a:rPr>
              <a:t>unction</a:t>
            </a:r>
            <a:endParaRPr/>
          </a:p>
        </p:txBody>
      </p:sp>
      <p:grpSp>
        <p:nvGrpSpPr>
          <p:cNvPr id="383" name="Google Shape;383;p20"/>
          <p:cNvGrpSpPr/>
          <p:nvPr/>
        </p:nvGrpSpPr>
        <p:grpSpPr>
          <a:xfrm>
            <a:off x="513702" y="799350"/>
            <a:ext cx="69291" cy="1912645"/>
            <a:chOff x="513702" y="799350"/>
            <a:chExt cx="69291" cy="1912645"/>
          </a:xfrm>
        </p:grpSpPr>
        <p:pic>
          <p:nvPicPr>
            <p:cNvPr id="384" name="Google Shape;384;p20"/>
            <p:cNvPicPr preferRelativeResize="0"/>
            <p:nvPr/>
          </p:nvPicPr>
          <p:blipFill rotWithShape="1">
            <a:blip r:embed="rId3">
              <a:alphaModFix/>
            </a:blip>
            <a:srcRect/>
            <a:stretch/>
          </p:blipFill>
          <p:spPr>
            <a:xfrm>
              <a:off x="513702" y="799350"/>
              <a:ext cx="69291" cy="69291"/>
            </a:xfrm>
            <a:prstGeom prst="rect">
              <a:avLst/>
            </a:prstGeom>
            <a:noFill/>
            <a:ln>
              <a:noFill/>
            </a:ln>
          </p:spPr>
        </p:pic>
        <p:pic>
          <p:nvPicPr>
            <p:cNvPr id="385" name="Google Shape;385;p20"/>
            <p:cNvPicPr preferRelativeResize="0"/>
            <p:nvPr/>
          </p:nvPicPr>
          <p:blipFill rotWithShape="1">
            <a:blip r:embed="rId4">
              <a:alphaModFix/>
            </a:blip>
            <a:srcRect/>
            <a:stretch/>
          </p:blipFill>
          <p:spPr>
            <a:xfrm>
              <a:off x="513702" y="1020762"/>
              <a:ext cx="69291" cy="69291"/>
            </a:xfrm>
            <a:prstGeom prst="rect">
              <a:avLst/>
            </a:prstGeom>
            <a:noFill/>
            <a:ln>
              <a:noFill/>
            </a:ln>
          </p:spPr>
        </p:pic>
        <p:pic>
          <p:nvPicPr>
            <p:cNvPr id="386" name="Google Shape;386;p20"/>
            <p:cNvPicPr preferRelativeResize="0"/>
            <p:nvPr/>
          </p:nvPicPr>
          <p:blipFill rotWithShape="1">
            <a:blip r:embed="rId5">
              <a:alphaModFix/>
            </a:blip>
            <a:srcRect/>
            <a:stretch/>
          </p:blipFill>
          <p:spPr>
            <a:xfrm>
              <a:off x="513702" y="1242187"/>
              <a:ext cx="69291" cy="69291"/>
            </a:xfrm>
            <a:prstGeom prst="rect">
              <a:avLst/>
            </a:prstGeom>
            <a:noFill/>
            <a:ln>
              <a:noFill/>
            </a:ln>
          </p:spPr>
        </p:pic>
        <p:pic>
          <p:nvPicPr>
            <p:cNvPr id="387" name="Google Shape;387;p20"/>
            <p:cNvPicPr preferRelativeResize="0"/>
            <p:nvPr/>
          </p:nvPicPr>
          <p:blipFill rotWithShape="1">
            <a:blip r:embed="rId6">
              <a:alphaModFix/>
            </a:blip>
            <a:srcRect/>
            <a:stretch/>
          </p:blipFill>
          <p:spPr>
            <a:xfrm>
              <a:off x="513702" y="1463598"/>
              <a:ext cx="69291" cy="69291"/>
            </a:xfrm>
            <a:prstGeom prst="rect">
              <a:avLst/>
            </a:prstGeom>
            <a:noFill/>
            <a:ln>
              <a:noFill/>
            </a:ln>
          </p:spPr>
        </p:pic>
        <p:pic>
          <p:nvPicPr>
            <p:cNvPr id="388" name="Google Shape;388;p20"/>
            <p:cNvPicPr preferRelativeResize="0"/>
            <p:nvPr/>
          </p:nvPicPr>
          <p:blipFill rotWithShape="1">
            <a:blip r:embed="rId7">
              <a:alphaModFix/>
            </a:blip>
            <a:srcRect/>
            <a:stretch/>
          </p:blipFill>
          <p:spPr>
            <a:xfrm>
              <a:off x="513702" y="1685023"/>
              <a:ext cx="69291" cy="69291"/>
            </a:xfrm>
            <a:prstGeom prst="rect">
              <a:avLst/>
            </a:prstGeom>
            <a:noFill/>
            <a:ln>
              <a:noFill/>
            </a:ln>
          </p:spPr>
        </p:pic>
        <p:pic>
          <p:nvPicPr>
            <p:cNvPr id="389" name="Google Shape;389;p20"/>
            <p:cNvPicPr preferRelativeResize="0"/>
            <p:nvPr/>
          </p:nvPicPr>
          <p:blipFill rotWithShape="1">
            <a:blip r:embed="rId8">
              <a:alphaModFix/>
            </a:blip>
            <a:srcRect/>
            <a:stretch/>
          </p:blipFill>
          <p:spPr>
            <a:xfrm>
              <a:off x="513702" y="2199868"/>
              <a:ext cx="69291" cy="69291"/>
            </a:xfrm>
            <a:prstGeom prst="rect">
              <a:avLst/>
            </a:prstGeom>
            <a:noFill/>
            <a:ln>
              <a:noFill/>
            </a:ln>
          </p:spPr>
        </p:pic>
        <p:pic>
          <p:nvPicPr>
            <p:cNvPr id="390" name="Google Shape;390;p20"/>
            <p:cNvPicPr preferRelativeResize="0"/>
            <p:nvPr/>
          </p:nvPicPr>
          <p:blipFill rotWithShape="1">
            <a:blip r:embed="rId9">
              <a:alphaModFix/>
            </a:blip>
            <a:srcRect/>
            <a:stretch/>
          </p:blipFill>
          <p:spPr>
            <a:xfrm>
              <a:off x="513702" y="2421280"/>
              <a:ext cx="69291" cy="69291"/>
            </a:xfrm>
            <a:prstGeom prst="rect">
              <a:avLst/>
            </a:prstGeom>
            <a:noFill/>
            <a:ln>
              <a:noFill/>
            </a:ln>
          </p:spPr>
        </p:pic>
        <p:pic>
          <p:nvPicPr>
            <p:cNvPr id="391" name="Google Shape;391;p20"/>
            <p:cNvPicPr preferRelativeResize="0"/>
            <p:nvPr/>
          </p:nvPicPr>
          <p:blipFill rotWithShape="1">
            <a:blip r:embed="rId10">
              <a:alphaModFix/>
            </a:blip>
            <a:srcRect/>
            <a:stretch/>
          </p:blipFill>
          <p:spPr>
            <a:xfrm>
              <a:off x="513702" y="2642704"/>
              <a:ext cx="69291" cy="69291"/>
            </a:xfrm>
            <a:prstGeom prst="rect">
              <a:avLst/>
            </a:prstGeom>
            <a:noFill/>
            <a:ln>
              <a:noFill/>
            </a:ln>
          </p:spPr>
        </p:pic>
      </p:grpSp>
      <p:sp>
        <p:nvSpPr>
          <p:cNvPr id="392" name="Google Shape;392;p20"/>
          <p:cNvSpPr txBox="1"/>
          <p:nvPr/>
        </p:nvSpPr>
        <p:spPr>
          <a:xfrm>
            <a:off x="334601" y="462350"/>
            <a:ext cx="5149200" cy="2697900"/>
          </a:xfrm>
          <a:prstGeom prst="rect">
            <a:avLst/>
          </a:prstGeom>
          <a:noFill/>
          <a:ln>
            <a:noFill/>
          </a:ln>
        </p:spPr>
        <p:txBody>
          <a:bodyPr spcFirstLastPara="1" wrap="square" lIns="0" tIns="53975" rIns="0" bIns="0" anchor="t" anchorCtr="0">
            <a:spAutoFit/>
          </a:bodyPr>
          <a:lstStyle/>
          <a:p>
            <a:pPr marL="25400" lvl="0" indent="0" algn="l" rtl="0">
              <a:lnSpc>
                <a:spcPct val="100000"/>
              </a:lnSpc>
              <a:spcBef>
                <a:spcPts val="0"/>
              </a:spcBef>
              <a:spcAft>
                <a:spcPts val="0"/>
              </a:spcAft>
              <a:buNone/>
            </a:pPr>
            <a:r>
              <a:rPr lang="en-US" sz="1050">
                <a:solidFill>
                  <a:srgbClr val="BF003F"/>
                </a:solidFill>
                <a:latin typeface="Arial"/>
                <a:ea typeface="Arial"/>
                <a:cs typeface="Arial"/>
                <a:sym typeface="Arial"/>
              </a:rPr>
              <a:t>Key Properties:</a:t>
            </a:r>
            <a:endParaRPr sz="1050">
              <a:latin typeface="Arial"/>
              <a:ea typeface="Arial"/>
              <a:cs typeface="Arial"/>
              <a:sym typeface="Arial"/>
            </a:endParaRPr>
          </a:p>
          <a:p>
            <a:pPr marL="322580" marR="1162050" lvl="0" indent="0" algn="l" rtl="0">
              <a:lnSpc>
                <a:spcPct val="144916"/>
              </a:lnSpc>
              <a:spcBef>
                <a:spcPts val="140"/>
              </a:spcBef>
              <a:spcAft>
                <a:spcPts val="0"/>
              </a:spcAft>
              <a:buNone/>
            </a:pPr>
            <a:r>
              <a:rPr lang="en-US" sz="1050">
                <a:solidFill>
                  <a:srgbClr val="1B1472"/>
                </a:solidFill>
                <a:latin typeface="Arial"/>
                <a:ea typeface="Arial"/>
                <a:cs typeface="Arial"/>
                <a:sym typeface="Arial"/>
              </a:rPr>
              <a:t>Range: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a:t>
            </a:r>
            <a:r>
              <a:rPr lang="en-US" sz="1200">
                <a:latin typeface="Lucida Sans"/>
                <a:ea typeface="Lucida Sans"/>
                <a:cs typeface="Lucida Sans"/>
                <a:sym typeface="Lucida Sans"/>
              </a:rPr>
              <a:t>∈ </a:t>
            </a:r>
            <a:r>
              <a:rPr lang="en-US" sz="1200">
                <a:latin typeface="Tahoma"/>
                <a:ea typeface="Tahoma"/>
                <a:cs typeface="Tahoma"/>
                <a:sym typeface="Tahoma"/>
              </a:rPr>
              <a:t>(</a:t>
            </a:r>
            <a:r>
              <a:rPr lang="en-US" sz="1050">
                <a:latin typeface="Arial"/>
                <a:ea typeface="Arial"/>
                <a:cs typeface="Arial"/>
                <a:sym typeface="Arial"/>
              </a:rPr>
              <a:t>0</a:t>
            </a:r>
            <a:r>
              <a:rPr lang="en-US" sz="1200" i="1">
                <a:latin typeface="Bookman Old Style"/>
                <a:ea typeface="Bookman Old Style"/>
                <a:cs typeface="Bookman Old Style"/>
                <a:sym typeface="Bookman Old Style"/>
              </a:rPr>
              <a:t>, </a:t>
            </a:r>
            <a:r>
              <a:rPr lang="en-US" sz="1050">
                <a:latin typeface="Arial"/>
                <a:ea typeface="Arial"/>
                <a:cs typeface="Arial"/>
                <a:sym typeface="Arial"/>
              </a:rPr>
              <a:t>1</a:t>
            </a:r>
            <a:r>
              <a:rPr lang="en-US" sz="1200">
                <a:latin typeface="Tahoma"/>
                <a:ea typeface="Tahoma"/>
                <a:cs typeface="Tahoma"/>
                <a:sym typeface="Tahoma"/>
              </a:rPr>
              <a:t>) </a:t>
            </a:r>
            <a:r>
              <a:rPr lang="en-US" sz="1200">
                <a:latin typeface="Lucida Sans"/>
                <a:ea typeface="Lucida Sans"/>
                <a:cs typeface="Lucida Sans"/>
                <a:sym typeface="Lucida Sans"/>
              </a:rPr>
              <a:t>→ </a:t>
            </a:r>
            <a:r>
              <a:rPr lang="en-US" sz="1050">
                <a:latin typeface="Arial"/>
                <a:ea typeface="Arial"/>
                <a:cs typeface="Arial"/>
                <a:sym typeface="Arial"/>
              </a:rPr>
              <a:t>perfect for probabilities! </a:t>
            </a:r>
            <a:endParaRPr sz="1050">
              <a:latin typeface="Arial"/>
              <a:ea typeface="Arial"/>
              <a:cs typeface="Arial"/>
              <a:sym typeface="Arial"/>
            </a:endParaRPr>
          </a:p>
          <a:p>
            <a:pPr marL="322580" marR="1162050" lvl="0" indent="0" algn="l" rtl="0">
              <a:lnSpc>
                <a:spcPct val="144916"/>
              </a:lnSpc>
              <a:spcBef>
                <a:spcPts val="140"/>
              </a:spcBef>
              <a:spcAft>
                <a:spcPts val="0"/>
              </a:spcAft>
              <a:buNone/>
            </a:pPr>
            <a:r>
              <a:rPr lang="en-US" sz="1050">
                <a:solidFill>
                  <a:srgbClr val="1B1472"/>
                </a:solidFill>
                <a:latin typeface="Arial"/>
                <a:ea typeface="Arial"/>
                <a:cs typeface="Arial"/>
                <a:sym typeface="Arial"/>
              </a:rPr>
              <a:t>Monotonic: </a:t>
            </a:r>
            <a:r>
              <a:rPr lang="en-US" sz="1050">
                <a:latin typeface="Arial"/>
                <a:ea typeface="Arial"/>
                <a:cs typeface="Arial"/>
                <a:sym typeface="Arial"/>
              </a:rPr>
              <a:t>Always increasing</a:t>
            </a:r>
            <a:endParaRPr sz="1050">
              <a:latin typeface="Arial"/>
              <a:ea typeface="Arial"/>
              <a:cs typeface="Arial"/>
              <a:sym typeface="Arial"/>
            </a:endParaRPr>
          </a:p>
          <a:p>
            <a:pPr marL="322580" marR="1945638" lvl="0" indent="0" algn="l" rtl="0">
              <a:lnSpc>
                <a:spcPct val="123800"/>
              </a:lnSpc>
              <a:spcBef>
                <a:spcPts val="50"/>
              </a:spcBef>
              <a:spcAft>
                <a:spcPts val="0"/>
              </a:spcAft>
              <a:buNone/>
            </a:pPr>
            <a:r>
              <a:rPr lang="en-US" sz="1050">
                <a:solidFill>
                  <a:srgbClr val="1B1472"/>
                </a:solidFill>
                <a:latin typeface="Arial"/>
                <a:ea typeface="Arial"/>
                <a:cs typeface="Arial"/>
                <a:sym typeface="Arial"/>
              </a:rPr>
              <a:t>Smooth: </a:t>
            </a:r>
            <a:r>
              <a:rPr lang="en-US" sz="1050">
                <a:latin typeface="Arial"/>
                <a:ea typeface="Arial"/>
                <a:cs typeface="Arial"/>
                <a:sym typeface="Arial"/>
              </a:rPr>
              <a:t>Differentiable everywhere </a:t>
            </a:r>
            <a:endParaRPr sz="1050">
              <a:latin typeface="Arial"/>
              <a:ea typeface="Arial"/>
              <a:cs typeface="Arial"/>
              <a:sym typeface="Arial"/>
            </a:endParaRPr>
          </a:p>
          <a:p>
            <a:pPr marL="322580" marR="1945638" lvl="0" indent="0" algn="l" rtl="0">
              <a:lnSpc>
                <a:spcPct val="123800"/>
              </a:lnSpc>
              <a:spcBef>
                <a:spcPts val="50"/>
              </a:spcBef>
              <a:spcAft>
                <a:spcPts val="0"/>
              </a:spcAft>
              <a:buNone/>
            </a:pPr>
            <a:r>
              <a:rPr lang="en-US" sz="1050">
                <a:solidFill>
                  <a:srgbClr val="1B1472"/>
                </a:solidFill>
                <a:latin typeface="Arial"/>
                <a:ea typeface="Arial"/>
                <a:cs typeface="Arial"/>
                <a:sym typeface="Arial"/>
              </a:rPr>
              <a:t>Symmetry: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200">
                <a:latin typeface="Lucida Sans"/>
                <a:ea typeface="Lucida Sans"/>
                <a:cs typeface="Lucida Sans"/>
                <a:sym typeface="Lucida Sans"/>
              </a:rPr>
              <a:t>−</a:t>
            </a:r>
            <a:r>
              <a:rPr lang="en-US" sz="1050" i="1">
                <a:latin typeface="Arial"/>
                <a:ea typeface="Arial"/>
                <a:cs typeface="Arial"/>
                <a:sym typeface="Arial"/>
              </a:rPr>
              <a:t>z</a:t>
            </a:r>
            <a:r>
              <a:rPr lang="en-US" sz="1200">
                <a:latin typeface="Tahoma"/>
                <a:ea typeface="Tahoma"/>
                <a:cs typeface="Tahoma"/>
                <a:sym typeface="Tahoma"/>
              </a:rPr>
              <a:t>) = </a:t>
            </a:r>
            <a:r>
              <a:rPr lang="en-US" sz="1050">
                <a:latin typeface="Arial"/>
                <a:ea typeface="Arial"/>
                <a:cs typeface="Arial"/>
                <a:sym typeface="Arial"/>
              </a:rPr>
              <a:t>1 </a:t>
            </a:r>
            <a:r>
              <a:rPr lang="en-US" sz="1200">
                <a:latin typeface="Lucida Sans"/>
                <a:ea typeface="Lucida Sans"/>
                <a:cs typeface="Lucida Sans"/>
                <a:sym typeface="Lucida Sans"/>
              </a:rPr>
              <a:t>−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a:t>
            </a:r>
            <a:endParaRPr sz="1200">
              <a:latin typeface="Tahoma"/>
              <a:ea typeface="Tahoma"/>
              <a:cs typeface="Tahoma"/>
              <a:sym typeface="Tahoma"/>
            </a:endParaRPr>
          </a:p>
          <a:p>
            <a:pPr marL="322580" marR="1945639" lvl="0" indent="0" algn="l" rtl="0">
              <a:lnSpc>
                <a:spcPct val="123800"/>
              </a:lnSpc>
              <a:spcBef>
                <a:spcPts val="50"/>
              </a:spcBef>
              <a:spcAft>
                <a:spcPts val="0"/>
              </a:spcAft>
              <a:buNone/>
            </a:pPr>
            <a:r>
              <a:rPr lang="en-US" sz="1050">
                <a:solidFill>
                  <a:srgbClr val="1B1472"/>
                </a:solidFill>
                <a:latin typeface="Arial"/>
                <a:ea typeface="Arial"/>
                <a:cs typeface="Arial"/>
                <a:sym typeface="Arial"/>
              </a:rPr>
              <a:t>Derivative: </a:t>
            </a:r>
            <a:r>
              <a:rPr lang="en-US" sz="1200" i="1">
                <a:latin typeface="Bookman Old Style"/>
                <a:ea typeface="Bookman Old Style"/>
                <a:cs typeface="Bookman Old Style"/>
                <a:sym typeface="Bookman Old Style"/>
              </a:rPr>
              <a:t>σ</a:t>
            </a:r>
            <a:r>
              <a:rPr lang="en-US" sz="1200" baseline="30000">
                <a:latin typeface="Lucida Sans"/>
                <a:ea typeface="Lucida Sans"/>
                <a:cs typeface="Lucida Sans"/>
                <a:sym typeface="Lucida Sans"/>
              </a:rPr>
              <a:t>r</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a:t>
            </a:r>
            <a:r>
              <a:rPr lang="en-US" sz="1050">
                <a:latin typeface="Arial"/>
                <a:ea typeface="Arial"/>
                <a:cs typeface="Arial"/>
                <a:sym typeface="Arial"/>
              </a:rPr>
              <a:t>1 </a:t>
            </a:r>
            <a:r>
              <a:rPr lang="en-US" sz="1200">
                <a:latin typeface="Lucida Sans"/>
                <a:ea typeface="Lucida Sans"/>
                <a:cs typeface="Lucida Sans"/>
                <a:sym typeface="Lucida Sans"/>
              </a:rPr>
              <a:t>−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a:t>
            </a:r>
            <a:endParaRPr sz="1200">
              <a:latin typeface="Tahoma"/>
              <a:ea typeface="Tahoma"/>
              <a:cs typeface="Tahoma"/>
              <a:sym typeface="Tahoma"/>
            </a:endParaRPr>
          </a:p>
          <a:p>
            <a:pPr marL="25400" lvl="0" indent="0" algn="l" rtl="0">
              <a:lnSpc>
                <a:spcPct val="100000"/>
              </a:lnSpc>
              <a:spcBef>
                <a:spcPts val="1019"/>
              </a:spcBef>
              <a:spcAft>
                <a:spcPts val="0"/>
              </a:spcAft>
              <a:buNone/>
            </a:pPr>
            <a:r>
              <a:rPr lang="en-US" sz="1050">
                <a:solidFill>
                  <a:srgbClr val="BF003F"/>
                </a:solidFill>
                <a:latin typeface="Arial"/>
                <a:ea typeface="Arial"/>
                <a:cs typeface="Arial"/>
                <a:sym typeface="Arial"/>
              </a:rPr>
              <a:t>Behavior:</a:t>
            </a:r>
            <a:endParaRPr sz="1050">
              <a:latin typeface="Arial"/>
              <a:ea typeface="Arial"/>
              <a:cs typeface="Arial"/>
              <a:sym typeface="Arial"/>
            </a:endParaRPr>
          </a:p>
          <a:p>
            <a:pPr marL="322580" marR="1290320" lvl="0" indent="0" algn="just" rtl="0">
              <a:lnSpc>
                <a:spcPct val="121100"/>
              </a:lnSpc>
              <a:spcBef>
                <a:spcPts val="30"/>
              </a:spcBef>
              <a:spcAft>
                <a:spcPts val="0"/>
              </a:spcAft>
              <a:buNone/>
            </a:pPr>
            <a:r>
              <a:rPr lang="en-US" sz="1050">
                <a:latin typeface="Arial"/>
                <a:ea typeface="Arial"/>
                <a:cs typeface="Arial"/>
                <a:sym typeface="Arial"/>
              </a:rPr>
              <a:t>When </a:t>
            </a:r>
            <a:r>
              <a:rPr lang="en-US" sz="1050" i="1">
                <a:latin typeface="Arial"/>
                <a:ea typeface="Arial"/>
                <a:cs typeface="Arial"/>
                <a:sym typeface="Arial"/>
              </a:rPr>
              <a:t>z </a:t>
            </a:r>
            <a:r>
              <a:rPr lang="en-US" sz="1200">
                <a:latin typeface="Lucida Sans"/>
                <a:ea typeface="Lucida Sans"/>
                <a:cs typeface="Lucida Sans"/>
                <a:sym typeface="Lucida Sans"/>
              </a:rPr>
              <a:t>→ </a:t>
            </a:r>
            <a:r>
              <a:rPr lang="en-US" sz="1200">
                <a:latin typeface="Tahoma"/>
                <a:ea typeface="Tahoma"/>
                <a:cs typeface="Tahoma"/>
                <a:sym typeface="Tahoma"/>
              </a:rPr>
              <a:t>+</a:t>
            </a:r>
            <a:r>
              <a:rPr lang="en-US" sz="1200">
                <a:latin typeface="Lucida Sans"/>
                <a:ea typeface="Lucida Sans"/>
                <a:cs typeface="Lucida Sans"/>
                <a:sym typeface="Lucida Sans"/>
              </a:rPr>
              <a:t>∞</a:t>
            </a:r>
            <a:r>
              <a:rPr lang="en-US" sz="1050">
                <a:latin typeface="Arial"/>
                <a:ea typeface="Arial"/>
                <a:cs typeface="Arial"/>
                <a:sym typeface="Arial"/>
              </a:rPr>
              <a:t>: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a:t>
            </a:r>
            <a:r>
              <a:rPr lang="en-US" sz="1200">
                <a:latin typeface="Lucida Sans"/>
                <a:ea typeface="Lucida Sans"/>
                <a:cs typeface="Lucida Sans"/>
                <a:sym typeface="Lucida Sans"/>
              </a:rPr>
              <a:t>→ </a:t>
            </a:r>
            <a:r>
              <a:rPr lang="en-US" sz="1050">
                <a:latin typeface="Arial"/>
                <a:ea typeface="Arial"/>
                <a:cs typeface="Arial"/>
                <a:sym typeface="Arial"/>
              </a:rPr>
              <a:t>1 (confident class 1) </a:t>
            </a:r>
            <a:endParaRPr sz="1050">
              <a:latin typeface="Arial"/>
              <a:ea typeface="Arial"/>
              <a:cs typeface="Arial"/>
              <a:sym typeface="Arial"/>
            </a:endParaRPr>
          </a:p>
          <a:p>
            <a:pPr marL="322580" marR="1290320" lvl="0" indent="0" algn="just" rtl="0">
              <a:lnSpc>
                <a:spcPct val="121100"/>
              </a:lnSpc>
              <a:spcBef>
                <a:spcPts val="30"/>
              </a:spcBef>
              <a:spcAft>
                <a:spcPts val="0"/>
              </a:spcAft>
              <a:buNone/>
            </a:pPr>
            <a:r>
              <a:rPr lang="en-US" sz="1050">
                <a:latin typeface="Arial"/>
                <a:ea typeface="Arial"/>
                <a:cs typeface="Arial"/>
                <a:sym typeface="Arial"/>
              </a:rPr>
              <a:t>When </a:t>
            </a:r>
            <a:r>
              <a:rPr lang="en-US" sz="1050" i="1">
                <a:latin typeface="Arial"/>
                <a:ea typeface="Arial"/>
                <a:cs typeface="Arial"/>
                <a:sym typeface="Arial"/>
              </a:rPr>
              <a:t>z </a:t>
            </a:r>
            <a:r>
              <a:rPr lang="en-US" sz="1200">
                <a:latin typeface="Lucida Sans"/>
                <a:ea typeface="Lucida Sans"/>
                <a:cs typeface="Lucida Sans"/>
                <a:sym typeface="Lucida Sans"/>
              </a:rPr>
              <a:t>→ −∞</a:t>
            </a:r>
            <a:r>
              <a:rPr lang="en-US" sz="1050">
                <a:latin typeface="Arial"/>
                <a:ea typeface="Arial"/>
                <a:cs typeface="Arial"/>
                <a:sym typeface="Arial"/>
              </a:rPr>
              <a:t>: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a:t>
            </a:r>
            <a:r>
              <a:rPr lang="en-US" sz="1200">
                <a:latin typeface="Lucida Sans"/>
                <a:ea typeface="Lucida Sans"/>
                <a:cs typeface="Lucida Sans"/>
                <a:sym typeface="Lucida Sans"/>
              </a:rPr>
              <a:t>→ </a:t>
            </a:r>
            <a:r>
              <a:rPr lang="en-US" sz="1050">
                <a:latin typeface="Arial"/>
                <a:ea typeface="Arial"/>
                <a:cs typeface="Arial"/>
                <a:sym typeface="Arial"/>
              </a:rPr>
              <a:t>0 (confident class 0) </a:t>
            </a:r>
            <a:endParaRPr sz="1050">
              <a:latin typeface="Arial"/>
              <a:ea typeface="Arial"/>
              <a:cs typeface="Arial"/>
              <a:sym typeface="Arial"/>
            </a:endParaRPr>
          </a:p>
          <a:p>
            <a:pPr marL="322580" marR="1290320" lvl="0" indent="0" algn="just" rtl="0">
              <a:lnSpc>
                <a:spcPct val="121100"/>
              </a:lnSpc>
              <a:spcBef>
                <a:spcPts val="30"/>
              </a:spcBef>
              <a:spcAft>
                <a:spcPts val="0"/>
              </a:spcAft>
              <a:buNone/>
            </a:pPr>
            <a:r>
              <a:rPr lang="en-US" sz="1050">
                <a:latin typeface="Arial"/>
                <a:ea typeface="Arial"/>
                <a:cs typeface="Arial"/>
                <a:sym typeface="Arial"/>
              </a:rPr>
              <a:t>When </a:t>
            </a:r>
            <a:r>
              <a:rPr lang="en-US" sz="1050" i="1">
                <a:latin typeface="Arial"/>
                <a:ea typeface="Arial"/>
                <a:cs typeface="Arial"/>
                <a:sym typeface="Arial"/>
              </a:rPr>
              <a:t>z </a:t>
            </a:r>
            <a:r>
              <a:rPr lang="en-US" sz="1200">
                <a:latin typeface="Tahoma"/>
                <a:ea typeface="Tahoma"/>
                <a:cs typeface="Tahoma"/>
                <a:sym typeface="Tahoma"/>
              </a:rPr>
              <a:t>= </a:t>
            </a:r>
            <a:r>
              <a:rPr lang="en-US" sz="1050">
                <a:latin typeface="Arial"/>
                <a:ea typeface="Arial"/>
                <a:cs typeface="Arial"/>
                <a:sym typeface="Arial"/>
              </a:rPr>
              <a:t>0: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 </a:t>
            </a:r>
            <a:r>
              <a:rPr lang="en-US" sz="1050">
                <a:latin typeface="Arial"/>
                <a:ea typeface="Arial"/>
                <a:cs typeface="Arial"/>
                <a:sym typeface="Arial"/>
              </a:rPr>
              <a:t>0</a:t>
            </a:r>
            <a:r>
              <a:rPr lang="en-US" sz="1200" i="1">
                <a:latin typeface="Bookman Old Style"/>
                <a:ea typeface="Bookman Old Style"/>
                <a:cs typeface="Bookman Old Style"/>
                <a:sym typeface="Bookman Old Style"/>
              </a:rPr>
              <a:t>.</a:t>
            </a:r>
            <a:r>
              <a:rPr lang="en-US" sz="1050">
                <a:latin typeface="Arial"/>
                <a:ea typeface="Arial"/>
                <a:cs typeface="Arial"/>
                <a:sym typeface="Arial"/>
              </a:rPr>
              <a:t>5 (uncertain)</a:t>
            </a:r>
            <a:endParaRPr sz="1050">
              <a:latin typeface="Arial"/>
              <a:ea typeface="Arial"/>
              <a:cs typeface="Arial"/>
              <a:sym typeface="Arial"/>
            </a:endParaRPr>
          </a:p>
          <a:p>
            <a:pPr marL="25400" lvl="0" indent="0" algn="l" rtl="0">
              <a:lnSpc>
                <a:spcPct val="100000"/>
              </a:lnSpc>
              <a:spcBef>
                <a:spcPts val="1019"/>
              </a:spcBef>
              <a:spcAft>
                <a:spcPts val="0"/>
              </a:spcAft>
              <a:buNone/>
            </a:pPr>
            <a:r>
              <a:rPr lang="en-US" sz="1050">
                <a:solidFill>
                  <a:srgbClr val="EC2027"/>
                </a:solidFill>
                <a:latin typeface="Arial"/>
                <a:ea typeface="Arial"/>
                <a:cs typeface="Arial"/>
                <a:sym typeface="Arial"/>
              </a:rPr>
              <a:t>The derivative property makes sigmoid ideal for gradient-based learning!</a:t>
            </a:r>
            <a:endParaRPr sz="1050">
              <a:latin typeface="Arial"/>
              <a:ea typeface="Arial"/>
              <a:cs typeface="Arial"/>
              <a:sym typeface="Arial"/>
            </a:endParaRPr>
          </a:p>
        </p:txBody>
      </p:sp>
      <p:grpSp>
        <p:nvGrpSpPr>
          <p:cNvPr id="393" name="Google Shape;393;p20"/>
          <p:cNvGrpSpPr/>
          <p:nvPr/>
        </p:nvGrpSpPr>
        <p:grpSpPr>
          <a:xfrm>
            <a:off x="0" y="3141936"/>
            <a:ext cx="5760262" cy="92075"/>
            <a:chOff x="0" y="3141936"/>
            <a:chExt cx="5760262" cy="92075"/>
          </a:xfrm>
        </p:grpSpPr>
        <p:sp>
          <p:nvSpPr>
            <p:cNvPr id="394" name="Google Shape;394;p2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95" name="Google Shape;395;p2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96" name="Google Shape;396;p2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97" name="Google Shape;397;p2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98" name="Google Shape;398;p2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11"/>
              </a:rPr>
              <a:t>D</a:t>
            </a:r>
            <a:r>
              <a:rPr lang="en-US" sz="600" u="sng" cap="small">
                <a:solidFill>
                  <a:schemeClr val="hlink"/>
                </a:solidFill>
                <a:latin typeface="Bookman Old Style"/>
                <a:ea typeface="Bookman Old Style"/>
                <a:cs typeface="Bookman Old Style"/>
                <a:sym typeface="Bookman Old Style"/>
                <a:hlinkClick r:id="rId11"/>
              </a:rPr>
              <a:t>eep</a:t>
            </a:r>
            <a:r>
              <a:rPr lang="en-US" sz="600" u="sng">
                <a:solidFill>
                  <a:schemeClr val="hlink"/>
                </a:solidFill>
                <a:latin typeface="Bookman Old Style"/>
                <a:ea typeface="Bookman Old Style"/>
                <a:cs typeface="Bookman Old Style"/>
                <a:sym typeface="Bookman Old Style"/>
                <a:hlinkClick r:id="rId11"/>
              </a:rPr>
              <a:t> L</a:t>
            </a:r>
            <a:r>
              <a:rPr lang="en-US" sz="600" u="sng" cap="small">
                <a:solidFill>
                  <a:schemeClr val="hlink"/>
                </a:solidFill>
                <a:latin typeface="Bookman Old Style"/>
                <a:ea typeface="Bookman Old Style"/>
                <a:cs typeface="Bookman Old Style"/>
                <a:sym typeface="Bookman Old Style"/>
                <a:hlinkClick r:id="rId11"/>
              </a:rPr>
              <a:t>earning</a:t>
            </a:r>
            <a:endParaRPr sz="600">
              <a:latin typeface="Bookman Old Style"/>
              <a:ea typeface="Bookman Old Style"/>
              <a:cs typeface="Bookman Old Style"/>
              <a:sym typeface="Bookman Old Style"/>
            </a:endParaRPr>
          </a:p>
        </p:txBody>
      </p:sp>
      <p:sp>
        <p:nvSpPr>
          <p:cNvPr id="399" name="Google Shape;399;p20"/>
          <p:cNvSpPr txBox="1">
            <a:spLocks noGrp="1"/>
          </p:cNvSpPr>
          <p:nvPr>
            <p:ph type="sldNum" idx="12"/>
          </p:nvPr>
        </p:nvSpPr>
        <p:spPr>
          <a:xfrm>
            <a:off x="4627902" y="3137675"/>
            <a:ext cx="4908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14</a:t>
            </a:fld>
            <a:r>
              <a:rPr lang="en-US"/>
              <a:t> / 100</a:t>
            </a:r>
            <a:endParaRPr/>
          </a:p>
        </p:txBody>
      </p:sp>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21"/>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405" name="Google Shape;405;p21"/>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406" name="Google Shape;406;p21"/>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407" name="Google Shape;407;p21"/>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408" name="Google Shape;408;p21"/>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409" name="Google Shape;409;p21"/>
          <p:cNvGrpSpPr/>
          <p:nvPr/>
        </p:nvGrpSpPr>
        <p:grpSpPr>
          <a:xfrm>
            <a:off x="343662" y="887310"/>
            <a:ext cx="302196" cy="873227"/>
            <a:chOff x="343662" y="887310"/>
            <a:chExt cx="302196" cy="873227"/>
          </a:xfrm>
        </p:grpSpPr>
        <p:pic>
          <p:nvPicPr>
            <p:cNvPr id="410" name="Google Shape;410;p21"/>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411" name="Google Shape;411;p21"/>
            <p:cNvPicPr preferRelativeResize="0"/>
            <p:nvPr/>
          </p:nvPicPr>
          <p:blipFill rotWithShape="1">
            <a:blip r:embed="rId6">
              <a:alphaModFix/>
            </a:blip>
            <a:srcRect/>
            <a:stretch/>
          </p:blipFill>
          <p:spPr>
            <a:xfrm>
              <a:off x="576567" y="1077239"/>
              <a:ext cx="69291" cy="69291"/>
            </a:xfrm>
            <a:prstGeom prst="rect">
              <a:avLst/>
            </a:prstGeom>
            <a:noFill/>
            <a:ln>
              <a:noFill/>
            </a:ln>
          </p:spPr>
        </p:pic>
        <p:pic>
          <p:nvPicPr>
            <p:cNvPr id="412" name="Google Shape;412;p21"/>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413" name="Google Shape;413;p21"/>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414" name="Google Shape;414;p21"/>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415" name="Google Shape;415;p21"/>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416" name="Google Shape;416;p21"/>
          <p:cNvGrpSpPr/>
          <p:nvPr/>
        </p:nvGrpSpPr>
        <p:grpSpPr>
          <a:xfrm>
            <a:off x="343662" y="1821865"/>
            <a:ext cx="302196" cy="1056691"/>
            <a:chOff x="343662" y="1821865"/>
            <a:chExt cx="302196" cy="1056691"/>
          </a:xfrm>
        </p:grpSpPr>
        <p:pic>
          <p:nvPicPr>
            <p:cNvPr id="417" name="Google Shape;417;p21"/>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418" name="Google Shape;418;p21"/>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419" name="Google Shape;419;p21"/>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420" name="Google Shape;420;p21"/>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421" name="Google Shape;421;p21"/>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422" name="Google Shape;422;p21"/>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423" name="Google Shape;423;p21"/>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424" name="Google Shape;424;p21"/>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425" name="Google Shape;425;p21"/>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426" name="Google Shape;426;p21"/>
          <p:cNvSpPr txBox="1"/>
          <p:nvPr/>
        </p:nvSpPr>
        <p:spPr>
          <a:xfrm>
            <a:off x="563023" y="391150"/>
            <a:ext cx="48627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latin typeface="Arial"/>
                <a:ea typeface="Arial"/>
                <a:cs typeface="Arial"/>
                <a:sym typeface="Arial"/>
              </a:rPr>
              <a:t> </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3333B2"/>
                </a:solidFill>
                <a:latin typeface="Bookman Old Style"/>
                <a:ea typeface="Bookman Old Style"/>
                <a:cs typeface="Bookman Old Style"/>
                <a:sym typeface="Bookman Old Style"/>
              </a:rPr>
              <a:t> </a:t>
            </a:r>
            <a:endParaRPr sz="1300">
              <a:solidFill>
                <a:srgbClr val="3333B2"/>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427" name="Google Shape;427;p21"/>
          <p:cNvGrpSpPr/>
          <p:nvPr/>
        </p:nvGrpSpPr>
        <p:grpSpPr>
          <a:xfrm>
            <a:off x="0" y="3141936"/>
            <a:ext cx="5760262" cy="92075"/>
            <a:chOff x="0" y="3141936"/>
            <a:chExt cx="5760262" cy="92075"/>
          </a:xfrm>
        </p:grpSpPr>
        <p:sp>
          <p:nvSpPr>
            <p:cNvPr id="428" name="Google Shape;428;p21"/>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29" name="Google Shape;429;p21"/>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30" name="Google Shape;430;p21"/>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31" name="Google Shape;431;p2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32" name="Google Shape;432;p2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433" name="Google Shape;433;p21"/>
          <p:cNvSpPr txBox="1">
            <a:spLocks noGrp="1"/>
          </p:cNvSpPr>
          <p:nvPr>
            <p:ph type="sldNum" idx="12"/>
          </p:nvPr>
        </p:nvSpPr>
        <p:spPr>
          <a:xfrm>
            <a:off x="4627902" y="3137675"/>
            <a:ext cx="5241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15</a:t>
            </a:fld>
            <a:r>
              <a:rPr lang="en-US"/>
              <a:t> / 100</a:t>
            </a:r>
            <a:endParaRPr/>
          </a:p>
        </p:txBody>
      </p:sp>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22"/>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he</a:t>
            </a:r>
            <a:r>
              <a:rPr lang="en-US">
                <a:solidFill>
                  <a:srgbClr val="FFFFFF"/>
                </a:solidFill>
              </a:rPr>
              <a:t> F</a:t>
            </a:r>
            <a:r>
              <a:rPr lang="en-US" cap="small">
                <a:solidFill>
                  <a:srgbClr val="FFFFFF"/>
                </a:solidFill>
              </a:rPr>
              <a:t>our</a:t>
            </a:r>
            <a:r>
              <a:rPr lang="en-US">
                <a:solidFill>
                  <a:srgbClr val="FFFFFF"/>
                </a:solidFill>
              </a:rPr>
              <a:t> C</a:t>
            </a:r>
            <a:r>
              <a:rPr lang="en-US" cap="small">
                <a:solidFill>
                  <a:srgbClr val="FFFFFF"/>
                </a:solidFill>
              </a:rPr>
              <a:t>omponents</a:t>
            </a:r>
            <a:endParaRPr/>
          </a:p>
        </p:txBody>
      </p:sp>
      <p:sp>
        <p:nvSpPr>
          <p:cNvPr id="439" name="Google Shape;439;p22"/>
          <p:cNvSpPr txBox="1"/>
          <p:nvPr/>
        </p:nvSpPr>
        <p:spPr>
          <a:xfrm>
            <a:off x="347294" y="869853"/>
            <a:ext cx="3776979"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A complete deep learning system for classification consists of:</a:t>
            </a:r>
            <a:endParaRPr sz="1050">
              <a:latin typeface="Arial"/>
              <a:ea typeface="Arial"/>
              <a:cs typeface="Arial"/>
              <a:sym typeface="Arial"/>
            </a:endParaRPr>
          </a:p>
        </p:txBody>
      </p:sp>
      <p:pic>
        <p:nvPicPr>
          <p:cNvPr id="440" name="Google Shape;440;p22"/>
          <p:cNvPicPr preferRelativeResize="0"/>
          <p:nvPr/>
        </p:nvPicPr>
        <p:blipFill rotWithShape="1">
          <a:blip r:embed="rId3">
            <a:alphaModFix/>
          </a:blip>
          <a:srcRect/>
          <a:stretch/>
        </p:blipFill>
        <p:spPr>
          <a:xfrm>
            <a:off x="456996" y="1209497"/>
            <a:ext cx="121259" cy="121259"/>
          </a:xfrm>
          <a:prstGeom prst="rect">
            <a:avLst/>
          </a:prstGeom>
          <a:noFill/>
          <a:ln>
            <a:noFill/>
          </a:ln>
        </p:spPr>
      </p:pic>
      <p:sp>
        <p:nvSpPr>
          <p:cNvPr id="441" name="Google Shape;441;p22"/>
          <p:cNvSpPr txBox="1"/>
          <p:nvPr/>
        </p:nvSpPr>
        <p:spPr>
          <a:xfrm>
            <a:off x="483946" y="1199647"/>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1</a:t>
            </a:r>
            <a:endParaRPr sz="600">
              <a:latin typeface="Bookman Old Style"/>
              <a:ea typeface="Bookman Old Style"/>
              <a:cs typeface="Bookman Old Style"/>
              <a:sym typeface="Bookman Old Style"/>
            </a:endParaRPr>
          </a:p>
        </p:txBody>
      </p:sp>
      <p:pic>
        <p:nvPicPr>
          <p:cNvPr id="442" name="Google Shape;442;p22"/>
          <p:cNvPicPr preferRelativeResize="0"/>
          <p:nvPr/>
        </p:nvPicPr>
        <p:blipFill rotWithShape="1">
          <a:blip r:embed="rId4">
            <a:alphaModFix/>
          </a:blip>
          <a:srcRect/>
          <a:stretch/>
        </p:blipFill>
        <p:spPr>
          <a:xfrm>
            <a:off x="456996" y="1430921"/>
            <a:ext cx="121259" cy="121259"/>
          </a:xfrm>
          <a:prstGeom prst="rect">
            <a:avLst/>
          </a:prstGeom>
          <a:noFill/>
          <a:ln>
            <a:noFill/>
          </a:ln>
        </p:spPr>
      </p:pic>
      <p:sp>
        <p:nvSpPr>
          <p:cNvPr id="443" name="Google Shape;443;p22"/>
          <p:cNvSpPr txBox="1"/>
          <p:nvPr/>
        </p:nvSpPr>
        <p:spPr>
          <a:xfrm>
            <a:off x="483946" y="1421071"/>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2</a:t>
            </a:r>
            <a:endParaRPr sz="600">
              <a:latin typeface="Bookman Old Style"/>
              <a:ea typeface="Bookman Old Style"/>
              <a:cs typeface="Bookman Old Style"/>
              <a:sym typeface="Bookman Old Style"/>
            </a:endParaRPr>
          </a:p>
        </p:txBody>
      </p:sp>
      <p:pic>
        <p:nvPicPr>
          <p:cNvPr id="444" name="Google Shape;444;p22"/>
          <p:cNvPicPr preferRelativeResize="0"/>
          <p:nvPr/>
        </p:nvPicPr>
        <p:blipFill rotWithShape="1">
          <a:blip r:embed="rId5">
            <a:alphaModFix/>
          </a:blip>
          <a:srcRect/>
          <a:stretch/>
        </p:blipFill>
        <p:spPr>
          <a:xfrm>
            <a:off x="456996" y="1652346"/>
            <a:ext cx="121259" cy="121259"/>
          </a:xfrm>
          <a:prstGeom prst="rect">
            <a:avLst/>
          </a:prstGeom>
          <a:noFill/>
          <a:ln>
            <a:noFill/>
          </a:ln>
        </p:spPr>
      </p:pic>
      <p:sp>
        <p:nvSpPr>
          <p:cNvPr id="445" name="Google Shape;445;p22"/>
          <p:cNvSpPr txBox="1"/>
          <p:nvPr/>
        </p:nvSpPr>
        <p:spPr>
          <a:xfrm>
            <a:off x="483946" y="1642483"/>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3</a:t>
            </a:r>
            <a:endParaRPr sz="600">
              <a:latin typeface="Bookman Old Style"/>
              <a:ea typeface="Bookman Old Style"/>
              <a:cs typeface="Bookman Old Style"/>
              <a:sym typeface="Bookman Old Style"/>
            </a:endParaRPr>
          </a:p>
        </p:txBody>
      </p:sp>
      <p:pic>
        <p:nvPicPr>
          <p:cNvPr id="446" name="Google Shape;446;p22"/>
          <p:cNvPicPr preferRelativeResize="0"/>
          <p:nvPr/>
        </p:nvPicPr>
        <p:blipFill rotWithShape="1">
          <a:blip r:embed="rId6">
            <a:alphaModFix/>
          </a:blip>
          <a:srcRect/>
          <a:stretch/>
        </p:blipFill>
        <p:spPr>
          <a:xfrm>
            <a:off x="456996" y="1873757"/>
            <a:ext cx="121259" cy="121259"/>
          </a:xfrm>
          <a:prstGeom prst="rect">
            <a:avLst/>
          </a:prstGeom>
          <a:noFill/>
          <a:ln>
            <a:noFill/>
          </a:ln>
        </p:spPr>
      </p:pic>
      <p:sp>
        <p:nvSpPr>
          <p:cNvPr id="447" name="Google Shape;447;p22"/>
          <p:cNvSpPr txBox="1"/>
          <p:nvPr/>
        </p:nvSpPr>
        <p:spPr>
          <a:xfrm>
            <a:off x="483946" y="1863907"/>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4</a:t>
            </a:r>
            <a:endParaRPr sz="600">
              <a:latin typeface="Bookman Old Style"/>
              <a:ea typeface="Bookman Old Style"/>
              <a:cs typeface="Bookman Old Style"/>
              <a:sym typeface="Bookman Old Style"/>
            </a:endParaRPr>
          </a:p>
        </p:txBody>
      </p:sp>
      <p:sp>
        <p:nvSpPr>
          <p:cNvPr id="448" name="Google Shape;448;p22"/>
          <p:cNvSpPr txBox="1"/>
          <p:nvPr/>
        </p:nvSpPr>
        <p:spPr>
          <a:xfrm>
            <a:off x="644626" y="1105826"/>
            <a:ext cx="3363595" cy="911225"/>
          </a:xfrm>
          <a:prstGeom prst="rect">
            <a:avLst/>
          </a:prstGeom>
          <a:noFill/>
          <a:ln>
            <a:noFill/>
          </a:ln>
        </p:spPr>
        <p:txBody>
          <a:bodyPr spcFirstLastPara="1" wrap="square" lIns="0" tIns="12050" rIns="0" bIns="0" anchor="t" anchorCtr="0">
            <a:spAutoFit/>
          </a:bodyPr>
          <a:lstStyle/>
          <a:p>
            <a:pPr marL="12700" marR="221615" lvl="0" indent="0" algn="l" rtl="0">
              <a:lnSpc>
                <a:spcPct val="138400"/>
              </a:lnSpc>
              <a:spcBef>
                <a:spcPts val="0"/>
              </a:spcBef>
              <a:spcAft>
                <a:spcPts val="0"/>
              </a:spcAft>
              <a:buNone/>
            </a:pPr>
            <a:r>
              <a:rPr lang="en-US" sz="1050">
                <a:solidFill>
                  <a:srgbClr val="1B1472"/>
                </a:solidFill>
                <a:latin typeface="Arial"/>
                <a:ea typeface="Arial"/>
                <a:cs typeface="Arial"/>
                <a:sym typeface="Arial"/>
              </a:rPr>
              <a:t>Data: </a:t>
            </a:r>
            <a:r>
              <a:rPr lang="en-US" sz="1050" i="1">
                <a:latin typeface="Arial"/>
                <a:ea typeface="Arial"/>
                <a:cs typeface="Arial"/>
                <a:sym typeface="Arial"/>
              </a:rPr>
              <a:t>d </a:t>
            </a:r>
            <a:r>
              <a:rPr lang="en-US" sz="1050">
                <a:latin typeface="Arial"/>
                <a:ea typeface="Arial"/>
                <a:cs typeface="Arial"/>
                <a:sym typeface="Arial"/>
              </a:rPr>
              <a:t>-dimensional input vectors and binary labels </a:t>
            </a:r>
            <a:r>
              <a:rPr lang="en-US" sz="1050">
                <a:solidFill>
                  <a:srgbClr val="1B1472"/>
                </a:solidFill>
                <a:latin typeface="Arial"/>
                <a:ea typeface="Arial"/>
                <a:cs typeface="Arial"/>
                <a:sym typeface="Arial"/>
              </a:rPr>
              <a:t>Model: </a:t>
            </a:r>
            <a:r>
              <a:rPr lang="en-US" sz="1050">
                <a:latin typeface="Arial"/>
                <a:ea typeface="Arial"/>
                <a:cs typeface="Arial"/>
                <a:sym typeface="Arial"/>
              </a:rPr>
              <a:t>Single neuron with sigmoid activation </a:t>
            </a:r>
            <a:r>
              <a:rPr lang="en-US" sz="1050">
                <a:solidFill>
                  <a:srgbClr val="1B1472"/>
                </a:solidFill>
                <a:latin typeface="Arial"/>
                <a:ea typeface="Arial"/>
                <a:cs typeface="Arial"/>
                <a:sym typeface="Arial"/>
              </a:rPr>
              <a:t>Objective Function: </a:t>
            </a:r>
            <a:r>
              <a:rPr lang="en-US" sz="1050">
                <a:latin typeface="Arial"/>
                <a:ea typeface="Arial"/>
                <a:cs typeface="Arial"/>
                <a:sym typeface="Arial"/>
              </a:rPr>
              <a:t>Binary cross-entropy loss</a:t>
            </a:r>
            <a:endParaRPr sz="1050">
              <a:latin typeface="Arial"/>
              <a:ea typeface="Arial"/>
              <a:cs typeface="Arial"/>
              <a:sym typeface="Arial"/>
            </a:endParaRPr>
          </a:p>
          <a:p>
            <a:pPr marL="12700" lvl="0" indent="0" algn="l" rtl="0">
              <a:lnSpc>
                <a:spcPct val="100000"/>
              </a:lnSpc>
              <a:spcBef>
                <a:spcPts val="480"/>
              </a:spcBef>
              <a:spcAft>
                <a:spcPts val="0"/>
              </a:spcAft>
              <a:buNone/>
            </a:pPr>
            <a:r>
              <a:rPr lang="en-US" sz="1050">
                <a:solidFill>
                  <a:srgbClr val="1B1472"/>
                </a:solidFill>
                <a:latin typeface="Arial"/>
                <a:ea typeface="Arial"/>
                <a:cs typeface="Arial"/>
                <a:sym typeface="Arial"/>
              </a:rPr>
              <a:t>Learning Algorithm: </a:t>
            </a:r>
            <a:r>
              <a:rPr lang="en-US" sz="1050">
                <a:latin typeface="Arial"/>
                <a:ea typeface="Arial"/>
                <a:cs typeface="Arial"/>
                <a:sym typeface="Arial"/>
              </a:rPr>
              <a:t>Stochastic gradient descent (SGD)</a:t>
            </a:r>
            <a:endParaRPr sz="1050">
              <a:latin typeface="Arial"/>
              <a:ea typeface="Arial"/>
              <a:cs typeface="Arial"/>
              <a:sym typeface="Arial"/>
            </a:endParaRPr>
          </a:p>
        </p:txBody>
      </p:sp>
      <p:sp>
        <p:nvSpPr>
          <p:cNvPr id="449" name="Google Shape;449;p22"/>
          <p:cNvSpPr txBox="1"/>
          <p:nvPr/>
        </p:nvSpPr>
        <p:spPr>
          <a:xfrm>
            <a:off x="347294" y="2101480"/>
            <a:ext cx="5066030" cy="392430"/>
          </a:xfrm>
          <a:prstGeom prst="rect">
            <a:avLst/>
          </a:prstGeom>
          <a:noFill/>
          <a:ln>
            <a:noFill/>
          </a:ln>
        </p:spPr>
        <p:txBody>
          <a:bodyPr spcFirstLastPara="1" wrap="square" lIns="0" tIns="12050" rIns="0" bIns="0" anchor="t" anchorCtr="0">
            <a:spAutoFit/>
          </a:bodyPr>
          <a:lstStyle/>
          <a:p>
            <a:pPr marL="12700" marR="5080" lvl="0" indent="0" algn="l" rtl="0">
              <a:lnSpc>
                <a:spcPct val="114599"/>
              </a:lnSpc>
              <a:spcBef>
                <a:spcPts val="0"/>
              </a:spcBef>
              <a:spcAft>
                <a:spcPts val="0"/>
              </a:spcAft>
              <a:buNone/>
            </a:pPr>
            <a:r>
              <a:rPr lang="en-US" sz="1050">
                <a:solidFill>
                  <a:srgbClr val="EC2027"/>
                </a:solidFill>
                <a:latin typeface="Arial"/>
                <a:ea typeface="Arial"/>
                <a:cs typeface="Arial"/>
                <a:sym typeface="Arial"/>
              </a:rPr>
              <a:t>Note: We use </a:t>
            </a:r>
            <a:r>
              <a:rPr lang="en-US" sz="1050" b="1">
                <a:solidFill>
                  <a:srgbClr val="EC2027"/>
                </a:solidFill>
                <a:latin typeface="Arial"/>
                <a:ea typeface="Arial"/>
                <a:cs typeface="Arial"/>
                <a:sym typeface="Arial"/>
              </a:rPr>
              <a:t>stochastic </a:t>
            </a:r>
            <a:r>
              <a:rPr lang="en-US" sz="1050">
                <a:solidFill>
                  <a:srgbClr val="EC2027"/>
                </a:solidFill>
                <a:latin typeface="Arial"/>
                <a:ea typeface="Arial"/>
                <a:cs typeface="Arial"/>
                <a:sym typeface="Arial"/>
              </a:rPr>
              <a:t>gradient descent instead of batch gradient descent for efficiency. (This is for learning purposes only.)</a:t>
            </a:r>
            <a:endParaRPr sz="1050">
              <a:latin typeface="Arial"/>
              <a:ea typeface="Arial"/>
              <a:cs typeface="Arial"/>
              <a:sym typeface="Arial"/>
            </a:endParaRPr>
          </a:p>
        </p:txBody>
      </p:sp>
      <p:grpSp>
        <p:nvGrpSpPr>
          <p:cNvPr id="450" name="Google Shape;450;p22"/>
          <p:cNvGrpSpPr/>
          <p:nvPr/>
        </p:nvGrpSpPr>
        <p:grpSpPr>
          <a:xfrm>
            <a:off x="0" y="3141936"/>
            <a:ext cx="5760262" cy="92075"/>
            <a:chOff x="0" y="3141936"/>
            <a:chExt cx="5760262" cy="92075"/>
          </a:xfrm>
        </p:grpSpPr>
        <p:sp>
          <p:nvSpPr>
            <p:cNvPr id="451" name="Google Shape;451;p22"/>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52" name="Google Shape;452;p22"/>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53" name="Google Shape;453;p22"/>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54" name="Google Shape;454;p2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55" name="Google Shape;455;p2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7"/>
              </a:rPr>
              <a:t>D</a:t>
            </a:r>
            <a:r>
              <a:rPr lang="en-US" sz="600" u="sng" cap="small">
                <a:solidFill>
                  <a:schemeClr val="hlink"/>
                </a:solidFill>
                <a:latin typeface="Bookman Old Style"/>
                <a:ea typeface="Bookman Old Style"/>
                <a:cs typeface="Bookman Old Style"/>
                <a:sym typeface="Bookman Old Style"/>
                <a:hlinkClick r:id="rId7"/>
              </a:rPr>
              <a:t>eep</a:t>
            </a:r>
            <a:r>
              <a:rPr lang="en-US" sz="600" u="sng">
                <a:solidFill>
                  <a:schemeClr val="hlink"/>
                </a:solidFill>
                <a:latin typeface="Bookman Old Style"/>
                <a:ea typeface="Bookman Old Style"/>
                <a:cs typeface="Bookman Old Style"/>
                <a:sym typeface="Bookman Old Style"/>
                <a:hlinkClick r:id="rId7"/>
              </a:rPr>
              <a:t> L</a:t>
            </a:r>
            <a:r>
              <a:rPr lang="en-US" sz="600" u="sng" cap="small">
                <a:solidFill>
                  <a:schemeClr val="hlink"/>
                </a:solidFill>
                <a:latin typeface="Bookman Old Style"/>
                <a:ea typeface="Bookman Old Style"/>
                <a:cs typeface="Bookman Old Style"/>
                <a:sym typeface="Bookman Old Style"/>
                <a:hlinkClick r:id="rId7"/>
              </a:rPr>
              <a:t>earning</a:t>
            </a:r>
            <a:endParaRPr sz="600">
              <a:latin typeface="Bookman Old Style"/>
              <a:ea typeface="Bookman Old Style"/>
              <a:cs typeface="Bookman Old Style"/>
              <a:sym typeface="Bookman Old Style"/>
            </a:endParaRPr>
          </a:p>
        </p:txBody>
      </p:sp>
      <p:sp>
        <p:nvSpPr>
          <p:cNvPr id="456" name="Google Shape;456;p22"/>
          <p:cNvSpPr txBox="1">
            <a:spLocks noGrp="1"/>
          </p:cNvSpPr>
          <p:nvPr>
            <p:ph type="sldNum" idx="12"/>
          </p:nvPr>
        </p:nvSpPr>
        <p:spPr>
          <a:xfrm>
            <a:off x="4627895" y="3137672"/>
            <a:ext cx="360000" cy="771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sz="500"/>
              <a:t>16</a:t>
            </a:fld>
            <a:r>
              <a:rPr lang="en-US" sz="500"/>
              <a:t> / 100</a:t>
            </a:r>
            <a:endParaRPr sz="500"/>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23"/>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M</a:t>
            </a:r>
            <a:r>
              <a:rPr lang="en-US" cap="small">
                <a:solidFill>
                  <a:srgbClr val="FFFFFF"/>
                </a:solidFill>
              </a:rPr>
              <a:t>atrix</a:t>
            </a:r>
            <a:r>
              <a:rPr lang="en-US">
                <a:solidFill>
                  <a:srgbClr val="FFFFFF"/>
                </a:solidFill>
              </a:rPr>
              <a:t> F</a:t>
            </a:r>
            <a:r>
              <a:rPr lang="en-US" cap="small">
                <a:solidFill>
                  <a:srgbClr val="FFFFFF"/>
                </a:solidFill>
              </a:rPr>
              <a:t>orm</a:t>
            </a:r>
            <a:r>
              <a:rPr lang="en-US">
                <a:solidFill>
                  <a:srgbClr val="FFFFFF"/>
                </a:solidFill>
              </a:rPr>
              <a:t> </a:t>
            </a:r>
            <a:r>
              <a:rPr lang="en-US" cap="small">
                <a:solidFill>
                  <a:srgbClr val="FFFFFF"/>
                </a:solidFill>
              </a:rPr>
              <a:t>of</a:t>
            </a:r>
            <a:r>
              <a:rPr lang="en-US">
                <a:solidFill>
                  <a:srgbClr val="FFFFFF"/>
                </a:solidFill>
              </a:rPr>
              <a:t> D</a:t>
            </a:r>
            <a:r>
              <a:rPr lang="en-US" cap="small">
                <a:solidFill>
                  <a:srgbClr val="FFFFFF"/>
                </a:solidFill>
              </a:rPr>
              <a:t>ata</a:t>
            </a:r>
            <a:endParaRPr/>
          </a:p>
        </p:txBody>
      </p:sp>
      <p:grpSp>
        <p:nvGrpSpPr>
          <p:cNvPr id="462" name="Google Shape;462;p23"/>
          <p:cNvGrpSpPr/>
          <p:nvPr/>
        </p:nvGrpSpPr>
        <p:grpSpPr>
          <a:xfrm>
            <a:off x="0" y="3141936"/>
            <a:ext cx="5760262" cy="92075"/>
            <a:chOff x="0" y="3141936"/>
            <a:chExt cx="5760262" cy="92075"/>
          </a:xfrm>
        </p:grpSpPr>
        <p:sp>
          <p:nvSpPr>
            <p:cNvPr id="463" name="Google Shape;463;p23"/>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64" name="Google Shape;464;p23"/>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65" name="Google Shape;465;p23"/>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66" name="Google Shape;466;p2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67" name="Google Shape;467;p2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468" name="Google Shape;468;p23"/>
          <p:cNvSpPr txBox="1">
            <a:spLocks noGrp="1"/>
          </p:cNvSpPr>
          <p:nvPr>
            <p:ph type="sldNum" idx="12"/>
          </p:nvPr>
        </p:nvSpPr>
        <p:spPr>
          <a:xfrm>
            <a:off x="4627902" y="3137675"/>
            <a:ext cx="5241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17</a:t>
            </a:fld>
            <a:r>
              <a:rPr lang="en-US"/>
              <a:t> / 100</a:t>
            </a:r>
            <a:endParaRPr/>
          </a:p>
        </p:txBody>
      </p:sp>
      <p:pic>
        <p:nvPicPr>
          <p:cNvPr id="469" name="Google Shape;469;p23"/>
          <p:cNvPicPr preferRelativeResize="0"/>
          <p:nvPr/>
        </p:nvPicPr>
        <p:blipFill>
          <a:blip r:embed="rId4">
            <a:alphaModFix/>
          </a:blip>
          <a:stretch>
            <a:fillRect/>
          </a:stretch>
        </p:blipFill>
        <p:spPr>
          <a:xfrm>
            <a:off x="152400" y="550235"/>
            <a:ext cx="5048249" cy="2435038"/>
          </a:xfrm>
          <a:prstGeom prst="rect">
            <a:avLst/>
          </a:prstGeom>
          <a:noFill/>
          <a:ln>
            <a:noFill/>
          </a:ln>
        </p:spPr>
      </p:pic>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24"/>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L</a:t>
            </a:r>
            <a:r>
              <a:rPr lang="en-US" cap="small">
                <a:solidFill>
                  <a:srgbClr val="FFFFFF"/>
                </a:solidFill>
              </a:rPr>
              <a:t>ogistic</a:t>
            </a:r>
            <a:r>
              <a:rPr lang="en-US">
                <a:solidFill>
                  <a:srgbClr val="FFFFFF"/>
                </a:solidFill>
              </a:rPr>
              <a:t> R</a:t>
            </a:r>
            <a:r>
              <a:rPr lang="en-US" cap="small">
                <a:solidFill>
                  <a:srgbClr val="FFFFFF"/>
                </a:solidFill>
              </a:rPr>
              <a:t>egression</a:t>
            </a:r>
            <a:r>
              <a:rPr lang="en-US">
                <a:solidFill>
                  <a:srgbClr val="FFFFFF"/>
                </a:solidFill>
              </a:rPr>
              <a:t> </a:t>
            </a:r>
            <a:r>
              <a:rPr lang="en-US" cap="small">
                <a:solidFill>
                  <a:srgbClr val="FFFFFF"/>
                </a:solidFill>
              </a:rPr>
              <a:t>as</a:t>
            </a:r>
            <a:r>
              <a:rPr lang="en-US">
                <a:solidFill>
                  <a:srgbClr val="FFFFFF"/>
                </a:solidFill>
              </a:rPr>
              <a:t> </a:t>
            </a:r>
            <a:r>
              <a:rPr lang="en-US" cap="small">
                <a:solidFill>
                  <a:srgbClr val="FFFFFF"/>
                </a:solidFill>
              </a:rPr>
              <a:t>a</a:t>
            </a:r>
            <a:r>
              <a:rPr lang="en-US">
                <a:solidFill>
                  <a:srgbClr val="FFFFFF"/>
                </a:solidFill>
              </a:rPr>
              <a:t> S</a:t>
            </a:r>
            <a:r>
              <a:rPr lang="en-US" cap="small">
                <a:solidFill>
                  <a:srgbClr val="FFFFFF"/>
                </a:solidFill>
              </a:rPr>
              <a:t>ingle</a:t>
            </a:r>
            <a:r>
              <a:rPr lang="en-US">
                <a:solidFill>
                  <a:srgbClr val="FFFFFF"/>
                </a:solidFill>
              </a:rPr>
              <a:t> N</a:t>
            </a:r>
            <a:r>
              <a:rPr lang="en-US" cap="small">
                <a:solidFill>
                  <a:srgbClr val="FFFFFF"/>
                </a:solidFill>
              </a:rPr>
              <a:t>euron</a:t>
            </a:r>
            <a:endParaRPr/>
          </a:p>
        </p:txBody>
      </p:sp>
      <p:grpSp>
        <p:nvGrpSpPr>
          <p:cNvPr id="475" name="Google Shape;475;p24"/>
          <p:cNvGrpSpPr/>
          <p:nvPr/>
        </p:nvGrpSpPr>
        <p:grpSpPr>
          <a:xfrm>
            <a:off x="0" y="3141936"/>
            <a:ext cx="5760262" cy="92075"/>
            <a:chOff x="0" y="3141936"/>
            <a:chExt cx="5760262" cy="92075"/>
          </a:xfrm>
        </p:grpSpPr>
        <p:sp>
          <p:nvSpPr>
            <p:cNvPr id="476" name="Google Shape;476;p2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7" name="Google Shape;477;p2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8" name="Google Shape;478;p2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79" name="Google Shape;479;p2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80" name="Google Shape;480;p2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481" name="Google Shape;481;p24"/>
          <p:cNvSpPr txBox="1">
            <a:spLocks noGrp="1"/>
          </p:cNvSpPr>
          <p:nvPr>
            <p:ph type="sldNum" idx="12"/>
          </p:nvPr>
        </p:nvSpPr>
        <p:spPr>
          <a:xfrm>
            <a:off x="4627901" y="3137675"/>
            <a:ext cx="444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18</a:t>
            </a:fld>
            <a:r>
              <a:rPr lang="en-US"/>
              <a:t> / 100</a:t>
            </a:r>
            <a:endParaRPr/>
          </a:p>
        </p:txBody>
      </p:sp>
      <p:pic>
        <p:nvPicPr>
          <p:cNvPr id="482" name="Google Shape;482;p24"/>
          <p:cNvPicPr preferRelativeResize="0"/>
          <p:nvPr/>
        </p:nvPicPr>
        <p:blipFill>
          <a:blip r:embed="rId4">
            <a:alphaModFix/>
          </a:blip>
          <a:stretch>
            <a:fillRect/>
          </a:stretch>
        </p:blipFill>
        <p:spPr>
          <a:xfrm>
            <a:off x="240575" y="536437"/>
            <a:ext cx="5093826" cy="2448838"/>
          </a:xfrm>
          <a:prstGeom prst="rect">
            <a:avLst/>
          </a:prstGeom>
          <a:noFill/>
          <a:ln>
            <a:noFill/>
          </a:ln>
        </p:spPr>
      </p:pic>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2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M</a:t>
            </a:r>
            <a:r>
              <a:rPr lang="en-US" cap="small">
                <a:solidFill>
                  <a:srgbClr val="FFFFFF"/>
                </a:solidFill>
              </a:rPr>
              <a:t>odel</a:t>
            </a:r>
            <a:r>
              <a:rPr lang="en-US">
                <a:solidFill>
                  <a:srgbClr val="FFFFFF"/>
                </a:solidFill>
              </a:rPr>
              <a:t> P</a:t>
            </a:r>
            <a:r>
              <a:rPr lang="en-US" cap="small">
                <a:solidFill>
                  <a:srgbClr val="FFFFFF"/>
                </a:solidFill>
              </a:rPr>
              <a:t>rediction</a:t>
            </a:r>
            <a:endParaRPr/>
          </a:p>
        </p:txBody>
      </p:sp>
      <p:sp>
        <p:nvSpPr>
          <p:cNvPr id="488" name="Google Shape;488;p25"/>
          <p:cNvSpPr txBox="1"/>
          <p:nvPr/>
        </p:nvSpPr>
        <p:spPr>
          <a:xfrm>
            <a:off x="347294" y="550162"/>
            <a:ext cx="4837430" cy="536575"/>
          </a:xfrm>
          <a:prstGeom prst="rect">
            <a:avLst/>
          </a:prstGeom>
          <a:noFill/>
          <a:ln>
            <a:noFill/>
          </a:ln>
        </p:spPr>
        <p:txBody>
          <a:bodyPr spcFirstLastPara="1" wrap="square" lIns="0" tIns="12050" rIns="0" bIns="0" anchor="t" anchorCtr="0">
            <a:spAutoFit/>
          </a:bodyPr>
          <a:lstStyle/>
          <a:p>
            <a:pPr marL="12700" marR="5080" lvl="0" indent="0" algn="l" rtl="0">
              <a:lnSpc>
                <a:spcPct val="159600"/>
              </a:lnSpc>
              <a:spcBef>
                <a:spcPts val="0"/>
              </a:spcBef>
              <a:spcAft>
                <a:spcPts val="0"/>
              </a:spcAft>
              <a:buNone/>
            </a:pPr>
            <a:r>
              <a:rPr lang="en-US" sz="1050">
                <a:solidFill>
                  <a:srgbClr val="BF003F"/>
                </a:solidFill>
                <a:latin typeface="Arial"/>
                <a:ea typeface="Arial"/>
                <a:cs typeface="Arial"/>
                <a:sym typeface="Arial"/>
              </a:rPr>
              <a:t>Model: </a:t>
            </a:r>
            <a:r>
              <a:rPr lang="en-US" sz="1050">
                <a:latin typeface="Arial"/>
                <a:ea typeface="Arial"/>
                <a:cs typeface="Arial"/>
                <a:sym typeface="Arial"/>
              </a:rPr>
              <a:t>A single neuron computes weighted sum and applies sigmoid activation. </a:t>
            </a:r>
            <a:r>
              <a:rPr lang="en-US" sz="1050">
                <a:solidFill>
                  <a:srgbClr val="BF003F"/>
                </a:solidFill>
                <a:latin typeface="Arial"/>
                <a:ea typeface="Arial"/>
                <a:cs typeface="Arial"/>
                <a:sym typeface="Arial"/>
              </a:rPr>
              <a:t>Prediction for input </a:t>
            </a:r>
            <a:r>
              <a:rPr lang="en-US" sz="1050" b="1">
                <a:solidFill>
                  <a:srgbClr val="BF003F"/>
                </a:solidFill>
                <a:latin typeface="Arial"/>
                <a:ea typeface="Arial"/>
                <a:cs typeface="Arial"/>
                <a:sym typeface="Arial"/>
              </a:rPr>
              <a:t>x</a:t>
            </a:r>
            <a:r>
              <a:rPr lang="en-US" sz="1050">
                <a:solidFill>
                  <a:srgbClr val="BF003F"/>
                </a:solidFill>
                <a:latin typeface="Arial"/>
                <a:ea typeface="Arial"/>
                <a:cs typeface="Arial"/>
                <a:sym typeface="Arial"/>
              </a:rPr>
              <a:t>:</a:t>
            </a:r>
            <a:endParaRPr sz="1050">
              <a:latin typeface="Arial"/>
              <a:ea typeface="Arial"/>
              <a:cs typeface="Arial"/>
              <a:sym typeface="Arial"/>
            </a:endParaRPr>
          </a:p>
        </p:txBody>
      </p:sp>
      <p:grpSp>
        <p:nvGrpSpPr>
          <p:cNvPr id="489" name="Google Shape;489;p25"/>
          <p:cNvGrpSpPr/>
          <p:nvPr/>
        </p:nvGrpSpPr>
        <p:grpSpPr>
          <a:xfrm>
            <a:off x="0" y="3141936"/>
            <a:ext cx="5760262" cy="92075"/>
            <a:chOff x="0" y="3141936"/>
            <a:chExt cx="5760262" cy="92075"/>
          </a:xfrm>
        </p:grpSpPr>
        <p:sp>
          <p:nvSpPr>
            <p:cNvPr id="490" name="Google Shape;490;p25"/>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91" name="Google Shape;491;p25"/>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92" name="Google Shape;492;p25"/>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93" name="Google Shape;493;p2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94" name="Google Shape;494;p2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495" name="Google Shape;495;p25"/>
          <p:cNvSpPr txBox="1">
            <a:spLocks noGrp="1"/>
          </p:cNvSpPr>
          <p:nvPr>
            <p:ph type="sldNum" idx="12"/>
          </p:nvPr>
        </p:nvSpPr>
        <p:spPr>
          <a:xfrm>
            <a:off x="4627903" y="3137675"/>
            <a:ext cx="543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19</a:t>
            </a:fld>
            <a:r>
              <a:rPr lang="en-US"/>
              <a:t> / 100</a:t>
            </a:r>
            <a:endParaRPr/>
          </a:p>
        </p:txBody>
      </p:sp>
      <p:pic>
        <p:nvPicPr>
          <p:cNvPr id="496" name="Google Shape;496;p25"/>
          <p:cNvPicPr preferRelativeResize="0"/>
          <p:nvPr/>
        </p:nvPicPr>
        <p:blipFill>
          <a:blip r:embed="rId4">
            <a:alphaModFix/>
          </a:blip>
          <a:stretch>
            <a:fillRect/>
          </a:stretch>
        </p:blipFill>
        <p:spPr>
          <a:xfrm>
            <a:off x="253213" y="1061487"/>
            <a:ext cx="5025595" cy="1746135"/>
          </a:xfrm>
          <a:prstGeom prst="rect">
            <a:avLst/>
          </a:prstGeom>
          <a:noFill/>
          <a:ln>
            <a:noFill/>
          </a:ln>
        </p:spPr>
      </p:pic>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26"/>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M</a:t>
            </a:r>
            <a:r>
              <a:rPr lang="en-US" cap="small">
                <a:solidFill>
                  <a:srgbClr val="FFFFFF"/>
                </a:solidFill>
              </a:rPr>
              <a:t>aking</a:t>
            </a:r>
            <a:r>
              <a:rPr lang="en-US">
                <a:solidFill>
                  <a:srgbClr val="FFFFFF"/>
                </a:solidFill>
              </a:rPr>
              <a:t> P</a:t>
            </a:r>
            <a:r>
              <a:rPr lang="en-US" cap="small">
                <a:solidFill>
                  <a:srgbClr val="FFFFFF"/>
                </a:solidFill>
              </a:rPr>
              <a:t>redictions</a:t>
            </a:r>
            <a:endParaRPr/>
          </a:p>
        </p:txBody>
      </p:sp>
      <p:grpSp>
        <p:nvGrpSpPr>
          <p:cNvPr id="502" name="Google Shape;502;p26"/>
          <p:cNvGrpSpPr/>
          <p:nvPr/>
        </p:nvGrpSpPr>
        <p:grpSpPr>
          <a:xfrm>
            <a:off x="0" y="3141936"/>
            <a:ext cx="5760262" cy="92075"/>
            <a:chOff x="0" y="3141936"/>
            <a:chExt cx="5760262" cy="92075"/>
          </a:xfrm>
        </p:grpSpPr>
        <p:sp>
          <p:nvSpPr>
            <p:cNvPr id="503" name="Google Shape;503;p2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04" name="Google Shape;504;p2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05" name="Google Shape;505;p2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06" name="Google Shape;506;p2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07" name="Google Shape;507;p2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pic>
        <p:nvPicPr>
          <p:cNvPr id="508" name="Google Shape;508;p26"/>
          <p:cNvPicPr preferRelativeResize="0"/>
          <p:nvPr/>
        </p:nvPicPr>
        <p:blipFill>
          <a:blip r:embed="rId4">
            <a:alphaModFix/>
          </a:blip>
          <a:stretch>
            <a:fillRect/>
          </a:stretch>
        </p:blipFill>
        <p:spPr>
          <a:xfrm>
            <a:off x="152400" y="550235"/>
            <a:ext cx="5362745" cy="2435037"/>
          </a:xfrm>
          <a:prstGeom prst="rect">
            <a:avLst/>
          </a:prstGeom>
          <a:noFill/>
          <a:ln>
            <a:noFill/>
          </a:ln>
        </p:spPr>
      </p:pic>
      <p:sp>
        <p:nvSpPr>
          <p:cNvPr id="509" name="Google Shape;509;p26"/>
          <p:cNvSpPr txBox="1">
            <a:spLocks noGrp="1"/>
          </p:cNvSpPr>
          <p:nvPr>
            <p:ph type="sldNum" idx="12"/>
          </p:nvPr>
        </p:nvSpPr>
        <p:spPr>
          <a:xfrm>
            <a:off x="4627903" y="3137675"/>
            <a:ext cx="543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20</a:t>
            </a:fld>
            <a:r>
              <a:rPr lang="en-US"/>
              <a:t> / 100</a:t>
            </a:r>
            <a:endParaRPr/>
          </a:p>
        </p:txBody>
      </p:sp>
    </p:spTree>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27"/>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B</a:t>
            </a:r>
            <a:r>
              <a:rPr lang="en-US" cap="small">
                <a:solidFill>
                  <a:srgbClr val="FFFFFF"/>
                </a:solidFill>
              </a:rPr>
              <a:t>inary</a:t>
            </a:r>
            <a:r>
              <a:rPr lang="en-US">
                <a:solidFill>
                  <a:srgbClr val="FFFFFF"/>
                </a:solidFill>
              </a:rPr>
              <a:t> C</a:t>
            </a:r>
            <a:r>
              <a:rPr lang="en-US" cap="small">
                <a:solidFill>
                  <a:srgbClr val="FFFFFF"/>
                </a:solidFill>
              </a:rPr>
              <a:t>ross</a:t>
            </a:r>
            <a:r>
              <a:rPr lang="en-US">
                <a:solidFill>
                  <a:srgbClr val="FFFFFF"/>
                </a:solidFill>
              </a:rPr>
              <a:t>-E</a:t>
            </a:r>
            <a:r>
              <a:rPr lang="en-US" cap="small">
                <a:solidFill>
                  <a:srgbClr val="FFFFFF"/>
                </a:solidFill>
              </a:rPr>
              <a:t>ntropy</a:t>
            </a:r>
            <a:r>
              <a:rPr lang="en-US">
                <a:solidFill>
                  <a:srgbClr val="FFFFFF"/>
                </a:solidFill>
              </a:rPr>
              <a:t> L</a:t>
            </a:r>
            <a:r>
              <a:rPr lang="en-US" cap="small">
                <a:solidFill>
                  <a:srgbClr val="FFFFFF"/>
                </a:solidFill>
              </a:rPr>
              <a:t>oss</a:t>
            </a:r>
            <a:endParaRPr/>
          </a:p>
        </p:txBody>
      </p:sp>
      <p:grpSp>
        <p:nvGrpSpPr>
          <p:cNvPr id="515" name="Google Shape;515;p27"/>
          <p:cNvGrpSpPr/>
          <p:nvPr/>
        </p:nvGrpSpPr>
        <p:grpSpPr>
          <a:xfrm>
            <a:off x="0" y="3141936"/>
            <a:ext cx="5760262" cy="92075"/>
            <a:chOff x="0" y="3141936"/>
            <a:chExt cx="5760262" cy="92075"/>
          </a:xfrm>
        </p:grpSpPr>
        <p:sp>
          <p:nvSpPr>
            <p:cNvPr id="516" name="Google Shape;516;p27"/>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7" name="Google Shape;517;p27"/>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8" name="Google Shape;518;p27"/>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19" name="Google Shape;519;p2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20" name="Google Shape;520;p2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521" name="Google Shape;521;p27"/>
          <p:cNvSpPr txBox="1">
            <a:spLocks noGrp="1"/>
          </p:cNvSpPr>
          <p:nvPr>
            <p:ph type="sldNum" idx="12"/>
          </p:nvPr>
        </p:nvSpPr>
        <p:spPr>
          <a:xfrm>
            <a:off x="4627903" y="3137675"/>
            <a:ext cx="5442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21</a:t>
            </a:fld>
            <a:r>
              <a:rPr lang="en-US"/>
              <a:t> / 100</a:t>
            </a:r>
            <a:endParaRPr/>
          </a:p>
        </p:txBody>
      </p:sp>
      <p:pic>
        <p:nvPicPr>
          <p:cNvPr id="522" name="Google Shape;522;p27"/>
          <p:cNvPicPr preferRelativeResize="0"/>
          <p:nvPr/>
        </p:nvPicPr>
        <p:blipFill>
          <a:blip r:embed="rId4">
            <a:alphaModFix/>
          </a:blip>
          <a:stretch>
            <a:fillRect/>
          </a:stretch>
        </p:blipFill>
        <p:spPr>
          <a:xfrm>
            <a:off x="152400" y="550235"/>
            <a:ext cx="5307274" cy="2435037"/>
          </a:xfrm>
          <a:prstGeom prst="rect">
            <a:avLst/>
          </a:prstGeom>
          <a:noFill/>
          <a:ln>
            <a:noFill/>
          </a:ln>
        </p:spPr>
      </p:pic>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28"/>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otal</a:t>
            </a:r>
            <a:r>
              <a:rPr lang="en-US">
                <a:solidFill>
                  <a:srgbClr val="FFFFFF"/>
                </a:solidFill>
              </a:rPr>
              <a:t> L</a:t>
            </a:r>
            <a:r>
              <a:rPr lang="en-US" cap="small">
                <a:solidFill>
                  <a:srgbClr val="FFFFFF"/>
                </a:solidFill>
              </a:rPr>
              <a:t>oss</a:t>
            </a:r>
            <a:r>
              <a:rPr lang="en-US">
                <a:solidFill>
                  <a:srgbClr val="FFFFFF"/>
                </a:solidFill>
              </a:rPr>
              <a:t> F</a:t>
            </a:r>
            <a:r>
              <a:rPr lang="en-US" cap="small">
                <a:solidFill>
                  <a:srgbClr val="FFFFFF"/>
                </a:solidFill>
              </a:rPr>
              <a:t>unction</a:t>
            </a:r>
            <a:endParaRPr/>
          </a:p>
        </p:txBody>
      </p:sp>
      <p:grpSp>
        <p:nvGrpSpPr>
          <p:cNvPr id="528" name="Google Shape;528;p28"/>
          <p:cNvGrpSpPr/>
          <p:nvPr/>
        </p:nvGrpSpPr>
        <p:grpSpPr>
          <a:xfrm>
            <a:off x="0" y="3141936"/>
            <a:ext cx="5760262" cy="92075"/>
            <a:chOff x="0" y="3141936"/>
            <a:chExt cx="5760262" cy="92075"/>
          </a:xfrm>
        </p:grpSpPr>
        <p:sp>
          <p:nvSpPr>
            <p:cNvPr id="529" name="Google Shape;529;p2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30" name="Google Shape;530;p2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31" name="Google Shape;531;p2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32" name="Google Shape;532;p2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33" name="Google Shape;533;p2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534" name="Google Shape;534;p28"/>
          <p:cNvSpPr txBox="1">
            <a:spLocks noGrp="1"/>
          </p:cNvSpPr>
          <p:nvPr>
            <p:ph type="sldNum" idx="12"/>
          </p:nvPr>
        </p:nvSpPr>
        <p:spPr>
          <a:xfrm>
            <a:off x="4627903" y="3137675"/>
            <a:ext cx="59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22</a:t>
            </a:fld>
            <a:r>
              <a:rPr lang="en-US"/>
              <a:t> / 100</a:t>
            </a:r>
            <a:endParaRPr/>
          </a:p>
        </p:txBody>
      </p:sp>
      <p:pic>
        <p:nvPicPr>
          <p:cNvPr id="535" name="Google Shape;535;p28"/>
          <p:cNvPicPr preferRelativeResize="0"/>
          <p:nvPr/>
        </p:nvPicPr>
        <p:blipFill>
          <a:blip r:embed="rId4">
            <a:alphaModFix/>
          </a:blip>
          <a:stretch>
            <a:fillRect/>
          </a:stretch>
        </p:blipFill>
        <p:spPr>
          <a:xfrm>
            <a:off x="152400" y="550235"/>
            <a:ext cx="5280535" cy="2435036"/>
          </a:xfrm>
          <a:prstGeom prst="rect">
            <a:avLst/>
          </a:prstGeom>
          <a:noFill/>
          <a:ln>
            <a:noFill/>
          </a:ln>
        </p:spPr>
      </p:pic>
    </p:spTree>
  </p:cSld>
  <p:clrMapOvr>
    <a:masterClrMapping/>
  </p:clrMapOvr>
  <p:transition>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29"/>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hy</a:t>
            </a:r>
            <a:r>
              <a:rPr lang="en-US">
                <a:solidFill>
                  <a:srgbClr val="FFFFFF"/>
                </a:solidFill>
              </a:rPr>
              <a:t> C</a:t>
            </a:r>
            <a:r>
              <a:rPr lang="en-US" cap="small">
                <a:solidFill>
                  <a:srgbClr val="FFFFFF"/>
                </a:solidFill>
              </a:rPr>
              <a:t>ross</a:t>
            </a:r>
            <a:r>
              <a:rPr lang="en-US">
                <a:solidFill>
                  <a:srgbClr val="FFFFFF"/>
                </a:solidFill>
              </a:rPr>
              <a:t>-E</a:t>
            </a:r>
            <a:r>
              <a:rPr lang="en-US" cap="small">
                <a:solidFill>
                  <a:srgbClr val="FFFFFF"/>
                </a:solidFill>
              </a:rPr>
              <a:t>ntropy</a:t>
            </a:r>
            <a:r>
              <a:rPr lang="en-US">
                <a:solidFill>
                  <a:srgbClr val="FFFFFF"/>
                </a:solidFill>
              </a:rPr>
              <a:t> L</a:t>
            </a:r>
            <a:r>
              <a:rPr lang="en-US" cap="small">
                <a:solidFill>
                  <a:srgbClr val="FFFFFF"/>
                </a:solidFill>
              </a:rPr>
              <a:t>oss</a:t>
            </a:r>
            <a:r>
              <a:rPr lang="en-US">
                <a:solidFill>
                  <a:srgbClr val="FFFFFF"/>
                </a:solidFill>
              </a:rPr>
              <a:t>?</a:t>
            </a:r>
            <a:endParaRPr/>
          </a:p>
        </p:txBody>
      </p:sp>
      <p:grpSp>
        <p:nvGrpSpPr>
          <p:cNvPr id="541" name="Google Shape;541;p29"/>
          <p:cNvGrpSpPr/>
          <p:nvPr/>
        </p:nvGrpSpPr>
        <p:grpSpPr>
          <a:xfrm>
            <a:off x="513702" y="737831"/>
            <a:ext cx="2964791" cy="2189083"/>
            <a:chOff x="513702" y="737831"/>
            <a:chExt cx="2964791" cy="2189083"/>
          </a:xfrm>
        </p:grpSpPr>
        <p:pic>
          <p:nvPicPr>
            <p:cNvPr id="542" name="Google Shape;542;p29"/>
            <p:cNvPicPr preferRelativeResize="0"/>
            <p:nvPr/>
          </p:nvPicPr>
          <p:blipFill rotWithShape="1">
            <a:blip r:embed="rId3">
              <a:alphaModFix/>
            </a:blip>
            <a:srcRect/>
            <a:stretch/>
          </p:blipFill>
          <p:spPr>
            <a:xfrm>
              <a:off x="513702" y="737831"/>
              <a:ext cx="69291" cy="69291"/>
            </a:xfrm>
            <a:prstGeom prst="rect">
              <a:avLst/>
            </a:prstGeom>
            <a:noFill/>
            <a:ln>
              <a:noFill/>
            </a:ln>
          </p:spPr>
        </p:pic>
        <p:pic>
          <p:nvPicPr>
            <p:cNvPr id="543" name="Google Shape;543;p29"/>
            <p:cNvPicPr preferRelativeResize="0"/>
            <p:nvPr/>
          </p:nvPicPr>
          <p:blipFill rotWithShape="1">
            <a:blip r:embed="rId4">
              <a:alphaModFix/>
            </a:blip>
            <a:srcRect/>
            <a:stretch/>
          </p:blipFill>
          <p:spPr>
            <a:xfrm>
              <a:off x="513702" y="921296"/>
              <a:ext cx="69291" cy="69291"/>
            </a:xfrm>
            <a:prstGeom prst="rect">
              <a:avLst/>
            </a:prstGeom>
            <a:noFill/>
            <a:ln>
              <a:noFill/>
            </a:ln>
          </p:spPr>
        </p:pic>
        <p:pic>
          <p:nvPicPr>
            <p:cNvPr id="544" name="Google Shape;544;p29"/>
            <p:cNvPicPr preferRelativeResize="0"/>
            <p:nvPr/>
          </p:nvPicPr>
          <p:blipFill rotWithShape="1">
            <a:blip r:embed="rId5">
              <a:alphaModFix/>
            </a:blip>
            <a:srcRect/>
            <a:stretch/>
          </p:blipFill>
          <p:spPr>
            <a:xfrm>
              <a:off x="513702" y="1104760"/>
              <a:ext cx="69291" cy="69291"/>
            </a:xfrm>
            <a:prstGeom prst="rect">
              <a:avLst/>
            </a:prstGeom>
            <a:noFill/>
            <a:ln>
              <a:noFill/>
            </a:ln>
          </p:spPr>
        </p:pic>
        <p:pic>
          <p:nvPicPr>
            <p:cNvPr id="545" name="Google Shape;545;p29"/>
            <p:cNvPicPr preferRelativeResize="0"/>
            <p:nvPr/>
          </p:nvPicPr>
          <p:blipFill rotWithShape="1">
            <a:blip r:embed="rId6">
              <a:alphaModFix/>
            </a:blip>
            <a:srcRect/>
            <a:stretch/>
          </p:blipFill>
          <p:spPr>
            <a:xfrm>
              <a:off x="513702" y="1288224"/>
              <a:ext cx="69291" cy="69291"/>
            </a:xfrm>
            <a:prstGeom prst="rect">
              <a:avLst/>
            </a:prstGeom>
            <a:noFill/>
            <a:ln>
              <a:noFill/>
            </a:ln>
          </p:spPr>
        </p:pic>
        <p:sp>
          <p:nvSpPr>
            <p:cNvPr id="546" name="Google Shape;546;p29"/>
            <p:cNvSpPr/>
            <p:nvPr/>
          </p:nvSpPr>
          <p:spPr>
            <a:xfrm>
              <a:off x="1607783" y="2117289"/>
              <a:ext cx="1870710" cy="809625"/>
            </a:xfrm>
            <a:custGeom>
              <a:avLst/>
              <a:gdLst/>
              <a:ahLst/>
              <a:cxnLst/>
              <a:rect l="l" t="t" r="r" b="b"/>
              <a:pathLst>
                <a:path w="1870710" h="809625" extrusionOk="0">
                  <a:moveTo>
                    <a:pt x="391307" y="809180"/>
                  </a:moveTo>
                  <a:lnTo>
                    <a:pt x="391307" y="765982"/>
                  </a:lnTo>
                </a:path>
                <a:path w="1870710" h="809625" extrusionOk="0">
                  <a:moveTo>
                    <a:pt x="761012" y="809180"/>
                  </a:moveTo>
                  <a:lnTo>
                    <a:pt x="761012" y="765982"/>
                  </a:lnTo>
                </a:path>
                <a:path w="1870710" h="809625" extrusionOk="0">
                  <a:moveTo>
                    <a:pt x="1130717" y="809180"/>
                  </a:moveTo>
                  <a:lnTo>
                    <a:pt x="1130717" y="765982"/>
                  </a:lnTo>
                </a:path>
                <a:path w="1870710" h="809625" extrusionOk="0">
                  <a:moveTo>
                    <a:pt x="1500419" y="809180"/>
                  </a:moveTo>
                  <a:lnTo>
                    <a:pt x="1500419" y="765982"/>
                  </a:lnTo>
                </a:path>
                <a:path w="1870710" h="809625" extrusionOk="0">
                  <a:moveTo>
                    <a:pt x="1870131" y="809180"/>
                  </a:moveTo>
                  <a:lnTo>
                    <a:pt x="1870131" y="765982"/>
                  </a:lnTo>
                </a:path>
                <a:path w="1870710" h="809625" extrusionOk="0">
                  <a:moveTo>
                    <a:pt x="0" y="393790"/>
                  </a:moveTo>
                  <a:lnTo>
                    <a:pt x="43201" y="393790"/>
                  </a:lnTo>
                </a:path>
                <a:path w="1870710" h="809625" extrusionOk="0">
                  <a:moveTo>
                    <a:pt x="0" y="0"/>
                  </a:moveTo>
                  <a:lnTo>
                    <a:pt x="43201"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47" name="Google Shape;547;p29"/>
            <p:cNvSpPr/>
            <p:nvPr/>
          </p:nvSpPr>
          <p:spPr>
            <a:xfrm>
              <a:off x="1629384" y="2904870"/>
              <a:ext cx="1828800" cy="0"/>
            </a:xfrm>
            <a:custGeom>
              <a:avLst/>
              <a:gdLst/>
              <a:ahLst/>
              <a:cxnLst/>
              <a:rect l="l" t="t" r="r" b="b"/>
              <a:pathLst>
                <a:path w="1828800" h="120000" extrusionOk="0">
                  <a:moveTo>
                    <a:pt x="0" y="0"/>
                  </a:moveTo>
                  <a:lnTo>
                    <a:pt x="1828281"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48" name="Google Shape;548;p29"/>
            <p:cNvSpPr/>
            <p:nvPr/>
          </p:nvSpPr>
          <p:spPr>
            <a:xfrm>
              <a:off x="3445520" y="2888675"/>
              <a:ext cx="32384" cy="32384"/>
            </a:xfrm>
            <a:custGeom>
              <a:avLst/>
              <a:gdLst/>
              <a:ahLst/>
              <a:cxnLst/>
              <a:rect l="l" t="t" r="r" b="b"/>
              <a:pathLst>
                <a:path w="32385" h="32385" extrusionOk="0">
                  <a:moveTo>
                    <a:pt x="0" y="0"/>
                  </a:moveTo>
                  <a:lnTo>
                    <a:pt x="12146" y="16195"/>
                  </a:lnTo>
                  <a:lnTo>
                    <a:pt x="0" y="32390"/>
                  </a:lnTo>
                  <a:lnTo>
                    <a:pt x="32390" y="16195"/>
                  </a:lnTo>
                  <a:lnTo>
                    <a:pt x="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49" name="Google Shape;549;p29"/>
            <p:cNvSpPr/>
            <p:nvPr/>
          </p:nvSpPr>
          <p:spPr>
            <a:xfrm>
              <a:off x="1629384" y="1940637"/>
              <a:ext cx="0" cy="964565"/>
            </a:xfrm>
            <a:custGeom>
              <a:avLst/>
              <a:gdLst/>
              <a:ahLst/>
              <a:cxnLst/>
              <a:rect l="l" t="t" r="r" b="b"/>
              <a:pathLst>
                <a:path w="120000" h="964564" extrusionOk="0">
                  <a:moveTo>
                    <a:pt x="0" y="964233"/>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50" name="Google Shape;550;p29"/>
            <p:cNvSpPr/>
            <p:nvPr/>
          </p:nvSpPr>
          <p:spPr>
            <a:xfrm>
              <a:off x="1613189" y="1920393"/>
              <a:ext cx="32384" cy="32384"/>
            </a:xfrm>
            <a:custGeom>
              <a:avLst/>
              <a:gdLst/>
              <a:ahLst/>
              <a:cxnLst/>
              <a:rect l="l" t="t" r="r" b="b"/>
              <a:pathLst>
                <a:path w="32385" h="32385" extrusionOk="0">
                  <a:moveTo>
                    <a:pt x="0" y="32390"/>
                  </a:moveTo>
                  <a:lnTo>
                    <a:pt x="16195" y="20244"/>
                  </a:lnTo>
                  <a:lnTo>
                    <a:pt x="32390" y="32390"/>
                  </a:lnTo>
                  <a:lnTo>
                    <a:pt x="16195" y="0"/>
                  </a:lnTo>
                  <a:lnTo>
                    <a:pt x="0" y="3239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51" name="Google Shape;551;p29"/>
          <p:cNvSpPr txBox="1"/>
          <p:nvPr/>
        </p:nvSpPr>
        <p:spPr>
          <a:xfrm>
            <a:off x="1909102" y="2907775"/>
            <a:ext cx="1550400" cy="159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850">
                <a:latin typeface="Arial"/>
                <a:ea typeface="Arial"/>
                <a:cs typeface="Arial"/>
                <a:sym typeface="Arial"/>
              </a:rPr>
              <a:t>0</a:t>
            </a:r>
            <a:r>
              <a:rPr lang="en-US" sz="950" i="1">
                <a:latin typeface="Bookman Old Style"/>
                <a:ea typeface="Bookman Old Style"/>
                <a:cs typeface="Bookman Old Style"/>
                <a:sym typeface="Bookman Old Style"/>
              </a:rPr>
              <a:t>.</a:t>
            </a:r>
            <a:r>
              <a:rPr lang="en-US" sz="850">
                <a:latin typeface="Arial"/>
                <a:ea typeface="Arial"/>
                <a:cs typeface="Arial"/>
                <a:sym typeface="Arial"/>
              </a:rPr>
              <a:t>2	0</a:t>
            </a:r>
            <a:r>
              <a:rPr lang="en-US" sz="950" i="1">
                <a:latin typeface="Bookman Old Style"/>
                <a:ea typeface="Bookman Old Style"/>
                <a:cs typeface="Bookman Old Style"/>
                <a:sym typeface="Bookman Old Style"/>
              </a:rPr>
              <a:t>.</a:t>
            </a:r>
            <a:r>
              <a:rPr lang="en-US" sz="850">
                <a:latin typeface="Arial"/>
                <a:ea typeface="Arial"/>
                <a:cs typeface="Arial"/>
                <a:sym typeface="Arial"/>
              </a:rPr>
              <a:t>4</a:t>
            </a:r>
            <a:r>
              <a:rPr lang="en-US" sz="850"/>
              <a:t>     </a:t>
            </a:r>
            <a:r>
              <a:rPr lang="en-US" sz="850">
                <a:latin typeface="Arial"/>
                <a:ea typeface="Arial"/>
                <a:cs typeface="Arial"/>
                <a:sym typeface="Arial"/>
              </a:rPr>
              <a:t>0</a:t>
            </a:r>
            <a:r>
              <a:rPr lang="en-US" sz="950" i="1">
                <a:latin typeface="Bookman Old Style"/>
                <a:ea typeface="Bookman Old Style"/>
                <a:cs typeface="Bookman Old Style"/>
                <a:sym typeface="Bookman Old Style"/>
              </a:rPr>
              <a:t>.</a:t>
            </a:r>
            <a:r>
              <a:rPr lang="en-US" sz="850">
                <a:latin typeface="Arial"/>
                <a:ea typeface="Arial"/>
                <a:cs typeface="Arial"/>
                <a:sym typeface="Arial"/>
              </a:rPr>
              <a:t>6</a:t>
            </a:r>
            <a:r>
              <a:rPr lang="en-US" sz="850"/>
              <a:t>      </a:t>
            </a:r>
            <a:r>
              <a:rPr lang="en-US" sz="850">
                <a:latin typeface="Arial"/>
                <a:ea typeface="Arial"/>
                <a:cs typeface="Arial"/>
                <a:sym typeface="Arial"/>
              </a:rPr>
              <a:t>0</a:t>
            </a:r>
            <a:r>
              <a:rPr lang="en-US" sz="950" i="1">
                <a:latin typeface="Bookman Old Style"/>
                <a:ea typeface="Bookman Old Style"/>
                <a:cs typeface="Bookman Old Style"/>
                <a:sym typeface="Bookman Old Style"/>
              </a:rPr>
              <a:t>.</a:t>
            </a:r>
            <a:r>
              <a:rPr lang="en-US" sz="850">
                <a:latin typeface="Arial"/>
                <a:ea typeface="Arial"/>
                <a:cs typeface="Arial"/>
                <a:sym typeface="Arial"/>
              </a:rPr>
              <a:t>8</a:t>
            </a:r>
            <a:endParaRPr sz="850">
              <a:latin typeface="Arial"/>
              <a:ea typeface="Arial"/>
              <a:cs typeface="Arial"/>
              <a:sym typeface="Arial"/>
            </a:endParaRPr>
          </a:p>
        </p:txBody>
      </p:sp>
      <p:sp>
        <p:nvSpPr>
          <p:cNvPr id="552" name="Google Shape;552;p29"/>
          <p:cNvSpPr txBox="1"/>
          <p:nvPr/>
        </p:nvSpPr>
        <p:spPr>
          <a:xfrm>
            <a:off x="3434796" y="2919921"/>
            <a:ext cx="86360" cy="15684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Arial"/>
                <a:ea typeface="Arial"/>
                <a:cs typeface="Arial"/>
                <a:sym typeface="Arial"/>
              </a:rPr>
              <a:t>1</a:t>
            </a:r>
            <a:endParaRPr sz="850">
              <a:latin typeface="Arial"/>
              <a:ea typeface="Arial"/>
              <a:cs typeface="Arial"/>
              <a:sym typeface="Arial"/>
            </a:endParaRPr>
          </a:p>
        </p:txBody>
      </p:sp>
      <p:grpSp>
        <p:nvGrpSpPr>
          <p:cNvPr id="553" name="Google Shape;553;p29"/>
          <p:cNvGrpSpPr/>
          <p:nvPr/>
        </p:nvGrpSpPr>
        <p:grpSpPr>
          <a:xfrm>
            <a:off x="1647869" y="1998135"/>
            <a:ext cx="1811655" cy="904881"/>
            <a:chOff x="1647869" y="1998135"/>
            <a:chExt cx="1811655" cy="904881"/>
          </a:xfrm>
        </p:grpSpPr>
        <p:sp>
          <p:nvSpPr>
            <p:cNvPr id="554" name="Google Shape;554;p29"/>
            <p:cNvSpPr/>
            <p:nvPr/>
          </p:nvSpPr>
          <p:spPr>
            <a:xfrm>
              <a:off x="1647869" y="1998135"/>
              <a:ext cx="1811655" cy="904875"/>
            </a:xfrm>
            <a:custGeom>
              <a:avLst/>
              <a:gdLst/>
              <a:ahLst/>
              <a:cxnLst/>
              <a:rect l="l" t="t" r="r" b="b"/>
              <a:pathLst>
                <a:path w="1811654" h="904875" extrusionOk="0">
                  <a:moveTo>
                    <a:pt x="0" y="0"/>
                  </a:moveTo>
                  <a:lnTo>
                    <a:pt x="18298" y="135446"/>
                  </a:lnTo>
                  <a:lnTo>
                    <a:pt x="36597" y="214968"/>
                  </a:lnTo>
                  <a:lnTo>
                    <a:pt x="54895" y="271424"/>
                  </a:lnTo>
                  <a:lnTo>
                    <a:pt x="73194" y="315289"/>
                  </a:lnTo>
                  <a:lnTo>
                    <a:pt x="91492" y="351115"/>
                  </a:lnTo>
                  <a:lnTo>
                    <a:pt x="128090" y="407656"/>
                  </a:lnTo>
                  <a:lnTo>
                    <a:pt x="164687" y="451564"/>
                  </a:lnTo>
                  <a:lnTo>
                    <a:pt x="201284" y="487434"/>
                  </a:lnTo>
                  <a:lnTo>
                    <a:pt x="237882" y="517760"/>
                  </a:lnTo>
                  <a:lnTo>
                    <a:pt x="274478" y="544034"/>
                  </a:lnTo>
                  <a:lnTo>
                    <a:pt x="311075" y="567189"/>
                  </a:lnTo>
                  <a:lnTo>
                    <a:pt x="347673" y="587910"/>
                  </a:lnTo>
                  <a:lnTo>
                    <a:pt x="384270" y="606696"/>
                  </a:lnTo>
                  <a:lnTo>
                    <a:pt x="420867" y="623824"/>
                  </a:lnTo>
                  <a:lnTo>
                    <a:pt x="457464" y="639574"/>
                  </a:lnTo>
                  <a:lnTo>
                    <a:pt x="494061" y="654157"/>
                  </a:lnTo>
                  <a:lnTo>
                    <a:pt x="530658" y="667739"/>
                  </a:lnTo>
                  <a:lnTo>
                    <a:pt x="567256" y="680435"/>
                  </a:lnTo>
                  <a:lnTo>
                    <a:pt x="603852" y="692369"/>
                  </a:lnTo>
                  <a:lnTo>
                    <a:pt x="640449" y="703619"/>
                  </a:lnTo>
                  <a:lnTo>
                    <a:pt x="677047" y="714246"/>
                  </a:lnTo>
                  <a:lnTo>
                    <a:pt x="731942" y="729225"/>
                  </a:lnTo>
                  <a:lnTo>
                    <a:pt x="786838" y="743130"/>
                  </a:lnTo>
                  <a:lnTo>
                    <a:pt x="841734" y="756114"/>
                  </a:lnTo>
                  <a:lnTo>
                    <a:pt x="896630" y="768296"/>
                  </a:lnTo>
                  <a:lnTo>
                    <a:pt x="951525" y="779763"/>
                  </a:lnTo>
                  <a:lnTo>
                    <a:pt x="1006425" y="790604"/>
                  </a:lnTo>
                  <a:lnTo>
                    <a:pt x="1061319" y="800870"/>
                  </a:lnTo>
                  <a:lnTo>
                    <a:pt x="1116214" y="810636"/>
                  </a:lnTo>
                  <a:lnTo>
                    <a:pt x="1171108" y="819932"/>
                  </a:lnTo>
                  <a:lnTo>
                    <a:pt x="1226003" y="828810"/>
                  </a:lnTo>
                  <a:lnTo>
                    <a:pt x="1280897" y="837315"/>
                  </a:lnTo>
                  <a:lnTo>
                    <a:pt x="1335792" y="845451"/>
                  </a:lnTo>
                  <a:lnTo>
                    <a:pt x="1390686" y="853268"/>
                  </a:lnTo>
                  <a:lnTo>
                    <a:pt x="1445591" y="860789"/>
                  </a:lnTo>
                  <a:lnTo>
                    <a:pt x="1463889" y="863268"/>
                  </a:lnTo>
                  <a:lnTo>
                    <a:pt x="1518783" y="870427"/>
                  </a:lnTo>
                  <a:lnTo>
                    <a:pt x="1573678" y="877334"/>
                  </a:lnTo>
                  <a:lnTo>
                    <a:pt x="1628572" y="884009"/>
                  </a:lnTo>
                  <a:lnTo>
                    <a:pt x="1683467" y="890466"/>
                  </a:lnTo>
                  <a:lnTo>
                    <a:pt x="1738361" y="896713"/>
                  </a:lnTo>
                  <a:lnTo>
                    <a:pt x="1793256" y="902769"/>
                  </a:lnTo>
                  <a:lnTo>
                    <a:pt x="1811554" y="904752"/>
                  </a:lnTo>
                </a:path>
              </a:pathLst>
            </a:custGeom>
            <a:noFill/>
            <a:ln w="952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55" name="Google Shape;555;p29"/>
            <p:cNvSpPr/>
            <p:nvPr/>
          </p:nvSpPr>
          <p:spPr>
            <a:xfrm>
              <a:off x="1647869" y="1998141"/>
              <a:ext cx="1811655" cy="904875"/>
            </a:xfrm>
            <a:custGeom>
              <a:avLst/>
              <a:gdLst/>
              <a:ahLst/>
              <a:cxnLst/>
              <a:rect l="l" t="t" r="r" b="b"/>
              <a:pathLst>
                <a:path w="1811654" h="904875" extrusionOk="0">
                  <a:moveTo>
                    <a:pt x="0" y="904746"/>
                  </a:moveTo>
                  <a:lnTo>
                    <a:pt x="54895" y="898749"/>
                  </a:lnTo>
                  <a:lnTo>
                    <a:pt x="109790" y="892562"/>
                  </a:lnTo>
                  <a:lnTo>
                    <a:pt x="164687" y="886179"/>
                  </a:lnTo>
                  <a:lnTo>
                    <a:pt x="219582" y="879575"/>
                  </a:lnTo>
                  <a:lnTo>
                    <a:pt x="274478" y="872747"/>
                  </a:lnTo>
                  <a:lnTo>
                    <a:pt x="329373" y="865676"/>
                  </a:lnTo>
                  <a:lnTo>
                    <a:pt x="365971" y="860783"/>
                  </a:lnTo>
                  <a:lnTo>
                    <a:pt x="384270" y="858340"/>
                  </a:lnTo>
                  <a:lnTo>
                    <a:pt x="439165" y="850696"/>
                  </a:lnTo>
                  <a:lnTo>
                    <a:pt x="494061" y="842771"/>
                  </a:lnTo>
                  <a:lnTo>
                    <a:pt x="548956" y="834515"/>
                  </a:lnTo>
                  <a:lnTo>
                    <a:pt x="603852" y="825905"/>
                  </a:lnTo>
                  <a:lnTo>
                    <a:pt x="658748" y="816877"/>
                  </a:lnTo>
                  <a:lnTo>
                    <a:pt x="713644" y="807423"/>
                  </a:lnTo>
                  <a:lnTo>
                    <a:pt x="768539" y="797501"/>
                  </a:lnTo>
                  <a:lnTo>
                    <a:pt x="823435" y="787050"/>
                  </a:lnTo>
                  <a:lnTo>
                    <a:pt x="878330" y="776008"/>
                  </a:lnTo>
                  <a:lnTo>
                    <a:pt x="933227" y="764312"/>
                  </a:lnTo>
                  <a:lnTo>
                    <a:pt x="988122" y="751874"/>
                  </a:lnTo>
                  <a:lnTo>
                    <a:pt x="1043021" y="738598"/>
                  </a:lnTo>
                  <a:lnTo>
                    <a:pt x="1097915" y="724334"/>
                  </a:lnTo>
                  <a:lnTo>
                    <a:pt x="1152810" y="709016"/>
                  </a:lnTo>
                  <a:lnTo>
                    <a:pt x="1189406" y="698077"/>
                  </a:lnTo>
                  <a:lnTo>
                    <a:pt x="1226003" y="686491"/>
                  </a:lnTo>
                  <a:lnTo>
                    <a:pt x="1262599" y="674190"/>
                  </a:lnTo>
                  <a:lnTo>
                    <a:pt x="1299195" y="661060"/>
                  </a:lnTo>
                  <a:lnTo>
                    <a:pt x="1335792" y="646996"/>
                  </a:lnTo>
                  <a:lnTo>
                    <a:pt x="1372388" y="631851"/>
                  </a:lnTo>
                  <a:lnTo>
                    <a:pt x="1408994" y="615442"/>
                  </a:lnTo>
                  <a:lnTo>
                    <a:pt x="1445591" y="597538"/>
                  </a:lnTo>
                  <a:lnTo>
                    <a:pt x="1482187" y="577800"/>
                  </a:lnTo>
                  <a:lnTo>
                    <a:pt x="1518783" y="555948"/>
                  </a:lnTo>
                  <a:lnTo>
                    <a:pt x="1555380" y="531316"/>
                  </a:lnTo>
                  <a:lnTo>
                    <a:pt x="1591976" y="503174"/>
                  </a:lnTo>
                  <a:lnTo>
                    <a:pt x="1628572" y="470306"/>
                  </a:lnTo>
                  <a:lnTo>
                    <a:pt x="1665169" y="430834"/>
                  </a:lnTo>
                  <a:lnTo>
                    <a:pt x="1701765" y="381402"/>
                  </a:lnTo>
                  <a:lnTo>
                    <a:pt x="1738361" y="315283"/>
                  </a:lnTo>
                  <a:lnTo>
                    <a:pt x="1756659" y="271422"/>
                  </a:lnTo>
                  <a:lnTo>
                    <a:pt x="1774958" y="214968"/>
                  </a:lnTo>
                  <a:lnTo>
                    <a:pt x="1793256" y="135452"/>
                  </a:lnTo>
                  <a:lnTo>
                    <a:pt x="1811554" y="0"/>
                  </a:lnTo>
                </a:path>
              </a:pathLst>
            </a:custGeom>
            <a:noFill/>
            <a:ln w="9525" cap="flat" cmpd="sng">
              <a:solidFill>
                <a:srgbClr val="EC202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56" name="Google Shape;556;p29"/>
          <p:cNvSpPr txBox="1"/>
          <p:nvPr/>
        </p:nvSpPr>
        <p:spPr>
          <a:xfrm>
            <a:off x="347294" y="444714"/>
            <a:ext cx="5020310" cy="2529205"/>
          </a:xfrm>
          <a:prstGeom prst="rect">
            <a:avLst/>
          </a:prstGeom>
          <a:noFill/>
          <a:ln>
            <a:noFill/>
          </a:ln>
        </p:spPr>
        <p:txBody>
          <a:bodyPr spcFirstLastPara="1" wrap="square" lIns="0" tIns="41900" rIns="0" bIns="0" anchor="t" anchorCtr="0">
            <a:spAutoFit/>
          </a:bodyPr>
          <a:lstStyle/>
          <a:p>
            <a:pPr marL="12700" lvl="0" indent="0" algn="l" rtl="0">
              <a:lnSpc>
                <a:spcPct val="100000"/>
              </a:lnSpc>
              <a:spcBef>
                <a:spcPts val="0"/>
              </a:spcBef>
              <a:spcAft>
                <a:spcPts val="0"/>
              </a:spcAft>
              <a:buNone/>
            </a:pPr>
            <a:r>
              <a:rPr lang="en-US" sz="1050">
                <a:solidFill>
                  <a:srgbClr val="BF003F"/>
                </a:solidFill>
                <a:latin typeface="Arial"/>
                <a:ea typeface="Arial"/>
                <a:cs typeface="Arial"/>
                <a:sym typeface="Arial"/>
              </a:rPr>
              <a:t>Advantages:</a:t>
            </a:r>
            <a:endParaRPr sz="1050">
              <a:latin typeface="Arial"/>
              <a:ea typeface="Arial"/>
              <a:cs typeface="Arial"/>
              <a:sym typeface="Arial"/>
            </a:endParaRPr>
          </a:p>
          <a:p>
            <a:pPr marL="309880" marR="188595" lvl="0" indent="0" algn="l" rtl="0">
              <a:lnSpc>
                <a:spcPct val="114599"/>
              </a:lnSpc>
              <a:spcBef>
                <a:spcPts val="50"/>
              </a:spcBef>
              <a:spcAft>
                <a:spcPts val="0"/>
              </a:spcAft>
              <a:buNone/>
            </a:pPr>
            <a:r>
              <a:rPr lang="en-US" sz="1050">
                <a:solidFill>
                  <a:srgbClr val="1B1472"/>
                </a:solidFill>
                <a:latin typeface="Arial"/>
                <a:ea typeface="Arial"/>
                <a:cs typeface="Arial"/>
                <a:sym typeface="Arial"/>
              </a:rPr>
              <a:t>Probabilistic interpretation: </a:t>
            </a:r>
            <a:r>
              <a:rPr lang="en-US" sz="1050">
                <a:latin typeface="Arial"/>
                <a:ea typeface="Arial"/>
                <a:cs typeface="Arial"/>
                <a:sym typeface="Arial"/>
              </a:rPr>
              <a:t>Derived from maximum likelihood estimation </a:t>
            </a:r>
            <a:r>
              <a:rPr lang="en-US" sz="1050">
                <a:solidFill>
                  <a:srgbClr val="1B1472"/>
                </a:solidFill>
                <a:latin typeface="Arial"/>
                <a:ea typeface="Arial"/>
                <a:cs typeface="Arial"/>
                <a:sym typeface="Arial"/>
              </a:rPr>
              <a:t>Appropriate for probabilities: </a:t>
            </a:r>
            <a:r>
              <a:rPr lang="en-US" sz="1050">
                <a:latin typeface="Arial"/>
                <a:ea typeface="Arial"/>
                <a:cs typeface="Arial"/>
                <a:sym typeface="Arial"/>
              </a:rPr>
              <a:t>Heavily penalizes confident wrong predictions </a:t>
            </a:r>
            <a:r>
              <a:rPr lang="en-US" sz="1050">
                <a:solidFill>
                  <a:srgbClr val="1B1472"/>
                </a:solidFill>
                <a:latin typeface="Arial"/>
                <a:ea typeface="Arial"/>
                <a:cs typeface="Arial"/>
                <a:sym typeface="Arial"/>
              </a:rPr>
              <a:t>Convex: </a:t>
            </a:r>
            <a:r>
              <a:rPr lang="en-US" sz="1050">
                <a:latin typeface="Arial"/>
                <a:ea typeface="Arial"/>
                <a:cs typeface="Arial"/>
                <a:sym typeface="Arial"/>
              </a:rPr>
              <a:t>Has a single global minimum for logistic regression</a:t>
            </a:r>
            <a:endParaRPr sz="1050">
              <a:latin typeface="Arial"/>
              <a:ea typeface="Arial"/>
              <a:cs typeface="Arial"/>
              <a:sym typeface="Arial"/>
            </a:endParaRPr>
          </a:p>
          <a:p>
            <a:pPr marL="309880" lvl="0" indent="0" algn="l" rtl="0">
              <a:lnSpc>
                <a:spcPct val="100000"/>
              </a:lnSpc>
              <a:spcBef>
                <a:spcPts val="185"/>
              </a:spcBef>
              <a:spcAft>
                <a:spcPts val="0"/>
              </a:spcAft>
              <a:buNone/>
            </a:pPr>
            <a:r>
              <a:rPr lang="en-US" sz="1050">
                <a:solidFill>
                  <a:srgbClr val="1B1472"/>
                </a:solidFill>
                <a:latin typeface="Arial"/>
                <a:ea typeface="Arial"/>
                <a:cs typeface="Arial"/>
                <a:sym typeface="Arial"/>
              </a:rPr>
              <a:t>Well-behaved gradients: </a:t>
            </a:r>
            <a:r>
              <a:rPr lang="en-US" sz="1050">
                <a:latin typeface="Arial"/>
                <a:ea typeface="Arial"/>
                <a:cs typeface="Arial"/>
                <a:sym typeface="Arial"/>
              </a:rPr>
              <a:t>Works well with sigmoid activation</a:t>
            </a:r>
            <a:endParaRPr sz="1050">
              <a:latin typeface="Arial"/>
              <a:ea typeface="Arial"/>
              <a:cs typeface="Arial"/>
              <a:sym typeface="Arial"/>
            </a:endParaRPr>
          </a:p>
          <a:p>
            <a:pPr marL="12700" lvl="0" indent="0" algn="l" rtl="0">
              <a:lnSpc>
                <a:spcPct val="100000"/>
              </a:lnSpc>
              <a:spcBef>
                <a:spcPts val="800"/>
              </a:spcBef>
              <a:spcAft>
                <a:spcPts val="0"/>
              </a:spcAft>
              <a:buNone/>
            </a:pPr>
            <a:r>
              <a:rPr lang="en-US" sz="1050">
                <a:solidFill>
                  <a:srgbClr val="BF003F"/>
                </a:solidFill>
                <a:latin typeface="Arial"/>
                <a:ea typeface="Arial"/>
                <a:cs typeface="Arial"/>
                <a:sym typeface="Arial"/>
              </a:rPr>
              <a:t>Loss behavior: </a:t>
            </a:r>
            <a:r>
              <a:rPr lang="en-US" sz="1050">
                <a:solidFill>
                  <a:srgbClr val="EC2027"/>
                </a:solidFill>
                <a:latin typeface="Arial"/>
                <a:ea typeface="Arial"/>
                <a:cs typeface="Arial"/>
                <a:sym typeface="Arial"/>
              </a:rPr>
              <a:t>Loss increases exponentially as prediction diverges from true label!</a:t>
            </a:r>
            <a:endParaRPr sz="1050">
              <a:latin typeface="Arial"/>
              <a:ea typeface="Arial"/>
              <a:cs typeface="Arial"/>
              <a:sym typeface="Arial"/>
            </a:endParaRPr>
          </a:p>
          <a:p>
            <a:pPr marL="1166495" lvl="0" indent="0" algn="l" rtl="0">
              <a:lnSpc>
                <a:spcPct val="100000"/>
              </a:lnSpc>
              <a:spcBef>
                <a:spcPts val="585"/>
              </a:spcBef>
              <a:spcAft>
                <a:spcPts val="0"/>
              </a:spcAft>
              <a:buNone/>
            </a:pPr>
            <a:r>
              <a:rPr lang="en-US" sz="850">
                <a:latin typeface="Arial"/>
                <a:ea typeface="Arial"/>
                <a:cs typeface="Arial"/>
                <a:sym typeface="Arial"/>
              </a:rPr>
              <a:t>Loss</a:t>
            </a:r>
            <a:endParaRPr sz="850">
              <a:latin typeface="Arial"/>
              <a:ea typeface="Arial"/>
              <a:cs typeface="Arial"/>
              <a:sym typeface="Arial"/>
            </a:endParaRPr>
          </a:p>
          <a:p>
            <a:pPr marL="0" lvl="0" indent="0" algn="l" rtl="0">
              <a:lnSpc>
                <a:spcPct val="100000"/>
              </a:lnSpc>
              <a:spcBef>
                <a:spcPts val="560"/>
              </a:spcBef>
              <a:spcAft>
                <a:spcPts val="0"/>
              </a:spcAft>
              <a:buNone/>
            </a:pPr>
            <a:endParaRPr sz="850">
              <a:latin typeface="Arial"/>
              <a:ea typeface="Arial"/>
              <a:cs typeface="Arial"/>
              <a:sym typeface="Arial"/>
            </a:endParaRPr>
          </a:p>
          <a:p>
            <a:pPr marL="1160780" lvl="0" indent="0" algn="l" rtl="0">
              <a:lnSpc>
                <a:spcPct val="100000"/>
              </a:lnSpc>
              <a:spcBef>
                <a:spcPts val="0"/>
              </a:spcBef>
              <a:spcAft>
                <a:spcPts val="0"/>
              </a:spcAft>
              <a:buNone/>
            </a:pPr>
            <a:r>
              <a:rPr lang="en-US" sz="850">
                <a:latin typeface="Arial"/>
                <a:ea typeface="Arial"/>
                <a:cs typeface="Arial"/>
                <a:sym typeface="Arial"/>
              </a:rPr>
              <a:t>4</a:t>
            </a:r>
            <a:endParaRPr sz="850">
              <a:latin typeface="Arial"/>
              <a:ea typeface="Arial"/>
              <a:cs typeface="Arial"/>
              <a:sym typeface="Arial"/>
            </a:endParaRPr>
          </a:p>
          <a:p>
            <a:pPr marL="0" lvl="0" indent="0" algn="l" rtl="0">
              <a:lnSpc>
                <a:spcPct val="100000"/>
              </a:lnSpc>
              <a:spcBef>
                <a:spcPts val="0"/>
              </a:spcBef>
              <a:spcAft>
                <a:spcPts val="0"/>
              </a:spcAft>
              <a:buNone/>
            </a:pPr>
            <a:endParaRPr sz="850">
              <a:latin typeface="Arial"/>
              <a:ea typeface="Arial"/>
              <a:cs typeface="Arial"/>
              <a:sym typeface="Arial"/>
            </a:endParaRPr>
          </a:p>
          <a:p>
            <a:pPr marL="0" lvl="0" indent="0" algn="l" rtl="0">
              <a:lnSpc>
                <a:spcPct val="100000"/>
              </a:lnSpc>
              <a:spcBef>
                <a:spcPts val="125"/>
              </a:spcBef>
              <a:spcAft>
                <a:spcPts val="0"/>
              </a:spcAft>
              <a:buNone/>
            </a:pPr>
            <a:endParaRPr sz="850">
              <a:latin typeface="Arial"/>
              <a:ea typeface="Arial"/>
              <a:cs typeface="Arial"/>
              <a:sym typeface="Arial"/>
            </a:endParaRPr>
          </a:p>
          <a:p>
            <a:pPr marL="1160780" lvl="0" indent="0" algn="l" rtl="0">
              <a:lnSpc>
                <a:spcPct val="100000"/>
              </a:lnSpc>
              <a:spcBef>
                <a:spcPts val="0"/>
              </a:spcBef>
              <a:spcAft>
                <a:spcPts val="0"/>
              </a:spcAft>
              <a:buNone/>
            </a:pPr>
            <a:r>
              <a:rPr lang="en-US" sz="850">
                <a:latin typeface="Arial"/>
                <a:ea typeface="Arial"/>
                <a:cs typeface="Arial"/>
                <a:sym typeface="Arial"/>
              </a:rPr>
              <a:t>2</a:t>
            </a:r>
            <a:endParaRPr sz="850">
              <a:latin typeface="Arial"/>
              <a:ea typeface="Arial"/>
              <a:cs typeface="Arial"/>
              <a:sym typeface="Arial"/>
            </a:endParaRPr>
          </a:p>
          <a:p>
            <a:pPr marL="0" lvl="0" indent="0" algn="l" rtl="0">
              <a:lnSpc>
                <a:spcPct val="100000"/>
              </a:lnSpc>
              <a:spcBef>
                <a:spcPts val="955"/>
              </a:spcBef>
              <a:spcAft>
                <a:spcPts val="0"/>
              </a:spcAft>
              <a:buNone/>
            </a:pPr>
            <a:endParaRPr sz="850">
              <a:latin typeface="Arial"/>
              <a:ea typeface="Arial"/>
              <a:cs typeface="Arial"/>
              <a:sym typeface="Arial"/>
            </a:endParaRPr>
          </a:p>
          <a:p>
            <a:pPr marL="3261359" lvl="0" indent="0" algn="l" rtl="0">
              <a:lnSpc>
                <a:spcPct val="100000"/>
              </a:lnSpc>
              <a:spcBef>
                <a:spcPts val="0"/>
              </a:spcBef>
              <a:spcAft>
                <a:spcPts val="0"/>
              </a:spcAft>
              <a:buNone/>
            </a:pPr>
            <a:r>
              <a:rPr lang="en-US" sz="850" i="1">
                <a:latin typeface="Arial"/>
                <a:ea typeface="Arial"/>
                <a:cs typeface="Arial"/>
                <a:sym typeface="Arial"/>
              </a:rPr>
              <a:t>y</a:t>
            </a:r>
            <a:r>
              <a:rPr lang="en-US" sz="950">
                <a:latin typeface="Tahoma"/>
                <a:ea typeface="Tahoma"/>
                <a:cs typeface="Tahoma"/>
                <a:sym typeface="Tahoma"/>
              </a:rPr>
              <a:t>ˆ </a:t>
            </a:r>
            <a:r>
              <a:rPr lang="en-US" sz="850">
                <a:latin typeface="Arial"/>
                <a:ea typeface="Arial"/>
                <a:cs typeface="Arial"/>
                <a:sym typeface="Arial"/>
              </a:rPr>
              <a:t>(prediction)</a:t>
            </a:r>
            <a:endParaRPr sz="850">
              <a:latin typeface="Arial"/>
              <a:ea typeface="Arial"/>
              <a:cs typeface="Arial"/>
              <a:sym typeface="Arial"/>
            </a:endParaRPr>
          </a:p>
        </p:txBody>
      </p:sp>
      <p:grpSp>
        <p:nvGrpSpPr>
          <p:cNvPr id="557" name="Google Shape;557;p29"/>
          <p:cNvGrpSpPr/>
          <p:nvPr/>
        </p:nvGrpSpPr>
        <p:grpSpPr>
          <a:xfrm>
            <a:off x="0" y="3141936"/>
            <a:ext cx="5760262" cy="92075"/>
            <a:chOff x="0" y="3141936"/>
            <a:chExt cx="5760262" cy="92075"/>
          </a:xfrm>
        </p:grpSpPr>
        <p:sp>
          <p:nvSpPr>
            <p:cNvPr id="558" name="Google Shape;558;p2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59" name="Google Shape;559;p2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0" name="Google Shape;560;p2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61" name="Google Shape;561;p2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62" name="Google Shape;562;p2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7"/>
              </a:rPr>
              <a:t>D</a:t>
            </a:r>
            <a:r>
              <a:rPr lang="en-US" sz="600" u="sng" cap="small">
                <a:solidFill>
                  <a:schemeClr val="hlink"/>
                </a:solidFill>
                <a:latin typeface="Bookman Old Style"/>
                <a:ea typeface="Bookman Old Style"/>
                <a:cs typeface="Bookman Old Style"/>
                <a:sym typeface="Bookman Old Style"/>
                <a:hlinkClick r:id="rId7"/>
              </a:rPr>
              <a:t>eep</a:t>
            </a:r>
            <a:r>
              <a:rPr lang="en-US" sz="600" u="sng">
                <a:solidFill>
                  <a:schemeClr val="hlink"/>
                </a:solidFill>
                <a:latin typeface="Bookman Old Style"/>
                <a:ea typeface="Bookman Old Style"/>
                <a:cs typeface="Bookman Old Style"/>
                <a:sym typeface="Bookman Old Style"/>
                <a:hlinkClick r:id="rId7"/>
              </a:rPr>
              <a:t> L</a:t>
            </a:r>
            <a:r>
              <a:rPr lang="en-US" sz="600" u="sng" cap="small">
                <a:solidFill>
                  <a:schemeClr val="hlink"/>
                </a:solidFill>
                <a:latin typeface="Bookman Old Style"/>
                <a:ea typeface="Bookman Old Style"/>
                <a:cs typeface="Bookman Old Style"/>
                <a:sym typeface="Bookman Old Style"/>
                <a:hlinkClick r:id="rId7"/>
              </a:rPr>
              <a:t>earning</a:t>
            </a:r>
            <a:endParaRPr sz="600">
              <a:latin typeface="Bookman Old Style"/>
              <a:ea typeface="Bookman Old Style"/>
              <a:cs typeface="Bookman Old Style"/>
              <a:sym typeface="Bookman Old Style"/>
            </a:endParaRPr>
          </a:p>
        </p:txBody>
      </p:sp>
      <p:sp>
        <p:nvSpPr>
          <p:cNvPr id="563" name="Google Shape;563;p29"/>
          <p:cNvSpPr txBox="1">
            <a:spLocks noGrp="1"/>
          </p:cNvSpPr>
          <p:nvPr>
            <p:ph type="sldNum" idx="12"/>
          </p:nvPr>
        </p:nvSpPr>
        <p:spPr>
          <a:xfrm>
            <a:off x="4627903" y="3137675"/>
            <a:ext cx="59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23</a:t>
            </a:fld>
            <a:r>
              <a:rPr lang="en-US"/>
              <a:t> / 100</a:t>
            </a:r>
            <a:endParaRPr/>
          </a:p>
        </p:txBody>
      </p:sp>
    </p:spTree>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30"/>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F</a:t>
            </a:r>
            <a:r>
              <a:rPr lang="en-US" cap="small">
                <a:solidFill>
                  <a:srgbClr val="FFFFFF"/>
                </a:solidFill>
              </a:rPr>
              <a:t>rom</a:t>
            </a:r>
            <a:r>
              <a:rPr lang="en-US">
                <a:solidFill>
                  <a:srgbClr val="FFFFFF"/>
                </a:solidFill>
              </a:rPr>
              <a:t> B</a:t>
            </a:r>
            <a:r>
              <a:rPr lang="en-US" cap="small">
                <a:solidFill>
                  <a:srgbClr val="FFFFFF"/>
                </a:solidFill>
              </a:rPr>
              <a:t>atch</a:t>
            </a:r>
            <a:r>
              <a:rPr lang="en-US">
                <a:solidFill>
                  <a:srgbClr val="FFFFFF"/>
                </a:solidFill>
              </a:rPr>
              <a:t> </a:t>
            </a:r>
            <a:r>
              <a:rPr lang="en-US" cap="small">
                <a:solidFill>
                  <a:srgbClr val="FFFFFF"/>
                </a:solidFill>
              </a:rPr>
              <a:t>to</a:t>
            </a:r>
            <a:r>
              <a:rPr lang="en-US">
                <a:solidFill>
                  <a:srgbClr val="FFFFFF"/>
                </a:solidFill>
              </a:rPr>
              <a:t> S</a:t>
            </a:r>
            <a:r>
              <a:rPr lang="en-US" cap="small">
                <a:solidFill>
                  <a:srgbClr val="FFFFFF"/>
                </a:solidFill>
              </a:rPr>
              <a:t>tochastic</a:t>
            </a:r>
            <a:r>
              <a:rPr lang="en-US">
                <a:solidFill>
                  <a:srgbClr val="FFFFFF"/>
                </a:solidFill>
              </a:rPr>
              <a:t> G</a:t>
            </a:r>
            <a:r>
              <a:rPr lang="en-US" cap="small">
                <a:solidFill>
                  <a:srgbClr val="FFFFFF"/>
                </a:solidFill>
              </a:rPr>
              <a:t>radient</a:t>
            </a:r>
            <a:r>
              <a:rPr lang="en-US">
                <a:solidFill>
                  <a:srgbClr val="FFFFFF"/>
                </a:solidFill>
              </a:rPr>
              <a:t> D</a:t>
            </a:r>
            <a:r>
              <a:rPr lang="en-US" cap="small">
                <a:solidFill>
                  <a:srgbClr val="FFFFFF"/>
                </a:solidFill>
              </a:rPr>
              <a:t>escent</a:t>
            </a:r>
            <a:endParaRPr/>
          </a:p>
        </p:txBody>
      </p:sp>
      <p:grpSp>
        <p:nvGrpSpPr>
          <p:cNvPr id="569" name="Google Shape;569;p30"/>
          <p:cNvGrpSpPr/>
          <p:nvPr/>
        </p:nvGrpSpPr>
        <p:grpSpPr>
          <a:xfrm>
            <a:off x="0" y="3141936"/>
            <a:ext cx="5760262" cy="92075"/>
            <a:chOff x="0" y="3141936"/>
            <a:chExt cx="5760262" cy="92075"/>
          </a:xfrm>
        </p:grpSpPr>
        <p:sp>
          <p:nvSpPr>
            <p:cNvPr id="570" name="Google Shape;570;p3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1" name="Google Shape;571;p3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2" name="Google Shape;572;p3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73" name="Google Shape;573;p3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74" name="Google Shape;574;p3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575" name="Google Shape;575;p30"/>
          <p:cNvSpPr txBox="1">
            <a:spLocks noGrp="1"/>
          </p:cNvSpPr>
          <p:nvPr>
            <p:ph type="sldNum" idx="12"/>
          </p:nvPr>
        </p:nvSpPr>
        <p:spPr>
          <a:xfrm>
            <a:off x="4627902" y="3137675"/>
            <a:ext cx="5391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24</a:t>
            </a:fld>
            <a:r>
              <a:rPr lang="en-US"/>
              <a:t> / 100</a:t>
            </a:r>
            <a:endParaRPr/>
          </a:p>
        </p:txBody>
      </p:sp>
      <p:pic>
        <p:nvPicPr>
          <p:cNvPr id="576" name="Google Shape;576;p30"/>
          <p:cNvPicPr preferRelativeResize="0"/>
          <p:nvPr/>
        </p:nvPicPr>
        <p:blipFill>
          <a:blip r:embed="rId4">
            <a:alphaModFix/>
          </a:blip>
          <a:stretch>
            <a:fillRect/>
          </a:stretch>
        </p:blipFill>
        <p:spPr>
          <a:xfrm>
            <a:off x="152400" y="550235"/>
            <a:ext cx="5153716" cy="2435037"/>
          </a:xfrm>
          <a:prstGeom prst="rect">
            <a:avLst/>
          </a:prstGeom>
          <a:noFill/>
          <a:ln>
            <a:noFill/>
          </a:ln>
        </p:spPr>
      </p:pic>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31"/>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dirty="0">
                <a:solidFill>
                  <a:srgbClr val="FFFFFF"/>
                </a:solidFill>
              </a:rPr>
              <a:t>S</a:t>
            </a:r>
            <a:r>
              <a:rPr lang="en-US" cap="small" dirty="0">
                <a:solidFill>
                  <a:srgbClr val="FFFFFF"/>
                </a:solidFill>
              </a:rPr>
              <a:t>tochastic</a:t>
            </a:r>
            <a:r>
              <a:rPr lang="en-US" dirty="0">
                <a:solidFill>
                  <a:srgbClr val="FFFFFF"/>
                </a:solidFill>
              </a:rPr>
              <a:t> G</a:t>
            </a:r>
            <a:r>
              <a:rPr lang="en-US" cap="small" dirty="0">
                <a:solidFill>
                  <a:srgbClr val="FFFFFF"/>
                </a:solidFill>
              </a:rPr>
              <a:t>radient</a:t>
            </a:r>
            <a:r>
              <a:rPr lang="en-US" dirty="0">
                <a:solidFill>
                  <a:srgbClr val="FFFFFF"/>
                </a:solidFill>
              </a:rPr>
              <a:t> D</a:t>
            </a:r>
            <a:r>
              <a:rPr lang="en-US" cap="small" dirty="0">
                <a:solidFill>
                  <a:srgbClr val="FFFFFF"/>
                </a:solidFill>
              </a:rPr>
              <a:t>escent</a:t>
            </a:r>
            <a:r>
              <a:rPr lang="en-US" dirty="0">
                <a:solidFill>
                  <a:srgbClr val="FFFFFF"/>
                </a:solidFill>
              </a:rPr>
              <a:t> (SGD)</a:t>
            </a:r>
            <a:endParaRPr dirty="0"/>
          </a:p>
        </p:txBody>
      </p:sp>
      <p:sp>
        <p:nvSpPr>
          <p:cNvPr id="582" name="Google Shape;582;p31"/>
          <p:cNvSpPr txBox="1"/>
          <p:nvPr/>
        </p:nvSpPr>
        <p:spPr>
          <a:xfrm>
            <a:off x="347294" y="656652"/>
            <a:ext cx="5065395" cy="1014730"/>
          </a:xfrm>
          <a:prstGeom prst="rect">
            <a:avLst/>
          </a:prstGeom>
          <a:noFill/>
          <a:ln>
            <a:noFill/>
          </a:ln>
        </p:spPr>
        <p:txBody>
          <a:bodyPr spcFirstLastPara="1" wrap="square" lIns="0" tIns="35550"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Key Idea:</a:t>
            </a:r>
            <a:endParaRPr sz="1050">
              <a:latin typeface="Arial"/>
              <a:ea typeface="Arial"/>
              <a:cs typeface="Arial"/>
              <a:sym typeface="Arial"/>
            </a:endParaRPr>
          </a:p>
          <a:p>
            <a:pPr marL="12700" marR="5080" lvl="0" indent="0" algn="l" rtl="0">
              <a:lnSpc>
                <a:spcPct val="114700"/>
              </a:lnSpc>
              <a:spcBef>
                <a:spcPts val="0"/>
              </a:spcBef>
              <a:spcAft>
                <a:spcPts val="0"/>
              </a:spcAft>
              <a:buNone/>
            </a:pPr>
            <a:r>
              <a:rPr lang="en-US" sz="1050">
                <a:latin typeface="Arial"/>
                <a:ea typeface="Arial"/>
                <a:cs typeface="Arial"/>
                <a:sym typeface="Arial"/>
              </a:rPr>
              <a:t>Instead of computing gradient over entire dataset, use gradient from a </a:t>
            </a:r>
            <a:r>
              <a:rPr lang="en-US" sz="1050" b="1">
                <a:latin typeface="Arial"/>
                <a:ea typeface="Arial"/>
                <a:cs typeface="Arial"/>
                <a:sym typeface="Arial"/>
              </a:rPr>
              <a:t>single ran- dom example</a:t>
            </a:r>
            <a:r>
              <a:rPr lang="en-US" sz="1050">
                <a:latin typeface="Arial"/>
                <a:ea typeface="Arial"/>
                <a:cs typeface="Arial"/>
                <a:sym typeface="Arial"/>
              </a:rPr>
              <a:t>.</a:t>
            </a:r>
            <a:endParaRPr sz="1050">
              <a:latin typeface="Arial"/>
              <a:ea typeface="Arial"/>
              <a:cs typeface="Arial"/>
              <a:sym typeface="Arial"/>
            </a:endParaRPr>
          </a:p>
          <a:p>
            <a:pPr marL="12700" marR="3914140" lvl="0" indent="0" algn="l" rtl="0">
              <a:lnSpc>
                <a:spcPct val="114700"/>
              </a:lnSpc>
              <a:spcBef>
                <a:spcPts val="565"/>
              </a:spcBef>
              <a:spcAft>
                <a:spcPts val="0"/>
              </a:spcAft>
              <a:buNone/>
            </a:pPr>
            <a:r>
              <a:rPr lang="en-US" sz="1050">
                <a:solidFill>
                  <a:srgbClr val="BF003F"/>
                </a:solidFill>
                <a:latin typeface="Arial"/>
                <a:ea typeface="Arial"/>
                <a:cs typeface="Arial"/>
                <a:sym typeface="Arial"/>
              </a:rPr>
              <a:t>SGD Update Rule: </a:t>
            </a:r>
            <a:r>
              <a:rPr lang="en-US" sz="1050">
                <a:latin typeface="Arial"/>
                <a:ea typeface="Arial"/>
                <a:cs typeface="Arial"/>
                <a:sym typeface="Arial"/>
              </a:rPr>
              <a:t>At iteration </a:t>
            </a:r>
            <a:r>
              <a:rPr lang="en-US" sz="1050" i="1">
                <a:latin typeface="Arial"/>
                <a:ea typeface="Arial"/>
                <a:cs typeface="Arial"/>
                <a:sym typeface="Arial"/>
              </a:rPr>
              <a:t>t </a:t>
            </a:r>
            <a:r>
              <a:rPr lang="en-US" sz="1050">
                <a:latin typeface="Arial"/>
                <a:ea typeface="Arial"/>
                <a:cs typeface="Arial"/>
                <a:sym typeface="Arial"/>
              </a:rPr>
              <a:t>:</a:t>
            </a:r>
            <a:endParaRPr sz="1050">
              <a:latin typeface="Arial"/>
              <a:ea typeface="Arial"/>
              <a:cs typeface="Arial"/>
              <a:sym typeface="Arial"/>
            </a:endParaRPr>
          </a:p>
        </p:txBody>
      </p:sp>
      <p:pic>
        <p:nvPicPr>
          <p:cNvPr id="583" name="Google Shape;583;p31"/>
          <p:cNvPicPr preferRelativeResize="0"/>
          <p:nvPr/>
        </p:nvPicPr>
        <p:blipFill rotWithShape="1">
          <a:blip r:embed="rId3">
            <a:alphaModFix/>
          </a:blip>
          <a:srcRect/>
          <a:stretch/>
        </p:blipFill>
        <p:spPr>
          <a:xfrm>
            <a:off x="456996" y="1749640"/>
            <a:ext cx="121259" cy="121259"/>
          </a:xfrm>
          <a:prstGeom prst="rect">
            <a:avLst/>
          </a:prstGeom>
          <a:noFill/>
          <a:ln>
            <a:noFill/>
          </a:ln>
        </p:spPr>
      </p:pic>
      <p:sp>
        <p:nvSpPr>
          <p:cNvPr id="584" name="Google Shape;584;p31"/>
          <p:cNvSpPr txBox="1"/>
          <p:nvPr/>
        </p:nvSpPr>
        <p:spPr>
          <a:xfrm>
            <a:off x="483946" y="1739790"/>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1</a:t>
            </a:r>
            <a:endParaRPr sz="600">
              <a:latin typeface="Bookman Old Style"/>
              <a:ea typeface="Bookman Old Style"/>
              <a:cs typeface="Bookman Old Style"/>
              <a:sym typeface="Bookman Old Style"/>
            </a:endParaRPr>
          </a:p>
        </p:txBody>
      </p:sp>
      <p:pic>
        <p:nvPicPr>
          <p:cNvPr id="585" name="Google Shape;585;p31"/>
          <p:cNvPicPr preferRelativeResize="0"/>
          <p:nvPr/>
        </p:nvPicPr>
        <p:blipFill rotWithShape="1">
          <a:blip r:embed="rId4">
            <a:alphaModFix/>
          </a:blip>
          <a:srcRect/>
          <a:stretch/>
        </p:blipFill>
        <p:spPr>
          <a:xfrm>
            <a:off x="456996" y="1971052"/>
            <a:ext cx="121259" cy="121259"/>
          </a:xfrm>
          <a:prstGeom prst="rect">
            <a:avLst/>
          </a:prstGeom>
          <a:noFill/>
          <a:ln>
            <a:noFill/>
          </a:ln>
        </p:spPr>
      </p:pic>
      <p:sp>
        <p:nvSpPr>
          <p:cNvPr id="586" name="Google Shape;586;p31"/>
          <p:cNvSpPr txBox="1"/>
          <p:nvPr/>
        </p:nvSpPr>
        <p:spPr>
          <a:xfrm>
            <a:off x="483946" y="1961202"/>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2</a:t>
            </a:r>
            <a:endParaRPr sz="600">
              <a:latin typeface="Bookman Old Style"/>
              <a:ea typeface="Bookman Old Style"/>
              <a:cs typeface="Bookman Old Style"/>
              <a:sym typeface="Bookman Old Style"/>
            </a:endParaRPr>
          </a:p>
        </p:txBody>
      </p:sp>
      <p:pic>
        <p:nvPicPr>
          <p:cNvPr id="587" name="Google Shape;587;p31"/>
          <p:cNvPicPr preferRelativeResize="0"/>
          <p:nvPr/>
        </p:nvPicPr>
        <p:blipFill rotWithShape="1">
          <a:blip r:embed="rId5">
            <a:alphaModFix/>
          </a:blip>
          <a:srcRect/>
          <a:stretch/>
        </p:blipFill>
        <p:spPr>
          <a:xfrm>
            <a:off x="456996" y="2192477"/>
            <a:ext cx="121259" cy="121259"/>
          </a:xfrm>
          <a:prstGeom prst="rect">
            <a:avLst/>
          </a:prstGeom>
          <a:noFill/>
          <a:ln>
            <a:noFill/>
          </a:ln>
        </p:spPr>
      </p:pic>
      <p:sp>
        <p:nvSpPr>
          <p:cNvPr id="588" name="Google Shape;588;p31"/>
          <p:cNvSpPr txBox="1"/>
          <p:nvPr/>
        </p:nvSpPr>
        <p:spPr>
          <a:xfrm>
            <a:off x="483946" y="2182627"/>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3</a:t>
            </a:r>
            <a:endParaRPr sz="600">
              <a:latin typeface="Bookman Old Style"/>
              <a:ea typeface="Bookman Old Style"/>
              <a:cs typeface="Bookman Old Style"/>
              <a:sym typeface="Bookman Old Style"/>
            </a:endParaRPr>
          </a:p>
        </p:txBody>
      </p:sp>
      <p:sp>
        <p:nvSpPr>
          <p:cNvPr id="589" name="Google Shape;589;p31"/>
          <p:cNvSpPr txBox="1"/>
          <p:nvPr/>
        </p:nvSpPr>
        <p:spPr>
          <a:xfrm>
            <a:off x="619226" y="1648993"/>
            <a:ext cx="4708525" cy="690245"/>
          </a:xfrm>
          <a:prstGeom prst="rect">
            <a:avLst/>
          </a:prstGeom>
          <a:noFill/>
          <a:ln>
            <a:noFill/>
          </a:ln>
        </p:spPr>
        <p:txBody>
          <a:bodyPr spcFirstLastPara="1" wrap="square" lIns="0" tIns="51425" rIns="0" bIns="0" anchor="t" anchorCtr="0">
            <a:spAutoFit/>
          </a:bodyPr>
          <a:lstStyle/>
          <a:p>
            <a:pPr marL="38100" lvl="0" indent="0" algn="l" rtl="0">
              <a:lnSpc>
                <a:spcPct val="100000"/>
              </a:lnSpc>
              <a:spcBef>
                <a:spcPts val="0"/>
              </a:spcBef>
              <a:spcAft>
                <a:spcPts val="0"/>
              </a:spcAft>
              <a:buNone/>
            </a:pPr>
            <a:r>
              <a:rPr lang="en-US" sz="1050">
                <a:latin typeface="Arial"/>
                <a:ea typeface="Arial"/>
                <a:cs typeface="Arial"/>
                <a:sym typeface="Arial"/>
              </a:rPr>
              <a:t>Randomly select one example </a:t>
            </a:r>
            <a:r>
              <a:rPr lang="en-US" sz="1200">
                <a:latin typeface="Tahoma"/>
                <a:ea typeface="Tahoma"/>
                <a:cs typeface="Tahoma"/>
                <a:sym typeface="Tahoma"/>
              </a:rPr>
              <a:t>(</a:t>
            </a:r>
            <a:r>
              <a:rPr lang="en-US" sz="1050" b="1">
                <a:latin typeface="Arial"/>
                <a:ea typeface="Arial"/>
                <a:cs typeface="Arial"/>
                <a:sym typeface="Arial"/>
              </a:rPr>
              <a:t>x</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i="1">
                <a:latin typeface="Bookman Old Style"/>
                <a:ea typeface="Bookman Old Style"/>
                <a:cs typeface="Bookman Old Style"/>
                <a:sym typeface="Bookman Old Style"/>
              </a:rPr>
              <a:t>, </a:t>
            </a:r>
            <a:r>
              <a:rPr lang="en-US" sz="1050" i="1">
                <a:latin typeface="Arial"/>
                <a:ea typeface="Arial"/>
                <a:cs typeface="Arial"/>
                <a:sym typeface="Arial"/>
              </a:rPr>
              <a:t>y </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a:latin typeface="Tahoma"/>
                <a:ea typeface="Tahoma"/>
                <a:cs typeface="Tahoma"/>
                <a:sym typeface="Tahoma"/>
              </a:rPr>
              <a:t>)</a:t>
            </a:r>
            <a:endParaRPr sz="1200">
              <a:latin typeface="Tahoma"/>
              <a:ea typeface="Tahoma"/>
              <a:cs typeface="Tahoma"/>
              <a:sym typeface="Tahoma"/>
            </a:endParaRPr>
          </a:p>
          <a:p>
            <a:pPr marL="38100" marR="30480" lvl="0" indent="0" algn="l" rtl="0">
              <a:lnSpc>
                <a:spcPct val="121100"/>
              </a:lnSpc>
              <a:spcBef>
                <a:spcPts val="0"/>
              </a:spcBef>
              <a:spcAft>
                <a:spcPts val="0"/>
              </a:spcAft>
              <a:buNone/>
            </a:pPr>
            <a:r>
              <a:rPr lang="en-US" sz="1050">
                <a:latin typeface="Arial"/>
                <a:ea typeface="Arial"/>
                <a:cs typeface="Arial"/>
                <a:sym typeface="Arial"/>
              </a:rPr>
              <a:t>Compute gradient for this example: </a:t>
            </a:r>
            <a:r>
              <a:rPr lang="en-US" sz="1200">
                <a:latin typeface="Lucida Sans"/>
                <a:ea typeface="Lucida Sans"/>
                <a:cs typeface="Lucida Sans"/>
                <a:sym typeface="Lucida Sans"/>
              </a:rPr>
              <a:t>∇</a:t>
            </a:r>
            <a:r>
              <a:rPr lang="en-US" sz="1200" i="1">
                <a:latin typeface="Bookman Old Style"/>
                <a:ea typeface="Bookman Old Style"/>
                <a:cs typeface="Bookman Old Style"/>
                <a:sym typeface="Bookman Old Style"/>
              </a:rPr>
              <a:t>l</a:t>
            </a:r>
            <a:r>
              <a:rPr lang="en-US" sz="1200">
                <a:latin typeface="Tahoma"/>
                <a:ea typeface="Tahoma"/>
                <a:cs typeface="Tahoma"/>
                <a:sym typeface="Tahoma"/>
              </a:rPr>
              <a:t>(</a:t>
            </a:r>
            <a:r>
              <a:rPr lang="en-US" sz="1050" b="1">
                <a:latin typeface="Arial"/>
                <a:ea typeface="Arial"/>
                <a:cs typeface="Arial"/>
                <a:sym typeface="Arial"/>
              </a:rPr>
              <a:t>w</a:t>
            </a:r>
            <a:r>
              <a:rPr lang="en-US" sz="1200">
                <a:latin typeface="Tahoma"/>
                <a:ea typeface="Tahoma"/>
                <a:cs typeface="Tahoma"/>
                <a:sym typeface="Tahoma"/>
              </a:rPr>
              <a:t>; </a:t>
            </a:r>
            <a:r>
              <a:rPr lang="en-US" sz="1050" b="1">
                <a:latin typeface="Arial"/>
                <a:ea typeface="Arial"/>
                <a:cs typeface="Arial"/>
                <a:sym typeface="Arial"/>
              </a:rPr>
              <a:t>x</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i="1">
                <a:latin typeface="Bookman Old Style"/>
                <a:ea typeface="Bookman Old Style"/>
                <a:cs typeface="Bookman Old Style"/>
                <a:sym typeface="Bookman Old Style"/>
              </a:rPr>
              <a:t>, </a:t>
            </a:r>
            <a:r>
              <a:rPr lang="en-US" sz="1050" i="1">
                <a:latin typeface="Arial"/>
                <a:ea typeface="Arial"/>
                <a:cs typeface="Arial"/>
                <a:sym typeface="Arial"/>
              </a:rPr>
              <a:t>y </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a:latin typeface="Tahoma"/>
                <a:ea typeface="Tahoma"/>
                <a:cs typeface="Tahoma"/>
                <a:sym typeface="Tahoma"/>
              </a:rPr>
              <a:t>) </a:t>
            </a:r>
            <a:r>
              <a:rPr lang="en-US" sz="1050">
                <a:latin typeface="Arial"/>
                <a:ea typeface="Arial"/>
                <a:cs typeface="Arial"/>
                <a:sym typeface="Arial"/>
              </a:rPr>
              <a:t>(noisy gradient estimate) Update weights: </a:t>
            </a:r>
            <a:r>
              <a:rPr lang="en-US" sz="1050" b="1">
                <a:latin typeface="Arial"/>
                <a:ea typeface="Arial"/>
                <a:cs typeface="Arial"/>
                <a:sym typeface="Arial"/>
              </a:rPr>
              <a:t>w</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t </a:t>
            </a:r>
            <a:r>
              <a:rPr lang="en-US" sz="1200" baseline="30000">
                <a:latin typeface="Lucida Sans"/>
                <a:ea typeface="Lucida Sans"/>
                <a:cs typeface="Lucida Sans"/>
                <a:sym typeface="Lucida Sans"/>
              </a:rPr>
              <a:t>+</a:t>
            </a:r>
            <a:r>
              <a:rPr lang="en-US" sz="1050" baseline="30000">
                <a:latin typeface="Arial"/>
                <a:ea typeface="Arial"/>
                <a:cs typeface="Arial"/>
                <a:sym typeface="Arial"/>
              </a:rPr>
              <a:t>1</a:t>
            </a:r>
            <a:r>
              <a:rPr lang="en-US" sz="1200" baseline="30000">
                <a:latin typeface="Lucida Sans"/>
                <a:ea typeface="Lucida Sans"/>
                <a:cs typeface="Lucida Sans"/>
                <a:sym typeface="Lucida Sans"/>
              </a:rPr>
              <a:t>) </a:t>
            </a:r>
            <a:r>
              <a:rPr lang="en-US" sz="1200">
                <a:latin typeface="Tahoma"/>
                <a:ea typeface="Tahoma"/>
                <a:cs typeface="Tahoma"/>
                <a:sym typeface="Tahoma"/>
              </a:rPr>
              <a:t>= </a:t>
            </a:r>
            <a:r>
              <a:rPr lang="en-US" sz="1050" b="1">
                <a:latin typeface="Arial"/>
                <a:ea typeface="Arial"/>
                <a:cs typeface="Arial"/>
                <a:sym typeface="Arial"/>
              </a:rPr>
              <a:t>w</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t </a:t>
            </a:r>
            <a:r>
              <a:rPr lang="en-US" sz="1200" baseline="30000">
                <a:latin typeface="Lucida Sans"/>
                <a:ea typeface="Lucida Sans"/>
                <a:cs typeface="Lucida Sans"/>
                <a:sym typeface="Lucida Sans"/>
              </a:rPr>
              <a:t>) </a:t>
            </a:r>
            <a:r>
              <a:rPr lang="en-US" sz="1200">
                <a:latin typeface="Lucida Sans"/>
                <a:ea typeface="Lucida Sans"/>
                <a:cs typeface="Lucida Sans"/>
                <a:sym typeface="Lucida Sans"/>
              </a:rPr>
              <a:t>− </a:t>
            </a:r>
            <a:r>
              <a:rPr lang="en-US" sz="1200" i="1">
                <a:latin typeface="Bookman Old Style"/>
                <a:ea typeface="Bookman Old Style"/>
                <a:cs typeface="Bookman Old Style"/>
                <a:sym typeface="Bookman Old Style"/>
              </a:rPr>
              <a:t>η</a:t>
            </a:r>
            <a:r>
              <a:rPr lang="en-US" sz="1200">
                <a:latin typeface="Lucida Sans"/>
                <a:ea typeface="Lucida Sans"/>
                <a:cs typeface="Lucida Sans"/>
                <a:sym typeface="Lucida Sans"/>
              </a:rPr>
              <a:t>∇</a:t>
            </a:r>
            <a:r>
              <a:rPr lang="en-US" sz="1200" i="1">
                <a:latin typeface="Bookman Old Style"/>
                <a:ea typeface="Bookman Old Style"/>
                <a:cs typeface="Bookman Old Style"/>
                <a:sym typeface="Bookman Old Style"/>
              </a:rPr>
              <a:t>l</a:t>
            </a:r>
            <a:r>
              <a:rPr lang="en-US" sz="1200">
                <a:latin typeface="Tahoma"/>
                <a:ea typeface="Tahoma"/>
                <a:cs typeface="Tahoma"/>
                <a:sym typeface="Tahoma"/>
              </a:rPr>
              <a:t>(</a:t>
            </a:r>
            <a:r>
              <a:rPr lang="en-US" sz="1050" b="1">
                <a:latin typeface="Arial"/>
                <a:ea typeface="Arial"/>
                <a:cs typeface="Arial"/>
                <a:sym typeface="Arial"/>
              </a:rPr>
              <a:t>w</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t </a:t>
            </a:r>
            <a:r>
              <a:rPr lang="en-US" sz="1200" baseline="30000">
                <a:latin typeface="Lucida Sans"/>
                <a:ea typeface="Lucida Sans"/>
                <a:cs typeface="Lucida Sans"/>
                <a:sym typeface="Lucida Sans"/>
              </a:rPr>
              <a:t>)</a:t>
            </a:r>
            <a:r>
              <a:rPr lang="en-US" sz="1200">
                <a:latin typeface="Tahoma"/>
                <a:ea typeface="Tahoma"/>
                <a:cs typeface="Tahoma"/>
                <a:sym typeface="Tahoma"/>
              </a:rPr>
              <a:t>; </a:t>
            </a:r>
            <a:r>
              <a:rPr lang="en-US" sz="1050" b="1">
                <a:latin typeface="Arial"/>
                <a:ea typeface="Arial"/>
                <a:cs typeface="Arial"/>
                <a:sym typeface="Arial"/>
              </a:rPr>
              <a:t>x</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i="1">
                <a:latin typeface="Bookman Old Style"/>
                <a:ea typeface="Bookman Old Style"/>
                <a:cs typeface="Bookman Old Style"/>
                <a:sym typeface="Bookman Old Style"/>
              </a:rPr>
              <a:t>, </a:t>
            </a:r>
            <a:r>
              <a:rPr lang="en-US" sz="1050" i="1">
                <a:latin typeface="Arial"/>
                <a:ea typeface="Arial"/>
                <a:cs typeface="Arial"/>
                <a:sym typeface="Arial"/>
              </a:rPr>
              <a:t>y </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a:latin typeface="Tahoma"/>
                <a:ea typeface="Tahoma"/>
                <a:cs typeface="Tahoma"/>
                <a:sym typeface="Tahoma"/>
              </a:rPr>
              <a:t>)</a:t>
            </a:r>
            <a:endParaRPr sz="1200">
              <a:latin typeface="Tahoma"/>
              <a:ea typeface="Tahoma"/>
              <a:cs typeface="Tahoma"/>
              <a:sym typeface="Tahoma"/>
            </a:endParaRPr>
          </a:p>
        </p:txBody>
      </p:sp>
      <p:sp>
        <p:nvSpPr>
          <p:cNvPr id="590" name="Google Shape;590;p31"/>
          <p:cNvSpPr txBox="1"/>
          <p:nvPr/>
        </p:nvSpPr>
        <p:spPr>
          <a:xfrm>
            <a:off x="347294" y="2420174"/>
            <a:ext cx="5065395" cy="392430"/>
          </a:xfrm>
          <a:prstGeom prst="rect">
            <a:avLst/>
          </a:prstGeom>
          <a:noFill/>
          <a:ln>
            <a:noFill/>
          </a:ln>
        </p:spPr>
        <p:txBody>
          <a:bodyPr spcFirstLastPara="1" wrap="square" lIns="0" tIns="12050" rIns="0" bIns="0" anchor="t" anchorCtr="0">
            <a:spAutoFit/>
          </a:bodyPr>
          <a:lstStyle/>
          <a:p>
            <a:pPr marL="12700" marR="5080" lvl="0" indent="0" algn="l" rtl="0">
              <a:lnSpc>
                <a:spcPct val="114700"/>
              </a:lnSpc>
              <a:spcBef>
                <a:spcPts val="0"/>
              </a:spcBef>
              <a:spcAft>
                <a:spcPts val="0"/>
              </a:spcAft>
              <a:buNone/>
            </a:pPr>
            <a:r>
              <a:rPr lang="en-US" sz="1050">
                <a:solidFill>
                  <a:srgbClr val="EC2027"/>
                </a:solidFill>
                <a:latin typeface="Arial"/>
                <a:ea typeface="Arial"/>
                <a:cs typeface="Arial"/>
                <a:sym typeface="Arial"/>
              </a:rPr>
              <a:t>The noise in SGD actually helps escape local minima and often leads to better gen- eralization!</a:t>
            </a:r>
            <a:endParaRPr sz="1050">
              <a:latin typeface="Arial"/>
              <a:ea typeface="Arial"/>
              <a:cs typeface="Arial"/>
              <a:sym typeface="Arial"/>
            </a:endParaRPr>
          </a:p>
        </p:txBody>
      </p:sp>
      <p:grpSp>
        <p:nvGrpSpPr>
          <p:cNvPr id="591" name="Google Shape;591;p31"/>
          <p:cNvGrpSpPr/>
          <p:nvPr/>
        </p:nvGrpSpPr>
        <p:grpSpPr>
          <a:xfrm>
            <a:off x="0" y="3141936"/>
            <a:ext cx="5760262" cy="92075"/>
            <a:chOff x="0" y="3141936"/>
            <a:chExt cx="5760262" cy="92075"/>
          </a:xfrm>
        </p:grpSpPr>
        <p:sp>
          <p:nvSpPr>
            <p:cNvPr id="592" name="Google Shape;592;p31"/>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93" name="Google Shape;593;p31"/>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94" name="Google Shape;594;p31"/>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95" name="Google Shape;595;p3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96" name="Google Shape;596;p3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6"/>
              </a:rPr>
              <a:t>D</a:t>
            </a:r>
            <a:r>
              <a:rPr lang="en-US" sz="600" u="sng" cap="small">
                <a:solidFill>
                  <a:schemeClr val="hlink"/>
                </a:solidFill>
                <a:latin typeface="Bookman Old Style"/>
                <a:ea typeface="Bookman Old Style"/>
                <a:cs typeface="Bookman Old Style"/>
                <a:sym typeface="Bookman Old Style"/>
                <a:hlinkClick r:id="rId6"/>
              </a:rPr>
              <a:t>eep</a:t>
            </a:r>
            <a:r>
              <a:rPr lang="en-US" sz="600" u="sng">
                <a:solidFill>
                  <a:schemeClr val="hlink"/>
                </a:solidFill>
                <a:latin typeface="Bookman Old Style"/>
                <a:ea typeface="Bookman Old Style"/>
                <a:cs typeface="Bookman Old Style"/>
                <a:sym typeface="Bookman Old Style"/>
                <a:hlinkClick r:id="rId6"/>
              </a:rPr>
              <a:t> L</a:t>
            </a:r>
            <a:r>
              <a:rPr lang="en-US" sz="600" u="sng" cap="small">
                <a:solidFill>
                  <a:schemeClr val="hlink"/>
                </a:solidFill>
                <a:latin typeface="Bookman Old Style"/>
                <a:ea typeface="Bookman Old Style"/>
                <a:cs typeface="Bookman Old Style"/>
                <a:sym typeface="Bookman Old Style"/>
                <a:hlinkClick r:id="rId6"/>
              </a:rPr>
              <a:t>earning</a:t>
            </a:r>
            <a:endParaRPr sz="600">
              <a:latin typeface="Bookman Old Style"/>
              <a:ea typeface="Bookman Old Style"/>
              <a:cs typeface="Bookman Old Style"/>
              <a:sym typeface="Bookman Old Style"/>
            </a:endParaRPr>
          </a:p>
        </p:txBody>
      </p:sp>
      <p:sp>
        <p:nvSpPr>
          <p:cNvPr id="597" name="Google Shape;597;p31"/>
          <p:cNvSpPr txBox="1">
            <a:spLocks noGrp="1"/>
          </p:cNvSpPr>
          <p:nvPr>
            <p:ph type="sldNum" idx="12"/>
          </p:nvPr>
        </p:nvSpPr>
        <p:spPr>
          <a:xfrm>
            <a:off x="4627902" y="3137675"/>
            <a:ext cx="4782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25</a:t>
            </a:fld>
            <a:r>
              <a:rPr lang="en-US"/>
              <a:t> / 100</a:t>
            </a:r>
            <a:endParaRPr/>
          </a:p>
        </p:txBody>
      </p:sp>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32"/>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omputing</a:t>
            </a:r>
            <a:r>
              <a:rPr lang="en-US">
                <a:solidFill>
                  <a:srgbClr val="FFFFFF"/>
                </a:solidFill>
              </a:rPr>
              <a:t> </a:t>
            </a:r>
            <a:r>
              <a:rPr lang="en-US" cap="small">
                <a:solidFill>
                  <a:srgbClr val="FFFFFF"/>
                </a:solidFill>
              </a:rPr>
              <a:t>the</a:t>
            </a:r>
            <a:r>
              <a:rPr lang="en-US">
                <a:solidFill>
                  <a:srgbClr val="FFFFFF"/>
                </a:solidFill>
              </a:rPr>
              <a:t> G</a:t>
            </a:r>
            <a:r>
              <a:rPr lang="en-US" cap="small">
                <a:solidFill>
                  <a:srgbClr val="FFFFFF"/>
                </a:solidFill>
              </a:rPr>
              <a:t>radient</a:t>
            </a:r>
            <a:r>
              <a:rPr lang="en-US">
                <a:solidFill>
                  <a:srgbClr val="FFFFFF"/>
                </a:solidFill>
              </a:rPr>
              <a:t> </a:t>
            </a:r>
            <a:r>
              <a:rPr lang="en-US" cap="small">
                <a:solidFill>
                  <a:srgbClr val="FFFFFF"/>
                </a:solidFill>
              </a:rPr>
              <a:t>for</a:t>
            </a:r>
            <a:r>
              <a:rPr lang="en-US">
                <a:solidFill>
                  <a:srgbClr val="FFFFFF"/>
                </a:solidFill>
              </a:rPr>
              <a:t> SGD</a:t>
            </a:r>
            <a:endParaRPr/>
          </a:p>
        </p:txBody>
      </p:sp>
      <p:pic>
        <p:nvPicPr>
          <p:cNvPr id="603" name="Google Shape;603;p32"/>
          <p:cNvPicPr preferRelativeResize="0"/>
          <p:nvPr/>
        </p:nvPicPr>
        <p:blipFill>
          <a:blip r:embed="rId3">
            <a:alphaModFix/>
          </a:blip>
          <a:stretch>
            <a:fillRect/>
          </a:stretch>
        </p:blipFill>
        <p:spPr>
          <a:xfrm>
            <a:off x="0" y="446650"/>
            <a:ext cx="5765800" cy="2776301"/>
          </a:xfrm>
          <a:prstGeom prst="rect">
            <a:avLst/>
          </a:prstGeom>
          <a:noFill/>
          <a:ln>
            <a:noFill/>
          </a:ln>
        </p:spPr>
      </p:pic>
    </p:spTree>
  </p:cSld>
  <p:clrMapOvr>
    <a:masterClrMapping/>
  </p:clrMapOvr>
  <p:transition>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33"/>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S</a:t>
            </a:r>
            <a:r>
              <a:rPr lang="en-US" cap="small">
                <a:solidFill>
                  <a:srgbClr val="FFFFFF"/>
                </a:solidFill>
              </a:rPr>
              <a:t>tochastic</a:t>
            </a:r>
            <a:r>
              <a:rPr lang="en-US">
                <a:solidFill>
                  <a:srgbClr val="FFFFFF"/>
                </a:solidFill>
              </a:rPr>
              <a:t> G</a:t>
            </a:r>
            <a:r>
              <a:rPr lang="en-US" cap="small">
                <a:solidFill>
                  <a:srgbClr val="FFFFFF"/>
                </a:solidFill>
              </a:rPr>
              <a:t>radient</a:t>
            </a:r>
            <a:r>
              <a:rPr lang="en-US">
                <a:solidFill>
                  <a:srgbClr val="FFFFFF"/>
                </a:solidFill>
              </a:rPr>
              <a:t> D</a:t>
            </a:r>
            <a:r>
              <a:rPr lang="en-US" cap="small">
                <a:solidFill>
                  <a:srgbClr val="FFFFFF"/>
                </a:solidFill>
              </a:rPr>
              <a:t>escent</a:t>
            </a:r>
            <a:r>
              <a:rPr lang="en-US">
                <a:solidFill>
                  <a:srgbClr val="FFFFFF"/>
                </a:solidFill>
              </a:rPr>
              <a:t> A</a:t>
            </a:r>
            <a:r>
              <a:rPr lang="en-US" cap="small">
                <a:solidFill>
                  <a:srgbClr val="FFFFFF"/>
                </a:solidFill>
              </a:rPr>
              <a:t>lgorithm</a:t>
            </a:r>
            <a:endParaRPr/>
          </a:p>
        </p:txBody>
      </p:sp>
      <p:sp>
        <p:nvSpPr>
          <p:cNvPr id="609" name="Google Shape;609;p33"/>
          <p:cNvSpPr/>
          <p:nvPr/>
        </p:nvSpPr>
        <p:spPr>
          <a:xfrm>
            <a:off x="359994" y="550062"/>
            <a:ext cx="5039995" cy="0"/>
          </a:xfrm>
          <a:custGeom>
            <a:avLst/>
            <a:gdLst/>
            <a:ahLst/>
            <a:cxnLst/>
            <a:rect l="l" t="t" r="r" b="b"/>
            <a:pathLst>
              <a:path w="5039995" h="120000" extrusionOk="0">
                <a:moveTo>
                  <a:pt x="0" y="0"/>
                </a:moveTo>
                <a:lnTo>
                  <a:pt x="5039995"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0" name="Google Shape;610;p33"/>
          <p:cNvSpPr txBox="1"/>
          <p:nvPr/>
        </p:nvSpPr>
        <p:spPr>
          <a:xfrm>
            <a:off x="347294" y="531792"/>
            <a:ext cx="402082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b="1">
                <a:latin typeface="Arial"/>
                <a:ea typeface="Arial"/>
                <a:cs typeface="Arial"/>
                <a:sym typeface="Arial"/>
              </a:rPr>
              <a:t>Algorithm 1: </a:t>
            </a:r>
            <a:r>
              <a:rPr lang="en-US" sz="1050">
                <a:latin typeface="Arial"/>
                <a:ea typeface="Arial"/>
                <a:cs typeface="Arial"/>
                <a:sym typeface="Arial"/>
              </a:rPr>
              <a:t>Stochastic Gradient Descent for Logistic Regression</a:t>
            </a:r>
            <a:endParaRPr sz="1050">
              <a:latin typeface="Arial"/>
              <a:ea typeface="Arial"/>
              <a:cs typeface="Arial"/>
              <a:sym typeface="Arial"/>
            </a:endParaRPr>
          </a:p>
        </p:txBody>
      </p:sp>
      <p:sp>
        <p:nvSpPr>
          <p:cNvPr id="611" name="Google Shape;611;p33"/>
          <p:cNvSpPr/>
          <p:nvPr/>
        </p:nvSpPr>
        <p:spPr>
          <a:xfrm>
            <a:off x="359994" y="741908"/>
            <a:ext cx="5039995" cy="0"/>
          </a:xfrm>
          <a:custGeom>
            <a:avLst/>
            <a:gdLst/>
            <a:ahLst/>
            <a:cxnLst/>
            <a:rect l="l" t="t" r="r" b="b"/>
            <a:pathLst>
              <a:path w="5039995" h="120000" extrusionOk="0">
                <a:moveTo>
                  <a:pt x="0" y="0"/>
                </a:moveTo>
                <a:lnTo>
                  <a:pt x="5039995"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2" name="Google Shape;612;p33"/>
          <p:cNvSpPr txBox="1"/>
          <p:nvPr/>
        </p:nvSpPr>
        <p:spPr>
          <a:xfrm>
            <a:off x="2332037" y="826908"/>
            <a:ext cx="18796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700" i="1">
                <a:latin typeface="Arial"/>
                <a:ea typeface="Arial"/>
                <a:cs typeface="Arial"/>
                <a:sym typeface="Arial"/>
              </a:rPr>
              <a:t>i</a:t>
            </a:r>
            <a:r>
              <a:rPr lang="en-US" sz="800">
                <a:latin typeface="Lucida Sans"/>
                <a:ea typeface="Lucida Sans"/>
                <a:cs typeface="Lucida Sans"/>
                <a:sym typeface="Lucida Sans"/>
              </a:rPr>
              <a:t>=</a:t>
            </a:r>
            <a:r>
              <a:rPr lang="en-US" sz="700">
                <a:latin typeface="Arial"/>
                <a:ea typeface="Arial"/>
                <a:cs typeface="Arial"/>
                <a:sym typeface="Arial"/>
              </a:rPr>
              <a:t>1</a:t>
            </a:r>
            <a:endParaRPr sz="700">
              <a:latin typeface="Arial"/>
              <a:ea typeface="Arial"/>
              <a:cs typeface="Arial"/>
              <a:sym typeface="Arial"/>
            </a:endParaRPr>
          </a:p>
        </p:txBody>
      </p:sp>
      <p:sp>
        <p:nvSpPr>
          <p:cNvPr id="613" name="Google Shape;613;p33"/>
          <p:cNvSpPr txBox="1"/>
          <p:nvPr/>
        </p:nvSpPr>
        <p:spPr>
          <a:xfrm>
            <a:off x="321894" y="738756"/>
            <a:ext cx="3822065" cy="207645"/>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b="1">
                <a:latin typeface="Arial"/>
                <a:ea typeface="Arial"/>
                <a:cs typeface="Arial"/>
                <a:sym typeface="Arial"/>
              </a:rPr>
              <a:t>Input: </a:t>
            </a:r>
            <a:r>
              <a:rPr lang="en-US" sz="1050">
                <a:latin typeface="Arial"/>
                <a:ea typeface="Arial"/>
                <a:cs typeface="Arial"/>
                <a:sym typeface="Arial"/>
              </a:rPr>
              <a:t>Dataset </a:t>
            </a:r>
            <a:r>
              <a:rPr lang="en-US" sz="1200">
                <a:latin typeface="Lucida Sans"/>
                <a:ea typeface="Lucida Sans"/>
                <a:cs typeface="Lucida Sans"/>
                <a:sym typeface="Lucida Sans"/>
              </a:rPr>
              <a:t>D </a:t>
            </a:r>
            <a:r>
              <a:rPr lang="en-US" sz="1200">
                <a:latin typeface="Tahoma"/>
                <a:ea typeface="Tahoma"/>
                <a:cs typeface="Tahoma"/>
                <a:sym typeface="Tahoma"/>
              </a:rPr>
              <a:t>= </a:t>
            </a:r>
            <a:r>
              <a:rPr lang="en-US" sz="1200">
                <a:latin typeface="Lucida Sans"/>
                <a:ea typeface="Lucida Sans"/>
                <a:cs typeface="Lucida Sans"/>
                <a:sym typeface="Lucida Sans"/>
              </a:rPr>
              <a:t>{</a:t>
            </a:r>
            <a:r>
              <a:rPr lang="en-US" sz="1200">
                <a:latin typeface="Tahoma"/>
                <a:ea typeface="Tahoma"/>
                <a:cs typeface="Tahoma"/>
                <a:sym typeface="Tahoma"/>
              </a:rPr>
              <a:t>(</a:t>
            </a:r>
            <a:r>
              <a:rPr lang="en-US" sz="1050" b="1">
                <a:latin typeface="Arial"/>
                <a:ea typeface="Arial"/>
                <a:cs typeface="Arial"/>
                <a:sym typeface="Arial"/>
              </a:rPr>
              <a:t>x</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i="1">
                <a:latin typeface="Bookman Old Style"/>
                <a:ea typeface="Bookman Old Style"/>
                <a:cs typeface="Bookman Old Style"/>
                <a:sym typeface="Bookman Old Style"/>
              </a:rPr>
              <a:t>, </a:t>
            </a:r>
            <a:r>
              <a:rPr lang="en-US" sz="1050" i="1">
                <a:latin typeface="Arial"/>
                <a:ea typeface="Arial"/>
                <a:cs typeface="Arial"/>
                <a:sym typeface="Arial"/>
              </a:rPr>
              <a:t>y </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a:latin typeface="Tahoma"/>
                <a:ea typeface="Tahoma"/>
                <a:cs typeface="Tahoma"/>
                <a:sym typeface="Tahoma"/>
              </a:rPr>
              <a:t>)</a:t>
            </a:r>
            <a:r>
              <a:rPr lang="en-US" sz="1200">
                <a:latin typeface="Lucida Sans"/>
                <a:ea typeface="Lucida Sans"/>
                <a:cs typeface="Lucida Sans"/>
                <a:sym typeface="Lucida Sans"/>
              </a:rPr>
              <a:t>}</a:t>
            </a:r>
            <a:r>
              <a:rPr lang="en-US" sz="1050" i="1" baseline="30000">
                <a:latin typeface="Arial"/>
                <a:ea typeface="Arial"/>
                <a:cs typeface="Arial"/>
                <a:sym typeface="Arial"/>
              </a:rPr>
              <a:t>N  </a:t>
            </a:r>
            <a:r>
              <a:rPr lang="en-US" sz="1050">
                <a:latin typeface="Arial"/>
                <a:ea typeface="Arial"/>
                <a:cs typeface="Arial"/>
                <a:sym typeface="Arial"/>
              </a:rPr>
              <a:t>, learning rate </a:t>
            </a:r>
            <a:r>
              <a:rPr lang="en-US" sz="1200" i="1">
                <a:latin typeface="Bookman Old Style"/>
                <a:ea typeface="Bookman Old Style"/>
                <a:cs typeface="Bookman Old Style"/>
                <a:sym typeface="Bookman Old Style"/>
              </a:rPr>
              <a:t>η</a:t>
            </a:r>
            <a:r>
              <a:rPr lang="en-US" sz="1050">
                <a:latin typeface="Arial"/>
                <a:ea typeface="Arial"/>
                <a:cs typeface="Arial"/>
                <a:sym typeface="Arial"/>
              </a:rPr>
              <a:t>, epochs </a:t>
            </a:r>
            <a:r>
              <a:rPr lang="en-US" sz="1050" i="1">
                <a:latin typeface="Arial"/>
                <a:ea typeface="Arial"/>
                <a:cs typeface="Arial"/>
                <a:sym typeface="Arial"/>
              </a:rPr>
              <a:t>T</a:t>
            </a:r>
            <a:endParaRPr sz="1050">
              <a:latin typeface="Arial"/>
              <a:ea typeface="Arial"/>
              <a:cs typeface="Arial"/>
              <a:sym typeface="Arial"/>
            </a:endParaRPr>
          </a:p>
        </p:txBody>
      </p:sp>
      <p:sp>
        <p:nvSpPr>
          <p:cNvPr id="614" name="Google Shape;614;p33"/>
          <p:cNvSpPr txBox="1"/>
          <p:nvPr/>
        </p:nvSpPr>
        <p:spPr>
          <a:xfrm>
            <a:off x="184213" y="869215"/>
            <a:ext cx="2853690" cy="699135"/>
          </a:xfrm>
          <a:prstGeom prst="rect">
            <a:avLst/>
          </a:prstGeom>
          <a:noFill/>
          <a:ln>
            <a:noFill/>
          </a:ln>
        </p:spPr>
        <p:txBody>
          <a:bodyPr spcFirstLastPara="1" wrap="square" lIns="0" tIns="83800" rIns="0" bIns="0" anchor="t" anchorCtr="0">
            <a:spAutoFit/>
          </a:bodyPr>
          <a:lstStyle/>
          <a:p>
            <a:pPr marL="175260" lvl="0" indent="0" algn="l" rtl="0">
              <a:lnSpc>
                <a:spcPct val="100000"/>
              </a:lnSpc>
              <a:spcBef>
                <a:spcPts val="0"/>
              </a:spcBef>
              <a:spcAft>
                <a:spcPts val="0"/>
              </a:spcAft>
              <a:buNone/>
            </a:pPr>
            <a:r>
              <a:rPr lang="en-US" sz="1050" b="1">
                <a:latin typeface="Arial"/>
                <a:ea typeface="Arial"/>
                <a:cs typeface="Arial"/>
                <a:sym typeface="Arial"/>
              </a:rPr>
              <a:t>Output: </a:t>
            </a:r>
            <a:r>
              <a:rPr lang="en-US" sz="1050">
                <a:latin typeface="Arial"/>
                <a:ea typeface="Arial"/>
                <a:cs typeface="Arial"/>
                <a:sym typeface="Arial"/>
              </a:rPr>
              <a:t>Learned weights </a:t>
            </a:r>
            <a:r>
              <a:rPr lang="en-US" sz="1050" b="1">
                <a:latin typeface="Arial"/>
                <a:ea typeface="Arial"/>
                <a:cs typeface="Arial"/>
                <a:sym typeface="Arial"/>
              </a:rPr>
              <a:t>w</a:t>
            </a:r>
            <a:endParaRPr sz="1050">
              <a:latin typeface="Arial"/>
              <a:ea typeface="Arial"/>
              <a:cs typeface="Arial"/>
              <a:sym typeface="Arial"/>
            </a:endParaRPr>
          </a:p>
          <a:p>
            <a:pPr marL="50800" lvl="0" indent="0" algn="l" rtl="0">
              <a:lnSpc>
                <a:spcPct val="100000"/>
              </a:lnSpc>
              <a:spcBef>
                <a:spcPts val="600"/>
              </a:spcBef>
              <a:spcAft>
                <a:spcPts val="0"/>
              </a:spcAft>
              <a:buNone/>
            </a:pPr>
            <a:r>
              <a:rPr lang="en-US" sz="700" b="1">
                <a:latin typeface="Arial"/>
                <a:ea typeface="Arial"/>
                <a:cs typeface="Arial"/>
                <a:sym typeface="Arial"/>
              </a:rPr>
              <a:t>1 </a:t>
            </a:r>
            <a:r>
              <a:rPr lang="en-US" sz="1050">
                <a:latin typeface="Arial"/>
                <a:ea typeface="Arial"/>
                <a:cs typeface="Arial"/>
                <a:sym typeface="Arial"/>
              </a:rPr>
              <a:t>Initialize </a:t>
            </a:r>
            <a:r>
              <a:rPr lang="en-US" sz="1050" b="1">
                <a:latin typeface="Arial"/>
                <a:ea typeface="Arial"/>
                <a:cs typeface="Arial"/>
                <a:sym typeface="Arial"/>
              </a:rPr>
              <a:t>w</a:t>
            </a:r>
            <a:r>
              <a:rPr lang="en-US" sz="1200" baseline="30000">
                <a:latin typeface="Lucida Sans"/>
                <a:ea typeface="Lucida Sans"/>
                <a:cs typeface="Lucida Sans"/>
                <a:sym typeface="Lucida Sans"/>
              </a:rPr>
              <a:t>(</a:t>
            </a:r>
            <a:r>
              <a:rPr lang="en-US" sz="1050" baseline="30000">
                <a:latin typeface="Arial"/>
                <a:ea typeface="Arial"/>
                <a:cs typeface="Arial"/>
                <a:sym typeface="Arial"/>
              </a:rPr>
              <a:t>0</a:t>
            </a:r>
            <a:r>
              <a:rPr lang="en-US" sz="1200" baseline="30000">
                <a:latin typeface="Lucida Sans"/>
                <a:ea typeface="Lucida Sans"/>
                <a:cs typeface="Lucida Sans"/>
                <a:sym typeface="Lucida Sans"/>
              </a:rPr>
              <a:t>) </a:t>
            </a:r>
            <a:r>
              <a:rPr lang="en-US" sz="1200">
                <a:latin typeface="Tahoma"/>
                <a:ea typeface="Tahoma"/>
                <a:cs typeface="Tahoma"/>
                <a:sym typeface="Tahoma"/>
              </a:rPr>
              <a:t>= </a:t>
            </a:r>
            <a:r>
              <a:rPr lang="en-US" sz="1050" b="1">
                <a:latin typeface="Arial"/>
                <a:ea typeface="Arial"/>
                <a:cs typeface="Arial"/>
                <a:sym typeface="Arial"/>
              </a:rPr>
              <a:t>0 </a:t>
            </a:r>
            <a:r>
              <a:rPr lang="en-US" sz="1050">
                <a:latin typeface="Arial"/>
                <a:ea typeface="Arial"/>
                <a:cs typeface="Arial"/>
                <a:sym typeface="Arial"/>
              </a:rPr>
              <a:t>(or small random values);</a:t>
            </a:r>
            <a:endParaRPr sz="1050">
              <a:latin typeface="Arial"/>
              <a:ea typeface="Arial"/>
              <a:cs typeface="Arial"/>
              <a:sym typeface="Arial"/>
            </a:endParaRPr>
          </a:p>
          <a:p>
            <a:pPr marL="50800" lvl="0" indent="0" algn="l" rtl="0">
              <a:lnSpc>
                <a:spcPct val="100000"/>
              </a:lnSpc>
              <a:spcBef>
                <a:spcPts val="5"/>
              </a:spcBef>
              <a:spcAft>
                <a:spcPts val="0"/>
              </a:spcAft>
              <a:buNone/>
            </a:pPr>
            <a:r>
              <a:rPr lang="en-US" sz="700" b="1">
                <a:latin typeface="Arial"/>
                <a:ea typeface="Arial"/>
                <a:cs typeface="Arial"/>
                <a:sym typeface="Arial"/>
              </a:rPr>
              <a:t>2 </a:t>
            </a:r>
            <a:r>
              <a:rPr lang="en-US" sz="1050" b="1">
                <a:latin typeface="Arial"/>
                <a:ea typeface="Arial"/>
                <a:cs typeface="Arial"/>
                <a:sym typeface="Arial"/>
              </a:rPr>
              <a:t>for </a:t>
            </a:r>
            <a:r>
              <a:rPr lang="en-US" sz="1050" i="1">
                <a:latin typeface="Arial"/>
                <a:ea typeface="Arial"/>
                <a:cs typeface="Arial"/>
                <a:sym typeface="Arial"/>
              </a:rPr>
              <a:t>epoch </a:t>
            </a:r>
            <a:r>
              <a:rPr lang="en-US" sz="1200">
                <a:latin typeface="Tahoma"/>
                <a:ea typeface="Tahoma"/>
                <a:cs typeface="Tahoma"/>
                <a:sym typeface="Tahoma"/>
              </a:rPr>
              <a:t>= </a:t>
            </a:r>
            <a:r>
              <a:rPr lang="en-US" sz="1050">
                <a:latin typeface="Arial"/>
                <a:ea typeface="Arial"/>
                <a:cs typeface="Arial"/>
                <a:sym typeface="Arial"/>
              </a:rPr>
              <a:t>1 </a:t>
            </a:r>
            <a:r>
              <a:rPr lang="en-US" sz="1050" i="1">
                <a:latin typeface="Arial"/>
                <a:ea typeface="Arial"/>
                <a:cs typeface="Arial"/>
                <a:sym typeface="Arial"/>
              </a:rPr>
              <a:t>to T </a:t>
            </a:r>
            <a:r>
              <a:rPr lang="en-US" sz="1050" b="1">
                <a:latin typeface="Arial"/>
                <a:ea typeface="Arial"/>
                <a:cs typeface="Arial"/>
                <a:sym typeface="Arial"/>
              </a:rPr>
              <a:t>do</a:t>
            </a:r>
            <a:endParaRPr sz="1050">
              <a:latin typeface="Arial"/>
              <a:ea typeface="Arial"/>
              <a:cs typeface="Arial"/>
              <a:sym typeface="Arial"/>
            </a:endParaRPr>
          </a:p>
        </p:txBody>
      </p:sp>
      <p:sp>
        <p:nvSpPr>
          <p:cNvPr id="615" name="Google Shape;615;p33"/>
          <p:cNvSpPr/>
          <p:nvPr/>
        </p:nvSpPr>
        <p:spPr>
          <a:xfrm>
            <a:off x="436867" y="1580172"/>
            <a:ext cx="0" cy="1146810"/>
          </a:xfrm>
          <a:custGeom>
            <a:avLst/>
            <a:gdLst/>
            <a:ahLst/>
            <a:cxnLst/>
            <a:rect l="l" t="t" r="r" b="b"/>
            <a:pathLst>
              <a:path w="120000" h="1146810" extrusionOk="0">
                <a:moveTo>
                  <a:pt x="0" y="1146505"/>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6" name="Google Shape;616;p33"/>
          <p:cNvSpPr txBox="1"/>
          <p:nvPr/>
        </p:nvSpPr>
        <p:spPr>
          <a:xfrm>
            <a:off x="549960" y="1527569"/>
            <a:ext cx="2263140" cy="422909"/>
          </a:xfrm>
          <a:prstGeom prst="rect">
            <a:avLst/>
          </a:prstGeom>
          <a:noFill/>
          <a:ln>
            <a:noFill/>
          </a:ln>
        </p:spPr>
        <p:txBody>
          <a:bodyPr spcFirstLastPara="1" wrap="square" lIns="0" tIns="28575" rIns="0" bIns="0" anchor="t" anchorCtr="0">
            <a:spAutoFit/>
          </a:bodyPr>
          <a:lstStyle/>
          <a:p>
            <a:pPr marL="38100" lvl="0" indent="0" algn="l" rtl="0">
              <a:lnSpc>
                <a:spcPct val="100000"/>
              </a:lnSpc>
              <a:spcBef>
                <a:spcPts val="0"/>
              </a:spcBef>
              <a:spcAft>
                <a:spcPts val="0"/>
              </a:spcAft>
              <a:buNone/>
            </a:pPr>
            <a:r>
              <a:rPr lang="en-US" sz="1050">
                <a:latin typeface="Arial"/>
                <a:ea typeface="Arial"/>
                <a:cs typeface="Arial"/>
                <a:sym typeface="Arial"/>
              </a:rPr>
              <a:t>Shuffle dataset </a:t>
            </a:r>
            <a:r>
              <a:rPr lang="en-US" sz="1200">
                <a:latin typeface="Lucida Sans"/>
                <a:ea typeface="Lucida Sans"/>
                <a:cs typeface="Lucida Sans"/>
                <a:sym typeface="Lucida Sans"/>
              </a:rPr>
              <a:t>D</a:t>
            </a:r>
            <a:r>
              <a:rPr lang="en-US" sz="1050">
                <a:latin typeface="Arial"/>
                <a:ea typeface="Arial"/>
                <a:cs typeface="Arial"/>
                <a:sym typeface="Arial"/>
              </a:rPr>
              <a:t>;</a:t>
            </a:r>
            <a:endParaRPr sz="1050">
              <a:latin typeface="Arial"/>
              <a:ea typeface="Arial"/>
              <a:cs typeface="Arial"/>
              <a:sym typeface="Arial"/>
            </a:endParaRPr>
          </a:p>
          <a:p>
            <a:pPr marL="38100" lvl="0" indent="0" algn="l" rtl="0">
              <a:lnSpc>
                <a:spcPct val="100000"/>
              </a:lnSpc>
              <a:spcBef>
                <a:spcPts val="125"/>
              </a:spcBef>
              <a:spcAft>
                <a:spcPts val="0"/>
              </a:spcAft>
              <a:buNone/>
            </a:pPr>
            <a:r>
              <a:rPr lang="en-US" sz="1050" b="1">
                <a:latin typeface="Arial"/>
                <a:ea typeface="Arial"/>
                <a:cs typeface="Arial"/>
                <a:sym typeface="Arial"/>
              </a:rPr>
              <a:t>for </a:t>
            </a:r>
            <a:r>
              <a:rPr lang="en-US" sz="1050" i="1">
                <a:latin typeface="Arial"/>
                <a:ea typeface="Arial"/>
                <a:cs typeface="Arial"/>
                <a:sym typeface="Arial"/>
              </a:rPr>
              <a:t>each example </a:t>
            </a:r>
            <a:r>
              <a:rPr lang="en-US" sz="1200">
                <a:latin typeface="Tahoma"/>
                <a:ea typeface="Tahoma"/>
                <a:cs typeface="Tahoma"/>
                <a:sym typeface="Tahoma"/>
              </a:rPr>
              <a:t>(</a:t>
            </a:r>
            <a:r>
              <a:rPr lang="en-US" sz="1050" b="1">
                <a:latin typeface="Arial"/>
                <a:ea typeface="Arial"/>
                <a:cs typeface="Arial"/>
                <a:sym typeface="Arial"/>
              </a:rPr>
              <a:t>x</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i="1">
                <a:latin typeface="Bookman Old Style"/>
                <a:ea typeface="Bookman Old Style"/>
                <a:cs typeface="Bookman Old Style"/>
                <a:sym typeface="Bookman Old Style"/>
              </a:rPr>
              <a:t>, </a:t>
            </a:r>
            <a:r>
              <a:rPr lang="en-US" sz="1050" i="1">
                <a:latin typeface="Arial"/>
                <a:ea typeface="Arial"/>
                <a:cs typeface="Arial"/>
                <a:sym typeface="Arial"/>
              </a:rPr>
              <a:t>y </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a:latin typeface="Tahoma"/>
                <a:ea typeface="Tahoma"/>
                <a:cs typeface="Tahoma"/>
                <a:sym typeface="Tahoma"/>
              </a:rPr>
              <a:t>) </a:t>
            </a:r>
            <a:r>
              <a:rPr lang="en-US" sz="1050" i="1">
                <a:latin typeface="Arial"/>
                <a:ea typeface="Arial"/>
                <a:cs typeface="Arial"/>
                <a:sym typeface="Arial"/>
              </a:rPr>
              <a:t>in </a:t>
            </a:r>
            <a:r>
              <a:rPr lang="en-US" sz="1200">
                <a:latin typeface="Lucida Sans"/>
                <a:ea typeface="Lucida Sans"/>
                <a:cs typeface="Lucida Sans"/>
                <a:sym typeface="Lucida Sans"/>
              </a:rPr>
              <a:t>D </a:t>
            </a:r>
            <a:r>
              <a:rPr lang="en-US" sz="1050" b="1">
                <a:latin typeface="Arial"/>
                <a:ea typeface="Arial"/>
                <a:cs typeface="Arial"/>
                <a:sym typeface="Arial"/>
              </a:rPr>
              <a:t>do</a:t>
            </a:r>
            <a:endParaRPr sz="1050">
              <a:latin typeface="Arial"/>
              <a:ea typeface="Arial"/>
              <a:cs typeface="Arial"/>
              <a:sym typeface="Arial"/>
            </a:endParaRPr>
          </a:p>
        </p:txBody>
      </p:sp>
      <p:sp>
        <p:nvSpPr>
          <p:cNvPr id="617" name="Google Shape;617;p33"/>
          <p:cNvSpPr/>
          <p:nvPr/>
        </p:nvSpPr>
        <p:spPr>
          <a:xfrm>
            <a:off x="664921" y="1962340"/>
            <a:ext cx="0" cy="568325"/>
          </a:xfrm>
          <a:custGeom>
            <a:avLst/>
            <a:gdLst/>
            <a:ahLst/>
            <a:cxnLst/>
            <a:rect l="l" t="t" r="r" b="b"/>
            <a:pathLst>
              <a:path w="120000" h="568325" extrusionOk="0">
                <a:moveTo>
                  <a:pt x="0" y="568223"/>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8" name="Google Shape;618;p33"/>
          <p:cNvSpPr txBox="1"/>
          <p:nvPr/>
        </p:nvSpPr>
        <p:spPr>
          <a:xfrm>
            <a:off x="778014" y="1928835"/>
            <a:ext cx="2364740" cy="207645"/>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a:latin typeface="Arial"/>
                <a:ea typeface="Arial"/>
                <a:cs typeface="Arial"/>
                <a:sym typeface="Arial"/>
              </a:rPr>
              <a:t>Compute prediction: </a:t>
            </a:r>
            <a:r>
              <a:rPr lang="en-US" sz="1050" i="1">
                <a:latin typeface="Arial"/>
                <a:ea typeface="Arial"/>
                <a:cs typeface="Arial"/>
                <a:sym typeface="Arial"/>
              </a:rPr>
              <a:t>y</a:t>
            </a:r>
            <a:r>
              <a:rPr lang="en-US" sz="1800" baseline="30000">
                <a:latin typeface="Tahoma"/>
                <a:ea typeface="Tahoma"/>
                <a:cs typeface="Tahoma"/>
                <a:sym typeface="Tahoma"/>
              </a:rPr>
              <a:t>ˆ</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 </a:t>
            </a:r>
            <a:r>
              <a:rPr lang="en-US" sz="1200">
                <a:latin typeface="Tahoma"/>
                <a:ea typeface="Tahoma"/>
                <a:cs typeface="Tahoma"/>
                <a:sym typeface="Tahoma"/>
              </a:rPr>
              <a:t>= </a:t>
            </a:r>
            <a:r>
              <a:rPr lang="en-US" sz="1200" i="1">
                <a:latin typeface="Bookman Old Style"/>
                <a:ea typeface="Bookman Old Style"/>
                <a:cs typeface="Bookman Old Style"/>
                <a:sym typeface="Bookman Old Style"/>
              </a:rPr>
              <a:t>σ</a:t>
            </a:r>
            <a:r>
              <a:rPr lang="en-US" sz="1200">
                <a:latin typeface="Tahoma"/>
                <a:ea typeface="Tahoma"/>
                <a:cs typeface="Tahoma"/>
                <a:sym typeface="Tahoma"/>
              </a:rPr>
              <a:t>(</a:t>
            </a:r>
            <a:r>
              <a:rPr lang="en-US" sz="1050" b="1">
                <a:latin typeface="Arial"/>
                <a:ea typeface="Arial"/>
                <a:cs typeface="Arial"/>
                <a:sym typeface="Arial"/>
              </a:rPr>
              <a:t>w</a:t>
            </a:r>
            <a:r>
              <a:rPr lang="en-US" sz="1050" i="1" baseline="30000">
                <a:latin typeface="Arial"/>
                <a:ea typeface="Arial"/>
                <a:cs typeface="Arial"/>
                <a:sym typeface="Arial"/>
              </a:rPr>
              <a:t>T </a:t>
            </a:r>
            <a:r>
              <a:rPr lang="en-US" sz="1050" b="1">
                <a:latin typeface="Arial"/>
                <a:ea typeface="Arial"/>
                <a:cs typeface="Arial"/>
                <a:sym typeface="Arial"/>
              </a:rPr>
              <a:t>x</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a:latin typeface="Tahoma"/>
                <a:ea typeface="Tahoma"/>
                <a:cs typeface="Tahoma"/>
                <a:sym typeface="Tahoma"/>
              </a:rPr>
              <a:t>)</a:t>
            </a:r>
            <a:r>
              <a:rPr lang="en-US" sz="1050">
                <a:latin typeface="Arial"/>
                <a:ea typeface="Arial"/>
                <a:cs typeface="Arial"/>
                <a:sym typeface="Arial"/>
              </a:rPr>
              <a:t>;</a:t>
            </a:r>
            <a:endParaRPr sz="1050">
              <a:latin typeface="Arial"/>
              <a:ea typeface="Arial"/>
              <a:cs typeface="Arial"/>
              <a:sym typeface="Arial"/>
            </a:endParaRPr>
          </a:p>
        </p:txBody>
      </p:sp>
      <p:sp>
        <p:nvSpPr>
          <p:cNvPr id="619" name="Google Shape;619;p33"/>
          <p:cNvSpPr txBox="1"/>
          <p:nvPr/>
        </p:nvSpPr>
        <p:spPr>
          <a:xfrm>
            <a:off x="778014" y="2127539"/>
            <a:ext cx="2566670" cy="391160"/>
          </a:xfrm>
          <a:prstGeom prst="rect">
            <a:avLst/>
          </a:prstGeom>
          <a:noFill/>
          <a:ln>
            <a:noFill/>
          </a:ln>
        </p:spPr>
        <p:txBody>
          <a:bodyPr spcFirstLastPara="1" wrap="square" lIns="0" tIns="12050" rIns="0" bIns="0" anchor="t" anchorCtr="0">
            <a:spAutoFit/>
          </a:bodyPr>
          <a:lstStyle/>
          <a:p>
            <a:pPr marL="38100" marR="30480" lvl="0" indent="0" algn="l" rtl="0">
              <a:lnSpc>
                <a:spcPct val="100000"/>
              </a:lnSpc>
              <a:spcBef>
                <a:spcPts val="0"/>
              </a:spcBef>
              <a:spcAft>
                <a:spcPts val="0"/>
              </a:spcAft>
              <a:buNone/>
            </a:pPr>
            <a:r>
              <a:rPr lang="en-US" sz="1050">
                <a:latin typeface="Arial"/>
                <a:ea typeface="Arial"/>
                <a:cs typeface="Arial"/>
                <a:sym typeface="Arial"/>
              </a:rPr>
              <a:t>Compute gradient: </a:t>
            </a:r>
            <a:r>
              <a:rPr lang="en-US" sz="1200">
                <a:latin typeface="Lucida Sans"/>
                <a:ea typeface="Lucida Sans"/>
                <a:cs typeface="Lucida Sans"/>
                <a:sym typeface="Lucida Sans"/>
              </a:rPr>
              <a:t>∇</a:t>
            </a:r>
            <a:r>
              <a:rPr lang="en-US" sz="1200" i="1">
                <a:latin typeface="Bookman Old Style"/>
                <a:ea typeface="Bookman Old Style"/>
                <a:cs typeface="Bookman Old Style"/>
                <a:sym typeface="Bookman Old Style"/>
              </a:rPr>
              <a:t>l </a:t>
            </a:r>
            <a:r>
              <a:rPr lang="en-US" sz="1200">
                <a:latin typeface="Tahoma"/>
                <a:ea typeface="Tahoma"/>
                <a:cs typeface="Tahoma"/>
                <a:sym typeface="Tahoma"/>
              </a:rPr>
              <a:t>= (</a:t>
            </a:r>
            <a:r>
              <a:rPr lang="en-US" sz="1050" i="1">
                <a:latin typeface="Arial"/>
                <a:ea typeface="Arial"/>
                <a:cs typeface="Arial"/>
                <a:sym typeface="Arial"/>
              </a:rPr>
              <a:t>y</a:t>
            </a:r>
            <a:r>
              <a:rPr lang="en-US" sz="1800" baseline="30000">
                <a:latin typeface="Tahoma"/>
                <a:ea typeface="Tahoma"/>
                <a:cs typeface="Tahoma"/>
                <a:sym typeface="Tahoma"/>
              </a:rPr>
              <a:t>ˆ</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 </a:t>
            </a:r>
            <a:r>
              <a:rPr lang="en-US" sz="1200">
                <a:latin typeface="Lucida Sans"/>
                <a:ea typeface="Lucida Sans"/>
                <a:cs typeface="Lucida Sans"/>
                <a:sym typeface="Lucida Sans"/>
              </a:rPr>
              <a:t>− </a:t>
            </a:r>
            <a:r>
              <a:rPr lang="en-US" sz="1050" i="1">
                <a:latin typeface="Arial"/>
                <a:ea typeface="Arial"/>
                <a:cs typeface="Arial"/>
                <a:sym typeface="Arial"/>
              </a:rPr>
              <a:t>y </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a:latin typeface="Tahoma"/>
                <a:ea typeface="Tahoma"/>
                <a:cs typeface="Tahoma"/>
                <a:sym typeface="Tahoma"/>
              </a:rPr>
              <a:t>)</a:t>
            </a:r>
            <a:r>
              <a:rPr lang="en-US" sz="1050" b="1">
                <a:latin typeface="Arial"/>
                <a:ea typeface="Arial"/>
                <a:cs typeface="Arial"/>
                <a:sym typeface="Arial"/>
              </a:rPr>
              <a:t>x</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050">
                <a:latin typeface="Arial"/>
                <a:ea typeface="Arial"/>
                <a:cs typeface="Arial"/>
                <a:sym typeface="Arial"/>
              </a:rPr>
              <a:t>; Update weights: </a:t>
            </a:r>
            <a:r>
              <a:rPr lang="en-US" sz="1050" b="1">
                <a:latin typeface="Arial"/>
                <a:ea typeface="Arial"/>
                <a:cs typeface="Arial"/>
                <a:sym typeface="Arial"/>
              </a:rPr>
              <a:t>w </a:t>
            </a:r>
            <a:r>
              <a:rPr lang="en-US" sz="1200">
                <a:latin typeface="Lucida Sans"/>
                <a:ea typeface="Lucida Sans"/>
                <a:cs typeface="Lucida Sans"/>
                <a:sym typeface="Lucida Sans"/>
              </a:rPr>
              <a:t>← </a:t>
            </a:r>
            <a:r>
              <a:rPr lang="en-US" sz="1050" b="1">
                <a:latin typeface="Arial"/>
                <a:ea typeface="Arial"/>
                <a:cs typeface="Arial"/>
                <a:sym typeface="Arial"/>
              </a:rPr>
              <a:t>w </a:t>
            </a:r>
            <a:r>
              <a:rPr lang="en-US" sz="1200">
                <a:latin typeface="Lucida Sans"/>
                <a:ea typeface="Lucida Sans"/>
                <a:cs typeface="Lucida Sans"/>
                <a:sym typeface="Lucida Sans"/>
              </a:rPr>
              <a:t>− </a:t>
            </a:r>
            <a:r>
              <a:rPr lang="en-US" sz="1200" i="1">
                <a:latin typeface="Bookman Old Style"/>
                <a:ea typeface="Bookman Old Style"/>
                <a:cs typeface="Bookman Old Style"/>
                <a:sym typeface="Bookman Old Style"/>
              </a:rPr>
              <a:t>η</a:t>
            </a:r>
            <a:r>
              <a:rPr lang="en-US" sz="1200">
                <a:latin typeface="Lucida Sans"/>
                <a:ea typeface="Lucida Sans"/>
                <a:cs typeface="Lucida Sans"/>
                <a:sym typeface="Lucida Sans"/>
              </a:rPr>
              <a:t>∇</a:t>
            </a:r>
            <a:r>
              <a:rPr lang="en-US" sz="1200" i="1">
                <a:latin typeface="Bookman Old Style"/>
                <a:ea typeface="Bookman Old Style"/>
                <a:cs typeface="Bookman Old Style"/>
                <a:sym typeface="Bookman Old Style"/>
              </a:rPr>
              <a:t>l</a:t>
            </a:r>
            <a:r>
              <a:rPr lang="en-US" sz="1050">
                <a:latin typeface="Arial"/>
                <a:ea typeface="Arial"/>
                <a:cs typeface="Arial"/>
                <a:sym typeface="Arial"/>
              </a:rPr>
              <a:t>;</a:t>
            </a:r>
            <a:endParaRPr sz="1050">
              <a:latin typeface="Arial"/>
              <a:ea typeface="Arial"/>
              <a:cs typeface="Arial"/>
              <a:sym typeface="Arial"/>
            </a:endParaRPr>
          </a:p>
        </p:txBody>
      </p:sp>
      <p:sp>
        <p:nvSpPr>
          <p:cNvPr id="620" name="Google Shape;620;p33"/>
          <p:cNvSpPr txBox="1"/>
          <p:nvPr/>
        </p:nvSpPr>
        <p:spPr>
          <a:xfrm>
            <a:off x="227380" y="1604808"/>
            <a:ext cx="81280" cy="109791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b="1">
                <a:latin typeface="Arial"/>
                <a:ea typeface="Arial"/>
                <a:cs typeface="Arial"/>
                <a:sym typeface="Arial"/>
              </a:rPr>
              <a:t>3</a:t>
            </a:r>
            <a:endParaRPr sz="700">
              <a:latin typeface="Arial"/>
              <a:ea typeface="Arial"/>
              <a:cs typeface="Arial"/>
              <a:sym typeface="Arial"/>
            </a:endParaRPr>
          </a:p>
          <a:p>
            <a:pPr marL="12700" lvl="0" indent="0" algn="l" rtl="0">
              <a:lnSpc>
                <a:spcPct val="100000"/>
              </a:lnSpc>
              <a:spcBef>
                <a:spcPts val="725"/>
              </a:spcBef>
              <a:spcAft>
                <a:spcPts val="0"/>
              </a:spcAft>
              <a:buNone/>
            </a:pPr>
            <a:r>
              <a:rPr lang="en-US" sz="700" b="1">
                <a:latin typeface="Arial"/>
                <a:ea typeface="Arial"/>
                <a:cs typeface="Arial"/>
                <a:sym typeface="Arial"/>
              </a:rPr>
              <a:t>4</a:t>
            </a:r>
            <a:endParaRPr sz="700">
              <a:latin typeface="Arial"/>
              <a:ea typeface="Arial"/>
              <a:cs typeface="Arial"/>
              <a:sym typeface="Arial"/>
            </a:endParaRPr>
          </a:p>
          <a:p>
            <a:pPr marL="17145" lvl="0" indent="0" algn="l" rtl="0">
              <a:lnSpc>
                <a:spcPct val="100000"/>
              </a:lnSpc>
              <a:spcBef>
                <a:spcPts val="625"/>
              </a:spcBef>
              <a:spcAft>
                <a:spcPts val="0"/>
              </a:spcAft>
              <a:buNone/>
            </a:pPr>
            <a:r>
              <a:rPr lang="en-US" sz="700" b="1">
                <a:latin typeface="Arial"/>
                <a:ea typeface="Arial"/>
                <a:cs typeface="Arial"/>
                <a:sym typeface="Arial"/>
              </a:rPr>
              <a:t>5</a:t>
            </a:r>
            <a:endParaRPr sz="700">
              <a:latin typeface="Arial"/>
              <a:ea typeface="Arial"/>
              <a:cs typeface="Arial"/>
              <a:sym typeface="Arial"/>
            </a:endParaRPr>
          </a:p>
          <a:p>
            <a:pPr marL="17145" lvl="0" indent="0" algn="l" rtl="0">
              <a:lnSpc>
                <a:spcPct val="100000"/>
              </a:lnSpc>
              <a:spcBef>
                <a:spcPts val="725"/>
              </a:spcBef>
              <a:spcAft>
                <a:spcPts val="0"/>
              </a:spcAft>
              <a:buNone/>
            </a:pPr>
            <a:r>
              <a:rPr lang="en-US" sz="700" b="1">
                <a:latin typeface="Arial"/>
                <a:ea typeface="Arial"/>
                <a:cs typeface="Arial"/>
                <a:sym typeface="Arial"/>
              </a:rPr>
              <a:t>6</a:t>
            </a:r>
            <a:endParaRPr sz="700">
              <a:latin typeface="Arial"/>
              <a:ea typeface="Arial"/>
              <a:cs typeface="Arial"/>
              <a:sym typeface="Arial"/>
            </a:endParaRPr>
          </a:p>
          <a:p>
            <a:pPr marL="17145" lvl="0" indent="0" algn="l" rtl="0">
              <a:lnSpc>
                <a:spcPct val="100000"/>
              </a:lnSpc>
              <a:spcBef>
                <a:spcPts val="605"/>
              </a:spcBef>
              <a:spcAft>
                <a:spcPts val="0"/>
              </a:spcAft>
              <a:buNone/>
            </a:pPr>
            <a:r>
              <a:rPr lang="en-US" sz="700" b="1">
                <a:latin typeface="Arial"/>
                <a:ea typeface="Arial"/>
                <a:cs typeface="Arial"/>
                <a:sym typeface="Arial"/>
              </a:rPr>
              <a:t>7</a:t>
            </a:r>
            <a:endParaRPr sz="700">
              <a:latin typeface="Arial"/>
              <a:ea typeface="Arial"/>
              <a:cs typeface="Arial"/>
              <a:sym typeface="Arial"/>
            </a:endParaRPr>
          </a:p>
          <a:p>
            <a:pPr marL="12700" lvl="0" indent="0" algn="l" rtl="0">
              <a:lnSpc>
                <a:spcPct val="100000"/>
              </a:lnSpc>
              <a:spcBef>
                <a:spcPts val="705"/>
              </a:spcBef>
              <a:spcAft>
                <a:spcPts val="0"/>
              </a:spcAft>
              <a:buNone/>
            </a:pPr>
            <a:r>
              <a:rPr lang="en-US" sz="700" b="1">
                <a:latin typeface="Arial"/>
                <a:ea typeface="Arial"/>
                <a:cs typeface="Arial"/>
                <a:sym typeface="Arial"/>
              </a:rPr>
              <a:t>8</a:t>
            </a:r>
            <a:endParaRPr sz="700">
              <a:latin typeface="Arial"/>
              <a:ea typeface="Arial"/>
              <a:cs typeface="Arial"/>
              <a:sym typeface="Arial"/>
            </a:endParaRPr>
          </a:p>
        </p:txBody>
      </p:sp>
      <p:sp>
        <p:nvSpPr>
          <p:cNvPr id="621" name="Google Shape;621;p33"/>
          <p:cNvSpPr txBox="1"/>
          <p:nvPr/>
        </p:nvSpPr>
        <p:spPr>
          <a:xfrm>
            <a:off x="575360" y="2507117"/>
            <a:ext cx="300736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Optional: Compute total loss J</a:t>
            </a:r>
            <a:r>
              <a:rPr lang="en-US" sz="1200">
                <a:latin typeface="Tahoma"/>
                <a:ea typeface="Tahoma"/>
                <a:cs typeface="Tahoma"/>
                <a:sym typeface="Tahoma"/>
              </a:rPr>
              <a:t>(</a:t>
            </a:r>
            <a:r>
              <a:rPr lang="en-US" sz="1050" b="1">
                <a:latin typeface="Arial"/>
                <a:ea typeface="Arial"/>
                <a:cs typeface="Arial"/>
                <a:sym typeface="Arial"/>
              </a:rPr>
              <a:t>w</a:t>
            </a:r>
            <a:r>
              <a:rPr lang="en-US" sz="1200">
                <a:latin typeface="Tahoma"/>
                <a:ea typeface="Tahoma"/>
                <a:cs typeface="Tahoma"/>
                <a:sym typeface="Tahoma"/>
              </a:rPr>
              <a:t>) </a:t>
            </a:r>
            <a:r>
              <a:rPr lang="en-US" sz="1050" i="1">
                <a:latin typeface="Arial"/>
                <a:ea typeface="Arial"/>
                <a:cs typeface="Arial"/>
                <a:sym typeface="Arial"/>
              </a:rPr>
              <a:t>for monitoring</a:t>
            </a:r>
            <a:r>
              <a:rPr lang="en-US" sz="1050">
                <a:latin typeface="Arial"/>
                <a:ea typeface="Arial"/>
                <a:cs typeface="Arial"/>
                <a:sym typeface="Arial"/>
              </a:rPr>
              <a:t>;</a:t>
            </a:r>
            <a:endParaRPr sz="1050">
              <a:latin typeface="Arial"/>
              <a:ea typeface="Arial"/>
              <a:cs typeface="Arial"/>
              <a:sym typeface="Arial"/>
            </a:endParaRPr>
          </a:p>
        </p:txBody>
      </p:sp>
      <p:sp>
        <p:nvSpPr>
          <p:cNvPr id="622" name="Google Shape;622;p33"/>
          <p:cNvSpPr txBox="1"/>
          <p:nvPr/>
        </p:nvSpPr>
        <p:spPr>
          <a:xfrm>
            <a:off x="222313" y="2718414"/>
            <a:ext cx="72771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700" b="1">
                <a:latin typeface="Arial"/>
                <a:ea typeface="Arial"/>
                <a:cs typeface="Arial"/>
                <a:sym typeface="Arial"/>
              </a:rPr>
              <a:t>9 </a:t>
            </a:r>
            <a:r>
              <a:rPr lang="en-US" sz="1050" b="1">
                <a:latin typeface="Arial"/>
                <a:ea typeface="Arial"/>
                <a:cs typeface="Arial"/>
                <a:sym typeface="Arial"/>
              </a:rPr>
              <a:t>return w</a:t>
            </a:r>
            <a:r>
              <a:rPr lang="en-US" sz="1050">
                <a:latin typeface="Arial"/>
                <a:ea typeface="Arial"/>
                <a:cs typeface="Arial"/>
                <a:sym typeface="Arial"/>
              </a:rPr>
              <a:t>;</a:t>
            </a:r>
            <a:endParaRPr sz="1050">
              <a:latin typeface="Arial"/>
              <a:ea typeface="Arial"/>
              <a:cs typeface="Arial"/>
              <a:sym typeface="Arial"/>
            </a:endParaRPr>
          </a:p>
        </p:txBody>
      </p:sp>
      <p:grpSp>
        <p:nvGrpSpPr>
          <p:cNvPr id="623" name="Google Shape;623;p33"/>
          <p:cNvGrpSpPr/>
          <p:nvPr/>
        </p:nvGrpSpPr>
        <p:grpSpPr>
          <a:xfrm>
            <a:off x="0" y="2953156"/>
            <a:ext cx="5760262" cy="280855"/>
            <a:chOff x="0" y="2953156"/>
            <a:chExt cx="5760262" cy="280855"/>
          </a:xfrm>
        </p:grpSpPr>
        <p:sp>
          <p:nvSpPr>
            <p:cNvPr id="624" name="Google Shape;624;p33"/>
            <p:cNvSpPr/>
            <p:nvPr/>
          </p:nvSpPr>
          <p:spPr>
            <a:xfrm>
              <a:off x="359994" y="2953156"/>
              <a:ext cx="5039995" cy="0"/>
            </a:xfrm>
            <a:custGeom>
              <a:avLst/>
              <a:gdLst/>
              <a:ahLst/>
              <a:cxnLst/>
              <a:rect l="l" t="t" r="r" b="b"/>
              <a:pathLst>
                <a:path w="5039995" h="120000" extrusionOk="0">
                  <a:moveTo>
                    <a:pt x="0" y="0"/>
                  </a:moveTo>
                  <a:lnTo>
                    <a:pt x="5039995"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25" name="Google Shape;625;p33"/>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26" name="Google Shape;626;p33"/>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27" name="Google Shape;627;p33"/>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28" name="Google Shape;628;p3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629" name="Google Shape;629;p3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630" name="Google Shape;630;p33"/>
          <p:cNvSpPr txBox="1">
            <a:spLocks noGrp="1"/>
          </p:cNvSpPr>
          <p:nvPr>
            <p:ph type="sldNum" idx="12"/>
          </p:nvPr>
        </p:nvSpPr>
        <p:spPr>
          <a:xfrm>
            <a:off x="4627903" y="3137675"/>
            <a:ext cx="569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27</a:t>
            </a:fld>
            <a:r>
              <a:rPr lang="en-US"/>
              <a:t> / 100</a:t>
            </a:r>
            <a:endParaRPr/>
          </a:p>
        </p:txBody>
      </p:sp>
      <p:pic>
        <p:nvPicPr>
          <p:cNvPr id="631" name="Google Shape;631;p33"/>
          <p:cNvPicPr preferRelativeResize="0"/>
          <p:nvPr/>
        </p:nvPicPr>
        <p:blipFill>
          <a:blip r:embed="rId4">
            <a:alphaModFix/>
          </a:blip>
          <a:stretch>
            <a:fillRect/>
          </a:stretch>
        </p:blipFill>
        <p:spPr>
          <a:xfrm>
            <a:off x="0" y="423951"/>
            <a:ext cx="5765801" cy="2687598"/>
          </a:xfrm>
          <a:prstGeom prst="rect">
            <a:avLst/>
          </a:prstGeom>
          <a:noFill/>
          <a:ln>
            <a:noFill/>
          </a:ln>
        </p:spPr>
      </p:pic>
    </p:spTree>
  </p:cSld>
  <p:clrMapOvr>
    <a:masterClrMapping/>
  </p:clrMapOvr>
  <p:transition>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34"/>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SGD </a:t>
            </a:r>
            <a:r>
              <a:rPr lang="en-US" cap="small">
                <a:solidFill>
                  <a:srgbClr val="FFFFFF"/>
                </a:solidFill>
              </a:rPr>
              <a:t>vs</a:t>
            </a:r>
            <a:r>
              <a:rPr lang="en-US">
                <a:solidFill>
                  <a:srgbClr val="FFFFFF"/>
                </a:solidFill>
              </a:rPr>
              <a:t> B</a:t>
            </a:r>
            <a:r>
              <a:rPr lang="en-US" cap="small">
                <a:solidFill>
                  <a:srgbClr val="FFFFFF"/>
                </a:solidFill>
              </a:rPr>
              <a:t>atch</a:t>
            </a:r>
            <a:r>
              <a:rPr lang="en-US">
                <a:solidFill>
                  <a:srgbClr val="FFFFFF"/>
                </a:solidFill>
              </a:rPr>
              <a:t> GD: V</a:t>
            </a:r>
            <a:r>
              <a:rPr lang="en-US" cap="small">
                <a:solidFill>
                  <a:srgbClr val="FFFFFF"/>
                </a:solidFill>
              </a:rPr>
              <a:t>isual</a:t>
            </a:r>
            <a:r>
              <a:rPr lang="en-US">
                <a:solidFill>
                  <a:srgbClr val="FFFFFF"/>
                </a:solidFill>
              </a:rPr>
              <a:t> C</a:t>
            </a:r>
            <a:r>
              <a:rPr lang="en-US" cap="small">
                <a:solidFill>
                  <a:srgbClr val="FFFFFF"/>
                </a:solidFill>
              </a:rPr>
              <a:t>omparison</a:t>
            </a:r>
            <a:endParaRPr/>
          </a:p>
        </p:txBody>
      </p:sp>
      <p:grpSp>
        <p:nvGrpSpPr>
          <p:cNvPr id="637" name="Google Shape;637;p34"/>
          <p:cNvGrpSpPr/>
          <p:nvPr/>
        </p:nvGrpSpPr>
        <p:grpSpPr>
          <a:xfrm>
            <a:off x="896633" y="1088695"/>
            <a:ext cx="1620520" cy="1620520"/>
            <a:chOff x="896633" y="1088695"/>
            <a:chExt cx="1620520" cy="1620520"/>
          </a:xfrm>
        </p:grpSpPr>
        <p:sp>
          <p:nvSpPr>
            <p:cNvPr id="638" name="Google Shape;638;p34"/>
            <p:cNvSpPr/>
            <p:nvPr/>
          </p:nvSpPr>
          <p:spPr>
            <a:xfrm>
              <a:off x="896633" y="1088695"/>
              <a:ext cx="1620520" cy="1620520"/>
            </a:xfrm>
            <a:custGeom>
              <a:avLst/>
              <a:gdLst/>
              <a:ahLst/>
              <a:cxnLst/>
              <a:rect l="l" t="t" r="r" b="b"/>
              <a:pathLst>
                <a:path w="1620520" h="1620520" extrusionOk="0">
                  <a:moveTo>
                    <a:pt x="972005" y="810004"/>
                  </a:moveTo>
                  <a:lnTo>
                    <a:pt x="966219" y="766938"/>
                  </a:lnTo>
                  <a:lnTo>
                    <a:pt x="949888" y="728239"/>
                  </a:lnTo>
                  <a:lnTo>
                    <a:pt x="924557" y="695452"/>
                  </a:lnTo>
                  <a:lnTo>
                    <a:pt x="891770" y="670121"/>
                  </a:lnTo>
                  <a:lnTo>
                    <a:pt x="853071" y="653790"/>
                  </a:lnTo>
                  <a:lnTo>
                    <a:pt x="810004" y="648003"/>
                  </a:lnTo>
                  <a:lnTo>
                    <a:pt x="766938" y="653790"/>
                  </a:lnTo>
                  <a:lnTo>
                    <a:pt x="728239" y="670121"/>
                  </a:lnTo>
                  <a:lnTo>
                    <a:pt x="695452" y="695452"/>
                  </a:lnTo>
                  <a:lnTo>
                    <a:pt x="670121" y="728239"/>
                  </a:lnTo>
                  <a:lnTo>
                    <a:pt x="653790" y="766938"/>
                  </a:lnTo>
                  <a:lnTo>
                    <a:pt x="648003" y="810004"/>
                  </a:lnTo>
                  <a:lnTo>
                    <a:pt x="653790" y="853071"/>
                  </a:lnTo>
                  <a:lnTo>
                    <a:pt x="670121" y="891770"/>
                  </a:lnTo>
                  <a:lnTo>
                    <a:pt x="695452" y="924557"/>
                  </a:lnTo>
                  <a:lnTo>
                    <a:pt x="728239" y="949888"/>
                  </a:lnTo>
                  <a:lnTo>
                    <a:pt x="766938" y="966219"/>
                  </a:lnTo>
                  <a:lnTo>
                    <a:pt x="810004" y="972005"/>
                  </a:lnTo>
                  <a:lnTo>
                    <a:pt x="853071" y="966219"/>
                  </a:lnTo>
                  <a:lnTo>
                    <a:pt x="891770" y="949888"/>
                  </a:lnTo>
                  <a:lnTo>
                    <a:pt x="924557" y="924557"/>
                  </a:lnTo>
                  <a:lnTo>
                    <a:pt x="949888" y="891770"/>
                  </a:lnTo>
                  <a:lnTo>
                    <a:pt x="966219" y="853071"/>
                  </a:lnTo>
                  <a:lnTo>
                    <a:pt x="972005" y="810004"/>
                  </a:lnTo>
                  <a:close/>
                </a:path>
                <a:path w="1620520" h="1620520" extrusionOk="0">
                  <a:moveTo>
                    <a:pt x="1134005" y="810004"/>
                  </a:moveTo>
                  <a:lnTo>
                    <a:pt x="1130492" y="762125"/>
                  </a:lnTo>
                  <a:lnTo>
                    <a:pt x="1120288" y="716428"/>
                  </a:lnTo>
                  <a:lnTo>
                    <a:pt x="1103892" y="673413"/>
                  </a:lnTo>
                  <a:lnTo>
                    <a:pt x="1081807" y="633581"/>
                  </a:lnTo>
                  <a:lnTo>
                    <a:pt x="1054534" y="597435"/>
                  </a:lnTo>
                  <a:lnTo>
                    <a:pt x="1022574" y="565474"/>
                  </a:lnTo>
                  <a:lnTo>
                    <a:pt x="986427" y="538201"/>
                  </a:lnTo>
                  <a:lnTo>
                    <a:pt x="946596" y="516116"/>
                  </a:lnTo>
                  <a:lnTo>
                    <a:pt x="903581" y="499721"/>
                  </a:lnTo>
                  <a:lnTo>
                    <a:pt x="857883" y="489516"/>
                  </a:lnTo>
                  <a:lnTo>
                    <a:pt x="810004" y="486003"/>
                  </a:lnTo>
                  <a:lnTo>
                    <a:pt x="762125" y="489516"/>
                  </a:lnTo>
                  <a:lnTo>
                    <a:pt x="716428" y="499721"/>
                  </a:lnTo>
                  <a:lnTo>
                    <a:pt x="673413" y="516116"/>
                  </a:lnTo>
                  <a:lnTo>
                    <a:pt x="633581" y="538201"/>
                  </a:lnTo>
                  <a:lnTo>
                    <a:pt x="597435" y="565474"/>
                  </a:lnTo>
                  <a:lnTo>
                    <a:pt x="565474" y="597435"/>
                  </a:lnTo>
                  <a:lnTo>
                    <a:pt x="538201" y="633581"/>
                  </a:lnTo>
                  <a:lnTo>
                    <a:pt x="516116" y="673413"/>
                  </a:lnTo>
                  <a:lnTo>
                    <a:pt x="499721" y="716428"/>
                  </a:lnTo>
                  <a:lnTo>
                    <a:pt x="489516" y="762125"/>
                  </a:lnTo>
                  <a:lnTo>
                    <a:pt x="486003" y="810004"/>
                  </a:lnTo>
                  <a:lnTo>
                    <a:pt x="489516" y="857883"/>
                  </a:lnTo>
                  <a:lnTo>
                    <a:pt x="499721" y="903581"/>
                  </a:lnTo>
                  <a:lnTo>
                    <a:pt x="516116" y="946596"/>
                  </a:lnTo>
                  <a:lnTo>
                    <a:pt x="538201" y="986427"/>
                  </a:lnTo>
                  <a:lnTo>
                    <a:pt x="565474" y="1022574"/>
                  </a:lnTo>
                  <a:lnTo>
                    <a:pt x="597435" y="1054534"/>
                  </a:lnTo>
                  <a:lnTo>
                    <a:pt x="633581" y="1081807"/>
                  </a:lnTo>
                  <a:lnTo>
                    <a:pt x="673413" y="1103892"/>
                  </a:lnTo>
                  <a:lnTo>
                    <a:pt x="716428" y="1120288"/>
                  </a:lnTo>
                  <a:lnTo>
                    <a:pt x="762125" y="1130492"/>
                  </a:lnTo>
                  <a:lnTo>
                    <a:pt x="810004" y="1134005"/>
                  </a:lnTo>
                  <a:lnTo>
                    <a:pt x="857883" y="1130492"/>
                  </a:lnTo>
                  <a:lnTo>
                    <a:pt x="903581" y="1120288"/>
                  </a:lnTo>
                  <a:lnTo>
                    <a:pt x="946596" y="1103892"/>
                  </a:lnTo>
                  <a:lnTo>
                    <a:pt x="986427" y="1081807"/>
                  </a:lnTo>
                  <a:lnTo>
                    <a:pt x="1022574" y="1054534"/>
                  </a:lnTo>
                  <a:lnTo>
                    <a:pt x="1054534" y="1022574"/>
                  </a:lnTo>
                  <a:lnTo>
                    <a:pt x="1081807" y="986427"/>
                  </a:lnTo>
                  <a:lnTo>
                    <a:pt x="1103892" y="946596"/>
                  </a:lnTo>
                  <a:lnTo>
                    <a:pt x="1120288" y="903581"/>
                  </a:lnTo>
                  <a:lnTo>
                    <a:pt x="1130492" y="857883"/>
                  </a:lnTo>
                  <a:lnTo>
                    <a:pt x="1134005" y="810004"/>
                  </a:lnTo>
                  <a:close/>
                </a:path>
                <a:path w="1620520" h="1620520" extrusionOk="0">
                  <a:moveTo>
                    <a:pt x="1296007" y="810004"/>
                  </a:moveTo>
                  <a:lnTo>
                    <a:pt x="1293782" y="763199"/>
                  </a:lnTo>
                  <a:lnTo>
                    <a:pt x="1287243" y="717652"/>
                  </a:lnTo>
                  <a:lnTo>
                    <a:pt x="1276595" y="673567"/>
                  </a:lnTo>
                  <a:lnTo>
                    <a:pt x="1262040" y="631149"/>
                  </a:lnTo>
                  <a:lnTo>
                    <a:pt x="1243782" y="590601"/>
                  </a:lnTo>
                  <a:lnTo>
                    <a:pt x="1222025" y="552126"/>
                  </a:lnTo>
                  <a:lnTo>
                    <a:pt x="1196973" y="515929"/>
                  </a:lnTo>
                  <a:lnTo>
                    <a:pt x="1168829" y="482212"/>
                  </a:lnTo>
                  <a:lnTo>
                    <a:pt x="1137796" y="451180"/>
                  </a:lnTo>
                  <a:lnTo>
                    <a:pt x="1104080" y="423036"/>
                  </a:lnTo>
                  <a:lnTo>
                    <a:pt x="1067882" y="397983"/>
                  </a:lnTo>
                  <a:lnTo>
                    <a:pt x="1029407" y="376226"/>
                  </a:lnTo>
                  <a:lnTo>
                    <a:pt x="988859" y="357969"/>
                  </a:lnTo>
                  <a:lnTo>
                    <a:pt x="946441" y="343414"/>
                  </a:lnTo>
                  <a:lnTo>
                    <a:pt x="902357" y="332765"/>
                  </a:lnTo>
                  <a:lnTo>
                    <a:pt x="856810" y="326227"/>
                  </a:lnTo>
                  <a:lnTo>
                    <a:pt x="810004" y="324002"/>
                  </a:lnTo>
                  <a:lnTo>
                    <a:pt x="763199" y="326227"/>
                  </a:lnTo>
                  <a:lnTo>
                    <a:pt x="717652" y="332765"/>
                  </a:lnTo>
                  <a:lnTo>
                    <a:pt x="673567" y="343414"/>
                  </a:lnTo>
                  <a:lnTo>
                    <a:pt x="631149" y="357969"/>
                  </a:lnTo>
                  <a:lnTo>
                    <a:pt x="590601" y="376226"/>
                  </a:lnTo>
                  <a:lnTo>
                    <a:pt x="552126" y="397983"/>
                  </a:lnTo>
                  <a:lnTo>
                    <a:pt x="515929" y="423036"/>
                  </a:lnTo>
                  <a:lnTo>
                    <a:pt x="482212" y="451180"/>
                  </a:lnTo>
                  <a:lnTo>
                    <a:pt x="451180" y="482212"/>
                  </a:lnTo>
                  <a:lnTo>
                    <a:pt x="423036" y="515929"/>
                  </a:lnTo>
                  <a:lnTo>
                    <a:pt x="397983" y="552126"/>
                  </a:lnTo>
                  <a:lnTo>
                    <a:pt x="376226" y="590601"/>
                  </a:lnTo>
                  <a:lnTo>
                    <a:pt x="357969" y="631149"/>
                  </a:lnTo>
                  <a:lnTo>
                    <a:pt x="343414" y="673567"/>
                  </a:lnTo>
                  <a:lnTo>
                    <a:pt x="332765" y="717652"/>
                  </a:lnTo>
                  <a:lnTo>
                    <a:pt x="326227" y="763199"/>
                  </a:lnTo>
                  <a:lnTo>
                    <a:pt x="324002" y="810004"/>
                  </a:lnTo>
                  <a:lnTo>
                    <a:pt x="326227" y="856810"/>
                  </a:lnTo>
                  <a:lnTo>
                    <a:pt x="332765" y="902357"/>
                  </a:lnTo>
                  <a:lnTo>
                    <a:pt x="343414" y="946441"/>
                  </a:lnTo>
                  <a:lnTo>
                    <a:pt x="357969" y="988859"/>
                  </a:lnTo>
                  <a:lnTo>
                    <a:pt x="376226" y="1029407"/>
                  </a:lnTo>
                  <a:lnTo>
                    <a:pt x="397983" y="1067882"/>
                  </a:lnTo>
                  <a:lnTo>
                    <a:pt x="423036" y="1104080"/>
                  </a:lnTo>
                  <a:lnTo>
                    <a:pt x="451180" y="1137796"/>
                  </a:lnTo>
                  <a:lnTo>
                    <a:pt x="482212" y="1168829"/>
                  </a:lnTo>
                  <a:lnTo>
                    <a:pt x="515929" y="1196973"/>
                  </a:lnTo>
                  <a:lnTo>
                    <a:pt x="552126" y="1222025"/>
                  </a:lnTo>
                  <a:lnTo>
                    <a:pt x="590601" y="1243782"/>
                  </a:lnTo>
                  <a:lnTo>
                    <a:pt x="631149" y="1262040"/>
                  </a:lnTo>
                  <a:lnTo>
                    <a:pt x="673567" y="1276595"/>
                  </a:lnTo>
                  <a:lnTo>
                    <a:pt x="717652" y="1287243"/>
                  </a:lnTo>
                  <a:lnTo>
                    <a:pt x="763199" y="1293782"/>
                  </a:lnTo>
                  <a:lnTo>
                    <a:pt x="810004" y="1296007"/>
                  </a:lnTo>
                  <a:lnTo>
                    <a:pt x="856810" y="1293782"/>
                  </a:lnTo>
                  <a:lnTo>
                    <a:pt x="902357" y="1287243"/>
                  </a:lnTo>
                  <a:lnTo>
                    <a:pt x="946441" y="1276595"/>
                  </a:lnTo>
                  <a:lnTo>
                    <a:pt x="988859" y="1262040"/>
                  </a:lnTo>
                  <a:lnTo>
                    <a:pt x="1029407" y="1243782"/>
                  </a:lnTo>
                  <a:lnTo>
                    <a:pt x="1067882" y="1222025"/>
                  </a:lnTo>
                  <a:lnTo>
                    <a:pt x="1104080" y="1196973"/>
                  </a:lnTo>
                  <a:lnTo>
                    <a:pt x="1137796" y="1168829"/>
                  </a:lnTo>
                  <a:lnTo>
                    <a:pt x="1168829" y="1137796"/>
                  </a:lnTo>
                  <a:lnTo>
                    <a:pt x="1196973" y="1104080"/>
                  </a:lnTo>
                  <a:lnTo>
                    <a:pt x="1222025" y="1067882"/>
                  </a:lnTo>
                  <a:lnTo>
                    <a:pt x="1243782" y="1029407"/>
                  </a:lnTo>
                  <a:lnTo>
                    <a:pt x="1262040" y="988859"/>
                  </a:lnTo>
                  <a:lnTo>
                    <a:pt x="1276595" y="946441"/>
                  </a:lnTo>
                  <a:lnTo>
                    <a:pt x="1287243" y="902357"/>
                  </a:lnTo>
                  <a:lnTo>
                    <a:pt x="1293782" y="856810"/>
                  </a:lnTo>
                  <a:lnTo>
                    <a:pt x="1296007" y="810004"/>
                  </a:lnTo>
                  <a:close/>
                </a:path>
                <a:path w="1620520" h="1620520" extrusionOk="0">
                  <a:moveTo>
                    <a:pt x="1458008" y="810004"/>
                  </a:moveTo>
                  <a:lnTo>
                    <a:pt x="1456230" y="761642"/>
                  </a:lnTo>
                  <a:lnTo>
                    <a:pt x="1450982" y="714246"/>
                  </a:lnTo>
                  <a:lnTo>
                    <a:pt x="1442387" y="667940"/>
                  </a:lnTo>
                  <a:lnTo>
                    <a:pt x="1430572" y="622850"/>
                  </a:lnTo>
                  <a:lnTo>
                    <a:pt x="1415662" y="579102"/>
                  </a:lnTo>
                  <a:lnTo>
                    <a:pt x="1397781" y="536820"/>
                  </a:lnTo>
                  <a:lnTo>
                    <a:pt x="1377056" y="496130"/>
                  </a:lnTo>
                  <a:lnTo>
                    <a:pt x="1353612" y="457157"/>
                  </a:lnTo>
                  <a:lnTo>
                    <a:pt x="1327573" y="420027"/>
                  </a:lnTo>
                  <a:lnTo>
                    <a:pt x="1299065" y="384864"/>
                  </a:lnTo>
                  <a:lnTo>
                    <a:pt x="1268214" y="351795"/>
                  </a:lnTo>
                  <a:lnTo>
                    <a:pt x="1235144" y="320943"/>
                  </a:lnTo>
                  <a:lnTo>
                    <a:pt x="1199981" y="292436"/>
                  </a:lnTo>
                  <a:lnTo>
                    <a:pt x="1162851" y="266397"/>
                  </a:lnTo>
                  <a:lnTo>
                    <a:pt x="1123878" y="242952"/>
                  </a:lnTo>
                  <a:lnTo>
                    <a:pt x="1083188" y="222227"/>
                  </a:lnTo>
                  <a:lnTo>
                    <a:pt x="1040906" y="204347"/>
                  </a:lnTo>
                  <a:lnTo>
                    <a:pt x="997158" y="189436"/>
                  </a:lnTo>
                  <a:lnTo>
                    <a:pt x="952068" y="177621"/>
                  </a:lnTo>
                  <a:lnTo>
                    <a:pt x="905763" y="169027"/>
                  </a:lnTo>
                  <a:lnTo>
                    <a:pt x="858366" y="163778"/>
                  </a:lnTo>
                  <a:lnTo>
                    <a:pt x="810004" y="162001"/>
                  </a:lnTo>
                  <a:lnTo>
                    <a:pt x="761642" y="163778"/>
                  </a:lnTo>
                  <a:lnTo>
                    <a:pt x="714246" y="169027"/>
                  </a:lnTo>
                  <a:lnTo>
                    <a:pt x="667940" y="177621"/>
                  </a:lnTo>
                  <a:lnTo>
                    <a:pt x="622850" y="189436"/>
                  </a:lnTo>
                  <a:lnTo>
                    <a:pt x="579102" y="204347"/>
                  </a:lnTo>
                  <a:lnTo>
                    <a:pt x="536820" y="222227"/>
                  </a:lnTo>
                  <a:lnTo>
                    <a:pt x="496130" y="242952"/>
                  </a:lnTo>
                  <a:lnTo>
                    <a:pt x="457157" y="266397"/>
                  </a:lnTo>
                  <a:lnTo>
                    <a:pt x="420027" y="292436"/>
                  </a:lnTo>
                  <a:lnTo>
                    <a:pt x="384864" y="320943"/>
                  </a:lnTo>
                  <a:lnTo>
                    <a:pt x="351795" y="351795"/>
                  </a:lnTo>
                  <a:lnTo>
                    <a:pt x="320943" y="384864"/>
                  </a:lnTo>
                  <a:lnTo>
                    <a:pt x="292436" y="420027"/>
                  </a:lnTo>
                  <a:lnTo>
                    <a:pt x="266397" y="457157"/>
                  </a:lnTo>
                  <a:lnTo>
                    <a:pt x="242952" y="496130"/>
                  </a:lnTo>
                  <a:lnTo>
                    <a:pt x="222227" y="536820"/>
                  </a:lnTo>
                  <a:lnTo>
                    <a:pt x="204347" y="579102"/>
                  </a:lnTo>
                  <a:lnTo>
                    <a:pt x="189436" y="622850"/>
                  </a:lnTo>
                  <a:lnTo>
                    <a:pt x="177621" y="667940"/>
                  </a:lnTo>
                  <a:lnTo>
                    <a:pt x="169027" y="714246"/>
                  </a:lnTo>
                  <a:lnTo>
                    <a:pt x="163778" y="761642"/>
                  </a:lnTo>
                  <a:lnTo>
                    <a:pt x="162001" y="810004"/>
                  </a:lnTo>
                  <a:lnTo>
                    <a:pt x="163778" y="858366"/>
                  </a:lnTo>
                  <a:lnTo>
                    <a:pt x="169027" y="905763"/>
                  </a:lnTo>
                  <a:lnTo>
                    <a:pt x="177621" y="952068"/>
                  </a:lnTo>
                  <a:lnTo>
                    <a:pt x="189436" y="997158"/>
                  </a:lnTo>
                  <a:lnTo>
                    <a:pt x="204347" y="1040906"/>
                  </a:lnTo>
                  <a:lnTo>
                    <a:pt x="222227" y="1083188"/>
                  </a:lnTo>
                  <a:lnTo>
                    <a:pt x="242952" y="1123878"/>
                  </a:lnTo>
                  <a:lnTo>
                    <a:pt x="266397" y="1162851"/>
                  </a:lnTo>
                  <a:lnTo>
                    <a:pt x="292436" y="1199981"/>
                  </a:lnTo>
                  <a:lnTo>
                    <a:pt x="320943" y="1235144"/>
                  </a:lnTo>
                  <a:lnTo>
                    <a:pt x="351795" y="1268214"/>
                  </a:lnTo>
                  <a:lnTo>
                    <a:pt x="384864" y="1299065"/>
                  </a:lnTo>
                  <a:lnTo>
                    <a:pt x="420027" y="1327573"/>
                  </a:lnTo>
                  <a:lnTo>
                    <a:pt x="457157" y="1353612"/>
                  </a:lnTo>
                  <a:lnTo>
                    <a:pt x="496130" y="1377056"/>
                  </a:lnTo>
                  <a:lnTo>
                    <a:pt x="536820" y="1397781"/>
                  </a:lnTo>
                  <a:lnTo>
                    <a:pt x="579102" y="1415662"/>
                  </a:lnTo>
                  <a:lnTo>
                    <a:pt x="622850" y="1430572"/>
                  </a:lnTo>
                  <a:lnTo>
                    <a:pt x="667940" y="1442387"/>
                  </a:lnTo>
                  <a:lnTo>
                    <a:pt x="714246" y="1450982"/>
                  </a:lnTo>
                  <a:lnTo>
                    <a:pt x="761642" y="1456230"/>
                  </a:lnTo>
                  <a:lnTo>
                    <a:pt x="810004" y="1458008"/>
                  </a:lnTo>
                  <a:lnTo>
                    <a:pt x="858366" y="1456230"/>
                  </a:lnTo>
                  <a:lnTo>
                    <a:pt x="905763" y="1450982"/>
                  </a:lnTo>
                  <a:lnTo>
                    <a:pt x="952068" y="1442387"/>
                  </a:lnTo>
                  <a:lnTo>
                    <a:pt x="997158" y="1430572"/>
                  </a:lnTo>
                  <a:lnTo>
                    <a:pt x="1040906" y="1415662"/>
                  </a:lnTo>
                  <a:lnTo>
                    <a:pt x="1083188" y="1397781"/>
                  </a:lnTo>
                  <a:lnTo>
                    <a:pt x="1123878" y="1377056"/>
                  </a:lnTo>
                  <a:lnTo>
                    <a:pt x="1162851" y="1353612"/>
                  </a:lnTo>
                  <a:lnTo>
                    <a:pt x="1199981" y="1327573"/>
                  </a:lnTo>
                  <a:lnTo>
                    <a:pt x="1235144" y="1299065"/>
                  </a:lnTo>
                  <a:lnTo>
                    <a:pt x="1268214" y="1268214"/>
                  </a:lnTo>
                  <a:lnTo>
                    <a:pt x="1299065" y="1235144"/>
                  </a:lnTo>
                  <a:lnTo>
                    <a:pt x="1327573" y="1199981"/>
                  </a:lnTo>
                  <a:lnTo>
                    <a:pt x="1353612" y="1162851"/>
                  </a:lnTo>
                  <a:lnTo>
                    <a:pt x="1377056" y="1123878"/>
                  </a:lnTo>
                  <a:lnTo>
                    <a:pt x="1397781" y="1083188"/>
                  </a:lnTo>
                  <a:lnTo>
                    <a:pt x="1415662" y="1040906"/>
                  </a:lnTo>
                  <a:lnTo>
                    <a:pt x="1430572" y="997158"/>
                  </a:lnTo>
                  <a:lnTo>
                    <a:pt x="1442387" y="952068"/>
                  </a:lnTo>
                  <a:lnTo>
                    <a:pt x="1450982" y="905763"/>
                  </a:lnTo>
                  <a:lnTo>
                    <a:pt x="1456230" y="858366"/>
                  </a:lnTo>
                  <a:lnTo>
                    <a:pt x="1458008" y="810004"/>
                  </a:lnTo>
                  <a:close/>
                </a:path>
                <a:path w="1620520" h="1620520" extrusionOk="0">
                  <a:moveTo>
                    <a:pt x="1620009" y="810004"/>
                  </a:moveTo>
                  <a:lnTo>
                    <a:pt x="1618634" y="762410"/>
                  </a:lnTo>
                  <a:lnTo>
                    <a:pt x="1614560" y="715540"/>
                  </a:lnTo>
                  <a:lnTo>
                    <a:pt x="1607862" y="669470"/>
                  </a:lnTo>
                  <a:lnTo>
                    <a:pt x="1598616" y="624276"/>
                  </a:lnTo>
                  <a:lnTo>
                    <a:pt x="1586900" y="580034"/>
                  </a:lnTo>
                  <a:lnTo>
                    <a:pt x="1572787" y="536821"/>
                  </a:lnTo>
                  <a:lnTo>
                    <a:pt x="1556356" y="494712"/>
                  </a:lnTo>
                  <a:lnTo>
                    <a:pt x="1537680" y="453782"/>
                  </a:lnTo>
                  <a:lnTo>
                    <a:pt x="1516837" y="414109"/>
                  </a:lnTo>
                  <a:lnTo>
                    <a:pt x="1493902" y="375768"/>
                  </a:lnTo>
                  <a:lnTo>
                    <a:pt x="1468952" y="338835"/>
                  </a:lnTo>
                  <a:lnTo>
                    <a:pt x="1442062" y="303385"/>
                  </a:lnTo>
                  <a:lnTo>
                    <a:pt x="1413308" y="269496"/>
                  </a:lnTo>
                  <a:lnTo>
                    <a:pt x="1382766" y="237242"/>
                  </a:lnTo>
                  <a:lnTo>
                    <a:pt x="1350513" y="206701"/>
                  </a:lnTo>
                  <a:lnTo>
                    <a:pt x="1316623" y="177947"/>
                  </a:lnTo>
                  <a:lnTo>
                    <a:pt x="1281174" y="151057"/>
                  </a:lnTo>
                  <a:lnTo>
                    <a:pt x="1244241" y="126106"/>
                  </a:lnTo>
                  <a:lnTo>
                    <a:pt x="1205899" y="103171"/>
                  </a:lnTo>
                  <a:lnTo>
                    <a:pt x="1166226" y="82328"/>
                  </a:lnTo>
                  <a:lnTo>
                    <a:pt x="1125297" y="63653"/>
                  </a:lnTo>
                  <a:lnTo>
                    <a:pt x="1083188" y="47221"/>
                  </a:lnTo>
                  <a:lnTo>
                    <a:pt x="1039974" y="33109"/>
                  </a:lnTo>
                  <a:lnTo>
                    <a:pt x="995733" y="21392"/>
                  </a:lnTo>
                  <a:lnTo>
                    <a:pt x="950539" y="12147"/>
                  </a:lnTo>
                  <a:lnTo>
                    <a:pt x="904469" y="5449"/>
                  </a:lnTo>
                  <a:lnTo>
                    <a:pt x="857599" y="1375"/>
                  </a:lnTo>
                  <a:lnTo>
                    <a:pt x="810004" y="0"/>
                  </a:lnTo>
                  <a:lnTo>
                    <a:pt x="762410" y="1375"/>
                  </a:lnTo>
                  <a:lnTo>
                    <a:pt x="715540" y="5449"/>
                  </a:lnTo>
                  <a:lnTo>
                    <a:pt x="669470" y="12147"/>
                  </a:lnTo>
                  <a:lnTo>
                    <a:pt x="624276" y="21392"/>
                  </a:lnTo>
                  <a:lnTo>
                    <a:pt x="580034" y="33109"/>
                  </a:lnTo>
                  <a:lnTo>
                    <a:pt x="536821" y="47221"/>
                  </a:lnTo>
                  <a:lnTo>
                    <a:pt x="494712" y="63653"/>
                  </a:lnTo>
                  <a:lnTo>
                    <a:pt x="453782" y="82328"/>
                  </a:lnTo>
                  <a:lnTo>
                    <a:pt x="414109" y="103171"/>
                  </a:lnTo>
                  <a:lnTo>
                    <a:pt x="375768" y="126106"/>
                  </a:lnTo>
                  <a:lnTo>
                    <a:pt x="338835" y="151057"/>
                  </a:lnTo>
                  <a:lnTo>
                    <a:pt x="303385" y="177947"/>
                  </a:lnTo>
                  <a:lnTo>
                    <a:pt x="269496" y="206701"/>
                  </a:lnTo>
                  <a:lnTo>
                    <a:pt x="237242" y="237242"/>
                  </a:lnTo>
                  <a:lnTo>
                    <a:pt x="206701" y="269496"/>
                  </a:lnTo>
                  <a:lnTo>
                    <a:pt x="177947" y="303385"/>
                  </a:lnTo>
                  <a:lnTo>
                    <a:pt x="151057" y="338835"/>
                  </a:lnTo>
                  <a:lnTo>
                    <a:pt x="126106" y="375768"/>
                  </a:lnTo>
                  <a:lnTo>
                    <a:pt x="103171" y="414109"/>
                  </a:lnTo>
                  <a:lnTo>
                    <a:pt x="82328" y="453782"/>
                  </a:lnTo>
                  <a:lnTo>
                    <a:pt x="63653" y="494712"/>
                  </a:lnTo>
                  <a:lnTo>
                    <a:pt x="47221" y="536821"/>
                  </a:lnTo>
                  <a:lnTo>
                    <a:pt x="33109" y="580034"/>
                  </a:lnTo>
                  <a:lnTo>
                    <a:pt x="21392" y="624276"/>
                  </a:lnTo>
                  <a:lnTo>
                    <a:pt x="12147" y="669470"/>
                  </a:lnTo>
                  <a:lnTo>
                    <a:pt x="5449" y="715540"/>
                  </a:lnTo>
                  <a:lnTo>
                    <a:pt x="1375" y="762410"/>
                  </a:lnTo>
                  <a:lnTo>
                    <a:pt x="0" y="810004"/>
                  </a:lnTo>
                  <a:lnTo>
                    <a:pt x="1375" y="857599"/>
                  </a:lnTo>
                  <a:lnTo>
                    <a:pt x="5449" y="904469"/>
                  </a:lnTo>
                  <a:lnTo>
                    <a:pt x="12147" y="950539"/>
                  </a:lnTo>
                  <a:lnTo>
                    <a:pt x="21392" y="995733"/>
                  </a:lnTo>
                  <a:lnTo>
                    <a:pt x="33109" y="1039974"/>
                  </a:lnTo>
                  <a:lnTo>
                    <a:pt x="47221" y="1083188"/>
                  </a:lnTo>
                  <a:lnTo>
                    <a:pt x="63653" y="1125297"/>
                  </a:lnTo>
                  <a:lnTo>
                    <a:pt x="82328" y="1166226"/>
                  </a:lnTo>
                  <a:lnTo>
                    <a:pt x="103171" y="1205899"/>
                  </a:lnTo>
                  <a:lnTo>
                    <a:pt x="126106" y="1244241"/>
                  </a:lnTo>
                  <a:lnTo>
                    <a:pt x="151057" y="1281174"/>
                  </a:lnTo>
                  <a:lnTo>
                    <a:pt x="177947" y="1316623"/>
                  </a:lnTo>
                  <a:lnTo>
                    <a:pt x="206701" y="1350513"/>
                  </a:lnTo>
                  <a:lnTo>
                    <a:pt x="237242" y="1382766"/>
                  </a:lnTo>
                  <a:lnTo>
                    <a:pt x="269496" y="1413308"/>
                  </a:lnTo>
                  <a:lnTo>
                    <a:pt x="303385" y="1442062"/>
                  </a:lnTo>
                  <a:lnTo>
                    <a:pt x="338835" y="1468952"/>
                  </a:lnTo>
                  <a:lnTo>
                    <a:pt x="375768" y="1493902"/>
                  </a:lnTo>
                  <a:lnTo>
                    <a:pt x="414109" y="1516837"/>
                  </a:lnTo>
                  <a:lnTo>
                    <a:pt x="453782" y="1537680"/>
                  </a:lnTo>
                  <a:lnTo>
                    <a:pt x="494712" y="1556356"/>
                  </a:lnTo>
                  <a:lnTo>
                    <a:pt x="536821" y="1572787"/>
                  </a:lnTo>
                  <a:lnTo>
                    <a:pt x="580034" y="1586900"/>
                  </a:lnTo>
                  <a:lnTo>
                    <a:pt x="624276" y="1598616"/>
                  </a:lnTo>
                  <a:lnTo>
                    <a:pt x="669470" y="1607862"/>
                  </a:lnTo>
                  <a:lnTo>
                    <a:pt x="715540" y="1614560"/>
                  </a:lnTo>
                  <a:lnTo>
                    <a:pt x="762410" y="1618634"/>
                  </a:lnTo>
                  <a:lnTo>
                    <a:pt x="810004" y="1620009"/>
                  </a:lnTo>
                  <a:lnTo>
                    <a:pt x="857599" y="1618634"/>
                  </a:lnTo>
                  <a:lnTo>
                    <a:pt x="904469" y="1614560"/>
                  </a:lnTo>
                  <a:lnTo>
                    <a:pt x="950539" y="1607862"/>
                  </a:lnTo>
                  <a:lnTo>
                    <a:pt x="995733" y="1598616"/>
                  </a:lnTo>
                  <a:lnTo>
                    <a:pt x="1039974" y="1586900"/>
                  </a:lnTo>
                  <a:lnTo>
                    <a:pt x="1083188" y="1572787"/>
                  </a:lnTo>
                  <a:lnTo>
                    <a:pt x="1125297" y="1556356"/>
                  </a:lnTo>
                  <a:lnTo>
                    <a:pt x="1166226" y="1537680"/>
                  </a:lnTo>
                  <a:lnTo>
                    <a:pt x="1205899" y="1516837"/>
                  </a:lnTo>
                  <a:lnTo>
                    <a:pt x="1244241" y="1493902"/>
                  </a:lnTo>
                  <a:lnTo>
                    <a:pt x="1281174" y="1468952"/>
                  </a:lnTo>
                  <a:lnTo>
                    <a:pt x="1316623" y="1442062"/>
                  </a:lnTo>
                  <a:lnTo>
                    <a:pt x="1350513" y="1413308"/>
                  </a:lnTo>
                  <a:lnTo>
                    <a:pt x="1382766" y="1382766"/>
                  </a:lnTo>
                  <a:lnTo>
                    <a:pt x="1413308" y="1350513"/>
                  </a:lnTo>
                  <a:lnTo>
                    <a:pt x="1442062" y="1316623"/>
                  </a:lnTo>
                  <a:lnTo>
                    <a:pt x="1468952" y="1281174"/>
                  </a:lnTo>
                  <a:lnTo>
                    <a:pt x="1493902" y="1244241"/>
                  </a:lnTo>
                  <a:lnTo>
                    <a:pt x="1516837" y="1205899"/>
                  </a:lnTo>
                  <a:lnTo>
                    <a:pt x="1537680" y="1166226"/>
                  </a:lnTo>
                  <a:lnTo>
                    <a:pt x="1556356" y="1125297"/>
                  </a:lnTo>
                  <a:lnTo>
                    <a:pt x="1572787" y="1083188"/>
                  </a:lnTo>
                  <a:lnTo>
                    <a:pt x="1586900" y="1039974"/>
                  </a:lnTo>
                  <a:lnTo>
                    <a:pt x="1598616" y="995733"/>
                  </a:lnTo>
                  <a:lnTo>
                    <a:pt x="1607862" y="950539"/>
                  </a:lnTo>
                  <a:lnTo>
                    <a:pt x="1614560" y="904469"/>
                  </a:lnTo>
                  <a:lnTo>
                    <a:pt x="1618634" y="857599"/>
                  </a:lnTo>
                  <a:lnTo>
                    <a:pt x="1620009" y="810004"/>
                  </a:lnTo>
                  <a:close/>
                </a:path>
              </a:pathLst>
            </a:custGeom>
            <a:noFill/>
            <a:ln w="9525" cap="flat" cmpd="sng">
              <a:solidFill>
                <a:srgbClr val="CCCCCC"/>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639" name="Google Shape;639;p34"/>
            <p:cNvPicPr preferRelativeResize="0"/>
            <p:nvPr/>
          </p:nvPicPr>
          <p:blipFill rotWithShape="1">
            <a:blip r:embed="rId3">
              <a:alphaModFix/>
            </a:blip>
            <a:srcRect/>
            <a:stretch/>
          </p:blipFill>
          <p:spPr>
            <a:xfrm>
              <a:off x="1672476" y="1864538"/>
              <a:ext cx="68324" cy="68324"/>
            </a:xfrm>
            <a:prstGeom prst="rect">
              <a:avLst/>
            </a:prstGeom>
            <a:noFill/>
            <a:ln>
              <a:noFill/>
            </a:ln>
          </p:spPr>
        </p:pic>
      </p:grpSp>
      <p:sp>
        <p:nvSpPr>
          <p:cNvPr id="640" name="Google Shape;640;p34"/>
          <p:cNvSpPr txBox="1"/>
          <p:nvPr/>
        </p:nvSpPr>
        <p:spPr>
          <a:xfrm>
            <a:off x="1716608" y="1844527"/>
            <a:ext cx="236854"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575" b="1" baseline="-25000">
                <a:solidFill>
                  <a:srgbClr val="EC2027"/>
                </a:solidFill>
                <a:latin typeface="Arial"/>
                <a:ea typeface="Arial"/>
                <a:cs typeface="Arial"/>
                <a:sym typeface="Arial"/>
              </a:rPr>
              <a:t>w</a:t>
            </a:r>
            <a:r>
              <a:rPr lang="en-US" sz="800">
                <a:solidFill>
                  <a:srgbClr val="EC2027"/>
                </a:solidFill>
                <a:latin typeface="Lucida Sans"/>
                <a:ea typeface="Lucida Sans"/>
                <a:cs typeface="Lucida Sans"/>
                <a:sym typeface="Lucida Sans"/>
              </a:rPr>
              <a:t>∗</a:t>
            </a:r>
            <a:endParaRPr sz="800">
              <a:latin typeface="Lucida Sans"/>
              <a:ea typeface="Lucida Sans"/>
              <a:cs typeface="Lucida Sans"/>
              <a:sym typeface="Lucida Sans"/>
            </a:endParaRPr>
          </a:p>
        </p:txBody>
      </p:sp>
      <p:grpSp>
        <p:nvGrpSpPr>
          <p:cNvPr id="641" name="Google Shape;641;p34"/>
          <p:cNvGrpSpPr/>
          <p:nvPr/>
        </p:nvGrpSpPr>
        <p:grpSpPr>
          <a:xfrm>
            <a:off x="734632" y="1088696"/>
            <a:ext cx="1941834" cy="840598"/>
            <a:chOff x="734632" y="1088696"/>
            <a:chExt cx="1941834" cy="840598"/>
          </a:xfrm>
        </p:grpSpPr>
        <p:sp>
          <p:nvSpPr>
            <p:cNvPr id="642" name="Google Shape;642;p34"/>
            <p:cNvSpPr/>
            <p:nvPr/>
          </p:nvSpPr>
          <p:spPr>
            <a:xfrm>
              <a:off x="1752460" y="1088696"/>
              <a:ext cx="764540" cy="764540"/>
            </a:xfrm>
            <a:custGeom>
              <a:avLst/>
              <a:gdLst/>
              <a:ahLst/>
              <a:cxnLst/>
              <a:rect l="l" t="t" r="r" b="b"/>
              <a:pathLst>
                <a:path w="764539" h="764539" extrusionOk="0">
                  <a:moveTo>
                    <a:pt x="764182" y="0"/>
                  </a:moveTo>
                  <a:lnTo>
                    <a:pt x="602181" y="162001"/>
                  </a:lnTo>
                  <a:lnTo>
                    <a:pt x="440180" y="324002"/>
                  </a:lnTo>
                  <a:lnTo>
                    <a:pt x="278179" y="486003"/>
                  </a:lnTo>
                  <a:lnTo>
                    <a:pt x="116179" y="648003"/>
                  </a:lnTo>
                  <a:lnTo>
                    <a:pt x="0" y="764182"/>
                  </a:lnTo>
                </a:path>
              </a:pathLst>
            </a:custGeom>
            <a:noFill/>
            <a:ln w="189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643" name="Google Shape;643;p34"/>
            <p:cNvPicPr preferRelativeResize="0"/>
            <p:nvPr/>
          </p:nvPicPr>
          <p:blipFill rotWithShape="1">
            <a:blip r:embed="rId4">
              <a:alphaModFix/>
            </a:blip>
            <a:srcRect/>
            <a:stretch/>
          </p:blipFill>
          <p:spPr>
            <a:xfrm>
              <a:off x="1727430" y="1780430"/>
              <a:ext cx="97478" cy="97478"/>
            </a:xfrm>
            <a:prstGeom prst="rect">
              <a:avLst/>
            </a:prstGeom>
            <a:noFill/>
            <a:ln>
              <a:noFill/>
            </a:ln>
          </p:spPr>
        </p:pic>
        <p:sp>
          <p:nvSpPr>
            <p:cNvPr id="644" name="Google Shape;644;p34"/>
            <p:cNvSpPr/>
            <p:nvPr/>
          </p:nvSpPr>
          <p:spPr>
            <a:xfrm>
              <a:off x="896633" y="1250697"/>
              <a:ext cx="826769" cy="614045"/>
            </a:xfrm>
            <a:custGeom>
              <a:avLst/>
              <a:gdLst/>
              <a:ahLst/>
              <a:cxnLst/>
              <a:rect l="l" t="t" r="r" b="b"/>
              <a:pathLst>
                <a:path w="826769" h="614044" extrusionOk="0">
                  <a:moveTo>
                    <a:pt x="0" y="0"/>
                  </a:moveTo>
                  <a:lnTo>
                    <a:pt x="97201" y="162001"/>
                  </a:lnTo>
                  <a:lnTo>
                    <a:pt x="259203" y="64799"/>
                  </a:lnTo>
                  <a:lnTo>
                    <a:pt x="388801" y="259201"/>
                  </a:lnTo>
                  <a:lnTo>
                    <a:pt x="486003" y="194402"/>
                  </a:lnTo>
                  <a:lnTo>
                    <a:pt x="615602" y="388801"/>
                  </a:lnTo>
                  <a:lnTo>
                    <a:pt x="680406" y="356403"/>
                  </a:lnTo>
                  <a:lnTo>
                    <a:pt x="777602" y="518405"/>
                  </a:lnTo>
                  <a:lnTo>
                    <a:pt x="826205" y="583204"/>
                  </a:lnTo>
                  <a:lnTo>
                    <a:pt x="816006" y="613798"/>
                  </a:lnTo>
                </a:path>
              </a:pathLst>
            </a:custGeom>
            <a:noFill/>
            <a:ln w="18975" cap="flat" cmpd="sng">
              <a:solidFill>
                <a:srgbClr val="EC202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645" name="Google Shape;645;p34"/>
            <p:cNvPicPr preferRelativeResize="0"/>
            <p:nvPr/>
          </p:nvPicPr>
          <p:blipFill rotWithShape="1">
            <a:blip r:embed="rId5">
              <a:alphaModFix/>
            </a:blip>
            <a:srcRect/>
            <a:stretch/>
          </p:blipFill>
          <p:spPr>
            <a:xfrm>
              <a:off x="1661098" y="1805646"/>
              <a:ext cx="124290" cy="77340"/>
            </a:xfrm>
            <a:prstGeom prst="rect">
              <a:avLst/>
            </a:prstGeom>
            <a:noFill/>
            <a:ln>
              <a:noFill/>
            </a:ln>
          </p:spPr>
        </p:pic>
        <p:sp>
          <p:nvSpPr>
            <p:cNvPr id="646" name="Google Shape;646;p34"/>
            <p:cNvSpPr/>
            <p:nvPr/>
          </p:nvSpPr>
          <p:spPr>
            <a:xfrm>
              <a:off x="734632" y="1898700"/>
              <a:ext cx="1939289" cy="0"/>
            </a:xfrm>
            <a:custGeom>
              <a:avLst/>
              <a:gdLst/>
              <a:ahLst/>
              <a:cxnLst/>
              <a:rect l="l" t="t" r="r" b="b"/>
              <a:pathLst>
                <a:path w="1939289" h="120000" extrusionOk="0">
                  <a:moveTo>
                    <a:pt x="0" y="0"/>
                  </a:moveTo>
                  <a:lnTo>
                    <a:pt x="193895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47" name="Google Shape;647;p34"/>
            <p:cNvSpPr/>
            <p:nvPr/>
          </p:nvSpPr>
          <p:spPr>
            <a:xfrm>
              <a:off x="2649796" y="1868334"/>
              <a:ext cx="26670" cy="60960"/>
            </a:xfrm>
            <a:custGeom>
              <a:avLst/>
              <a:gdLst/>
              <a:ahLst/>
              <a:cxnLst/>
              <a:rect l="l" t="t" r="r" b="b"/>
              <a:pathLst>
                <a:path w="26669" h="60960" extrusionOk="0">
                  <a:moveTo>
                    <a:pt x="0" y="0"/>
                  </a:moveTo>
                  <a:lnTo>
                    <a:pt x="4622" y="11933"/>
                  </a:lnTo>
                  <a:lnTo>
                    <a:pt x="10913" y="20687"/>
                  </a:lnTo>
                  <a:lnTo>
                    <a:pt x="18327" y="26689"/>
                  </a:lnTo>
                  <a:lnTo>
                    <a:pt x="26317" y="30366"/>
                  </a:lnTo>
                  <a:lnTo>
                    <a:pt x="18327" y="34043"/>
                  </a:lnTo>
                  <a:lnTo>
                    <a:pt x="10913" y="40045"/>
                  </a:lnTo>
                  <a:lnTo>
                    <a:pt x="4622" y="48799"/>
                  </a:lnTo>
                  <a:lnTo>
                    <a:pt x="0" y="60732"/>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48" name="Google Shape;648;p34"/>
          <p:cNvSpPr txBox="1"/>
          <p:nvPr/>
        </p:nvSpPr>
        <p:spPr>
          <a:xfrm>
            <a:off x="2688602" y="1773534"/>
            <a:ext cx="226060"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w</a:t>
            </a:r>
            <a:r>
              <a:rPr lang="en-US" sz="1050" baseline="-25000">
                <a:latin typeface="Arial"/>
                <a:ea typeface="Arial"/>
                <a:cs typeface="Arial"/>
                <a:sym typeface="Arial"/>
              </a:rPr>
              <a:t>1</a:t>
            </a:r>
            <a:endParaRPr sz="1050" baseline="-25000">
              <a:latin typeface="Arial"/>
              <a:ea typeface="Arial"/>
              <a:cs typeface="Arial"/>
              <a:sym typeface="Arial"/>
            </a:endParaRPr>
          </a:p>
        </p:txBody>
      </p:sp>
      <p:grpSp>
        <p:nvGrpSpPr>
          <p:cNvPr id="649" name="Google Shape;649;p34"/>
          <p:cNvGrpSpPr/>
          <p:nvPr/>
        </p:nvGrpSpPr>
        <p:grpSpPr>
          <a:xfrm>
            <a:off x="1676272" y="929225"/>
            <a:ext cx="60960" cy="1131560"/>
            <a:chOff x="1676272" y="929225"/>
            <a:chExt cx="60960" cy="1131560"/>
          </a:xfrm>
        </p:grpSpPr>
        <p:sp>
          <p:nvSpPr>
            <p:cNvPr id="650" name="Google Shape;650;p34"/>
            <p:cNvSpPr/>
            <p:nvPr/>
          </p:nvSpPr>
          <p:spPr>
            <a:xfrm>
              <a:off x="1706638" y="931755"/>
              <a:ext cx="0" cy="1129030"/>
            </a:xfrm>
            <a:custGeom>
              <a:avLst/>
              <a:gdLst/>
              <a:ahLst/>
              <a:cxnLst/>
              <a:rect l="l" t="t" r="r" b="b"/>
              <a:pathLst>
                <a:path w="120000" h="1129030" extrusionOk="0">
                  <a:moveTo>
                    <a:pt x="0" y="1128946"/>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1" name="Google Shape;651;p34"/>
            <p:cNvSpPr/>
            <p:nvPr/>
          </p:nvSpPr>
          <p:spPr>
            <a:xfrm>
              <a:off x="1676272" y="929225"/>
              <a:ext cx="60960" cy="26670"/>
            </a:xfrm>
            <a:custGeom>
              <a:avLst/>
              <a:gdLst/>
              <a:ahLst/>
              <a:cxnLst/>
              <a:rect l="l" t="t" r="r" b="b"/>
              <a:pathLst>
                <a:path w="60960" h="26669" extrusionOk="0">
                  <a:moveTo>
                    <a:pt x="0" y="26317"/>
                  </a:moveTo>
                  <a:lnTo>
                    <a:pt x="11933" y="21694"/>
                  </a:lnTo>
                  <a:lnTo>
                    <a:pt x="20687" y="15403"/>
                  </a:lnTo>
                  <a:lnTo>
                    <a:pt x="26689" y="7990"/>
                  </a:lnTo>
                  <a:lnTo>
                    <a:pt x="30366" y="0"/>
                  </a:lnTo>
                  <a:lnTo>
                    <a:pt x="34043" y="7990"/>
                  </a:lnTo>
                  <a:lnTo>
                    <a:pt x="40045" y="15403"/>
                  </a:lnTo>
                  <a:lnTo>
                    <a:pt x="48799" y="21694"/>
                  </a:lnTo>
                  <a:lnTo>
                    <a:pt x="60732" y="26317"/>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52" name="Google Shape;652;p34"/>
          <p:cNvSpPr txBox="1"/>
          <p:nvPr/>
        </p:nvSpPr>
        <p:spPr>
          <a:xfrm>
            <a:off x="625983" y="685620"/>
            <a:ext cx="2322195" cy="557530"/>
          </a:xfrm>
          <a:prstGeom prst="rect">
            <a:avLst/>
          </a:prstGeom>
          <a:noFill/>
          <a:ln>
            <a:noFill/>
          </a:ln>
        </p:spPr>
        <p:txBody>
          <a:bodyPr spcFirstLastPara="1" wrap="square" lIns="0" tIns="36825" rIns="0" bIns="0" anchor="t" anchorCtr="0">
            <a:spAutoFit/>
          </a:bodyPr>
          <a:lstStyle/>
          <a:p>
            <a:pPr marL="0" marR="159385" lvl="0" indent="0" algn="ctr" rtl="0">
              <a:lnSpc>
                <a:spcPct val="100000"/>
              </a:lnSpc>
              <a:spcBef>
                <a:spcPts val="0"/>
              </a:spcBef>
              <a:spcAft>
                <a:spcPts val="0"/>
              </a:spcAft>
              <a:buNone/>
            </a:pPr>
            <a:r>
              <a:rPr lang="en-US" sz="1050" i="1">
                <a:latin typeface="Arial"/>
                <a:ea typeface="Arial"/>
                <a:cs typeface="Arial"/>
                <a:sym typeface="Arial"/>
              </a:rPr>
              <a:t>w</a:t>
            </a:r>
            <a:r>
              <a:rPr lang="en-US" sz="1050" baseline="-25000">
                <a:latin typeface="Arial"/>
                <a:ea typeface="Arial"/>
                <a:cs typeface="Arial"/>
                <a:sym typeface="Arial"/>
              </a:rPr>
              <a:t>2</a:t>
            </a:r>
            <a:endParaRPr sz="1050" baseline="-25000">
              <a:latin typeface="Arial"/>
              <a:ea typeface="Arial"/>
              <a:cs typeface="Arial"/>
              <a:sym typeface="Arial"/>
            </a:endParaRPr>
          </a:p>
          <a:p>
            <a:pPr marL="1691639" lvl="0" indent="0" algn="l" rtl="0">
              <a:lnSpc>
                <a:spcPct val="100000"/>
              </a:lnSpc>
              <a:spcBef>
                <a:spcPts val="195"/>
              </a:spcBef>
              <a:spcAft>
                <a:spcPts val="0"/>
              </a:spcAft>
              <a:buNone/>
            </a:pPr>
            <a:r>
              <a:rPr lang="en-US" sz="1050">
                <a:solidFill>
                  <a:srgbClr val="1B1472"/>
                </a:solidFill>
                <a:latin typeface="Arial"/>
                <a:ea typeface="Arial"/>
                <a:cs typeface="Arial"/>
                <a:sym typeface="Arial"/>
              </a:rPr>
              <a:t>Batch GD</a:t>
            </a:r>
            <a:endParaRPr sz="1050">
              <a:latin typeface="Arial"/>
              <a:ea typeface="Arial"/>
              <a:cs typeface="Arial"/>
              <a:sym typeface="Arial"/>
            </a:endParaRPr>
          </a:p>
          <a:p>
            <a:pPr marL="25400" lvl="0" indent="0" algn="l" rtl="0">
              <a:lnSpc>
                <a:spcPct val="100000"/>
              </a:lnSpc>
              <a:spcBef>
                <a:spcPts val="15"/>
              </a:spcBef>
              <a:spcAft>
                <a:spcPts val="0"/>
              </a:spcAft>
              <a:buNone/>
            </a:pPr>
            <a:r>
              <a:rPr lang="en-US" sz="1050">
                <a:solidFill>
                  <a:srgbClr val="EC2027"/>
                </a:solidFill>
                <a:latin typeface="Arial"/>
                <a:ea typeface="Arial"/>
                <a:cs typeface="Arial"/>
                <a:sym typeface="Arial"/>
              </a:rPr>
              <a:t>SGD</a:t>
            </a:r>
            <a:endParaRPr sz="1050">
              <a:latin typeface="Arial"/>
              <a:ea typeface="Arial"/>
              <a:cs typeface="Arial"/>
              <a:sym typeface="Arial"/>
            </a:endParaRPr>
          </a:p>
        </p:txBody>
      </p:sp>
      <p:sp>
        <p:nvSpPr>
          <p:cNvPr id="653" name="Google Shape;653;p34"/>
          <p:cNvSpPr txBox="1"/>
          <p:nvPr/>
        </p:nvSpPr>
        <p:spPr>
          <a:xfrm>
            <a:off x="3443100" y="1189349"/>
            <a:ext cx="1711200" cy="827100"/>
          </a:xfrm>
          <a:prstGeom prst="rect">
            <a:avLst/>
          </a:prstGeom>
          <a:solidFill>
            <a:srgbClr val="FEF4D5"/>
          </a:solidFill>
          <a:ln>
            <a:noFill/>
          </a:ln>
        </p:spPr>
        <p:txBody>
          <a:bodyPr spcFirstLastPara="1" wrap="square" lIns="0" tIns="0" rIns="0" bIns="0" anchor="t" anchorCtr="0">
            <a:spAutoFit/>
          </a:bodyPr>
          <a:lstStyle/>
          <a:p>
            <a:pPr marL="45085" marR="62864" lvl="0" indent="0" algn="l" rtl="0">
              <a:lnSpc>
                <a:spcPct val="137142"/>
              </a:lnSpc>
              <a:spcBef>
                <a:spcPts val="0"/>
              </a:spcBef>
              <a:spcAft>
                <a:spcPts val="0"/>
              </a:spcAft>
              <a:buNone/>
            </a:pPr>
            <a:r>
              <a:rPr lang="en-US" sz="1050">
                <a:solidFill>
                  <a:srgbClr val="1B1472"/>
                </a:solidFill>
                <a:latin typeface="Arial"/>
                <a:ea typeface="Arial"/>
                <a:cs typeface="Arial"/>
                <a:sym typeface="Arial"/>
              </a:rPr>
              <a:t>Batch GD: </a:t>
            </a:r>
            <a:r>
              <a:rPr lang="en-US" sz="1050">
                <a:latin typeface="Arial"/>
                <a:ea typeface="Arial"/>
                <a:cs typeface="Arial"/>
                <a:sym typeface="Arial"/>
              </a:rPr>
              <a:t>Smooth, deter- ministic path</a:t>
            </a:r>
            <a:endParaRPr sz="1050">
              <a:latin typeface="Arial"/>
              <a:ea typeface="Arial"/>
              <a:cs typeface="Arial"/>
              <a:sym typeface="Arial"/>
            </a:endParaRPr>
          </a:p>
          <a:p>
            <a:pPr marL="45085" marR="177165" lvl="0" indent="0" algn="l" rtl="0">
              <a:lnSpc>
                <a:spcPct val="137142"/>
              </a:lnSpc>
              <a:spcBef>
                <a:spcPts val="5"/>
              </a:spcBef>
              <a:spcAft>
                <a:spcPts val="0"/>
              </a:spcAft>
              <a:buNone/>
            </a:pPr>
            <a:r>
              <a:rPr lang="en-US" sz="1050">
                <a:solidFill>
                  <a:srgbClr val="EC2027"/>
                </a:solidFill>
                <a:latin typeface="Arial"/>
                <a:ea typeface="Arial"/>
                <a:cs typeface="Arial"/>
                <a:sym typeface="Arial"/>
              </a:rPr>
              <a:t>SGD: </a:t>
            </a:r>
            <a:r>
              <a:rPr lang="en-US" sz="1050">
                <a:latin typeface="Arial"/>
                <a:ea typeface="Arial"/>
                <a:cs typeface="Arial"/>
                <a:sym typeface="Arial"/>
              </a:rPr>
              <a:t>Noisy, stochastic path but faster iterations</a:t>
            </a:r>
            <a:endParaRPr sz="1050">
              <a:latin typeface="Arial"/>
              <a:ea typeface="Arial"/>
              <a:cs typeface="Arial"/>
              <a:sym typeface="Arial"/>
            </a:endParaRPr>
          </a:p>
        </p:txBody>
      </p:sp>
      <p:grpSp>
        <p:nvGrpSpPr>
          <p:cNvPr id="654" name="Google Shape;654;p34"/>
          <p:cNvGrpSpPr/>
          <p:nvPr/>
        </p:nvGrpSpPr>
        <p:grpSpPr>
          <a:xfrm>
            <a:off x="0" y="3141936"/>
            <a:ext cx="5760262" cy="92075"/>
            <a:chOff x="0" y="3141936"/>
            <a:chExt cx="5760262" cy="92075"/>
          </a:xfrm>
        </p:grpSpPr>
        <p:sp>
          <p:nvSpPr>
            <p:cNvPr id="655" name="Google Shape;655;p3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6" name="Google Shape;656;p3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7" name="Google Shape;657;p3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58" name="Google Shape;658;p3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659" name="Google Shape;659;p3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6"/>
              </a:rPr>
              <a:t>D</a:t>
            </a:r>
            <a:r>
              <a:rPr lang="en-US" sz="600" u="sng" cap="small">
                <a:solidFill>
                  <a:schemeClr val="hlink"/>
                </a:solidFill>
                <a:latin typeface="Bookman Old Style"/>
                <a:ea typeface="Bookman Old Style"/>
                <a:cs typeface="Bookman Old Style"/>
                <a:sym typeface="Bookman Old Style"/>
                <a:hlinkClick r:id="rId6"/>
              </a:rPr>
              <a:t>eep</a:t>
            </a:r>
            <a:r>
              <a:rPr lang="en-US" sz="600" u="sng">
                <a:solidFill>
                  <a:schemeClr val="hlink"/>
                </a:solidFill>
                <a:latin typeface="Bookman Old Style"/>
                <a:ea typeface="Bookman Old Style"/>
                <a:cs typeface="Bookman Old Style"/>
                <a:sym typeface="Bookman Old Style"/>
                <a:hlinkClick r:id="rId6"/>
              </a:rPr>
              <a:t> L</a:t>
            </a:r>
            <a:r>
              <a:rPr lang="en-US" sz="600" u="sng" cap="small">
                <a:solidFill>
                  <a:schemeClr val="hlink"/>
                </a:solidFill>
                <a:latin typeface="Bookman Old Style"/>
                <a:ea typeface="Bookman Old Style"/>
                <a:cs typeface="Bookman Old Style"/>
                <a:sym typeface="Bookman Old Style"/>
                <a:hlinkClick r:id="rId6"/>
              </a:rPr>
              <a:t>earning</a:t>
            </a:r>
            <a:endParaRPr sz="600">
              <a:latin typeface="Bookman Old Style"/>
              <a:ea typeface="Bookman Old Style"/>
              <a:cs typeface="Bookman Old Style"/>
              <a:sym typeface="Bookman Old Style"/>
            </a:endParaRPr>
          </a:p>
        </p:txBody>
      </p:sp>
      <p:sp>
        <p:nvSpPr>
          <p:cNvPr id="660" name="Google Shape;660;p34"/>
          <p:cNvSpPr txBox="1">
            <a:spLocks noGrp="1"/>
          </p:cNvSpPr>
          <p:nvPr>
            <p:ph type="sldNum" idx="12"/>
          </p:nvPr>
        </p:nvSpPr>
        <p:spPr>
          <a:xfrm>
            <a:off x="4627901" y="3137675"/>
            <a:ext cx="437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28</a:t>
            </a:fld>
            <a:r>
              <a:rPr lang="en-US"/>
              <a:t> / 100</a:t>
            </a:r>
            <a:endParaRPr/>
          </a:p>
        </p:txBody>
      </p:sp>
    </p:spTree>
  </p:cSld>
  <p:clrMapOvr>
    <a:masterClrMapping/>
  </p:clrMapOvr>
  <p:transition>
    <p:fade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3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B</a:t>
            </a:r>
            <a:r>
              <a:rPr lang="en-US" cap="small">
                <a:solidFill>
                  <a:srgbClr val="FFFFFF"/>
                </a:solidFill>
              </a:rPr>
              <a:t>enefits</a:t>
            </a:r>
            <a:r>
              <a:rPr lang="en-US">
                <a:solidFill>
                  <a:srgbClr val="FFFFFF"/>
                </a:solidFill>
              </a:rPr>
              <a:t> </a:t>
            </a:r>
            <a:r>
              <a:rPr lang="en-US" cap="small">
                <a:solidFill>
                  <a:srgbClr val="FFFFFF"/>
                </a:solidFill>
              </a:rPr>
              <a:t>and</a:t>
            </a:r>
            <a:r>
              <a:rPr lang="en-US">
                <a:solidFill>
                  <a:srgbClr val="FFFFFF"/>
                </a:solidFill>
              </a:rPr>
              <a:t> C</a:t>
            </a:r>
            <a:r>
              <a:rPr lang="en-US" cap="small">
                <a:solidFill>
                  <a:srgbClr val="FFFFFF"/>
                </a:solidFill>
              </a:rPr>
              <a:t>hallenges</a:t>
            </a:r>
            <a:r>
              <a:rPr lang="en-US">
                <a:solidFill>
                  <a:srgbClr val="FFFFFF"/>
                </a:solidFill>
              </a:rPr>
              <a:t> </a:t>
            </a:r>
            <a:r>
              <a:rPr lang="en-US" cap="small">
                <a:solidFill>
                  <a:srgbClr val="FFFFFF"/>
                </a:solidFill>
              </a:rPr>
              <a:t>of</a:t>
            </a:r>
            <a:r>
              <a:rPr lang="en-US">
                <a:solidFill>
                  <a:srgbClr val="FFFFFF"/>
                </a:solidFill>
              </a:rPr>
              <a:t> SGD</a:t>
            </a:r>
            <a:endParaRPr/>
          </a:p>
        </p:txBody>
      </p:sp>
      <p:grpSp>
        <p:nvGrpSpPr>
          <p:cNvPr id="666" name="Google Shape;666;p35"/>
          <p:cNvGrpSpPr/>
          <p:nvPr/>
        </p:nvGrpSpPr>
        <p:grpSpPr>
          <a:xfrm>
            <a:off x="513702" y="757796"/>
            <a:ext cx="69291" cy="2012607"/>
            <a:chOff x="513702" y="757796"/>
            <a:chExt cx="69291" cy="2012607"/>
          </a:xfrm>
        </p:grpSpPr>
        <p:pic>
          <p:nvPicPr>
            <p:cNvPr id="667" name="Google Shape;667;p35"/>
            <p:cNvPicPr preferRelativeResize="0"/>
            <p:nvPr/>
          </p:nvPicPr>
          <p:blipFill rotWithShape="1">
            <a:blip r:embed="rId3">
              <a:alphaModFix/>
            </a:blip>
            <a:srcRect/>
            <a:stretch/>
          </p:blipFill>
          <p:spPr>
            <a:xfrm>
              <a:off x="513702" y="757796"/>
              <a:ext cx="69291" cy="69291"/>
            </a:xfrm>
            <a:prstGeom prst="rect">
              <a:avLst/>
            </a:prstGeom>
            <a:noFill/>
            <a:ln>
              <a:noFill/>
            </a:ln>
          </p:spPr>
        </p:pic>
        <p:pic>
          <p:nvPicPr>
            <p:cNvPr id="668" name="Google Shape;668;p35"/>
            <p:cNvPicPr preferRelativeResize="0"/>
            <p:nvPr/>
          </p:nvPicPr>
          <p:blipFill rotWithShape="1">
            <a:blip r:embed="rId4">
              <a:alphaModFix/>
            </a:blip>
            <a:srcRect/>
            <a:stretch/>
          </p:blipFill>
          <p:spPr>
            <a:xfrm>
              <a:off x="513702" y="965199"/>
              <a:ext cx="69291" cy="69291"/>
            </a:xfrm>
            <a:prstGeom prst="rect">
              <a:avLst/>
            </a:prstGeom>
            <a:noFill/>
            <a:ln>
              <a:noFill/>
            </a:ln>
          </p:spPr>
        </p:pic>
        <p:pic>
          <p:nvPicPr>
            <p:cNvPr id="669" name="Google Shape;669;p35"/>
            <p:cNvPicPr preferRelativeResize="0"/>
            <p:nvPr/>
          </p:nvPicPr>
          <p:blipFill rotWithShape="1">
            <a:blip r:embed="rId5">
              <a:alphaModFix/>
            </a:blip>
            <a:srcRect/>
            <a:stretch/>
          </p:blipFill>
          <p:spPr>
            <a:xfrm>
              <a:off x="513702" y="1172603"/>
              <a:ext cx="69291" cy="69291"/>
            </a:xfrm>
            <a:prstGeom prst="rect">
              <a:avLst/>
            </a:prstGeom>
            <a:noFill/>
            <a:ln>
              <a:noFill/>
            </a:ln>
          </p:spPr>
        </p:pic>
        <p:pic>
          <p:nvPicPr>
            <p:cNvPr id="670" name="Google Shape;670;p35"/>
            <p:cNvPicPr preferRelativeResize="0"/>
            <p:nvPr/>
          </p:nvPicPr>
          <p:blipFill rotWithShape="1">
            <a:blip r:embed="rId6">
              <a:alphaModFix/>
            </a:blip>
            <a:srcRect/>
            <a:stretch/>
          </p:blipFill>
          <p:spPr>
            <a:xfrm>
              <a:off x="513702" y="1380007"/>
              <a:ext cx="69291" cy="69291"/>
            </a:xfrm>
            <a:prstGeom prst="rect">
              <a:avLst/>
            </a:prstGeom>
            <a:noFill/>
            <a:ln>
              <a:noFill/>
            </a:ln>
          </p:spPr>
        </p:pic>
        <p:pic>
          <p:nvPicPr>
            <p:cNvPr id="671" name="Google Shape;671;p35"/>
            <p:cNvPicPr preferRelativeResize="0"/>
            <p:nvPr/>
          </p:nvPicPr>
          <p:blipFill rotWithShape="1">
            <a:blip r:embed="rId7">
              <a:alphaModFix/>
            </a:blip>
            <a:srcRect/>
            <a:stretch/>
          </p:blipFill>
          <p:spPr>
            <a:xfrm>
              <a:off x="513702" y="1587411"/>
              <a:ext cx="69291" cy="69291"/>
            </a:xfrm>
            <a:prstGeom prst="rect">
              <a:avLst/>
            </a:prstGeom>
            <a:noFill/>
            <a:ln>
              <a:noFill/>
            </a:ln>
          </p:spPr>
        </p:pic>
        <p:pic>
          <p:nvPicPr>
            <p:cNvPr id="672" name="Google Shape;672;p35"/>
            <p:cNvPicPr preferRelativeResize="0"/>
            <p:nvPr/>
          </p:nvPicPr>
          <p:blipFill rotWithShape="1">
            <a:blip r:embed="rId8">
              <a:alphaModFix/>
            </a:blip>
            <a:srcRect/>
            <a:stretch/>
          </p:blipFill>
          <p:spPr>
            <a:xfrm>
              <a:off x="513702" y="2078888"/>
              <a:ext cx="69291" cy="69291"/>
            </a:xfrm>
            <a:prstGeom prst="rect">
              <a:avLst/>
            </a:prstGeom>
            <a:noFill/>
            <a:ln>
              <a:noFill/>
            </a:ln>
          </p:spPr>
        </p:pic>
        <p:pic>
          <p:nvPicPr>
            <p:cNvPr id="673" name="Google Shape;673;p35"/>
            <p:cNvPicPr preferRelativeResize="0"/>
            <p:nvPr/>
          </p:nvPicPr>
          <p:blipFill rotWithShape="1">
            <a:blip r:embed="rId9">
              <a:alphaModFix/>
            </a:blip>
            <a:srcRect/>
            <a:stretch/>
          </p:blipFill>
          <p:spPr>
            <a:xfrm>
              <a:off x="513702" y="2286292"/>
              <a:ext cx="69291" cy="69291"/>
            </a:xfrm>
            <a:prstGeom prst="rect">
              <a:avLst/>
            </a:prstGeom>
            <a:noFill/>
            <a:ln>
              <a:noFill/>
            </a:ln>
          </p:spPr>
        </p:pic>
        <p:pic>
          <p:nvPicPr>
            <p:cNvPr id="674" name="Google Shape;674;p35"/>
            <p:cNvPicPr preferRelativeResize="0"/>
            <p:nvPr/>
          </p:nvPicPr>
          <p:blipFill rotWithShape="1">
            <a:blip r:embed="rId10">
              <a:alphaModFix/>
            </a:blip>
            <a:srcRect/>
            <a:stretch/>
          </p:blipFill>
          <p:spPr>
            <a:xfrm>
              <a:off x="513702" y="2493708"/>
              <a:ext cx="69291" cy="69291"/>
            </a:xfrm>
            <a:prstGeom prst="rect">
              <a:avLst/>
            </a:prstGeom>
            <a:noFill/>
            <a:ln>
              <a:noFill/>
            </a:ln>
          </p:spPr>
        </p:pic>
        <p:pic>
          <p:nvPicPr>
            <p:cNvPr id="675" name="Google Shape;675;p35"/>
            <p:cNvPicPr preferRelativeResize="0"/>
            <p:nvPr/>
          </p:nvPicPr>
          <p:blipFill rotWithShape="1">
            <a:blip r:embed="rId11">
              <a:alphaModFix/>
            </a:blip>
            <a:srcRect/>
            <a:stretch/>
          </p:blipFill>
          <p:spPr>
            <a:xfrm>
              <a:off x="513702" y="2701112"/>
              <a:ext cx="69291" cy="69291"/>
            </a:xfrm>
            <a:prstGeom prst="rect">
              <a:avLst/>
            </a:prstGeom>
            <a:noFill/>
            <a:ln>
              <a:noFill/>
            </a:ln>
          </p:spPr>
        </p:pic>
      </p:grpSp>
      <p:sp>
        <p:nvSpPr>
          <p:cNvPr id="676" name="Google Shape;676;p35"/>
          <p:cNvSpPr txBox="1"/>
          <p:nvPr/>
        </p:nvSpPr>
        <p:spPr>
          <a:xfrm>
            <a:off x="347302" y="424775"/>
            <a:ext cx="5114100" cy="2729700"/>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Benefits:</a:t>
            </a:r>
            <a:endParaRPr sz="1050">
              <a:latin typeface="Arial"/>
              <a:ea typeface="Arial"/>
              <a:cs typeface="Arial"/>
              <a:sym typeface="Arial"/>
            </a:endParaRPr>
          </a:p>
          <a:p>
            <a:pPr marL="309880" marR="5080" lvl="0" indent="0" algn="l" rtl="0">
              <a:lnSpc>
                <a:spcPct val="129600"/>
              </a:lnSpc>
              <a:spcBef>
                <a:spcPts val="20"/>
              </a:spcBef>
              <a:spcAft>
                <a:spcPts val="0"/>
              </a:spcAft>
              <a:buNone/>
            </a:pPr>
            <a:r>
              <a:rPr lang="en-US" sz="1050">
                <a:solidFill>
                  <a:srgbClr val="1B1472"/>
                </a:solidFill>
                <a:latin typeface="Arial"/>
                <a:ea typeface="Arial"/>
                <a:cs typeface="Arial"/>
                <a:sym typeface="Arial"/>
              </a:rPr>
              <a:t>Speed: </a:t>
            </a:r>
            <a:r>
              <a:rPr lang="en-US" sz="1050">
                <a:latin typeface="Arial"/>
                <a:ea typeface="Arial"/>
                <a:cs typeface="Arial"/>
                <a:sym typeface="Arial"/>
              </a:rPr>
              <a:t>Much faster per iteration (only one example) </a:t>
            </a:r>
            <a:endParaRPr sz="1050">
              <a:latin typeface="Arial"/>
              <a:ea typeface="Arial"/>
              <a:cs typeface="Arial"/>
              <a:sym typeface="Arial"/>
            </a:endParaRPr>
          </a:p>
          <a:p>
            <a:pPr marL="309880" marR="5080" lvl="0" indent="0" algn="l" rtl="0">
              <a:lnSpc>
                <a:spcPct val="129600"/>
              </a:lnSpc>
              <a:spcBef>
                <a:spcPts val="20"/>
              </a:spcBef>
              <a:spcAft>
                <a:spcPts val="0"/>
              </a:spcAft>
              <a:buNone/>
            </a:pPr>
            <a:r>
              <a:rPr lang="en-US" sz="1050">
                <a:solidFill>
                  <a:srgbClr val="1B1472"/>
                </a:solidFill>
                <a:latin typeface="Arial"/>
                <a:ea typeface="Arial"/>
                <a:cs typeface="Arial"/>
                <a:sym typeface="Arial"/>
              </a:rPr>
              <a:t>Memory: </a:t>
            </a:r>
            <a:r>
              <a:rPr lang="en-US" sz="1050">
                <a:latin typeface="Arial"/>
                <a:ea typeface="Arial"/>
                <a:cs typeface="Arial"/>
                <a:sym typeface="Arial"/>
              </a:rPr>
              <a:t>Can handle datasets that don’t fit in memory </a:t>
            </a:r>
            <a:endParaRPr sz="1050">
              <a:latin typeface="Arial"/>
              <a:ea typeface="Arial"/>
              <a:cs typeface="Arial"/>
              <a:sym typeface="Arial"/>
            </a:endParaRPr>
          </a:p>
          <a:p>
            <a:pPr marL="309880" marR="5080" lvl="0" indent="0" algn="l" rtl="0">
              <a:lnSpc>
                <a:spcPct val="129600"/>
              </a:lnSpc>
              <a:spcBef>
                <a:spcPts val="20"/>
              </a:spcBef>
              <a:spcAft>
                <a:spcPts val="0"/>
              </a:spcAft>
              <a:buNone/>
            </a:pPr>
            <a:r>
              <a:rPr lang="en-US" sz="1050">
                <a:solidFill>
                  <a:srgbClr val="1B1472"/>
                </a:solidFill>
                <a:latin typeface="Arial"/>
                <a:ea typeface="Arial"/>
                <a:cs typeface="Arial"/>
                <a:sym typeface="Arial"/>
              </a:rPr>
              <a:t>Online learning: </a:t>
            </a:r>
            <a:r>
              <a:rPr lang="en-US" sz="1050">
                <a:latin typeface="Arial"/>
                <a:ea typeface="Arial"/>
                <a:cs typeface="Arial"/>
                <a:sym typeface="Arial"/>
              </a:rPr>
              <a:t>Can update model as new data arrives </a:t>
            </a:r>
            <a:endParaRPr sz="1050">
              <a:latin typeface="Arial"/>
              <a:ea typeface="Arial"/>
              <a:cs typeface="Arial"/>
              <a:sym typeface="Arial"/>
            </a:endParaRPr>
          </a:p>
          <a:p>
            <a:pPr marL="309880" marR="5080" lvl="0" indent="0" algn="l" rtl="0">
              <a:lnSpc>
                <a:spcPct val="129600"/>
              </a:lnSpc>
              <a:spcBef>
                <a:spcPts val="20"/>
              </a:spcBef>
              <a:spcAft>
                <a:spcPts val="0"/>
              </a:spcAft>
              <a:buNone/>
            </a:pPr>
            <a:r>
              <a:rPr lang="en-US" sz="1050">
                <a:solidFill>
                  <a:srgbClr val="1B1472"/>
                </a:solidFill>
                <a:latin typeface="Arial"/>
                <a:ea typeface="Arial"/>
                <a:cs typeface="Arial"/>
                <a:sym typeface="Arial"/>
              </a:rPr>
              <a:t>Generalization: </a:t>
            </a:r>
            <a:r>
              <a:rPr lang="en-US" sz="1050">
                <a:latin typeface="Arial"/>
                <a:ea typeface="Arial"/>
                <a:cs typeface="Arial"/>
                <a:sym typeface="Arial"/>
              </a:rPr>
              <a:t>Noise helps escape sharp minima </a:t>
            </a:r>
            <a:endParaRPr sz="1050">
              <a:latin typeface="Arial"/>
              <a:ea typeface="Arial"/>
              <a:cs typeface="Arial"/>
              <a:sym typeface="Arial"/>
            </a:endParaRPr>
          </a:p>
          <a:p>
            <a:pPr marL="309880" marR="5080" lvl="0" indent="0" algn="l" rtl="0">
              <a:lnSpc>
                <a:spcPct val="129600"/>
              </a:lnSpc>
              <a:spcBef>
                <a:spcPts val="20"/>
              </a:spcBef>
              <a:spcAft>
                <a:spcPts val="0"/>
              </a:spcAft>
              <a:buNone/>
            </a:pPr>
            <a:r>
              <a:rPr lang="en-US" sz="1050">
                <a:solidFill>
                  <a:srgbClr val="1B1472"/>
                </a:solidFill>
                <a:latin typeface="Arial"/>
                <a:ea typeface="Arial"/>
                <a:cs typeface="Arial"/>
                <a:sym typeface="Arial"/>
              </a:rPr>
              <a:t>Scalability: </a:t>
            </a:r>
            <a:r>
              <a:rPr lang="en-US" sz="1050">
                <a:latin typeface="Arial"/>
                <a:ea typeface="Arial"/>
                <a:cs typeface="Arial"/>
                <a:sym typeface="Arial"/>
              </a:rPr>
              <a:t>Works well with massive datasets</a:t>
            </a:r>
            <a:endParaRPr sz="1050">
              <a:latin typeface="Arial"/>
              <a:ea typeface="Arial"/>
              <a:cs typeface="Arial"/>
              <a:sym typeface="Arial"/>
            </a:endParaRPr>
          </a:p>
          <a:p>
            <a:pPr marL="12700" lvl="0" indent="0" algn="l" rtl="0">
              <a:lnSpc>
                <a:spcPct val="100000"/>
              </a:lnSpc>
              <a:spcBef>
                <a:spcPts val="955"/>
              </a:spcBef>
              <a:spcAft>
                <a:spcPts val="0"/>
              </a:spcAft>
              <a:buNone/>
            </a:pPr>
            <a:r>
              <a:rPr lang="en-US" sz="1050">
                <a:solidFill>
                  <a:srgbClr val="EC2027"/>
                </a:solidFill>
                <a:latin typeface="Arial"/>
                <a:ea typeface="Arial"/>
                <a:cs typeface="Arial"/>
                <a:sym typeface="Arial"/>
              </a:rPr>
              <a:t>Challenges:</a:t>
            </a:r>
            <a:endParaRPr sz="1050">
              <a:latin typeface="Arial"/>
              <a:ea typeface="Arial"/>
              <a:cs typeface="Arial"/>
              <a:sym typeface="Arial"/>
            </a:endParaRPr>
          </a:p>
          <a:p>
            <a:pPr marL="309880" marR="457200" lvl="0" indent="0" algn="l" rtl="0">
              <a:lnSpc>
                <a:spcPct val="123700"/>
              </a:lnSpc>
              <a:spcBef>
                <a:spcPts val="95"/>
              </a:spcBef>
              <a:spcAft>
                <a:spcPts val="0"/>
              </a:spcAft>
              <a:buNone/>
            </a:pPr>
            <a:r>
              <a:rPr lang="en-US" sz="1050">
                <a:solidFill>
                  <a:srgbClr val="EC2027"/>
                </a:solidFill>
                <a:latin typeface="Arial"/>
                <a:ea typeface="Arial"/>
                <a:cs typeface="Arial"/>
                <a:sym typeface="Arial"/>
              </a:rPr>
              <a:t>Noisy updates: </a:t>
            </a:r>
            <a:r>
              <a:rPr lang="en-US" sz="1050">
                <a:latin typeface="Arial"/>
                <a:ea typeface="Arial"/>
                <a:cs typeface="Arial"/>
                <a:sym typeface="Arial"/>
              </a:rPr>
              <a:t>Path to minimum is not smooth </a:t>
            </a:r>
            <a:endParaRPr sz="1050">
              <a:latin typeface="Arial"/>
              <a:ea typeface="Arial"/>
              <a:cs typeface="Arial"/>
              <a:sym typeface="Arial"/>
            </a:endParaRPr>
          </a:p>
          <a:p>
            <a:pPr marL="309880" marR="457200" lvl="0" indent="0" algn="l" rtl="0">
              <a:lnSpc>
                <a:spcPct val="123700"/>
              </a:lnSpc>
              <a:spcBef>
                <a:spcPts val="95"/>
              </a:spcBef>
              <a:spcAft>
                <a:spcPts val="0"/>
              </a:spcAft>
              <a:buNone/>
            </a:pPr>
            <a:r>
              <a:rPr lang="en-US" sz="1050">
                <a:solidFill>
                  <a:srgbClr val="EC2027"/>
                </a:solidFill>
                <a:latin typeface="Arial"/>
                <a:ea typeface="Arial"/>
                <a:cs typeface="Arial"/>
                <a:sym typeface="Arial"/>
              </a:rPr>
              <a:t>Learning rate: </a:t>
            </a:r>
            <a:r>
              <a:rPr lang="en-US" sz="1050">
                <a:latin typeface="Arial"/>
                <a:ea typeface="Arial"/>
                <a:cs typeface="Arial"/>
                <a:sym typeface="Arial"/>
              </a:rPr>
              <a:t>More sensitive to </a:t>
            </a:r>
            <a:r>
              <a:rPr lang="en-US" sz="1200" i="1">
                <a:latin typeface="Bookman Old Style"/>
                <a:ea typeface="Bookman Old Style"/>
                <a:cs typeface="Bookman Old Style"/>
                <a:sym typeface="Bookman Old Style"/>
              </a:rPr>
              <a:t>η </a:t>
            </a:r>
            <a:r>
              <a:rPr lang="en-US" sz="1050">
                <a:latin typeface="Arial"/>
                <a:ea typeface="Arial"/>
                <a:cs typeface="Arial"/>
                <a:sym typeface="Arial"/>
              </a:rPr>
              <a:t>choice </a:t>
            </a:r>
            <a:endParaRPr sz="1050">
              <a:latin typeface="Arial"/>
              <a:ea typeface="Arial"/>
              <a:cs typeface="Arial"/>
              <a:sym typeface="Arial"/>
            </a:endParaRPr>
          </a:p>
          <a:p>
            <a:pPr marL="309880" marR="457200" lvl="0" indent="0" algn="l" rtl="0">
              <a:lnSpc>
                <a:spcPct val="123700"/>
              </a:lnSpc>
              <a:spcBef>
                <a:spcPts val="95"/>
              </a:spcBef>
              <a:spcAft>
                <a:spcPts val="0"/>
              </a:spcAft>
              <a:buNone/>
            </a:pPr>
            <a:r>
              <a:rPr lang="en-US" sz="1050">
                <a:solidFill>
                  <a:srgbClr val="EC2027"/>
                </a:solidFill>
                <a:latin typeface="Arial"/>
                <a:ea typeface="Arial"/>
                <a:cs typeface="Arial"/>
                <a:sym typeface="Arial"/>
              </a:rPr>
              <a:t>Convergence: </a:t>
            </a:r>
            <a:r>
              <a:rPr lang="en-US" sz="1050">
                <a:latin typeface="Arial"/>
                <a:ea typeface="Arial"/>
                <a:cs typeface="Arial"/>
                <a:sym typeface="Arial"/>
              </a:rPr>
              <a:t>May oscillate near minimum </a:t>
            </a:r>
            <a:endParaRPr sz="1050">
              <a:latin typeface="Arial"/>
              <a:ea typeface="Arial"/>
              <a:cs typeface="Arial"/>
              <a:sym typeface="Arial"/>
            </a:endParaRPr>
          </a:p>
          <a:p>
            <a:pPr marL="309880" marR="457200" lvl="0" indent="0" algn="l" rtl="0">
              <a:lnSpc>
                <a:spcPct val="123700"/>
              </a:lnSpc>
              <a:spcBef>
                <a:spcPts val="95"/>
              </a:spcBef>
              <a:spcAft>
                <a:spcPts val="0"/>
              </a:spcAft>
              <a:buNone/>
            </a:pPr>
            <a:r>
              <a:rPr lang="en-US" sz="1050">
                <a:solidFill>
                  <a:srgbClr val="EC2027"/>
                </a:solidFill>
                <a:latin typeface="Arial"/>
                <a:ea typeface="Arial"/>
                <a:cs typeface="Arial"/>
                <a:sym typeface="Arial"/>
              </a:rPr>
              <a:t>Hyperparameter tuning: </a:t>
            </a:r>
            <a:r>
              <a:rPr lang="en-US" sz="1050">
                <a:latin typeface="Arial"/>
                <a:ea typeface="Arial"/>
                <a:cs typeface="Arial"/>
                <a:sym typeface="Arial"/>
              </a:rPr>
              <a:t>Requires careful tuning</a:t>
            </a:r>
            <a:endParaRPr sz="1050">
              <a:latin typeface="Arial"/>
              <a:ea typeface="Arial"/>
              <a:cs typeface="Arial"/>
              <a:sym typeface="Arial"/>
            </a:endParaRPr>
          </a:p>
          <a:p>
            <a:pPr marL="12700" lvl="0" indent="0" algn="l" rtl="0">
              <a:lnSpc>
                <a:spcPct val="100000"/>
              </a:lnSpc>
              <a:spcBef>
                <a:spcPts val="960"/>
              </a:spcBef>
              <a:spcAft>
                <a:spcPts val="0"/>
              </a:spcAft>
              <a:buNone/>
            </a:pPr>
            <a:r>
              <a:rPr lang="en-US" sz="1050">
                <a:solidFill>
                  <a:srgbClr val="BF003F"/>
                </a:solidFill>
                <a:latin typeface="Arial"/>
                <a:ea typeface="Arial"/>
                <a:cs typeface="Arial"/>
                <a:sym typeface="Arial"/>
              </a:rPr>
              <a:t>Common compromise: Mini-batch SGD</a:t>
            </a:r>
            <a:endParaRPr sz="1050">
              <a:latin typeface="Arial"/>
              <a:ea typeface="Arial"/>
              <a:cs typeface="Arial"/>
              <a:sym typeface="Arial"/>
            </a:endParaRPr>
          </a:p>
        </p:txBody>
      </p:sp>
      <p:grpSp>
        <p:nvGrpSpPr>
          <p:cNvPr id="677" name="Google Shape;677;p35"/>
          <p:cNvGrpSpPr/>
          <p:nvPr/>
        </p:nvGrpSpPr>
        <p:grpSpPr>
          <a:xfrm>
            <a:off x="0" y="3141936"/>
            <a:ext cx="5760262" cy="92075"/>
            <a:chOff x="0" y="3141936"/>
            <a:chExt cx="5760262" cy="92075"/>
          </a:xfrm>
        </p:grpSpPr>
        <p:sp>
          <p:nvSpPr>
            <p:cNvPr id="678" name="Google Shape;678;p35"/>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9" name="Google Shape;679;p35"/>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0" name="Google Shape;680;p35"/>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81" name="Google Shape;681;p3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682" name="Google Shape;682;p3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12"/>
              </a:rPr>
              <a:t>D</a:t>
            </a:r>
            <a:r>
              <a:rPr lang="en-US" sz="600" u="sng" cap="small">
                <a:solidFill>
                  <a:schemeClr val="hlink"/>
                </a:solidFill>
                <a:latin typeface="Bookman Old Style"/>
                <a:ea typeface="Bookman Old Style"/>
                <a:cs typeface="Bookman Old Style"/>
                <a:sym typeface="Bookman Old Style"/>
                <a:hlinkClick r:id="rId12"/>
              </a:rPr>
              <a:t>eep</a:t>
            </a:r>
            <a:r>
              <a:rPr lang="en-US" sz="600" u="sng">
                <a:solidFill>
                  <a:schemeClr val="hlink"/>
                </a:solidFill>
                <a:latin typeface="Bookman Old Style"/>
                <a:ea typeface="Bookman Old Style"/>
                <a:cs typeface="Bookman Old Style"/>
                <a:sym typeface="Bookman Old Style"/>
                <a:hlinkClick r:id="rId12"/>
              </a:rPr>
              <a:t> L</a:t>
            </a:r>
            <a:r>
              <a:rPr lang="en-US" sz="600" u="sng" cap="small">
                <a:solidFill>
                  <a:schemeClr val="hlink"/>
                </a:solidFill>
                <a:latin typeface="Bookman Old Style"/>
                <a:ea typeface="Bookman Old Style"/>
                <a:cs typeface="Bookman Old Style"/>
                <a:sym typeface="Bookman Old Style"/>
                <a:hlinkClick r:id="rId12"/>
              </a:rPr>
              <a:t>earning</a:t>
            </a:r>
            <a:endParaRPr sz="600">
              <a:latin typeface="Bookman Old Style"/>
              <a:ea typeface="Bookman Old Style"/>
              <a:cs typeface="Bookman Old Style"/>
              <a:sym typeface="Bookman Old Style"/>
            </a:endParaRPr>
          </a:p>
        </p:txBody>
      </p:sp>
      <p:sp>
        <p:nvSpPr>
          <p:cNvPr id="683" name="Google Shape;683;p35"/>
          <p:cNvSpPr txBox="1">
            <a:spLocks noGrp="1"/>
          </p:cNvSpPr>
          <p:nvPr>
            <p:ph type="sldNum" idx="12"/>
          </p:nvPr>
        </p:nvSpPr>
        <p:spPr>
          <a:xfrm>
            <a:off x="4627903" y="3137675"/>
            <a:ext cx="59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29</a:t>
            </a:fld>
            <a:r>
              <a:rPr lang="en-US"/>
              <a:t> / 100</a:t>
            </a:r>
            <a:endParaRPr/>
          </a:p>
        </p:txBody>
      </p:sp>
    </p:spTree>
  </p:cSld>
  <p:clrMapOvr>
    <a:masterClrMapping/>
  </p:clrMapOvr>
  <p:transition>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36"/>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689" name="Google Shape;689;p36"/>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690" name="Google Shape;690;p36"/>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691" name="Google Shape;691;p36"/>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692" name="Google Shape;692;p36"/>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693" name="Google Shape;693;p36"/>
          <p:cNvGrpSpPr/>
          <p:nvPr/>
        </p:nvGrpSpPr>
        <p:grpSpPr>
          <a:xfrm>
            <a:off x="343662" y="887310"/>
            <a:ext cx="302196" cy="873227"/>
            <a:chOff x="343662" y="887310"/>
            <a:chExt cx="302196" cy="873227"/>
          </a:xfrm>
        </p:grpSpPr>
        <p:pic>
          <p:nvPicPr>
            <p:cNvPr id="694" name="Google Shape;694;p36"/>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695" name="Google Shape;695;p36"/>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696" name="Google Shape;696;p36"/>
            <p:cNvPicPr preferRelativeResize="0"/>
            <p:nvPr/>
          </p:nvPicPr>
          <p:blipFill rotWithShape="1">
            <a:blip r:embed="rId7">
              <a:alphaModFix/>
            </a:blip>
            <a:srcRect/>
            <a:stretch/>
          </p:blipFill>
          <p:spPr>
            <a:xfrm>
              <a:off x="576567" y="1260703"/>
              <a:ext cx="69291" cy="69291"/>
            </a:xfrm>
            <a:prstGeom prst="rect">
              <a:avLst/>
            </a:prstGeom>
            <a:noFill/>
            <a:ln>
              <a:noFill/>
            </a:ln>
          </p:spPr>
        </p:pic>
        <p:pic>
          <p:nvPicPr>
            <p:cNvPr id="697" name="Google Shape;697;p36"/>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698" name="Google Shape;698;p36"/>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699" name="Google Shape;699;p36"/>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700" name="Google Shape;700;p36"/>
          <p:cNvGrpSpPr/>
          <p:nvPr/>
        </p:nvGrpSpPr>
        <p:grpSpPr>
          <a:xfrm>
            <a:off x="343662" y="1821865"/>
            <a:ext cx="302196" cy="1056691"/>
            <a:chOff x="343662" y="1821865"/>
            <a:chExt cx="302196" cy="1056691"/>
          </a:xfrm>
        </p:grpSpPr>
        <p:pic>
          <p:nvPicPr>
            <p:cNvPr id="701" name="Google Shape;701;p36"/>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702" name="Google Shape;702;p36"/>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703" name="Google Shape;703;p36"/>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704" name="Google Shape;704;p36"/>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705" name="Google Shape;705;p36"/>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706" name="Google Shape;706;p36"/>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707" name="Google Shape;707;p36"/>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708" name="Google Shape;708;p36"/>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709" name="Google Shape;709;p36"/>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710" name="Google Shape;710;p36"/>
          <p:cNvSpPr txBox="1"/>
          <p:nvPr/>
        </p:nvSpPr>
        <p:spPr>
          <a:xfrm>
            <a:off x="563029" y="391144"/>
            <a:ext cx="33807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3333B2"/>
                </a:solidFill>
                <a:latin typeface="Bookman Old Style"/>
                <a:ea typeface="Bookman Old Style"/>
                <a:cs typeface="Bookman Old Style"/>
                <a:sym typeface="Bookman Old Style"/>
              </a:rPr>
              <a:t> </a:t>
            </a:r>
            <a:endParaRPr sz="1300">
              <a:solidFill>
                <a:srgbClr val="3333B2"/>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711" name="Google Shape;711;p36"/>
          <p:cNvGrpSpPr/>
          <p:nvPr/>
        </p:nvGrpSpPr>
        <p:grpSpPr>
          <a:xfrm>
            <a:off x="0" y="3141936"/>
            <a:ext cx="5760262" cy="92075"/>
            <a:chOff x="0" y="3141936"/>
            <a:chExt cx="5760262" cy="92075"/>
          </a:xfrm>
        </p:grpSpPr>
        <p:sp>
          <p:nvSpPr>
            <p:cNvPr id="712" name="Google Shape;712;p3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13" name="Google Shape;713;p3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14" name="Google Shape;714;p3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15" name="Google Shape;715;p3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16" name="Google Shape;716;p3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717" name="Google Shape;717;p36"/>
          <p:cNvSpPr txBox="1">
            <a:spLocks noGrp="1"/>
          </p:cNvSpPr>
          <p:nvPr>
            <p:ph type="sldNum" idx="12"/>
          </p:nvPr>
        </p:nvSpPr>
        <p:spPr>
          <a:xfrm>
            <a:off x="4627902" y="3137675"/>
            <a:ext cx="4932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30</a:t>
            </a:fld>
            <a:r>
              <a:rPr lang="en-US"/>
              <a:t> / 100</a:t>
            </a:r>
            <a:endParaRPr/>
          </a:p>
        </p:txBody>
      </p:sp>
    </p:spTree>
  </p:cSld>
  <p:clrMapOvr>
    <a:masterClrMapping/>
  </p:clrMapOvr>
  <p:transition>
    <p:fade thruBlk="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37"/>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S</a:t>
            </a:r>
            <a:r>
              <a:rPr lang="en-US" cap="small">
                <a:solidFill>
                  <a:srgbClr val="FFFFFF"/>
                </a:solidFill>
              </a:rPr>
              <a:t>etup</a:t>
            </a:r>
            <a:endParaRPr/>
          </a:p>
        </p:txBody>
      </p:sp>
      <p:sp>
        <p:nvSpPr>
          <p:cNvPr id="723" name="Google Shape;723;p3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24" name="Google Shape;724;p3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725" name="Google Shape;725;p37"/>
          <p:cNvSpPr txBox="1">
            <a:spLocks noGrp="1"/>
          </p:cNvSpPr>
          <p:nvPr>
            <p:ph type="sldNum" idx="12"/>
          </p:nvPr>
        </p:nvSpPr>
        <p:spPr>
          <a:xfrm>
            <a:off x="4627903" y="3137675"/>
            <a:ext cx="59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31</a:t>
            </a:fld>
            <a:r>
              <a:rPr lang="en-US"/>
              <a:t> / 100</a:t>
            </a:r>
            <a:endParaRPr/>
          </a:p>
        </p:txBody>
      </p:sp>
      <p:pic>
        <p:nvPicPr>
          <p:cNvPr id="726" name="Google Shape;726;p37"/>
          <p:cNvPicPr preferRelativeResize="0"/>
          <p:nvPr/>
        </p:nvPicPr>
        <p:blipFill>
          <a:blip r:embed="rId4">
            <a:alphaModFix/>
          </a:blip>
          <a:stretch>
            <a:fillRect/>
          </a:stretch>
        </p:blipFill>
        <p:spPr>
          <a:xfrm>
            <a:off x="152400" y="550235"/>
            <a:ext cx="5152851" cy="2435036"/>
          </a:xfrm>
          <a:prstGeom prst="rect">
            <a:avLst/>
          </a:prstGeom>
          <a:noFill/>
          <a:ln>
            <a:noFill/>
          </a:ln>
        </p:spPr>
      </p:pic>
    </p:spTree>
  </p:cSld>
  <p:clrMapOvr>
    <a:masterClrMapping/>
  </p:clrMapOvr>
  <p:transition>
    <p:fade thruBlk="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38"/>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I</a:t>
            </a:r>
            <a:r>
              <a:rPr lang="en-US" cap="small">
                <a:solidFill>
                  <a:srgbClr val="FFFFFF"/>
                </a:solidFill>
              </a:rPr>
              <a:t>nitialization</a:t>
            </a:r>
            <a:endParaRPr/>
          </a:p>
        </p:txBody>
      </p:sp>
      <p:grpSp>
        <p:nvGrpSpPr>
          <p:cNvPr id="732" name="Google Shape;732;p38"/>
          <p:cNvGrpSpPr/>
          <p:nvPr/>
        </p:nvGrpSpPr>
        <p:grpSpPr>
          <a:xfrm>
            <a:off x="0" y="3141936"/>
            <a:ext cx="5760262" cy="92075"/>
            <a:chOff x="0" y="3141936"/>
            <a:chExt cx="5760262" cy="92075"/>
          </a:xfrm>
        </p:grpSpPr>
        <p:sp>
          <p:nvSpPr>
            <p:cNvPr id="733" name="Google Shape;733;p3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34" name="Google Shape;734;p3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35" name="Google Shape;735;p3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36" name="Google Shape;736;p3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37" name="Google Shape;737;p3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738" name="Google Shape;738;p38"/>
          <p:cNvSpPr txBox="1">
            <a:spLocks noGrp="1"/>
          </p:cNvSpPr>
          <p:nvPr>
            <p:ph type="sldNum" idx="12"/>
          </p:nvPr>
        </p:nvSpPr>
        <p:spPr>
          <a:xfrm>
            <a:off x="4627902" y="3137675"/>
            <a:ext cx="543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32</a:t>
            </a:fld>
            <a:r>
              <a:rPr lang="en-US"/>
              <a:t> / 100</a:t>
            </a:r>
            <a:endParaRPr/>
          </a:p>
        </p:txBody>
      </p:sp>
      <p:pic>
        <p:nvPicPr>
          <p:cNvPr id="739" name="Google Shape;739;p38"/>
          <p:cNvPicPr preferRelativeResize="0"/>
          <p:nvPr/>
        </p:nvPicPr>
        <p:blipFill>
          <a:blip r:embed="rId4">
            <a:alphaModFix/>
          </a:blip>
          <a:stretch>
            <a:fillRect/>
          </a:stretch>
        </p:blipFill>
        <p:spPr>
          <a:xfrm>
            <a:off x="152400" y="550235"/>
            <a:ext cx="5140034" cy="2435037"/>
          </a:xfrm>
          <a:prstGeom prst="rect">
            <a:avLst/>
          </a:prstGeom>
          <a:noFill/>
          <a:ln>
            <a:noFill/>
          </a:ln>
        </p:spPr>
      </p:pic>
    </p:spTree>
  </p:cSld>
  <p:clrMapOvr>
    <a:masterClrMapping/>
  </p:clrMapOvr>
  <p:transition>
    <p:fade thruBlk="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39"/>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F</a:t>
            </a:r>
            <a:r>
              <a:rPr lang="en-US" cap="small">
                <a:solidFill>
                  <a:srgbClr val="FFFFFF"/>
                </a:solidFill>
              </a:rPr>
              <a:t>irst</a:t>
            </a:r>
            <a:r>
              <a:rPr lang="en-US">
                <a:solidFill>
                  <a:srgbClr val="FFFFFF"/>
                </a:solidFill>
              </a:rPr>
              <a:t> SGD I</a:t>
            </a:r>
            <a:r>
              <a:rPr lang="en-US" cap="small">
                <a:solidFill>
                  <a:srgbClr val="FFFFFF"/>
                </a:solidFill>
              </a:rPr>
              <a:t>teration</a:t>
            </a:r>
            <a:endParaRPr/>
          </a:p>
        </p:txBody>
      </p:sp>
      <p:grpSp>
        <p:nvGrpSpPr>
          <p:cNvPr id="745" name="Google Shape;745;p39"/>
          <p:cNvGrpSpPr/>
          <p:nvPr/>
        </p:nvGrpSpPr>
        <p:grpSpPr>
          <a:xfrm>
            <a:off x="0" y="3141936"/>
            <a:ext cx="5760262" cy="92075"/>
            <a:chOff x="0" y="3141936"/>
            <a:chExt cx="5760262" cy="92075"/>
          </a:xfrm>
        </p:grpSpPr>
        <p:sp>
          <p:nvSpPr>
            <p:cNvPr id="746" name="Google Shape;746;p3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47" name="Google Shape;747;p3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48" name="Google Shape;748;p3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49" name="Google Shape;749;p3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50" name="Google Shape;750;p3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751" name="Google Shape;751;p39"/>
          <p:cNvSpPr txBox="1">
            <a:spLocks noGrp="1"/>
          </p:cNvSpPr>
          <p:nvPr>
            <p:ph type="sldNum" idx="12"/>
          </p:nvPr>
        </p:nvSpPr>
        <p:spPr>
          <a:xfrm>
            <a:off x="4627902" y="3137675"/>
            <a:ext cx="4830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33</a:t>
            </a:fld>
            <a:r>
              <a:rPr lang="en-US"/>
              <a:t> / 100</a:t>
            </a:r>
            <a:endParaRPr/>
          </a:p>
        </p:txBody>
      </p:sp>
      <p:pic>
        <p:nvPicPr>
          <p:cNvPr id="752" name="Google Shape;752;p39"/>
          <p:cNvPicPr preferRelativeResize="0"/>
          <p:nvPr/>
        </p:nvPicPr>
        <p:blipFill>
          <a:blip r:embed="rId4">
            <a:alphaModFix/>
          </a:blip>
          <a:stretch>
            <a:fillRect/>
          </a:stretch>
        </p:blipFill>
        <p:spPr>
          <a:xfrm>
            <a:off x="152400" y="550235"/>
            <a:ext cx="5200158" cy="2435038"/>
          </a:xfrm>
          <a:prstGeom prst="rect">
            <a:avLst/>
          </a:prstGeom>
          <a:noFill/>
          <a:ln>
            <a:noFill/>
          </a:ln>
        </p:spPr>
      </p:pic>
    </p:spTree>
  </p:cSld>
  <p:clrMapOvr>
    <a:masterClrMapping/>
  </p:clrMapOvr>
  <p:transition>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40"/>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S</a:t>
            </a:r>
            <a:r>
              <a:rPr lang="en-US" cap="small">
                <a:solidFill>
                  <a:srgbClr val="FFFFFF"/>
                </a:solidFill>
              </a:rPr>
              <a:t>econd</a:t>
            </a:r>
            <a:r>
              <a:rPr lang="en-US">
                <a:solidFill>
                  <a:srgbClr val="FFFFFF"/>
                </a:solidFill>
              </a:rPr>
              <a:t> SGD I</a:t>
            </a:r>
            <a:r>
              <a:rPr lang="en-US" cap="small">
                <a:solidFill>
                  <a:srgbClr val="FFFFFF"/>
                </a:solidFill>
              </a:rPr>
              <a:t>teration</a:t>
            </a:r>
            <a:endParaRPr/>
          </a:p>
        </p:txBody>
      </p:sp>
      <p:grpSp>
        <p:nvGrpSpPr>
          <p:cNvPr id="758" name="Google Shape;758;p40"/>
          <p:cNvGrpSpPr/>
          <p:nvPr/>
        </p:nvGrpSpPr>
        <p:grpSpPr>
          <a:xfrm>
            <a:off x="0" y="3141936"/>
            <a:ext cx="5760262" cy="92075"/>
            <a:chOff x="0" y="3141936"/>
            <a:chExt cx="5760262" cy="92075"/>
          </a:xfrm>
        </p:grpSpPr>
        <p:sp>
          <p:nvSpPr>
            <p:cNvPr id="759" name="Google Shape;759;p4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60" name="Google Shape;760;p4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61" name="Google Shape;761;p4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62" name="Google Shape;762;p4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63" name="Google Shape;763;p4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764" name="Google Shape;764;p40"/>
          <p:cNvSpPr txBox="1">
            <a:spLocks noGrp="1"/>
          </p:cNvSpPr>
          <p:nvPr>
            <p:ph type="sldNum" idx="12"/>
          </p:nvPr>
        </p:nvSpPr>
        <p:spPr>
          <a:xfrm>
            <a:off x="4627902" y="3137675"/>
            <a:ext cx="5289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34</a:t>
            </a:fld>
            <a:r>
              <a:rPr lang="en-US"/>
              <a:t> / 100</a:t>
            </a:r>
            <a:endParaRPr/>
          </a:p>
        </p:txBody>
      </p:sp>
      <p:pic>
        <p:nvPicPr>
          <p:cNvPr id="765" name="Google Shape;765;p40"/>
          <p:cNvPicPr preferRelativeResize="0"/>
          <p:nvPr/>
        </p:nvPicPr>
        <p:blipFill>
          <a:blip r:embed="rId4">
            <a:alphaModFix/>
          </a:blip>
          <a:stretch>
            <a:fillRect/>
          </a:stretch>
        </p:blipFill>
        <p:spPr>
          <a:xfrm>
            <a:off x="152400" y="550235"/>
            <a:ext cx="5312808" cy="2435037"/>
          </a:xfrm>
          <a:prstGeom prst="rect">
            <a:avLst/>
          </a:prstGeom>
          <a:noFill/>
          <a:ln>
            <a:noFill/>
          </a:ln>
        </p:spPr>
      </p:pic>
    </p:spTree>
  </p:cSld>
  <p:clrMapOvr>
    <a:masterClrMapping/>
  </p:clrMapOvr>
  <p:transition>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p41"/>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C</a:t>
            </a:r>
            <a:r>
              <a:rPr lang="en-US" cap="small">
                <a:solidFill>
                  <a:srgbClr val="FFFFFF"/>
                </a:solidFill>
              </a:rPr>
              <a:t>hecking</a:t>
            </a:r>
            <a:r>
              <a:rPr lang="en-US">
                <a:solidFill>
                  <a:srgbClr val="FFFFFF"/>
                </a:solidFill>
              </a:rPr>
              <a:t> P</a:t>
            </a:r>
            <a:r>
              <a:rPr lang="en-US" cap="small">
                <a:solidFill>
                  <a:srgbClr val="FFFFFF"/>
                </a:solidFill>
              </a:rPr>
              <a:t>rogress</a:t>
            </a:r>
            <a:endParaRPr/>
          </a:p>
        </p:txBody>
      </p:sp>
      <p:grpSp>
        <p:nvGrpSpPr>
          <p:cNvPr id="771" name="Google Shape;771;p41"/>
          <p:cNvGrpSpPr/>
          <p:nvPr/>
        </p:nvGrpSpPr>
        <p:grpSpPr>
          <a:xfrm>
            <a:off x="0" y="3141936"/>
            <a:ext cx="5760262" cy="92075"/>
            <a:chOff x="0" y="3141936"/>
            <a:chExt cx="5760262" cy="92075"/>
          </a:xfrm>
        </p:grpSpPr>
        <p:sp>
          <p:nvSpPr>
            <p:cNvPr id="772" name="Google Shape;772;p41"/>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73" name="Google Shape;773;p41"/>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74" name="Google Shape;774;p41"/>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75" name="Google Shape;775;p4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76" name="Google Shape;776;p4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777" name="Google Shape;777;p41"/>
          <p:cNvSpPr txBox="1">
            <a:spLocks noGrp="1"/>
          </p:cNvSpPr>
          <p:nvPr>
            <p:ph type="sldNum" idx="12"/>
          </p:nvPr>
        </p:nvSpPr>
        <p:spPr>
          <a:xfrm>
            <a:off x="4627903" y="3137675"/>
            <a:ext cx="59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35</a:t>
            </a:fld>
            <a:r>
              <a:rPr lang="en-US"/>
              <a:t> / 100</a:t>
            </a:r>
            <a:endParaRPr/>
          </a:p>
        </p:txBody>
      </p:sp>
      <p:pic>
        <p:nvPicPr>
          <p:cNvPr id="778" name="Google Shape;778;p41"/>
          <p:cNvPicPr preferRelativeResize="0"/>
          <p:nvPr/>
        </p:nvPicPr>
        <p:blipFill>
          <a:blip r:embed="rId4">
            <a:alphaModFix/>
          </a:blip>
          <a:stretch>
            <a:fillRect/>
          </a:stretch>
        </p:blipFill>
        <p:spPr>
          <a:xfrm>
            <a:off x="152400" y="478150"/>
            <a:ext cx="5395150" cy="2597625"/>
          </a:xfrm>
          <a:prstGeom prst="rect">
            <a:avLst/>
          </a:prstGeom>
          <a:noFill/>
          <a:ln>
            <a:noFill/>
          </a:ln>
        </p:spPr>
      </p:pic>
    </p:spTree>
  </p:cSld>
  <p:clrMapOvr>
    <a:masterClrMapping/>
  </p:clrMapOvr>
  <p:transition>
    <p:fade thruBlk="1"/>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782"/>
        <p:cNvGrpSpPr/>
        <p:nvPr/>
      </p:nvGrpSpPr>
      <p:grpSpPr>
        <a:xfrm>
          <a:off x="0" y="0"/>
          <a:ext cx="0" cy="0"/>
          <a:chOff x="0" y="0"/>
          <a:chExt cx="0" cy="0"/>
        </a:xfrm>
      </p:grpSpPr>
      <p:sp>
        <p:nvSpPr>
          <p:cNvPr id="783" name="Google Shape;783;p42"/>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omputational</a:t>
            </a:r>
            <a:r>
              <a:rPr lang="en-US">
                <a:solidFill>
                  <a:srgbClr val="FFFFFF"/>
                </a:solidFill>
              </a:rPr>
              <a:t> G</a:t>
            </a:r>
            <a:r>
              <a:rPr lang="en-US" cap="small">
                <a:solidFill>
                  <a:srgbClr val="FFFFFF"/>
                </a:solidFill>
              </a:rPr>
              <a:t>raph</a:t>
            </a:r>
            <a:r>
              <a:rPr lang="en-US">
                <a:solidFill>
                  <a:srgbClr val="FFFFFF"/>
                </a:solidFill>
              </a:rPr>
              <a:t> </a:t>
            </a:r>
            <a:r>
              <a:rPr lang="en-US" cap="small">
                <a:solidFill>
                  <a:srgbClr val="FFFFFF"/>
                </a:solidFill>
              </a:rPr>
              <a:t>for</a:t>
            </a:r>
            <a:r>
              <a:rPr lang="en-US">
                <a:solidFill>
                  <a:srgbClr val="FFFFFF"/>
                </a:solidFill>
              </a:rPr>
              <a:t> O</a:t>
            </a:r>
            <a:r>
              <a:rPr lang="en-US" cap="small">
                <a:solidFill>
                  <a:srgbClr val="FFFFFF"/>
                </a:solidFill>
              </a:rPr>
              <a:t>ne</a:t>
            </a:r>
            <a:r>
              <a:rPr lang="en-US">
                <a:solidFill>
                  <a:srgbClr val="FFFFFF"/>
                </a:solidFill>
              </a:rPr>
              <a:t> SGD S</a:t>
            </a:r>
            <a:r>
              <a:rPr lang="en-US" cap="small">
                <a:solidFill>
                  <a:srgbClr val="FFFFFF"/>
                </a:solidFill>
              </a:rPr>
              <a:t>tep</a:t>
            </a:r>
            <a:endParaRPr/>
          </a:p>
        </p:txBody>
      </p:sp>
      <p:grpSp>
        <p:nvGrpSpPr>
          <p:cNvPr id="784" name="Google Shape;784;p42"/>
          <p:cNvGrpSpPr/>
          <p:nvPr/>
        </p:nvGrpSpPr>
        <p:grpSpPr>
          <a:xfrm>
            <a:off x="0" y="3141936"/>
            <a:ext cx="5760262" cy="92075"/>
            <a:chOff x="0" y="3141936"/>
            <a:chExt cx="5760262" cy="92075"/>
          </a:xfrm>
        </p:grpSpPr>
        <p:sp>
          <p:nvSpPr>
            <p:cNvPr id="785" name="Google Shape;785;p42"/>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86" name="Google Shape;786;p42"/>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87" name="Google Shape;787;p42"/>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88" name="Google Shape;788;p4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89" name="Google Shape;789;p4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790" name="Google Shape;790;p42"/>
          <p:cNvSpPr txBox="1">
            <a:spLocks noGrp="1"/>
          </p:cNvSpPr>
          <p:nvPr>
            <p:ph type="sldNum" idx="12"/>
          </p:nvPr>
        </p:nvSpPr>
        <p:spPr>
          <a:xfrm>
            <a:off x="4627903" y="3137675"/>
            <a:ext cx="564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36</a:t>
            </a:fld>
            <a:r>
              <a:rPr lang="en-US"/>
              <a:t> / 100</a:t>
            </a:r>
            <a:endParaRPr/>
          </a:p>
        </p:txBody>
      </p:sp>
      <p:pic>
        <p:nvPicPr>
          <p:cNvPr id="791" name="Google Shape;791;p42"/>
          <p:cNvPicPr preferRelativeResize="0"/>
          <p:nvPr/>
        </p:nvPicPr>
        <p:blipFill>
          <a:blip r:embed="rId4">
            <a:alphaModFix/>
          </a:blip>
          <a:stretch>
            <a:fillRect/>
          </a:stretch>
        </p:blipFill>
        <p:spPr>
          <a:xfrm>
            <a:off x="152400" y="550235"/>
            <a:ext cx="5264794" cy="2435037"/>
          </a:xfrm>
          <a:prstGeom prst="rect">
            <a:avLst/>
          </a:prstGeom>
          <a:noFill/>
          <a:ln>
            <a:noFill/>
          </a:ln>
        </p:spPr>
      </p:pic>
    </p:spTree>
  </p:cSld>
  <p:clrMapOvr>
    <a:masterClrMapping/>
  </p:clrMapOvr>
  <p:transition>
    <p:fade thruBlk="1"/>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43"/>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797" name="Google Shape;797;p43"/>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798" name="Google Shape;798;p43"/>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799" name="Google Shape;799;p43"/>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800" name="Google Shape;800;p43"/>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801" name="Google Shape;801;p43"/>
          <p:cNvGrpSpPr/>
          <p:nvPr/>
        </p:nvGrpSpPr>
        <p:grpSpPr>
          <a:xfrm>
            <a:off x="343662" y="887310"/>
            <a:ext cx="302196" cy="873227"/>
            <a:chOff x="343662" y="887310"/>
            <a:chExt cx="302196" cy="873227"/>
          </a:xfrm>
        </p:grpSpPr>
        <p:pic>
          <p:nvPicPr>
            <p:cNvPr id="802" name="Google Shape;802;p43"/>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803" name="Google Shape;803;p43"/>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804" name="Google Shape;804;p43"/>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805" name="Google Shape;805;p43"/>
            <p:cNvPicPr preferRelativeResize="0"/>
            <p:nvPr/>
          </p:nvPicPr>
          <p:blipFill rotWithShape="1">
            <a:blip r:embed="rId8">
              <a:alphaModFix/>
            </a:blip>
            <a:srcRect/>
            <a:stretch/>
          </p:blipFill>
          <p:spPr>
            <a:xfrm>
              <a:off x="576567" y="1444167"/>
              <a:ext cx="69291" cy="69291"/>
            </a:xfrm>
            <a:prstGeom prst="rect">
              <a:avLst/>
            </a:prstGeom>
            <a:noFill/>
            <a:ln>
              <a:noFill/>
            </a:ln>
          </p:spPr>
        </p:pic>
        <p:pic>
          <p:nvPicPr>
            <p:cNvPr id="806" name="Google Shape;806;p43"/>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807" name="Google Shape;807;p43"/>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808" name="Google Shape;808;p43"/>
          <p:cNvGrpSpPr/>
          <p:nvPr/>
        </p:nvGrpSpPr>
        <p:grpSpPr>
          <a:xfrm>
            <a:off x="343662" y="1821865"/>
            <a:ext cx="302196" cy="1056691"/>
            <a:chOff x="343662" y="1821865"/>
            <a:chExt cx="302196" cy="1056691"/>
          </a:xfrm>
        </p:grpSpPr>
        <p:pic>
          <p:nvPicPr>
            <p:cNvPr id="809" name="Google Shape;809;p43"/>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810" name="Google Shape;810;p43"/>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811" name="Google Shape;811;p43"/>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812" name="Google Shape;812;p43"/>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813" name="Google Shape;813;p43"/>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814" name="Google Shape;814;p43"/>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815" name="Google Shape;815;p43"/>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816" name="Google Shape;816;p43"/>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817" name="Google Shape;817;p43"/>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818" name="Google Shape;818;p43"/>
          <p:cNvSpPr txBox="1"/>
          <p:nvPr/>
        </p:nvSpPr>
        <p:spPr>
          <a:xfrm>
            <a:off x="563029" y="391144"/>
            <a:ext cx="33807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3333B2"/>
                </a:solidFill>
                <a:latin typeface="Bookman Old Style"/>
                <a:ea typeface="Bookman Old Style"/>
                <a:cs typeface="Bookman Old Style"/>
                <a:sym typeface="Bookman Old Style"/>
              </a:rPr>
              <a:t> </a:t>
            </a:r>
            <a:endParaRPr sz="1300">
              <a:solidFill>
                <a:srgbClr val="3333B2"/>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819" name="Google Shape;819;p43"/>
          <p:cNvGrpSpPr/>
          <p:nvPr/>
        </p:nvGrpSpPr>
        <p:grpSpPr>
          <a:xfrm>
            <a:off x="0" y="3141936"/>
            <a:ext cx="5760262" cy="92075"/>
            <a:chOff x="0" y="3141936"/>
            <a:chExt cx="5760262" cy="92075"/>
          </a:xfrm>
        </p:grpSpPr>
        <p:sp>
          <p:nvSpPr>
            <p:cNvPr id="820" name="Google Shape;820;p43"/>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21" name="Google Shape;821;p43"/>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22" name="Google Shape;822;p43"/>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23" name="Google Shape;823;p4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24" name="Google Shape;824;p4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825" name="Google Shape;825;p43"/>
          <p:cNvSpPr txBox="1">
            <a:spLocks noGrp="1"/>
          </p:cNvSpPr>
          <p:nvPr>
            <p:ph type="sldNum" idx="12"/>
          </p:nvPr>
        </p:nvSpPr>
        <p:spPr>
          <a:xfrm>
            <a:off x="4627901" y="3137675"/>
            <a:ext cx="4578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37</a:t>
            </a:fld>
            <a:r>
              <a:rPr lang="en-US"/>
              <a:t> / 100</a:t>
            </a:r>
            <a:endParaRPr/>
          </a:p>
        </p:txBody>
      </p:sp>
    </p:spTree>
  </p:cSld>
  <p:clrMapOvr>
    <a:masterClrMapping/>
  </p:clrMapOvr>
  <p:transition>
    <p:fade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44"/>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E</a:t>
            </a:r>
            <a:r>
              <a:rPr lang="en-US" cap="small">
                <a:solidFill>
                  <a:srgbClr val="FFFFFF"/>
                </a:solidFill>
              </a:rPr>
              <a:t>valuating</a:t>
            </a:r>
            <a:r>
              <a:rPr lang="en-US">
                <a:solidFill>
                  <a:srgbClr val="FFFFFF"/>
                </a:solidFill>
              </a:rPr>
              <a:t> C</a:t>
            </a:r>
            <a:r>
              <a:rPr lang="en-US" cap="small">
                <a:solidFill>
                  <a:srgbClr val="FFFFFF"/>
                </a:solidFill>
              </a:rPr>
              <a:t>lassification</a:t>
            </a:r>
            <a:r>
              <a:rPr lang="en-US">
                <a:solidFill>
                  <a:srgbClr val="FFFFFF"/>
                </a:solidFill>
              </a:rPr>
              <a:t> M</a:t>
            </a:r>
            <a:r>
              <a:rPr lang="en-US" cap="small">
                <a:solidFill>
                  <a:srgbClr val="FFFFFF"/>
                </a:solidFill>
              </a:rPr>
              <a:t>odels</a:t>
            </a:r>
            <a:endParaRPr/>
          </a:p>
        </p:txBody>
      </p:sp>
      <p:grpSp>
        <p:nvGrpSpPr>
          <p:cNvPr id="831" name="Google Shape;831;p44"/>
          <p:cNvGrpSpPr/>
          <p:nvPr/>
        </p:nvGrpSpPr>
        <p:grpSpPr>
          <a:xfrm>
            <a:off x="513702" y="1129753"/>
            <a:ext cx="69291" cy="1469809"/>
            <a:chOff x="513702" y="1129753"/>
            <a:chExt cx="69291" cy="1469809"/>
          </a:xfrm>
        </p:grpSpPr>
        <p:pic>
          <p:nvPicPr>
            <p:cNvPr id="832" name="Google Shape;832;p44"/>
            <p:cNvPicPr preferRelativeResize="0"/>
            <p:nvPr/>
          </p:nvPicPr>
          <p:blipFill rotWithShape="1">
            <a:blip r:embed="rId3">
              <a:alphaModFix/>
            </a:blip>
            <a:srcRect/>
            <a:stretch/>
          </p:blipFill>
          <p:spPr>
            <a:xfrm>
              <a:off x="513702" y="1129753"/>
              <a:ext cx="69291" cy="69291"/>
            </a:xfrm>
            <a:prstGeom prst="rect">
              <a:avLst/>
            </a:prstGeom>
            <a:noFill/>
            <a:ln>
              <a:noFill/>
            </a:ln>
          </p:spPr>
        </p:pic>
        <p:pic>
          <p:nvPicPr>
            <p:cNvPr id="833" name="Google Shape;833;p44"/>
            <p:cNvPicPr preferRelativeResize="0"/>
            <p:nvPr/>
          </p:nvPicPr>
          <p:blipFill rotWithShape="1">
            <a:blip r:embed="rId4">
              <a:alphaModFix/>
            </a:blip>
            <a:srcRect/>
            <a:stretch/>
          </p:blipFill>
          <p:spPr>
            <a:xfrm>
              <a:off x="513702" y="1351178"/>
              <a:ext cx="69291" cy="69291"/>
            </a:xfrm>
            <a:prstGeom prst="rect">
              <a:avLst/>
            </a:prstGeom>
            <a:noFill/>
            <a:ln>
              <a:noFill/>
            </a:ln>
          </p:spPr>
        </p:pic>
        <p:pic>
          <p:nvPicPr>
            <p:cNvPr id="834" name="Google Shape;834;p44"/>
            <p:cNvPicPr preferRelativeResize="0"/>
            <p:nvPr/>
          </p:nvPicPr>
          <p:blipFill rotWithShape="1">
            <a:blip r:embed="rId5">
              <a:alphaModFix/>
            </a:blip>
            <a:srcRect/>
            <a:stretch/>
          </p:blipFill>
          <p:spPr>
            <a:xfrm>
              <a:off x="513702" y="1572602"/>
              <a:ext cx="69291" cy="69291"/>
            </a:xfrm>
            <a:prstGeom prst="rect">
              <a:avLst/>
            </a:prstGeom>
            <a:noFill/>
            <a:ln>
              <a:noFill/>
            </a:ln>
          </p:spPr>
        </p:pic>
        <p:pic>
          <p:nvPicPr>
            <p:cNvPr id="835" name="Google Shape;835;p44"/>
            <p:cNvPicPr preferRelativeResize="0"/>
            <p:nvPr/>
          </p:nvPicPr>
          <p:blipFill rotWithShape="1">
            <a:blip r:embed="rId6">
              <a:alphaModFix/>
            </a:blip>
            <a:srcRect/>
            <a:stretch/>
          </p:blipFill>
          <p:spPr>
            <a:xfrm>
              <a:off x="513702" y="2087435"/>
              <a:ext cx="69291" cy="69291"/>
            </a:xfrm>
            <a:prstGeom prst="rect">
              <a:avLst/>
            </a:prstGeom>
            <a:noFill/>
            <a:ln>
              <a:noFill/>
            </a:ln>
          </p:spPr>
        </p:pic>
        <p:pic>
          <p:nvPicPr>
            <p:cNvPr id="836" name="Google Shape;836;p44"/>
            <p:cNvPicPr preferRelativeResize="0"/>
            <p:nvPr/>
          </p:nvPicPr>
          <p:blipFill rotWithShape="1">
            <a:blip r:embed="rId7">
              <a:alphaModFix/>
            </a:blip>
            <a:srcRect/>
            <a:stretch/>
          </p:blipFill>
          <p:spPr>
            <a:xfrm>
              <a:off x="513702" y="2308859"/>
              <a:ext cx="69291" cy="69291"/>
            </a:xfrm>
            <a:prstGeom prst="rect">
              <a:avLst/>
            </a:prstGeom>
            <a:noFill/>
            <a:ln>
              <a:noFill/>
            </a:ln>
          </p:spPr>
        </p:pic>
        <p:pic>
          <p:nvPicPr>
            <p:cNvPr id="837" name="Google Shape;837;p44"/>
            <p:cNvPicPr preferRelativeResize="0"/>
            <p:nvPr/>
          </p:nvPicPr>
          <p:blipFill rotWithShape="1">
            <a:blip r:embed="rId8">
              <a:alphaModFix/>
            </a:blip>
            <a:srcRect/>
            <a:stretch/>
          </p:blipFill>
          <p:spPr>
            <a:xfrm>
              <a:off x="513702" y="2530271"/>
              <a:ext cx="69291" cy="69291"/>
            </a:xfrm>
            <a:prstGeom prst="rect">
              <a:avLst/>
            </a:prstGeom>
            <a:noFill/>
            <a:ln>
              <a:noFill/>
            </a:ln>
          </p:spPr>
        </p:pic>
      </p:grpSp>
      <p:sp>
        <p:nvSpPr>
          <p:cNvPr id="838" name="Google Shape;838;p44"/>
          <p:cNvSpPr txBox="1"/>
          <p:nvPr/>
        </p:nvSpPr>
        <p:spPr>
          <a:xfrm>
            <a:off x="347294" y="483869"/>
            <a:ext cx="3902100" cy="2462700"/>
          </a:xfrm>
          <a:prstGeom prst="rect">
            <a:avLst/>
          </a:prstGeom>
          <a:noFill/>
          <a:ln>
            <a:noFill/>
          </a:ln>
        </p:spPr>
        <p:txBody>
          <a:bodyPr spcFirstLastPara="1" wrap="square" lIns="0" tIns="12050" rIns="0" bIns="0" anchor="t" anchorCtr="0">
            <a:spAutoFit/>
          </a:bodyPr>
          <a:lstStyle/>
          <a:p>
            <a:pPr marL="12700" marR="186690" lvl="0" indent="0" algn="l" rtl="0">
              <a:lnSpc>
                <a:spcPct val="159600"/>
              </a:lnSpc>
              <a:spcBef>
                <a:spcPts val="0"/>
              </a:spcBef>
              <a:spcAft>
                <a:spcPts val="0"/>
              </a:spcAft>
              <a:buNone/>
            </a:pPr>
            <a:r>
              <a:rPr lang="en-US" sz="1050">
                <a:solidFill>
                  <a:srgbClr val="BF003F"/>
                </a:solidFill>
                <a:latin typeface="Arial"/>
                <a:ea typeface="Arial"/>
                <a:cs typeface="Arial"/>
                <a:sym typeface="Arial"/>
              </a:rPr>
              <a:t>Unlike regression, we need different metrics for classification. </a:t>
            </a:r>
            <a:r>
              <a:rPr lang="en-US" sz="1050">
                <a:solidFill>
                  <a:srgbClr val="1B1472"/>
                </a:solidFill>
                <a:latin typeface="Arial"/>
                <a:ea typeface="Arial"/>
                <a:cs typeface="Arial"/>
                <a:sym typeface="Arial"/>
              </a:rPr>
              <a:t>Key Questions:</a:t>
            </a:r>
            <a:endParaRPr sz="1050">
              <a:latin typeface="Arial"/>
              <a:ea typeface="Arial"/>
              <a:cs typeface="Arial"/>
              <a:sym typeface="Arial"/>
            </a:endParaRPr>
          </a:p>
          <a:p>
            <a:pPr marL="309880" marR="5080" lvl="0" indent="0" algn="l" rtl="0">
              <a:lnSpc>
                <a:spcPct val="138400"/>
              </a:lnSpc>
              <a:spcBef>
                <a:spcPts val="0"/>
              </a:spcBef>
              <a:spcAft>
                <a:spcPts val="0"/>
              </a:spcAft>
              <a:buNone/>
            </a:pPr>
            <a:r>
              <a:rPr lang="en-US" sz="1050">
                <a:latin typeface="Arial"/>
                <a:ea typeface="Arial"/>
                <a:cs typeface="Arial"/>
                <a:sym typeface="Arial"/>
              </a:rPr>
              <a:t>How often does the model predict correctly? (Accuracy) What types of errors does it make? (Confusion Matrix) </a:t>
            </a:r>
            <a:endParaRPr sz="1050">
              <a:latin typeface="Arial"/>
              <a:ea typeface="Arial"/>
              <a:cs typeface="Arial"/>
              <a:sym typeface="Arial"/>
            </a:endParaRPr>
          </a:p>
          <a:p>
            <a:pPr marL="309880" marR="5080" lvl="0" indent="0" algn="l" rtl="0">
              <a:lnSpc>
                <a:spcPct val="138400"/>
              </a:lnSpc>
              <a:spcBef>
                <a:spcPts val="0"/>
              </a:spcBef>
              <a:spcAft>
                <a:spcPts val="0"/>
              </a:spcAft>
              <a:buNone/>
            </a:pPr>
            <a:r>
              <a:rPr lang="en-US" sz="1050">
                <a:latin typeface="Arial"/>
                <a:ea typeface="Arial"/>
                <a:cs typeface="Arial"/>
                <a:sym typeface="Arial"/>
              </a:rPr>
              <a:t>How well does it identify positive cases? (Precision, Recall)</a:t>
            </a:r>
            <a:endParaRPr sz="1050">
              <a:latin typeface="Arial"/>
              <a:ea typeface="Arial"/>
              <a:cs typeface="Arial"/>
              <a:sym typeface="Arial"/>
            </a:endParaRPr>
          </a:p>
          <a:p>
            <a:pPr marL="12700" lvl="0" indent="0" algn="l" rtl="0">
              <a:lnSpc>
                <a:spcPct val="100000"/>
              </a:lnSpc>
              <a:spcBef>
                <a:spcPts val="1050"/>
              </a:spcBef>
              <a:spcAft>
                <a:spcPts val="0"/>
              </a:spcAft>
              <a:buNone/>
            </a:pPr>
            <a:r>
              <a:rPr lang="en-US" sz="1050">
                <a:solidFill>
                  <a:srgbClr val="1B1472"/>
                </a:solidFill>
                <a:latin typeface="Arial"/>
                <a:ea typeface="Arial"/>
                <a:cs typeface="Arial"/>
                <a:sym typeface="Arial"/>
              </a:rPr>
              <a:t>Data Split:</a:t>
            </a:r>
            <a:endParaRPr sz="1050">
              <a:latin typeface="Arial"/>
              <a:ea typeface="Arial"/>
              <a:cs typeface="Arial"/>
              <a:sym typeface="Arial"/>
            </a:endParaRPr>
          </a:p>
          <a:p>
            <a:pPr marL="309880" marR="199390" lvl="0" indent="0" algn="l" rtl="0">
              <a:lnSpc>
                <a:spcPct val="138400"/>
              </a:lnSpc>
              <a:spcBef>
                <a:spcPts val="0"/>
              </a:spcBef>
              <a:spcAft>
                <a:spcPts val="0"/>
              </a:spcAft>
              <a:buNone/>
            </a:pPr>
            <a:r>
              <a:rPr lang="en-US" sz="1050">
                <a:solidFill>
                  <a:srgbClr val="1B1472"/>
                </a:solidFill>
                <a:latin typeface="Arial"/>
                <a:ea typeface="Arial"/>
                <a:cs typeface="Arial"/>
                <a:sym typeface="Arial"/>
              </a:rPr>
              <a:t>Training set: </a:t>
            </a:r>
            <a:r>
              <a:rPr lang="en-US" sz="1050">
                <a:latin typeface="Arial"/>
                <a:ea typeface="Arial"/>
                <a:cs typeface="Arial"/>
                <a:sym typeface="Arial"/>
              </a:rPr>
              <a:t>Learn weights </a:t>
            </a:r>
            <a:r>
              <a:rPr lang="en-US" sz="1050" b="1">
                <a:latin typeface="Arial"/>
                <a:ea typeface="Arial"/>
                <a:cs typeface="Arial"/>
                <a:sym typeface="Arial"/>
              </a:rPr>
              <a:t>w </a:t>
            </a:r>
            <a:r>
              <a:rPr lang="en-US" sz="1050">
                <a:latin typeface="Arial"/>
                <a:ea typeface="Arial"/>
                <a:cs typeface="Arial"/>
                <a:sym typeface="Arial"/>
              </a:rPr>
              <a:t>(typically 90-99%) </a:t>
            </a:r>
            <a:r>
              <a:rPr lang="en-US" sz="1050">
                <a:solidFill>
                  <a:srgbClr val="1B1472"/>
                </a:solidFill>
                <a:latin typeface="Arial"/>
                <a:ea typeface="Arial"/>
                <a:cs typeface="Arial"/>
                <a:sym typeface="Arial"/>
              </a:rPr>
              <a:t>Validation set: </a:t>
            </a:r>
            <a:r>
              <a:rPr lang="en-US" sz="1050">
                <a:latin typeface="Arial"/>
                <a:ea typeface="Arial"/>
                <a:cs typeface="Arial"/>
                <a:sym typeface="Arial"/>
              </a:rPr>
              <a:t>Tune hyperparameters (typically 10-15%) </a:t>
            </a:r>
            <a:r>
              <a:rPr lang="en-US" sz="1050">
                <a:solidFill>
                  <a:srgbClr val="1B1472"/>
                </a:solidFill>
                <a:latin typeface="Arial"/>
                <a:ea typeface="Arial"/>
                <a:cs typeface="Arial"/>
                <a:sym typeface="Arial"/>
              </a:rPr>
              <a:t>Test set: </a:t>
            </a:r>
            <a:r>
              <a:rPr lang="en-US" sz="1050">
                <a:latin typeface="Arial"/>
                <a:ea typeface="Arial"/>
                <a:cs typeface="Arial"/>
                <a:sym typeface="Arial"/>
              </a:rPr>
              <a:t>Final evaluation (typically 1-10%)</a:t>
            </a:r>
            <a:endParaRPr sz="1050">
              <a:latin typeface="Arial"/>
              <a:ea typeface="Arial"/>
              <a:cs typeface="Arial"/>
              <a:sym typeface="Arial"/>
            </a:endParaRPr>
          </a:p>
          <a:p>
            <a:pPr marL="12700" lvl="0" indent="0" algn="l" rtl="0">
              <a:lnSpc>
                <a:spcPct val="100000"/>
              </a:lnSpc>
              <a:spcBef>
                <a:spcPts val="1050"/>
              </a:spcBef>
              <a:spcAft>
                <a:spcPts val="0"/>
              </a:spcAft>
              <a:buNone/>
            </a:pPr>
            <a:r>
              <a:rPr lang="en-US" sz="1050">
                <a:solidFill>
                  <a:srgbClr val="EC2027"/>
                </a:solidFill>
                <a:latin typeface="Arial"/>
                <a:ea typeface="Arial"/>
                <a:cs typeface="Arial"/>
                <a:sym typeface="Arial"/>
              </a:rPr>
              <a:t>Always evaluate on unseen test data to measure generalization!</a:t>
            </a:r>
            <a:endParaRPr sz="1050">
              <a:latin typeface="Arial"/>
              <a:ea typeface="Arial"/>
              <a:cs typeface="Arial"/>
              <a:sym typeface="Arial"/>
            </a:endParaRPr>
          </a:p>
        </p:txBody>
      </p:sp>
      <p:grpSp>
        <p:nvGrpSpPr>
          <p:cNvPr id="839" name="Google Shape;839;p44"/>
          <p:cNvGrpSpPr/>
          <p:nvPr/>
        </p:nvGrpSpPr>
        <p:grpSpPr>
          <a:xfrm>
            <a:off x="0" y="3141936"/>
            <a:ext cx="5760262" cy="92075"/>
            <a:chOff x="0" y="3141936"/>
            <a:chExt cx="5760262" cy="92075"/>
          </a:xfrm>
        </p:grpSpPr>
        <p:sp>
          <p:nvSpPr>
            <p:cNvPr id="840" name="Google Shape;840;p4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1" name="Google Shape;841;p4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2" name="Google Shape;842;p4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43" name="Google Shape;843;p4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44" name="Google Shape;844;p4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9"/>
              </a:rPr>
              <a:t>D</a:t>
            </a:r>
            <a:r>
              <a:rPr lang="en-US" sz="600" u="sng" cap="small">
                <a:solidFill>
                  <a:schemeClr val="hlink"/>
                </a:solidFill>
                <a:latin typeface="Bookman Old Style"/>
                <a:ea typeface="Bookman Old Style"/>
                <a:cs typeface="Bookman Old Style"/>
                <a:sym typeface="Bookman Old Style"/>
                <a:hlinkClick r:id="rId9"/>
              </a:rPr>
              <a:t>eep</a:t>
            </a:r>
            <a:r>
              <a:rPr lang="en-US" sz="600" u="sng">
                <a:solidFill>
                  <a:schemeClr val="hlink"/>
                </a:solidFill>
                <a:latin typeface="Bookman Old Style"/>
                <a:ea typeface="Bookman Old Style"/>
                <a:cs typeface="Bookman Old Style"/>
                <a:sym typeface="Bookman Old Style"/>
                <a:hlinkClick r:id="rId9"/>
              </a:rPr>
              <a:t> L</a:t>
            </a:r>
            <a:r>
              <a:rPr lang="en-US" sz="600" u="sng" cap="small">
                <a:solidFill>
                  <a:schemeClr val="hlink"/>
                </a:solidFill>
                <a:latin typeface="Bookman Old Style"/>
                <a:ea typeface="Bookman Old Style"/>
                <a:cs typeface="Bookman Old Style"/>
                <a:sym typeface="Bookman Old Style"/>
                <a:hlinkClick r:id="rId9"/>
              </a:rPr>
              <a:t>earning</a:t>
            </a:r>
            <a:endParaRPr sz="600">
              <a:latin typeface="Bookman Old Style"/>
              <a:ea typeface="Bookman Old Style"/>
              <a:cs typeface="Bookman Old Style"/>
              <a:sym typeface="Bookman Old Style"/>
            </a:endParaRPr>
          </a:p>
        </p:txBody>
      </p:sp>
      <p:sp>
        <p:nvSpPr>
          <p:cNvPr id="845" name="Google Shape;845;p44"/>
          <p:cNvSpPr txBox="1">
            <a:spLocks noGrp="1"/>
          </p:cNvSpPr>
          <p:nvPr>
            <p:ph type="sldNum" idx="12"/>
          </p:nvPr>
        </p:nvSpPr>
        <p:spPr>
          <a:xfrm>
            <a:off x="4627903" y="3137675"/>
            <a:ext cx="5541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38</a:t>
            </a:fld>
            <a:r>
              <a:rPr lang="en-US"/>
              <a:t> / 100</a:t>
            </a:r>
            <a:endParaRPr/>
          </a:p>
        </p:txBody>
      </p:sp>
    </p:spTree>
  </p:cSld>
  <p:clrMapOvr>
    <a:masterClrMapping/>
  </p:clrMapOvr>
  <p:transition>
    <p:fade thruBlk="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4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onfusion</a:t>
            </a:r>
            <a:r>
              <a:rPr lang="en-US">
                <a:solidFill>
                  <a:srgbClr val="FFFFFF"/>
                </a:solidFill>
              </a:rPr>
              <a:t> M</a:t>
            </a:r>
            <a:r>
              <a:rPr lang="en-US" cap="small">
                <a:solidFill>
                  <a:srgbClr val="FFFFFF"/>
                </a:solidFill>
              </a:rPr>
              <a:t>atrix</a:t>
            </a:r>
            <a:endParaRPr/>
          </a:p>
        </p:txBody>
      </p:sp>
      <p:sp>
        <p:nvSpPr>
          <p:cNvPr id="851" name="Google Shape;851;p45"/>
          <p:cNvSpPr txBox="1"/>
          <p:nvPr/>
        </p:nvSpPr>
        <p:spPr>
          <a:xfrm>
            <a:off x="347294" y="531614"/>
            <a:ext cx="3411854" cy="59372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The confusion matrix shows all prediction outcomes:</a:t>
            </a:r>
            <a:endParaRPr sz="1050">
              <a:latin typeface="Arial"/>
              <a:ea typeface="Arial"/>
              <a:cs typeface="Arial"/>
              <a:sym typeface="Arial"/>
            </a:endParaRPr>
          </a:p>
          <a:p>
            <a:pPr marL="0" lvl="0" indent="0" algn="l" rtl="0">
              <a:lnSpc>
                <a:spcPct val="100000"/>
              </a:lnSpc>
              <a:spcBef>
                <a:spcPts val="715"/>
              </a:spcBef>
              <a:spcAft>
                <a:spcPts val="0"/>
              </a:spcAft>
              <a:buNone/>
            </a:pPr>
            <a:endParaRPr sz="1050">
              <a:latin typeface="Arial"/>
              <a:ea typeface="Arial"/>
              <a:cs typeface="Arial"/>
              <a:sym typeface="Arial"/>
            </a:endParaRPr>
          </a:p>
          <a:p>
            <a:pPr marL="0" marR="5080" lvl="0" indent="0" algn="r" rtl="0">
              <a:lnSpc>
                <a:spcPct val="100000"/>
              </a:lnSpc>
              <a:spcBef>
                <a:spcPts val="0"/>
              </a:spcBef>
              <a:spcAft>
                <a:spcPts val="0"/>
              </a:spcAft>
              <a:buNone/>
            </a:pPr>
            <a:r>
              <a:rPr lang="en-US" sz="1050">
                <a:solidFill>
                  <a:srgbClr val="1B1472"/>
                </a:solidFill>
                <a:latin typeface="Arial"/>
                <a:ea typeface="Arial"/>
                <a:cs typeface="Arial"/>
                <a:sym typeface="Arial"/>
              </a:rPr>
              <a:t>Predicted</a:t>
            </a:r>
            <a:endParaRPr sz="1050">
              <a:latin typeface="Arial"/>
              <a:ea typeface="Arial"/>
              <a:cs typeface="Arial"/>
              <a:sym typeface="Arial"/>
            </a:endParaRPr>
          </a:p>
        </p:txBody>
      </p:sp>
      <p:sp>
        <p:nvSpPr>
          <p:cNvPr id="852" name="Google Shape;852;p45"/>
          <p:cNvSpPr txBox="1"/>
          <p:nvPr/>
        </p:nvSpPr>
        <p:spPr>
          <a:xfrm rot="-5400000">
            <a:off x="859067" y="1416266"/>
            <a:ext cx="405765" cy="194945"/>
          </a:xfrm>
          <a:prstGeom prst="rect">
            <a:avLst/>
          </a:prstGeom>
          <a:noFill/>
          <a:ln>
            <a:noFill/>
          </a:ln>
        </p:spPr>
        <p:txBody>
          <a:bodyPr spcFirstLastPara="1" wrap="square" lIns="0" tIns="952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Actual</a:t>
            </a:r>
            <a:endParaRPr sz="1050">
              <a:latin typeface="Arial"/>
              <a:ea typeface="Arial"/>
              <a:cs typeface="Arial"/>
              <a:sym typeface="Arial"/>
            </a:endParaRPr>
          </a:p>
        </p:txBody>
      </p:sp>
      <p:graphicFrame>
        <p:nvGraphicFramePr>
          <p:cNvPr id="853" name="Google Shape;853;p45"/>
          <p:cNvGraphicFramePr/>
          <p:nvPr/>
        </p:nvGraphicFramePr>
        <p:xfrm>
          <a:off x="1185570" y="1140104"/>
          <a:ext cx="3637275" cy="548625"/>
        </p:xfrm>
        <a:graphic>
          <a:graphicData uri="http://schemas.openxmlformats.org/drawingml/2006/table">
            <a:tbl>
              <a:tblPr firstRow="1" bandRow="1">
                <a:noFill/>
                <a:tableStyleId>{E1D28552-6DB9-4C31-BB9C-5DD673A011D9}</a:tableStyleId>
              </a:tblPr>
              <a:tblGrid>
                <a:gridCol w="897900">
                  <a:extLst>
                    <a:ext uri="{9D8B030D-6E8A-4147-A177-3AD203B41FA5}">
                      <a16:colId xmlns="" xmlns:a16="http://schemas.microsoft.com/office/drawing/2014/main" val="20000"/>
                    </a:ext>
                  </a:extLst>
                </a:gridCol>
                <a:gridCol w="1332225">
                  <a:extLst>
                    <a:ext uri="{9D8B030D-6E8A-4147-A177-3AD203B41FA5}">
                      <a16:colId xmlns="" xmlns:a16="http://schemas.microsoft.com/office/drawing/2014/main" val="20001"/>
                    </a:ext>
                  </a:extLst>
                </a:gridCol>
                <a:gridCol w="1407150">
                  <a:extLst>
                    <a:ext uri="{9D8B030D-6E8A-4147-A177-3AD203B41FA5}">
                      <a16:colId xmlns="" xmlns:a16="http://schemas.microsoft.com/office/drawing/2014/main" val="20002"/>
                    </a:ext>
                  </a:extLst>
                </a:gridCol>
              </a:tblGrid>
              <a:tr h="182875">
                <a:tc>
                  <a:txBody>
                    <a:bodyPr/>
                    <a:lstStyle/>
                    <a:p>
                      <a:pPr marL="0" marR="0" lvl="0" indent="0" algn="l" rtl="0">
                        <a:lnSpc>
                          <a:spcPct val="100000"/>
                        </a:lnSpc>
                        <a:spcBef>
                          <a:spcPts val="0"/>
                        </a:spcBef>
                        <a:spcAft>
                          <a:spcPts val="0"/>
                        </a:spcAft>
                        <a:buNone/>
                      </a:pPr>
                      <a:endParaRPr sz="1000" u="none" strike="noStrike" cap="none">
                        <a:latin typeface="Times New Roman"/>
                        <a:ea typeface="Times New Roman"/>
                        <a:cs typeface="Times New Roman"/>
                        <a:sym typeface="Times New Roman"/>
                      </a:endParaRPr>
                    </a:p>
                  </a:txBody>
                  <a:tcPr marL="0" marR="0" marT="0" marB="0">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tcPr>
                </a:tc>
                <a:tc>
                  <a:txBody>
                    <a:bodyPr/>
                    <a:lstStyle/>
                    <a:p>
                      <a:pPr marL="0" marR="0" lvl="0" indent="0" algn="ctr" rtl="0">
                        <a:lnSpc>
                          <a:spcPct val="114285"/>
                        </a:lnSpc>
                        <a:spcBef>
                          <a:spcPts val="0"/>
                        </a:spcBef>
                        <a:spcAft>
                          <a:spcPts val="0"/>
                        </a:spcAft>
                        <a:buNone/>
                      </a:pPr>
                      <a:r>
                        <a:rPr lang="en-US" sz="1050" u="none" strike="noStrike" cap="none">
                          <a:latin typeface="Arial"/>
                          <a:ea typeface="Arial"/>
                          <a:cs typeface="Arial"/>
                          <a:sym typeface="Arial"/>
                        </a:rPr>
                        <a:t>Positive (1)</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tc>
                  <a:txBody>
                    <a:bodyPr/>
                    <a:lstStyle/>
                    <a:p>
                      <a:pPr marL="0" marR="0" lvl="0" indent="0" algn="ctr" rtl="0">
                        <a:lnSpc>
                          <a:spcPct val="114285"/>
                        </a:lnSpc>
                        <a:spcBef>
                          <a:spcPts val="0"/>
                        </a:spcBef>
                        <a:spcAft>
                          <a:spcPts val="0"/>
                        </a:spcAft>
                        <a:buNone/>
                      </a:pPr>
                      <a:r>
                        <a:rPr lang="en-US" sz="1050" u="none" strike="noStrike" cap="none">
                          <a:latin typeface="Arial"/>
                          <a:ea typeface="Arial"/>
                          <a:cs typeface="Arial"/>
                          <a:sym typeface="Arial"/>
                        </a:rPr>
                        <a:t>Negative (0)</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extLst>
                  <a:ext uri="{0D108BD9-81ED-4DB2-BD59-A6C34878D82A}">
                    <a16:rowId xmlns="" xmlns:a16="http://schemas.microsoft.com/office/drawing/2014/main" val="10000"/>
                  </a:ext>
                </a:extLst>
              </a:tr>
              <a:tr h="182875">
                <a:tc>
                  <a:txBody>
                    <a:bodyPr/>
                    <a:lstStyle/>
                    <a:p>
                      <a:pPr marL="0" marR="0" lvl="0" indent="0" algn="ctr" rtl="0">
                        <a:lnSpc>
                          <a:spcPct val="114285"/>
                        </a:lnSpc>
                        <a:spcBef>
                          <a:spcPts val="0"/>
                        </a:spcBef>
                        <a:spcAft>
                          <a:spcPts val="0"/>
                        </a:spcAft>
                        <a:buNone/>
                      </a:pPr>
                      <a:r>
                        <a:rPr lang="en-US" sz="1050" u="none" strike="noStrike" cap="none">
                          <a:latin typeface="Arial"/>
                          <a:ea typeface="Arial"/>
                          <a:cs typeface="Arial"/>
                          <a:sym typeface="Arial"/>
                        </a:rPr>
                        <a:t>Positive (1)</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37465" marR="0" lvl="0" indent="0" algn="ctr" rtl="0">
                        <a:lnSpc>
                          <a:spcPct val="114285"/>
                        </a:lnSpc>
                        <a:spcBef>
                          <a:spcPts val="0"/>
                        </a:spcBef>
                        <a:spcAft>
                          <a:spcPts val="0"/>
                        </a:spcAft>
                        <a:buNone/>
                      </a:pPr>
                      <a:r>
                        <a:rPr lang="en-US" sz="1050" u="none" strike="noStrike" cap="none">
                          <a:latin typeface="Arial"/>
                          <a:ea typeface="Arial"/>
                          <a:cs typeface="Arial"/>
                          <a:sym typeface="Arial"/>
                        </a:rPr>
                        <a:t>True Positive (TP)</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B2FFB2"/>
                    </a:solidFill>
                  </a:tcPr>
                </a:tc>
                <a:tc>
                  <a:txBody>
                    <a:bodyPr/>
                    <a:lstStyle/>
                    <a:p>
                      <a:pPr marL="37465" marR="0" lvl="0" indent="0" algn="ctr" rtl="0">
                        <a:lnSpc>
                          <a:spcPct val="114285"/>
                        </a:lnSpc>
                        <a:spcBef>
                          <a:spcPts val="0"/>
                        </a:spcBef>
                        <a:spcAft>
                          <a:spcPts val="0"/>
                        </a:spcAft>
                        <a:buNone/>
                      </a:pPr>
                      <a:r>
                        <a:rPr lang="en-US" sz="1050" u="none" strike="noStrike" cap="none">
                          <a:latin typeface="Arial"/>
                          <a:ea typeface="Arial"/>
                          <a:cs typeface="Arial"/>
                          <a:sym typeface="Arial"/>
                        </a:rPr>
                        <a:t>False Negative (FN)</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9BCBE"/>
                    </a:solidFill>
                  </a:tcPr>
                </a:tc>
                <a:extLst>
                  <a:ext uri="{0D108BD9-81ED-4DB2-BD59-A6C34878D82A}">
                    <a16:rowId xmlns="" xmlns:a16="http://schemas.microsoft.com/office/drawing/2014/main" val="10001"/>
                  </a:ext>
                </a:extLst>
              </a:tr>
              <a:tr h="182875">
                <a:tc>
                  <a:txBody>
                    <a:bodyPr/>
                    <a:lstStyle/>
                    <a:p>
                      <a:pPr marL="0" marR="0" lvl="0" indent="0" algn="ctr" rtl="0">
                        <a:lnSpc>
                          <a:spcPct val="114285"/>
                        </a:lnSpc>
                        <a:spcBef>
                          <a:spcPts val="0"/>
                        </a:spcBef>
                        <a:spcAft>
                          <a:spcPts val="0"/>
                        </a:spcAft>
                        <a:buNone/>
                      </a:pPr>
                      <a:r>
                        <a:rPr lang="en-US" sz="1050" u="none" strike="noStrike" cap="none">
                          <a:latin typeface="Arial"/>
                          <a:ea typeface="Arial"/>
                          <a:cs typeface="Arial"/>
                          <a:sym typeface="Arial"/>
                        </a:rPr>
                        <a:t>Negative (0)</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37465" marR="0" lvl="0" indent="0" algn="ctr" rtl="0">
                        <a:lnSpc>
                          <a:spcPct val="114285"/>
                        </a:lnSpc>
                        <a:spcBef>
                          <a:spcPts val="0"/>
                        </a:spcBef>
                        <a:spcAft>
                          <a:spcPts val="0"/>
                        </a:spcAft>
                        <a:buNone/>
                      </a:pPr>
                      <a:r>
                        <a:rPr lang="en-US" sz="1050" u="none" strike="noStrike" cap="none">
                          <a:latin typeface="Arial"/>
                          <a:ea typeface="Arial"/>
                          <a:cs typeface="Arial"/>
                          <a:sym typeface="Arial"/>
                        </a:rPr>
                        <a:t>False Positive (FP)</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F9BCBE"/>
                    </a:solidFill>
                  </a:tcPr>
                </a:tc>
                <a:tc>
                  <a:txBody>
                    <a:bodyPr/>
                    <a:lstStyle/>
                    <a:p>
                      <a:pPr marL="37465" marR="0" lvl="0" indent="0" algn="ctr" rtl="0">
                        <a:lnSpc>
                          <a:spcPct val="114285"/>
                        </a:lnSpc>
                        <a:spcBef>
                          <a:spcPts val="0"/>
                        </a:spcBef>
                        <a:spcAft>
                          <a:spcPts val="0"/>
                        </a:spcAft>
                        <a:buNone/>
                      </a:pPr>
                      <a:r>
                        <a:rPr lang="en-US" sz="1050" u="none" strike="noStrike" cap="none">
                          <a:latin typeface="Arial"/>
                          <a:ea typeface="Arial"/>
                          <a:cs typeface="Arial"/>
                          <a:sym typeface="Arial"/>
                        </a:rPr>
                        <a:t>True Negative (TN)</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B2FFB2"/>
                    </a:solidFill>
                  </a:tcPr>
                </a:tc>
                <a:extLst>
                  <a:ext uri="{0D108BD9-81ED-4DB2-BD59-A6C34878D82A}">
                    <a16:rowId xmlns="" xmlns:a16="http://schemas.microsoft.com/office/drawing/2014/main" val="10002"/>
                  </a:ext>
                </a:extLst>
              </a:tr>
            </a:tbl>
          </a:graphicData>
        </a:graphic>
      </p:graphicFrame>
      <p:grpSp>
        <p:nvGrpSpPr>
          <p:cNvPr id="854" name="Google Shape;854;p45"/>
          <p:cNvGrpSpPr/>
          <p:nvPr/>
        </p:nvGrpSpPr>
        <p:grpSpPr>
          <a:xfrm>
            <a:off x="513702" y="2187079"/>
            <a:ext cx="69291" cy="733552"/>
            <a:chOff x="513702" y="2187079"/>
            <a:chExt cx="69291" cy="733552"/>
          </a:xfrm>
        </p:grpSpPr>
        <p:pic>
          <p:nvPicPr>
            <p:cNvPr id="855" name="Google Shape;855;p45"/>
            <p:cNvPicPr preferRelativeResize="0"/>
            <p:nvPr/>
          </p:nvPicPr>
          <p:blipFill rotWithShape="1">
            <a:blip r:embed="rId3">
              <a:alphaModFix/>
            </a:blip>
            <a:srcRect/>
            <a:stretch/>
          </p:blipFill>
          <p:spPr>
            <a:xfrm>
              <a:off x="513702" y="2187079"/>
              <a:ext cx="69291" cy="69291"/>
            </a:xfrm>
            <a:prstGeom prst="rect">
              <a:avLst/>
            </a:prstGeom>
            <a:noFill/>
            <a:ln>
              <a:noFill/>
            </a:ln>
          </p:spPr>
        </p:pic>
        <p:pic>
          <p:nvPicPr>
            <p:cNvPr id="856" name="Google Shape;856;p45"/>
            <p:cNvPicPr preferRelativeResize="0"/>
            <p:nvPr/>
          </p:nvPicPr>
          <p:blipFill rotWithShape="1">
            <a:blip r:embed="rId4">
              <a:alphaModFix/>
            </a:blip>
            <a:srcRect/>
            <a:stretch/>
          </p:blipFill>
          <p:spPr>
            <a:xfrm>
              <a:off x="513702" y="2408491"/>
              <a:ext cx="69291" cy="69291"/>
            </a:xfrm>
            <a:prstGeom prst="rect">
              <a:avLst/>
            </a:prstGeom>
            <a:noFill/>
            <a:ln>
              <a:noFill/>
            </a:ln>
          </p:spPr>
        </p:pic>
        <p:pic>
          <p:nvPicPr>
            <p:cNvPr id="857" name="Google Shape;857;p45"/>
            <p:cNvPicPr preferRelativeResize="0"/>
            <p:nvPr/>
          </p:nvPicPr>
          <p:blipFill rotWithShape="1">
            <a:blip r:embed="rId5">
              <a:alphaModFix/>
            </a:blip>
            <a:srcRect/>
            <a:stretch/>
          </p:blipFill>
          <p:spPr>
            <a:xfrm>
              <a:off x="513702" y="2629916"/>
              <a:ext cx="69291" cy="69291"/>
            </a:xfrm>
            <a:prstGeom prst="rect">
              <a:avLst/>
            </a:prstGeom>
            <a:noFill/>
            <a:ln>
              <a:noFill/>
            </a:ln>
          </p:spPr>
        </p:pic>
        <p:pic>
          <p:nvPicPr>
            <p:cNvPr id="858" name="Google Shape;858;p45"/>
            <p:cNvPicPr preferRelativeResize="0"/>
            <p:nvPr/>
          </p:nvPicPr>
          <p:blipFill rotWithShape="1">
            <a:blip r:embed="rId6">
              <a:alphaModFix/>
            </a:blip>
            <a:srcRect/>
            <a:stretch/>
          </p:blipFill>
          <p:spPr>
            <a:xfrm>
              <a:off x="513702" y="2851340"/>
              <a:ext cx="69291" cy="69291"/>
            </a:xfrm>
            <a:prstGeom prst="rect">
              <a:avLst/>
            </a:prstGeom>
            <a:noFill/>
            <a:ln>
              <a:noFill/>
            </a:ln>
          </p:spPr>
        </p:pic>
      </p:grpSp>
      <p:sp>
        <p:nvSpPr>
          <p:cNvPr id="859" name="Google Shape;859;p45"/>
          <p:cNvSpPr txBox="1"/>
          <p:nvPr/>
        </p:nvSpPr>
        <p:spPr>
          <a:xfrm>
            <a:off x="347294" y="1830678"/>
            <a:ext cx="3219450" cy="1132840"/>
          </a:xfrm>
          <a:prstGeom prst="rect">
            <a:avLst/>
          </a:prstGeom>
          <a:noFill/>
          <a:ln>
            <a:noFill/>
          </a:ln>
        </p:spPr>
        <p:txBody>
          <a:bodyPr spcFirstLastPara="1" wrap="square" lIns="0" tIns="7302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Definitions:</a:t>
            </a:r>
            <a:endParaRPr sz="1050">
              <a:latin typeface="Arial"/>
              <a:ea typeface="Arial"/>
              <a:cs typeface="Arial"/>
              <a:sym typeface="Arial"/>
            </a:endParaRPr>
          </a:p>
          <a:p>
            <a:pPr marL="309880" marR="944880" lvl="0" indent="0" algn="l" rtl="0">
              <a:lnSpc>
                <a:spcPct val="138400"/>
              </a:lnSpc>
              <a:spcBef>
                <a:spcPts val="0"/>
              </a:spcBef>
              <a:spcAft>
                <a:spcPts val="0"/>
              </a:spcAft>
              <a:buNone/>
            </a:pPr>
            <a:r>
              <a:rPr lang="en-US" sz="1050">
                <a:solidFill>
                  <a:srgbClr val="009900"/>
                </a:solidFill>
                <a:latin typeface="Arial"/>
                <a:ea typeface="Arial"/>
                <a:cs typeface="Arial"/>
                <a:sym typeface="Arial"/>
              </a:rPr>
              <a:t>TP: </a:t>
            </a:r>
            <a:r>
              <a:rPr lang="en-US" sz="1050">
                <a:latin typeface="Arial"/>
                <a:ea typeface="Arial"/>
                <a:cs typeface="Arial"/>
                <a:sym typeface="Arial"/>
              </a:rPr>
              <a:t>Correctly predicted positive </a:t>
            </a:r>
            <a:r>
              <a:rPr lang="en-US" sz="1050">
                <a:solidFill>
                  <a:srgbClr val="009900"/>
                </a:solidFill>
                <a:latin typeface="Arial"/>
                <a:ea typeface="Arial"/>
                <a:cs typeface="Arial"/>
                <a:sym typeface="Arial"/>
              </a:rPr>
              <a:t>TN: </a:t>
            </a:r>
            <a:r>
              <a:rPr lang="en-US" sz="1050">
                <a:latin typeface="Arial"/>
                <a:ea typeface="Arial"/>
                <a:cs typeface="Arial"/>
                <a:sym typeface="Arial"/>
              </a:rPr>
              <a:t>Correctly predicted negative</a:t>
            </a:r>
            <a:endParaRPr sz="1050">
              <a:latin typeface="Arial"/>
              <a:ea typeface="Arial"/>
              <a:cs typeface="Arial"/>
              <a:sym typeface="Arial"/>
            </a:endParaRPr>
          </a:p>
          <a:p>
            <a:pPr marL="309880" marR="5080" lvl="0" indent="0" algn="l" rtl="0">
              <a:lnSpc>
                <a:spcPct val="138400"/>
              </a:lnSpc>
              <a:spcBef>
                <a:spcPts val="0"/>
              </a:spcBef>
              <a:spcAft>
                <a:spcPts val="0"/>
              </a:spcAft>
              <a:buNone/>
            </a:pPr>
            <a:r>
              <a:rPr lang="en-US" sz="1050">
                <a:solidFill>
                  <a:srgbClr val="BD1A1F"/>
                </a:solidFill>
                <a:latin typeface="Arial"/>
                <a:ea typeface="Arial"/>
                <a:cs typeface="Arial"/>
                <a:sym typeface="Arial"/>
              </a:rPr>
              <a:t>FP: </a:t>
            </a:r>
            <a:r>
              <a:rPr lang="en-US" sz="1050">
                <a:latin typeface="Arial"/>
                <a:ea typeface="Arial"/>
                <a:cs typeface="Arial"/>
                <a:sym typeface="Arial"/>
              </a:rPr>
              <a:t>Incorrectly predicted positive (Type I error) </a:t>
            </a:r>
            <a:r>
              <a:rPr lang="en-US" sz="1050">
                <a:solidFill>
                  <a:srgbClr val="BD1A1F"/>
                </a:solidFill>
                <a:latin typeface="Arial"/>
                <a:ea typeface="Arial"/>
                <a:cs typeface="Arial"/>
                <a:sym typeface="Arial"/>
              </a:rPr>
              <a:t>FN: </a:t>
            </a:r>
            <a:r>
              <a:rPr lang="en-US" sz="1050">
                <a:latin typeface="Arial"/>
                <a:ea typeface="Arial"/>
                <a:cs typeface="Arial"/>
                <a:sym typeface="Arial"/>
              </a:rPr>
              <a:t>Incorrectly predicted negative (Type II error)</a:t>
            </a:r>
            <a:endParaRPr sz="1050">
              <a:latin typeface="Arial"/>
              <a:ea typeface="Arial"/>
              <a:cs typeface="Arial"/>
              <a:sym typeface="Arial"/>
            </a:endParaRPr>
          </a:p>
        </p:txBody>
      </p:sp>
      <p:grpSp>
        <p:nvGrpSpPr>
          <p:cNvPr id="860" name="Google Shape;860;p45"/>
          <p:cNvGrpSpPr/>
          <p:nvPr/>
        </p:nvGrpSpPr>
        <p:grpSpPr>
          <a:xfrm>
            <a:off x="0" y="3141936"/>
            <a:ext cx="5760262" cy="92075"/>
            <a:chOff x="0" y="3141936"/>
            <a:chExt cx="5760262" cy="92075"/>
          </a:xfrm>
        </p:grpSpPr>
        <p:sp>
          <p:nvSpPr>
            <p:cNvPr id="861" name="Google Shape;861;p45"/>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2" name="Google Shape;862;p45"/>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3" name="Google Shape;863;p45"/>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64" name="Google Shape;864;p4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65" name="Google Shape;865;p4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7"/>
              </a:rPr>
              <a:t>D</a:t>
            </a:r>
            <a:r>
              <a:rPr lang="en-US" sz="600" u="sng" cap="small">
                <a:solidFill>
                  <a:schemeClr val="hlink"/>
                </a:solidFill>
                <a:latin typeface="Bookman Old Style"/>
                <a:ea typeface="Bookman Old Style"/>
                <a:cs typeface="Bookman Old Style"/>
                <a:sym typeface="Bookman Old Style"/>
                <a:hlinkClick r:id="rId7"/>
              </a:rPr>
              <a:t>eep</a:t>
            </a:r>
            <a:r>
              <a:rPr lang="en-US" sz="600" u="sng">
                <a:solidFill>
                  <a:schemeClr val="hlink"/>
                </a:solidFill>
                <a:latin typeface="Bookman Old Style"/>
                <a:ea typeface="Bookman Old Style"/>
                <a:cs typeface="Bookman Old Style"/>
                <a:sym typeface="Bookman Old Style"/>
                <a:hlinkClick r:id="rId7"/>
              </a:rPr>
              <a:t> L</a:t>
            </a:r>
            <a:r>
              <a:rPr lang="en-US" sz="600" u="sng" cap="small">
                <a:solidFill>
                  <a:schemeClr val="hlink"/>
                </a:solidFill>
                <a:latin typeface="Bookman Old Style"/>
                <a:ea typeface="Bookman Old Style"/>
                <a:cs typeface="Bookman Old Style"/>
                <a:sym typeface="Bookman Old Style"/>
                <a:hlinkClick r:id="rId7"/>
              </a:rPr>
              <a:t>earning</a:t>
            </a:r>
            <a:endParaRPr sz="600">
              <a:latin typeface="Bookman Old Style"/>
              <a:ea typeface="Bookman Old Style"/>
              <a:cs typeface="Bookman Old Style"/>
              <a:sym typeface="Bookman Old Style"/>
            </a:endParaRPr>
          </a:p>
        </p:txBody>
      </p:sp>
      <p:sp>
        <p:nvSpPr>
          <p:cNvPr id="866" name="Google Shape;866;p45"/>
          <p:cNvSpPr txBox="1">
            <a:spLocks noGrp="1"/>
          </p:cNvSpPr>
          <p:nvPr>
            <p:ph type="sldNum" idx="12"/>
          </p:nvPr>
        </p:nvSpPr>
        <p:spPr>
          <a:xfrm>
            <a:off x="4627904" y="3137675"/>
            <a:ext cx="645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39</a:t>
            </a:fld>
            <a:r>
              <a:rPr lang="en-US"/>
              <a:t> / 100</a:t>
            </a:r>
            <a:endParaRPr/>
          </a:p>
        </p:txBody>
      </p:sp>
    </p:spTree>
  </p:cSld>
  <p:clrMapOvr>
    <a:masterClrMapping/>
  </p:clrMapOvr>
  <p:transition>
    <p:fade thruBlk="1"/>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46"/>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lassification</a:t>
            </a:r>
            <a:r>
              <a:rPr lang="en-US">
                <a:solidFill>
                  <a:srgbClr val="FFFFFF"/>
                </a:solidFill>
              </a:rPr>
              <a:t>  M</a:t>
            </a:r>
            <a:r>
              <a:rPr lang="en-US" cap="small">
                <a:solidFill>
                  <a:srgbClr val="FFFFFF"/>
                </a:solidFill>
              </a:rPr>
              <a:t>etrics</a:t>
            </a:r>
            <a:r>
              <a:rPr lang="en-US">
                <a:solidFill>
                  <a:srgbClr val="FFFFFF"/>
                </a:solidFill>
              </a:rPr>
              <a:t>  I</a:t>
            </a:r>
            <a:endParaRPr/>
          </a:p>
        </p:txBody>
      </p:sp>
      <p:sp>
        <p:nvSpPr>
          <p:cNvPr id="872" name="Google Shape;872;p46"/>
          <p:cNvSpPr txBox="1"/>
          <p:nvPr/>
        </p:nvSpPr>
        <p:spPr>
          <a:xfrm>
            <a:off x="347294" y="728400"/>
            <a:ext cx="200406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1. Accuracy: </a:t>
            </a:r>
            <a:r>
              <a:rPr lang="en-US" sz="1050">
                <a:latin typeface="Arial"/>
                <a:ea typeface="Arial"/>
                <a:cs typeface="Arial"/>
                <a:sym typeface="Arial"/>
              </a:rPr>
              <a:t>Overall correctness</a:t>
            </a:r>
            <a:endParaRPr sz="1050">
              <a:latin typeface="Arial"/>
              <a:ea typeface="Arial"/>
              <a:cs typeface="Arial"/>
              <a:sym typeface="Arial"/>
            </a:endParaRPr>
          </a:p>
        </p:txBody>
      </p:sp>
      <p:sp>
        <p:nvSpPr>
          <p:cNvPr id="873" name="Google Shape;873;p46"/>
          <p:cNvSpPr txBox="1"/>
          <p:nvPr/>
        </p:nvSpPr>
        <p:spPr>
          <a:xfrm>
            <a:off x="1820341" y="1115933"/>
            <a:ext cx="74422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Accuracy </a:t>
            </a:r>
            <a:r>
              <a:rPr lang="en-US" sz="1200">
                <a:latin typeface="Tahoma"/>
                <a:ea typeface="Tahoma"/>
                <a:cs typeface="Tahoma"/>
                <a:sym typeface="Tahoma"/>
              </a:rPr>
              <a:t>=</a:t>
            </a:r>
            <a:endParaRPr sz="1200">
              <a:latin typeface="Tahoma"/>
              <a:ea typeface="Tahoma"/>
              <a:cs typeface="Tahoma"/>
              <a:sym typeface="Tahoma"/>
            </a:endParaRPr>
          </a:p>
        </p:txBody>
      </p:sp>
      <p:sp>
        <p:nvSpPr>
          <p:cNvPr id="874" name="Google Shape;874;p46"/>
          <p:cNvSpPr txBox="1"/>
          <p:nvPr/>
        </p:nvSpPr>
        <p:spPr>
          <a:xfrm>
            <a:off x="2967558" y="1013216"/>
            <a:ext cx="57531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TP </a:t>
            </a:r>
            <a:r>
              <a:rPr lang="en-US" sz="1200">
                <a:latin typeface="Tahoma"/>
                <a:ea typeface="Tahoma"/>
                <a:cs typeface="Tahoma"/>
                <a:sym typeface="Tahoma"/>
              </a:rPr>
              <a:t>+ </a:t>
            </a:r>
            <a:r>
              <a:rPr lang="en-US" sz="1050" i="1">
                <a:latin typeface="Arial"/>
                <a:ea typeface="Arial"/>
                <a:cs typeface="Arial"/>
                <a:sym typeface="Arial"/>
              </a:rPr>
              <a:t>TN</a:t>
            </a:r>
            <a:endParaRPr sz="1050">
              <a:latin typeface="Arial"/>
              <a:ea typeface="Arial"/>
              <a:cs typeface="Arial"/>
              <a:sym typeface="Arial"/>
            </a:endParaRPr>
          </a:p>
        </p:txBody>
      </p:sp>
      <p:sp>
        <p:nvSpPr>
          <p:cNvPr id="875" name="Google Shape;875;p46"/>
          <p:cNvSpPr/>
          <p:nvPr/>
        </p:nvSpPr>
        <p:spPr>
          <a:xfrm>
            <a:off x="2608719" y="1242504"/>
            <a:ext cx="1303655" cy="0"/>
          </a:xfrm>
          <a:custGeom>
            <a:avLst/>
            <a:gdLst/>
            <a:ahLst/>
            <a:cxnLst/>
            <a:rect l="l" t="t" r="r" b="b"/>
            <a:pathLst>
              <a:path w="1303654" h="120000" extrusionOk="0">
                <a:moveTo>
                  <a:pt x="0" y="0"/>
                </a:moveTo>
                <a:lnTo>
                  <a:pt x="1303058"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6" name="Google Shape;876;p46"/>
          <p:cNvSpPr txBox="1"/>
          <p:nvPr/>
        </p:nvSpPr>
        <p:spPr>
          <a:xfrm>
            <a:off x="2596019" y="1220086"/>
            <a:ext cx="131826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TP </a:t>
            </a:r>
            <a:r>
              <a:rPr lang="en-US" sz="1200">
                <a:latin typeface="Tahoma"/>
                <a:ea typeface="Tahoma"/>
                <a:cs typeface="Tahoma"/>
                <a:sym typeface="Tahoma"/>
              </a:rPr>
              <a:t>+ </a:t>
            </a:r>
            <a:r>
              <a:rPr lang="en-US" sz="1050" i="1">
                <a:latin typeface="Arial"/>
                <a:ea typeface="Arial"/>
                <a:cs typeface="Arial"/>
                <a:sym typeface="Arial"/>
              </a:rPr>
              <a:t>TN </a:t>
            </a:r>
            <a:r>
              <a:rPr lang="en-US" sz="1200">
                <a:latin typeface="Tahoma"/>
                <a:ea typeface="Tahoma"/>
                <a:cs typeface="Tahoma"/>
                <a:sym typeface="Tahoma"/>
              </a:rPr>
              <a:t>+ </a:t>
            </a:r>
            <a:r>
              <a:rPr lang="en-US" sz="1050" i="1">
                <a:latin typeface="Arial"/>
                <a:ea typeface="Arial"/>
                <a:cs typeface="Arial"/>
                <a:sym typeface="Arial"/>
              </a:rPr>
              <a:t>FP </a:t>
            </a:r>
            <a:r>
              <a:rPr lang="en-US" sz="1200">
                <a:latin typeface="Tahoma"/>
                <a:ea typeface="Tahoma"/>
                <a:cs typeface="Tahoma"/>
                <a:sym typeface="Tahoma"/>
              </a:rPr>
              <a:t>+ </a:t>
            </a:r>
            <a:r>
              <a:rPr lang="en-US" sz="1050" i="1">
                <a:latin typeface="Arial"/>
                <a:ea typeface="Arial"/>
                <a:cs typeface="Arial"/>
                <a:sym typeface="Arial"/>
              </a:rPr>
              <a:t>FN</a:t>
            </a:r>
            <a:endParaRPr sz="1050">
              <a:latin typeface="Arial"/>
              <a:ea typeface="Arial"/>
              <a:cs typeface="Arial"/>
              <a:sym typeface="Arial"/>
            </a:endParaRPr>
          </a:p>
        </p:txBody>
      </p:sp>
      <p:sp>
        <p:nvSpPr>
          <p:cNvPr id="877" name="Google Shape;877;p46"/>
          <p:cNvSpPr txBox="1"/>
          <p:nvPr/>
        </p:nvSpPr>
        <p:spPr>
          <a:xfrm>
            <a:off x="5144350" y="1131117"/>
            <a:ext cx="2686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(11)</a:t>
            </a:r>
            <a:endParaRPr sz="1050">
              <a:latin typeface="Arial"/>
              <a:ea typeface="Arial"/>
              <a:cs typeface="Arial"/>
              <a:sym typeface="Arial"/>
            </a:endParaRPr>
          </a:p>
        </p:txBody>
      </p:sp>
      <p:sp>
        <p:nvSpPr>
          <p:cNvPr id="878" name="Google Shape;878;p46"/>
          <p:cNvSpPr txBox="1"/>
          <p:nvPr/>
        </p:nvSpPr>
        <p:spPr>
          <a:xfrm>
            <a:off x="347294" y="1729427"/>
            <a:ext cx="360362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2. Precision: </a:t>
            </a:r>
            <a:r>
              <a:rPr lang="en-US" sz="1050">
                <a:latin typeface="Arial"/>
                <a:ea typeface="Arial"/>
                <a:cs typeface="Arial"/>
                <a:sym typeface="Arial"/>
              </a:rPr>
              <a:t>Of predicted positives, how many are correct?</a:t>
            </a:r>
            <a:endParaRPr sz="1050">
              <a:latin typeface="Arial"/>
              <a:ea typeface="Arial"/>
              <a:cs typeface="Arial"/>
              <a:sym typeface="Arial"/>
            </a:endParaRPr>
          </a:p>
        </p:txBody>
      </p:sp>
      <p:sp>
        <p:nvSpPr>
          <p:cNvPr id="879" name="Google Shape;879;p46"/>
          <p:cNvSpPr txBox="1"/>
          <p:nvPr/>
        </p:nvSpPr>
        <p:spPr>
          <a:xfrm>
            <a:off x="2195436" y="2116960"/>
            <a:ext cx="74549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Precision </a:t>
            </a:r>
            <a:r>
              <a:rPr lang="en-US" sz="1200">
                <a:latin typeface="Tahoma"/>
                <a:ea typeface="Tahoma"/>
                <a:cs typeface="Tahoma"/>
                <a:sym typeface="Tahoma"/>
              </a:rPr>
              <a:t>=</a:t>
            </a:r>
            <a:endParaRPr sz="1200">
              <a:latin typeface="Tahoma"/>
              <a:ea typeface="Tahoma"/>
              <a:cs typeface="Tahoma"/>
              <a:sym typeface="Tahoma"/>
            </a:endParaRPr>
          </a:p>
        </p:txBody>
      </p:sp>
      <p:sp>
        <p:nvSpPr>
          <p:cNvPr id="880" name="Google Shape;880;p46"/>
          <p:cNvSpPr txBox="1"/>
          <p:nvPr/>
        </p:nvSpPr>
        <p:spPr>
          <a:xfrm>
            <a:off x="3156127" y="2029426"/>
            <a:ext cx="20066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TP</a:t>
            </a:r>
            <a:endParaRPr sz="1050">
              <a:latin typeface="Arial"/>
              <a:ea typeface="Arial"/>
              <a:cs typeface="Arial"/>
              <a:sym typeface="Arial"/>
            </a:endParaRPr>
          </a:p>
        </p:txBody>
      </p:sp>
      <p:sp>
        <p:nvSpPr>
          <p:cNvPr id="881" name="Google Shape;881;p46"/>
          <p:cNvSpPr/>
          <p:nvPr/>
        </p:nvSpPr>
        <p:spPr>
          <a:xfrm>
            <a:off x="2985185" y="2243531"/>
            <a:ext cx="551815" cy="0"/>
          </a:xfrm>
          <a:custGeom>
            <a:avLst/>
            <a:gdLst/>
            <a:ahLst/>
            <a:cxnLst/>
            <a:rect l="l" t="t" r="r" b="b"/>
            <a:pathLst>
              <a:path w="551814" h="120000" extrusionOk="0">
                <a:moveTo>
                  <a:pt x="0" y="0"/>
                </a:moveTo>
                <a:lnTo>
                  <a:pt x="551497"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82" name="Google Shape;882;p46"/>
          <p:cNvSpPr txBox="1"/>
          <p:nvPr/>
        </p:nvSpPr>
        <p:spPr>
          <a:xfrm>
            <a:off x="2972485" y="2221113"/>
            <a:ext cx="56769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TP </a:t>
            </a:r>
            <a:r>
              <a:rPr lang="en-US" sz="1200">
                <a:latin typeface="Tahoma"/>
                <a:ea typeface="Tahoma"/>
                <a:cs typeface="Tahoma"/>
                <a:sym typeface="Tahoma"/>
              </a:rPr>
              <a:t>+ </a:t>
            </a:r>
            <a:r>
              <a:rPr lang="en-US" sz="1050" i="1">
                <a:latin typeface="Arial"/>
                <a:ea typeface="Arial"/>
                <a:cs typeface="Arial"/>
                <a:sym typeface="Arial"/>
              </a:rPr>
              <a:t>FP</a:t>
            </a:r>
            <a:endParaRPr sz="1050">
              <a:latin typeface="Arial"/>
              <a:ea typeface="Arial"/>
              <a:cs typeface="Arial"/>
              <a:sym typeface="Arial"/>
            </a:endParaRPr>
          </a:p>
        </p:txBody>
      </p:sp>
      <p:sp>
        <p:nvSpPr>
          <p:cNvPr id="883" name="Google Shape;883;p46"/>
          <p:cNvSpPr txBox="1"/>
          <p:nvPr/>
        </p:nvSpPr>
        <p:spPr>
          <a:xfrm>
            <a:off x="5144350" y="2132144"/>
            <a:ext cx="2686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(12)</a:t>
            </a:r>
            <a:endParaRPr sz="1050">
              <a:latin typeface="Arial"/>
              <a:ea typeface="Arial"/>
              <a:cs typeface="Arial"/>
              <a:sym typeface="Arial"/>
            </a:endParaRPr>
          </a:p>
        </p:txBody>
      </p:sp>
      <p:grpSp>
        <p:nvGrpSpPr>
          <p:cNvPr id="884" name="Google Shape;884;p46"/>
          <p:cNvGrpSpPr/>
          <p:nvPr/>
        </p:nvGrpSpPr>
        <p:grpSpPr>
          <a:xfrm>
            <a:off x="0" y="3141936"/>
            <a:ext cx="5760262" cy="92075"/>
            <a:chOff x="0" y="3141936"/>
            <a:chExt cx="5760262" cy="92075"/>
          </a:xfrm>
        </p:grpSpPr>
        <p:sp>
          <p:nvSpPr>
            <p:cNvPr id="885" name="Google Shape;885;p4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86" name="Google Shape;886;p4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87" name="Google Shape;887;p4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88" name="Google Shape;888;p4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89" name="Google Shape;889;p4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890" name="Google Shape;890;p46"/>
          <p:cNvSpPr txBox="1">
            <a:spLocks noGrp="1"/>
          </p:cNvSpPr>
          <p:nvPr>
            <p:ph type="sldNum" idx="12"/>
          </p:nvPr>
        </p:nvSpPr>
        <p:spPr>
          <a:xfrm>
            <a:off x="4627902" y="3137675"/>
            <a:ext cx="516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40</a:t>
            </a:fld>
            <a:r>
              <a:rPr lang="en-US"/>
              <a:t> / 100</a:t>
            </a:r>
            <a:endParaRPr/>
          </a:p>
        </p:txBody>
      </p:sp>
    </p:spTree>
  </p:cSld>
  <p:clrMapOvr>
    <a:masterClrMapping/>
  </p:clrMapOvr>
  <p:transition>
    <p:fade thruBlk="1"/>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p47"/>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lassification</a:t>
            </a:r>
            <a:r>
              <a:rPr lang="en-US">
                <a:solidFill>
                  <a:srgbClr val="FFFFFF"/>
                </a:solidFill>
              </a:rPr>
              <a:t>  M</a:t>
            </a:r>
            <a:r>
              <a:rPr lang="en-US" cap="small">
                <a:solidFill>
                  <a:srgbClr val="FFFFFF"/>
                </a:solidFill>
              </a:rPr>
              <a:t>etrics</a:t>
            </a:r>
            <a:r>
              <a:rPr lang="en-US">
                <a:solidFill>
                  <a:srgbClr val="FFFFFF"/>
                </a:solidFill>
              </a:rPr>
              <a:t>  II</a:t>
            </a:r>
            <a:endParaRPr/>
          </a:p>
        </p:txBody>
      </p:sp>
      <p:sp>
        <p:nvSpPr>
          <p:cNvPr id="896" name="Google Shape;896;p47"/>
          <p:cNvSpPr txBox="1"/>
          <p:nvPr/>
        </p:nvSpPr>
        <p:spPr>
          <a:xfrm>
            <a:off x="347294" y="834725"/>
            <a:ext cx="396684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3. Recall (Sensitivity): </a:t>
            </a:r>
            <a:r>
              <a:rPr lang="en-US" sz="1050">
                <a:latin typeface="Arial"/>
                <a:ea typeface="Arial"/>
                <a:cs typeface="Arial"/>
                <a:sym typeface="Arial"/>
              </a:rPr>
              <a:t>Of actual positives, how many did we find?</a:t>
            </a:r>
            <a:endParaRPr sz="1050">
              <a:latin typeface="Arial"/>
              <a:ea typeface="Arial"/>
              <a:cs typeface="Arial"/>
              <a:sym typeface="Arial"/>
            </a:endParaRPr>
          </a:p>
        </p:txBody>
      </p:sp>
      <p:sp>
        <p:nvSpPr>
          <p:cNvPr id="897" name="Google Shape;897;p47"/>
          <p:cNvSpPr txBox="1"/>
          <p:nvPr/>
        </p:nvSpPr>
        <p:spPr>
          <a:xfrm>
            <a:off x="2282342" y="1225382"/>
            <a:ext cx="563245"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Recall </a:t>
            </a:r>
            <a:r>
              <a:rPr lang="en-US" sz="1200">
                <a:latin typeface="Tahoma"/>
                <a:ea typeface="Tahoma"/>
                <a:cs typeface="Tahoma"/>
                <a:sym typeface="Tahoma"/>
              </a:rPr>
              <a:t>=</a:t>
            </a:r>
            <a:endParaRPr sz="1200">
              <a:latin typeface="Tahoma"/>
              <a:ea typeface="Tahoma"/>
              <a:cs typeface="Tahoma"/>
              <a:sym typeface="Tahoma"/>
            </a:endParaRPr>
          </a:p>
        </p:txBody>
      </p:sp>
      <p:sp>
        <p:nvSpPr>
          <p:cNvPr id="898" name="Google Shape;898;p47"/>
          <p:cNvSpPr txBox="1"/>
          <p:nvPr/>
        </p:nvSpPr>
        <p:spPr>
          <a:xfrm>
            <a:off x="3064992" y="1137848"/>
            <a:ext cx="20066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TP</a:t>
            </a:r>
            <a:endParaRPr sz="1050">
              <a:latin typeface="Arial"/>
              <a:ea typeface="Arial"/>
              <a:cs typeface="Arial"/>
              <a:sym typeface="Arial"/>
            </a:endParaRPr>
          </a:p>
        </p:txBody>
      </p:sp>
      <p:sp>
        <p:nvSpPr>
          <p:cNvPr id="899" name="Google Shape;899;p47"/>
          <p:cNvSpPr/>
          <p:nvPr/>
        </p:nvSpPr>
        <p:spPr>
          <a:xfrm>
            <a:off x="2889796" y="1351953"/>
            <a:ext cx="560070" cy="0"/>
          </a:xfrm>
          <a:custGeom>
            <a:avLst/>
            <a:gdLst/>
            <a:ahLst/>
            <a:cxnLst/>
            <a:rect l="l" t="t" r="r" b="b"/>
            <a:pathLst>
              <a:path w="560070" h="120000" extrusionOk="0">
                <a:moveTo>
                  <a:pt x="0" y="0"/>
                </a:moveTo>
                <a:lnTo>
                  <a:pt x="559981"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0" name="Google Shape;900;p47"/>
          <p:cNvSpPr txBox="1"/>
          <p:nvPr/>
        </p:nvSpPr>
        <p:spPr>
          <a:xfrm>
            <a:off x="2877096" y="1329522"/>
            <a:ext cx="57531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TP </a:t>
            </a:r>
            <a:r>
              <a:rPr lang="en-US" sz="1200">
                <a:latin typeface="Tahoma"/>
                <a:ea typeface="Tahoma"/>
                <a:cs typeface="Tahoma"/>
                <a:sym typeface="Tahoma"/>
              </a:rPr>
              <a:t>+ </a:t>
            </a:r>
            <a:r>
              <a:rPr lang="en-US" sz="1050" i="1">
                <a:latin typeface="Arial"/>
                <a:ea typeface="Arial"/>
                <a:cs typeface="Arial"/>
                <a:sym typeface="Arial"/>
              </a:rPr>
              <a:t>FN</a:t>
            </a:r>
            <a:endParaRPr sz="1050">
              <a:latin typeface="Arial"/>
              <a:ea typeface="Arial"/>
              <a:cs typeface="Arial"/>
              <a:sym typeface="Arial"/>
            </a:endParaRPr>
          </a:p>
        </p:txBody>
      </p:sp>
      <p:sp>
        <p:nvSpPr>
          <p:cNvPr id="901" name="Google Shape;901;p47"/>
          <p:cNvSpPr txBox="1"/>
          <p:nvPr/>
        </p:nvSpPr>
        <p:spPr>
          <a:xfrm>
            <a:off x="5144350" y="1240566"/>
            <a:ext cx="2686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(13)</a:t>
            </a:r>
            <a:endParaRPr sz="1050">
              <a:latin typeface="Arial"/>
              <a:ea typeface="Arial"/>
              <a:cs typeface="Arial"/>
              <a:sym typeface="Arial"/>
            </a:endParaRPr>
          </a:p>
        </p:txBody>
      </p:sp>
      <p:sp>
        <p:nvSpPr>
          <p:cNvPr id="902" name="Google Shape;902;p47"/>
          <p:cNvSpPr txBox="1"/>
          <p:nvPr/>
        </p:nvSpPr>
        <p:spPr>
          <a:xfrm>
            <a:off x="347294" y="1704167"/>
            <a:ext cx="316103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4. F1 Score: </a:t>
            </a:r>
            <a:r>
              <a:rPr lang="en-US" sz="1050">
                <a:latin typeface="Arial"/>
                <a:ea typeface="Arial"/>
                <a:cs typeface="Arial"/>
                <a:sym typeface="Arial"/>
              </a:rPr>
              <a:t>Harmonic mean of precision and recall</a:t>
            </a:r>
            <a:endParaRPr sz="1050">
              <a:latin typeface="Arial"/>
              <a:ea typeface="Arial"/>
              <a:cs typeface="Arial"/>
              <a:sym typeface="Arial"/>
            </a:endParaRPr>
          </a:p>
        </p:txBody>
      </p:sp>
      <p:sp>
        <p:nvSpPr>
          <p:cNvPr id="903" name="Google Shape;903;p47"/>
          <p:cNvSpPr txBox="1"/>
          <p:nvPr/>
        </p:nvSpPr>
        <p:spPr>
          <a:xfrm>
            <a:off x="1982114" y="1991344"/>
            <a:ext cx="1781175" cy="207645"/>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575" i="1" baseline="-25000">
                <a:latin typeface="Arial"/>
                <a:ea typeface="Arial"/>
                <a:cs typeface="Arial"/>
                <a:sym typeface="Arial"/>
              </a:rPr>
              <a:t>F </a:t>
            </a:r>
            <a:r>
              <a:rPr lang="en-US" sz="1575" baseline="-25000">
                <a:latin typeface="Arial"/>
                <a:ea typeface="Arial"/>
                <a:cs typeface="Arial"/>
                <a:sym typeface="Arial"/>
              </a:rPr>
              <a:t>1 </a:t>
            </a:r>
            <a:r>
              <a:rPr lang="en-US" sz="1800" baseline="-25000">
                <a:latin typeface="Tahoma"/>
                <a:ea typeface="Tahoma"/>
                <a:cs typeface="Tahoma"/>
                <a:sym typeface="Tahoma"/>
              </a:rPr>
              <a:t>= </a:t>
            </a:r>
            <a:r>
              <a:rPr lang="en-US" sz="1575" baseline="-25000">
                <a:latin typeface="Arial"/>
                <a:ea typeface="Arial"/>
                <a:cs typeface="Arial"/>
                <a:sym typeface="Arial"/>
              </a:rPr>
              <a:t>2 </a:t>
            </a:r>
            <a:r>
              <a:rPr lang="en-US" sz="1800" baseline="-25000">
                <a:latin typeface="Lucida Sans"/>
                <a:ea typeface="Lucida Sans"/>
                <a:cs typeface="Lucida Sans"/>
                <a:sym typeface="Lucida Sans"/>
              </a:rPr>
              <a:t>· </a:t>
            </a:r>
            <a:r>
              <a:rPr lang="en-US" sz="1050">
                <a:latin typeface="Arial"/>
                <a:ea typeface="Arial"/>
                <a:cs typeface="Arial"/>
                <a:sym typeface="Arial"/>
              </a:rPr>
              <a:t>Precision </a:t>
            </a:r>
            <a:r>
              <a:rPr lang="en-US" sz="1200">
                <a:latin typeface="Lucida Sans"/>
                <a:ea typeface="Lucida Sans"/>
                <a:cs typeface="Lucida Sans"/>
                <a:sym typeface="Lucida Sans"/>
              </a:rPr>
              <a:t>× </a:t>
            </a:r>
            <a:r>
              <a:rPr lang="en-US" sz="1050">
                <a:latin typeface="Arial"/>
                <a:ea typeface="Arial"/>
                <a:cs typeface="Arial"/>
                <a:sym typeface="Arial"/>
              </a:rPr>
              <a:t>Recall</a:t>
            </a:r>
            <a:endParaRPr sz="1050">
              <a:latin typeface="Arial"/>
              <a:ea typeface="Arial"/>
              <a:cs typeface="Arial"/>
              <a:sym typeface="Arial"/>
            </a:endParaRPr>
          </a:p>
        </p:txBody>
      </p:sp>
      <p:sp>
        <p:nvSpPr>
          <p:cNvPr id="904" name="Google Shape;904;p47"/>
          <p:cNvSpPr/>
          <p:nvPr/>
        </p:nvSpPr>
        <p:spPr>
          <a:xfrm>
            <a:off x="2597543" y="2220633"/>
            <a:ext cx="1127125" cy="0"/>
          </a:xfrm>
          <a:custGeom>
            <a:avLst/>
            <a:gdLst/>
            <a:ahLst/>
            <a:cxnLst/>
            <a:rect l="l" t="t" r="r" b="b"/>
            <a:pathLst>
              <a:path w="1127125" h="120000" extrusionOk="0">
                <a:moveTo>
                  <a:pt x="0" y="0"/>
                </a:moveTo>
                <a:lnTo>
                  <a:pt x="1127061"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5" name="Google Shape;905;p47"/>
          <p:cNvSpPr txBox="1"/>
          <p:nvPr/>
        </p:nvSpPr>
        <p:spPr>
          <a:xfrm>
            <a:off x="2586075" y="2198215"/>
            <a:ext cx="115062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Precision </a:t>
            </a:r>
            <a:r>
              <a:rPr lang="en-US" sz="1200">
                <a:latin typeface="Tahoma"/>
                <a:ea typeface="Tahoma"/>
                <a:cs typeface="Tahoma"/>
                <a:sym typeface="Tahoma"/>
              </a:rPr>
              <a:t>+ </a:t>
            </a:r>
            <a:r>
              <a:rPr lang="en-US" sz="1050">
                <a:latin typeface="Arial"/>
                <a:ea typeface="Arial"/>
                <a:cs typeface="Arial"/>
                <a:sym typeface="Arial"/>
              </a:rPr>
              <a:t>Recall</a:t>
            </a:r>
            <a:endParaRPr sz="1050">
              <a:latin typeface="Arial"/>
              <a:ea typeface="Arial"/>
              <a:cs typeface="Arial"/>
              <a:sym typeface="Arial"/>
            </a:endParaRPr>
          </a:p>
        </p:txBody>
      </p:sp>
      <p:sp>
        <p:nvSpPr>
          <p:cNvPr id="906" name="Google Shape;906;p47"/>
          <p:cNvSpPr txBox="1"/>
          <p:nvPr/>
        </p:nvSpPr>
        <p:spPr>
          <a:xfrm>
            <a:off x="5144350" y="2109246"/>
            <a:ext cx="2686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(14)</a:t>
            </a:r>
            <a:endParaRPr sz="1050">
              <a:latin typeface="Arial"/>
              <a:ea typeface="Arial"/>
              <a:cs typeface="Arial"/>
              <a:sym typeface="Arial"/>
            </a:endParaRPr>
          </a:p>
        </p:txBody>
      </p:sp>
      <p:grpSp>
        <p:nvGrpSpPr>
          <p:cNvPr id="907" name="Google Shape;907;p47"/>
          <p:cNvGrpSpPr/>
          <p:nvPr/>
        </p:nvGrpSpPr>
        <p:grpSpPr>
          <a:xfrm>
            <a:off x="0" y="3141936"/>
            <a:ext cx="5760262" cy="92075"/>
            <a:chOff x="0" y="3141936"/>
            <a:chExt cx="5760262" cy="92075"/>
          </a:xfrm>
        </p:grpSpPr>
        <p:sp>
          <p:nvSpPr>
            <p:cNvPr id="908" name="Google Shape;908;p47"/>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9" name="Google Shape;909;p47"/>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10" name="Google Shape;910;p47"/>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11" name="Google Shape;911;p4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12" name="Google Shape;912;p4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913" name="Google Shape;913;p47"/>
          <p:cNvSpPr txBox="1">
            <a:spLocks noGrp="1"/>
          </p:cNvSpPr>
          <p:nvPr>
            <p:ph type="sldNum" idx="12"/>
          </p:nvPr>
        </p:nvSpPr>
        <p:spPr>
          <a:xfrm>
            <a:off x="4627902" y="3137675"/>
            <a:ext cx="516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41</a:t>
            </a:fld>
            <a:r>
              <a:rPr lang="en-US"/>
              <a:t> / 100</a:t>
            </a:r>
            <a:endParaRPr/>
          </a:p>
        </p:txBody>
      </p:sp>
    </p:spTree>
  </p:cSld>
  <p:clrMapOvr>
    <a:masterClrMapping/>
  </p:clrMapOvr>
  <p:transition>
    <p:fade thruBlk="1"/>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48"/>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hen</a:t>
            </a:r>
            <a:r>
              <a:rPr lang="en-US">
                <a:solidFill>
                  <a:srgbClr val="FFFFFF"/>
                </a:solidFill>
              </a:rPr>
              <a:t> </a:t>
            </a:r>
            <a:r>
              <a:rPr lang="en-US" cap="small">
                <a:solidFill>
                  <a:srgbClr val="FFFFFF"/>
                </a:solidFill>
              </a:rPr>
              <a:t>to</a:t>
            </a:r>
            <a:r>
              <a:rPr lang="en-US">
                <a:solidFill>
                  <a:srgbClr val="FFFFFF"/>
                </a:solidFill>
              </a:rPr>
              <a:t> U</a:t>
            </a:r>
            <a:r>
              <a:rPr lang="en-US" cap="small">
                <a:solidFill>
                  <a:srgbClr val="FFFFFF"/>
                </a:solidFill>
              </a:rPr>
              <a:t>se</a:t>
            </a:r>
            <a:r>
              <a:rPr lang="en-US">
                <a:solidFill>
                  <a:srgbClr val="FFFFFF"/>
                </a:solidFill>
              </a:rPr>
              <a:t> W</a:t>
            </a:r>
            <a:r>
              <a:rPr lang="en-US" cap="small">
                <a:solidFill>
                  <a:srgbClr val="FFFFFF"/>
                </a:solidFill>
              </a:rPr>
              <a:t>hich</a:t>
            </a:r>
            <a:r>
              <a:rPr lang="en-US">
                <a:solidFill>
                  <a:srgbClr val="FFFFFF"/>
                </a:solidFill>
              </a:rPr>
              <a:t> M</a:t>
            </a:r>
            <a:r>
              <a:rPr lang="en-US" cap="small">
                <a:solidFill>
                  <a:srgbClr val="FFFFFF"/>
                </a:solidFill>
              </a:rPr>
              <a:t>etric</a:t>
            </a:r>
            <a:r>
              <a:rPr lang="en-US">
                <a:solidFill>
                  <a:srgbClr val="FFFFFF"/>
                </a:solidFill>
              </a:rPr>
              <a:t>?</a:t>
            </a:r>
            <a:endParaRPr/>
          </a:p>
        </p:txBody>
      </p:sp>
      <p:grpSp>
        <p:nvGrpSpPr>
          <p:cNvPr id="919" name="Google Shape;919;p48"/>
          <p:cNvGrpSpPr/>
          <p:nvPr/>
        </p:nvGrpSpPr>
        <p:grpSpPr>
          <a:xfrm>
            <a:off x="513702" y="751611"/>
            <a:ext cx="69291" cy="2306663"/>
            <a:chOff x="513702" y="751611"/>
            <a:chExt cx="69291" cy="2306663"/>
          </a:xfrm>
        </p:grpSpPr>
        <p:pic>
          <p:nvPicPr>
            <p:cNvPr id="920" name="Google Shape;920;p48"/>
            <p:cNvPicPr preferRelativeResize="0"/>
            <p:nvPr/>
          </p:nvPicPr>
          <p:blipFill rotWithShape="1">
            <a:blip r:embed="rId3">
              <a:alphaModFix/>
            </a:blip>
            <a:srcRect/>
            <a:stretch/>
          </p:blipFill>
          <p:spPr>
            <a:xfrm>
              <a:off x="513702" y="751611"/>
              <a:ext cx="69291" cy="69291"/>
            </a:xfrm>
            <a:prstGeom prst="rect">
              <a:avLst/>
            </a:prstGeom>
            <a:noFill/>
            <a:ln>
              <a:noFill/>
            </a:ln>
          </p:spPr>
        </p:pic>
        <p:pic>
          <p:nvPicPr>
            <p:cNvPr id="921" name="Google Shape;921;p48"/>
            <p:cNvPicPr preferRelativeResize="0"/>
            <p:nvPr/>
          </p:nvPicPr>
          <p:blipFill rotWithShape="1">
            <a:blip r:embed="rId4">
              <a:alphaModFix/>
            </a:blip>
            <a:srcRect/>
            <a:stretch/>
          </p:blipFill>
          <p:spPr>
            <a:xfrm>
              <a:off x="513702" y="951610"/>
              <a:ext cx="69291" cy="69291"/>
            </a:xfrm>
            <a:prstGeom prst="rect">
              <a:avLst/>
            </a:prstGeom>
            <a:noFill/>
            <a:ln>
              <a:noFill/>
            </a:ln>
          </p:spPr>
        </p:pic>
        <p:pic>
          <p:nvPicPr>
            <p:cNvPr id="922" name="Google Shape;922;p48"/>
            <p:cNvPicPr preferRelativeResize="0"/>
            <p:nvPr/>
          </p:nvPicPr>
          <p:blipFill rotWithShape="1">
            <a:blip r:embed="rId5">
              <a:alphaModFix/>
            </a:blip>
            <a:srcRect/>
            <a:stretch/>
          </p:blipFill>
          <p:spPr>
            <a:xfrm>
              <a:off x="513702" y="1430743"/>
              <a:ext cx="69291" cy="69291"/>
            </a:xfrm>
            <a:prstGeom prst="rect">
              <a:avLst/>
            </a:prstGeom>
            <a:noFill/>
            <a:ln>
              <a:noFill/>
            </a:ln>
          </p:spPr>
        </p:pic>
        <p:pic>
          <p:nvPicPr>
            <p:cNvPr id="923" name="Google Shape;923;p48"/>
            <p:cNvPicPr preferRelativeResize="0"/>
            <p:nvPr/>
          </p:nvPicPr>
          <p:blipFill rotWithShape="1">
            <a:blip r:embed="rId6">
              <a:alphaModFix/>
            </a:blip>
            <a:srcRect/>
            <a:stretch/>
          </p:blipFill>
          <p:spPr>
            <a:xfrm>
              <a:off x="513702" y="1630730"/>
              <a:ext cx="69291" cy="69291"/>
            </a:xfrm>
            <a:prstGeom prst="rect">
              <a:avLst/>
            </a:prstGeom>
            <a:noFill/>
            <a:ln>
              <a:noFill/>
            </a:ln>
          </p:spPr>
        </p:pic>
        <p:pic>
          <p:nvPicPr>
            <p:cNvPr id="924" name="Google Shape;924;p48"/>
            <p:cNvPicPr preferRelativeResize="0"/>
            <p:nvPr/>
          </p:nvPicPr>
          <p:blipFill rotWithShape="1">
            <a:blip r:embed="rId7">
              <a:alphaModFix/>
            </a:blip>
            <a:srcRect/>
            <a:stretch/>
          </p:blipFill>
          <p:spPr>
            <a:xfrm>
              <a:off x="513702" y="2109863"/>
              <a:ext cx="69291" cy="69291"/>
            </a:xfrm>
            <a:prstGeom prst="rect">
              <a:avLst/>
            </a:prstGeom>
            <a:noFill/>
            <a:ln>
              <a:noFill/>
            </a:ln>
          </p:spPr>
        </p:pic>
        <p:pic>
          <p:nvPicPr>
            <p:cNvPr id="925" name="Google Shape;925;p48"/>
            <p:cNvPicPr preferRelativeResize="0"/>
            <p:nvPr/>
          </p:nvPicPr>
          <p:blipFill rotWithShape="1">
            <a:blip r:embed="rId8">
              <a:alphaModFix/>
            </a:blip>
            <a:srcRect/>
            <a:stretch/>
          </p:blipFill>
          <p:spPr>
            <a:xfrm>
              <a:off x="513702" y="2309863"/>
              <a:ext cx="69291" cy="69291"/>
            </a:xfrm>
            <a:prstGeom prst="rect">
              <a:avLst/>
            </a:prstGeom>
            <a:noFill/>
            <a:ln>
              <a:noFill/>
            </a:ln>
          </p:spPr>
        </p:pic>
        <p:pic>
          <p:nvPicPr>
            <p:cNvPr id="926" name="Google Shape;926;p48"/>
            <p:cNvPicPr preferRelativeResize="0"/>
            <p:nvPr/>
          </p:nvPicPr>
          <p:blipFill rotWithShape="1">
            <a:blip r:embed="rId9">
              <a:alphaModFix/>
            </a:blip>
            <a:srcRect/>
            <a:stretch/>
          </p:blipFill>
          <p:spPr>
            <a:xfrm>
              <a:off x="513702" y="2788983"/>
              <a:ext cx="69291" cy="69291"/>
            </a:xfrm>
            <a:prstGeom prst="rect">
              <a:avLst/>
            </a:prstGeom>
            <a:noFill/>
            <a:ln>
              <a:noFill/>
            </a:ln>
          </p:spPr>
        </p:pic>
        <p:pic>
          <p:nvPicPr>
            <p:cNvPr id="927" name="Google Shape;927;p48"/>
            <p:cNvPicPr preferRelativeResize="0"/>
            <p:nvPr/>
          </p:nvPicPr>
          <p:blipFill rotWithShape="1">
            <a:blip r:embed="rId10">
              <a:alphaModFix/>
            </a:blip>
            <a:srcRect/>
            <a:stretch/>
          </p:blipFill>
          <p:spPr>
            <a:xfrm>
              <a:off x="513702" y="2988983"/>
              <a:ext cx="69291" cy="69291"/>
            </a:xfrm>
            <a:prstGeom prst="rect">
              <a:avLst/>
            </a:prstGeom>
            <a:noFill/>
            <a:ln>
              <a:noFill/>
            </a:ln>
          </p:spPr>
        </p:pic>
      </p:grpSp>
      <p:sp>
        <p:nvSpPr>
          <p:cNvPr id="928" name="Google Shape;928;p48"/>
          <p:cNvSpPr txBox="1"/>
          <p:nvPr/>
        </p:nvSpPr>
        <p:spPr>
          <a:xfrm>
            <a:off x="347294" y="430935"/>
            <a:ext cx="4387215" cy="2670175"/>
          </a:xfrm>
          <a:prstGeom prst="rect">
            <a:avLst/>
          </a:prstGeom>
          <a:noFill/>
          <a:ln>
            <a:noFill/>
          </a:ln>
        </p:spPr>
        <p:txBody>
          <a:bodyPr spcFirstLastPara="1" wrap="square" lIns="0" tIns="5522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Accuracy:</a:t>
            </a:r>
            <a:endParaRPr sz="1050">
              <a:latin typeface="Arial"/>
              <a:ea typeface="Arial"/>
              <a:cs typeface="Arial"/>
              <a:sym typeface="Arial"/>
            </a:endParaRPr>
          </a:p>
          <a:p>
            <a:pPr marL="309880" lvl="0" indent="0" algn="l" rtl="0">
              <a:lnSpc>
                <a:spcPct val="100000"/>
              </a:lnSpc>
              <a:spcBef>
                <a:spcPts val="345"/>
              </a:spcBef>
              <a:spcAft>
                <a:spcPts val="0"/>
              </a:spcAft>
              <a:buNone/>
            </a:pPr>
            <a:r>
              <a:rPr lang="en-US" sz="1050">
                <a:latin typeface="Arial"/>
                <a:ea typeface="Arial"/>
                <a:cs typeface="Arial"/>
                <a:sym typeface="Arial"/>
              </a:rPr>
              <a:t>Use when classes are balanced</a:t>
            </a:r>
            <a:endParaRPr sz="1050">
              <a:latin typeface="Arial"/>
              <a:ea typeface="Arial"/>
              <a:cs typeface="Arial"/>
              <a:sym typeface="Arial"/>
            </a:endParaRPr>
          </a:p>
          <a:p>
            <a:pPr marL="309880" lvl="0" indent="0" algn="l" rtl="0">
              <a:lnSpc>
                <a:spcPct val="100000"/>
              </a:lnSpc>
              <a:spcBef>
                <a:spcPts val="315"/>
              </a:spcBef>
              <a:spcAft>
                <a:spcPts val="0"/>
              </a:spcAft>
              <a:buNone/>
            </a:pPr>
            <a:r>
              <a:rPr lang="en-US" sz="1050">
                <a:solidFill>
                  <a:srgbClr val="EC2027"/>
                </a:solidFill>
                <a:latin typeface="Arial"/>
                <a:ea typeface="Arial"/>
                <a:cs typeface="Arial"/>
                <a:sym typeface="Arial"/>
              </a:rPr>
              <a:t>Misleading with imbalanced data! </a:t>
            </a:r>
            <a:r>
              <a:rPr lang="en-US" sz="1050">
                <a:latin typeface="Arial"/>
                <a:ea typeface="Arial"/>
                <a:cs typeface="Arial"/>
                <a:sym typeface="Arial"/>
              </a:rPr>
              <a:t>(e.g., 95% negative class)</a:t>
            </a:r>
            <a:endParaRPr sz="1050">
              <a:latin typeface="Arial"/>
              <a:ea typeface="Arial"/>
              <a:cs typeface="Arial"/>
              <a:sym typeface="Arial"/>
            </a:endParaRPr>
          </a:p>
          <a:p>
            <a:pPr marL="12700" lvl="0" indent="0" algn="l" rtl="0">
              <a:lnSpc>
                <a:spcPct val="100000"/>
              </a:lnSpc>
              <a:spcBef>
                <a:spcPts val="910"/>
              </a:spcBef>
              <a:spcAft>
                <a:spcPts val="0"/>
              </a:spcAft>
              <a:buNone/>
            </a:pPr>
            <a:r>
              <a:rPr lang="en-US" sz="1050">
                <a:solidFill>
                  <a:srgbClr val="1B1472"/>
                </a:solidFill>
                <a:latin typeface="Arial"/>
                <a:ea typeface="Arial"/>
                <a:cs typeface="Arial"/>
                <a:sym typeface="Arial"/>
              </a:rPr>
              <a:t>Precision:</a:t>
            </a:r>
            <a:endParaRPr sz="1050">
              <a:latin typeface="Arial"/>
              <a:ea typeface="Arial"/>
              <a:cs typeface="Arial"/>
              <a:sym typeface="Arial"/>
            </a:endParaRPr>
          </a:p>
          <a:p>
            <a:pPr marL="309880" lvl="0" indent="0" algn="l" rtl="0">
              <a:lnSpc>
                <a:spcPct val="100000"/>
              </a:lnSpc>
              <a:spcBef>
                <a:spcPts val="340"/>
              </a:spcBef>
              <a:spcAft>
                <a:spcPts val="0"/>
              </a:spcAft>
              <a:buNone/>
            </a:pPr>
            <a:r>
              <a:rPr lang="en-US" sz="1050">
                <a:latin typeface="Arial"/>
                <a:ea typeface="Arial"/>
                <a:cs typeface="Arial"/>
                <a:sym typeface="Arial"/>
              </a:rPr>
              <a:t>Important when False Positives are costly</a:t>
            </a:r>
            <a:endParaRPr sz="1050">
              <a:latin typeface="Arial"/>
              <a:ea typeface="Arial"/>
              <a:cs typeface="Arial"/>
              <a:sym typeface="Arial"/>
            </a:endParaRPr>
          </a:p>
          <a:p>
            <a:pPr marL="309880" lvl="0" indent="0" algn="l" rtl="0">
              <a:lnSpc>
                <a:spcPct val="100000"/>
              </a:lnSpc>
              <a:spcBef>
                <a:spcPts val="315"/>
              </a:spcBef>
              <a:spcAft>
                <a:spcPts val="0"/>
              </a:spcAft>
              <a:buNone/>
            </a:pPr>
            <a:r>
              <a:rPr lang="en-US" sz="1050">
                <a:latin typeface="Arial"/>
                <a:ea typeface="Arial"/>
                <a:cs typeface="Arial"/>
                <a:sym typeface="Arial"/>
              </a:rPr>
              <a:t>Example: Spam detection (don’t want to mark real emails as spam)</a:t>
            </a:r>
            <a:endParaRPr sz="1050">
              <a:latin typeface="Arial"/>
              <a:ea typeface="Arial"/>
              <a:cs typeface="Arial"/>
              <a:sym typeface="Arial"/>
            </a:endParaRPr>
          </a:p>
          <a:p>
            <a:pPr marL="12700" lvl="0" indent="0" algn="l" rtl="0">
              <a:lnSpc>
                <a:spcPct val="100000"/>
              </a:lnSpc>
              <a:spcBef>
                <a:spcPts val="910"/>
              </a:spcBef>
              <a:spcAft>
                <a:spcPts val="0"/>
              </a:spcAft>
              <a:buNone/>
            </a:pPr>
            <a:r>
              <a:rPr lang="en-US" sz="1050">
                <a:solidFill>
                  <a:srgbClr val="1B1472"/>
                </a:solidFill>
                <a:latin typeface="Arial"/>
                <a:ea typeface="Arial"/>
                <a:cs typeface="Arial"/>
                <a:sym typeface="Arial"/>
              </a:rPr>
              <a:t>Recall:</a:t>
            </a:r>
            <a:endParaRPr sz="1050">
              <a:latin typeface="Arial"/>
              <a:ea typeface="Arial"/>
              <a:cs typeface="Arial"/>
              <a:sym typeface="Arial"/>
            </a:endParaRPr>
          </a:p>
          <a:p>
            <a:pPr marL="309880" lvl="0" indent="0" algn="l" rtl="0">
              <a:lnSpc>
                <a:spcPct val="100000"/>
              </a:lnSpc>
              <a:spcBef>
                <a:spcPts val="345"/>
              </a:spcBef>
              <a:spcAft>
                <a:spcPts val="0"/>
              </a:spcAft>
              <a:buNone/>
            </a:pPr>
            <a:r>
              <a:rPr lang="en-US" sz="1050">
                <a:latin typeface="Arial"/>
                <a:ea typeface="Arial"/>
                <a:cs typeface="Arial"/>
                <a:sym typeface="Arial"/>
              </a:rPr>
              <a:t>Important when False Negatives are costly</a:t>
            </a:r>
            <a:endParaRPr sz="1050">
              <a:latin typeface="Arial"/>
              <a:ea typeface="Arial"/>
              <a:cs typeface="Arial"/>
              <a:sym typeface="Arial"/>
            </a:endParaRPr>
          </a:p>
          <a:p>
            <a:pPr marL="309880" lvl="0" indent="0" algn="l" rtl="0">
              <a:lnSpc>
                <a:spcPct val="100000"/>
              </a:lnSpc>
              <a:spcBef>
                <a:spcPts val="315"/>
              </a:spcBef>
              <a:spcAft>
                <a:spcPts val="0"/>
              </a:spcAft>
              <a:buNone/>
            </a:pPr>
            <a:r>
              <a:rPr lang="en-US" sz="1050">
                <a:latin typeface="Arial"/>
                <a:ea typeface="Arial"/>
                <a:cs typeface="Arial"/>
                <a:sym typeface="Arial"/>
              </a:rPr>
              <a:t>Example: Disease detection (don’t want to miss sick patients)</a:t>
            </a:r>
            <a:endParaRPr sz="1050">
              <a:latin typeface="Arial"/>
              <a:ea typeface="Arial"/>
              <a:cs typeface="Arial"/>
              <a:sym typeface="Arial"/>
            </a:endParaRPr>
          </a:p>
          <a:p>
            <a:pPr marL="12700" lvl="0" indent="0" algn="l" rtl="0">
              <a:lnSpc>
                <a:spcPct val="100000"/>
              </a:lnSpc>
              <a:spcBef>
                <a:spcPts val="910"/>
              </a:spcBef>
              <a:spcAft>
                <a:spcPts val="0"/>
              </a:spcAft>
              <a:buNone/>
            </a:pPr>
            <a:r>
              <a:rPr lang="en-US" sz="1050">
                <a:solidFill>
                  <a:srgbClr val="1B1472"/>
                </a:solidFill>
                <a:latin typeface="Arial"/>
                <a:ea typeface="Arial"/>
                <a:cs typeface="Arial"/>
                <a:sym typeface="Arial"/>
              </a:rPr>
              <a:t>F1 Score:</a:t>
            </a:r>
            <a:endParaRPr sz="1050">
              <a:latin typeface="Arial"/>
              <a:ea typeface="Arial"/>
              <a:cs typeface="Arial"/>
              <a:sym typeface="Arial"/>
            </a:endParaRPr>
          </a:p>
          <a:p>
            <a:pPr marL="309880" marR="579120" lvl="0" indent="0" algn="l" rtl="0">
              <a:lnSpc>
                <a:spcPct val="125000"/>
              </a:lnSpc>
              <a:spcBef>
                <a:spcPts val="25"/>
              </a:spcBef>
              <a:spcAft>
                <a:spcPts val="0"/>
              </a:spcAft>
              <a:buNone/>
            </a:pPr>
            <a:r>
              <a:rPr lang="en-US" sz="1050">
                <a:latin typeface="Arial"/>
                <a:ea typeface="Arial"/>
                <a:cs typeface="Arial"/>
                <a:sym typeface="Arial"/>
              </a:rPr>
              <a:t>Use when you need balance between precision and recall Good for imbalanced datasets</a:t>
            </a:r>
            <a:endParaRPr sz="1050">
              <a:latin typeface="Arial"/>
              <a:ea typeface="Arial"/>
              <a:cs typeface="Arial"/>
              <a:sym typeface="Arial"/>
            </a:endParaRPr>
          </a:p>
        </p:txBody>
      </p:sp>
      <p:grpSp>
        <p:nvGrpSpPr>
          <p:cNvPr id="929" name="Google Shape;929;p48"/>
          <p:cNvGrpSpPr/>
          <p:nvPr/>
        </p:nvGrpSpPr>
        <p:grpSpPr>
          <a:xfrm>
            <a:off x="0" y="3141936"/>
            <a:ext cx="5760262" cy="92075"/>
            <a:chOff x="0" y="3141936"/>
            <a:chExt cx="5760262" cy="92075"/>
          </a:xfrm>
        </p:grpSpPr>
        <p:sp>
          <p:nvSpPr>
            <p:cNvPr id="930" name="Google Shape;930;p4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1" name="Google Shape;931;p4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2" name="Google Shape;932;p4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33" name="Google Shape;933;p4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34" name="Google Shape;934;p4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11"/>
              </a:rPr>
              <a:t>D</a:t>
            </a:r>
            <a:r>
              <a:rPr lang="en-US" sz="600" u="sng" cap="small">
                <a:solidFill>
                  <a:schemeClr val="hlink"/>
                </a:solidFill>
                <a:latin typeface="Bookman Old Style"/>
                <a:ea typeface="Bookman Old Style"/>
                <a:cs typeface="Bookman Old Style"/>
                <a:sym typeface="Bookman Old Style"/>
                <a:hlinkClick r:id="rId11"/>
              </a:rPr>
              <a:t>eep</a:t>
            </a:r>
            <a:r>
              <a:rPr lang="en-US" sz="600" u="sng">
                <a:solidFill>
                  <a:schemeClr val="hlink"/>
                </a:solidFill>
                <a:latin typeface="Bookman Old Style"/>
                <a:ea typeface="Bookman Old Style"/>
                <a:cs typeface="Bookman Old Style"/>
                <a:sym typeface="Bookman Old Style"/>
                <a:hlinkClick r:id="rId11"/>
              </a:rPr>
              <a:t> L</a:t>
            </a:r>
            <a:r>
              <a:rPr lang="en-US" sz="600" u="sng" cap="small">
                <a:solidFill>
                  <a:schemeClr val="hlink"/>
                </a:solidFill>
                <a:latin typeface="Bookman Old Style"/>
                <a:ea typeface="Bookman Old Style"/>
                <a:cs typeface="Bookman Old Style"/>
                <a:sym typeface="Bookman Old Style"/>
                <a:hlinkClick r:id="rId11"/>
              </a:rPr>
              <a:t>earning</a:t>
            </a:r>
            <a:endParaRPr sz="600">
              <a:latin typeface="Bookman Old Style"/>
              <a:ea typeface="Bookman Old Style"/>
              <a:cs typeface="Bookman Old Style"/>
              <a:sym typeface="Bookman Old Style"/>
            </a:endParaRPr>
          </a:p>
        </p:txBody>
      </p:sp>
      <p:sp>
        <p:nvSpPr>
          <p:cNvPr id="935" name="Google Shape;935;p48"/>
          <p:cNvSpPr txBox="1">
            <a:spLocks noGrp="1"/>
          </p:cNvSpPr>
          <p:nvPr>
            <p:ph type="sldNum" idx="12"/>
          </p:nvPr>
        </p:nvSpPr>
        <p:spPr>
          <a:xfrm>
            <a:off x="4627903" y="3137675"/>
            <a:ext cx="574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42</a:t>
            </a:fld>
            <a:r>
              <a:rPr lang="en-US"/>
              <a:t> / 100</a:t>
            </a:r>
            <a:endParaRPr/>
          </a:p>
        </p:txBody>
      </p:sp>
    </p:spTree>
  </p:cSld>
  <p:clrMapOvr>
    <a:masterClrMapping/>
  </p:clrMapOvr>
  <p:transition>
    <p:fade thruBlk="1"/>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p49"/>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E</a:t>
            </a:r>
            <a:r>
              <a:rPr lang="en-US" cap="small">
                <a:solidFill>
                  <a:srgbClr val="FFFFFF"/>
                </a:solidFill>
              </a:rPr>
              <a:t>xample</a:t>
            </a:r>
            <a:r>
              <a:rPr lang="en-US">
                <a:solidFill>
                  <a:srgbClr val="FFFFFF"/>
                </a:solidFill>
              </a:rPr>
              <a:t>: C</a:t>
            </a:r>
            <a:r>
              <a:rPr lang="en-US" cap="small">
                <a:solidFill>
                  <a:srgbClr val="FFFFFF"/>
                </a:solidFill>
              </a:rPr>
              <a:t>omputing</a:t>
            </a:r>
            <a:r>
              <a:rPr lang="en-US">
                <a:solidFill>
                  <a:srgbClr val="FFFFFF"/>
                </a:solidFill>
              </a:rPr>
              <a:t> M</a:t>
            </a:r>
            <a:r>
              <a:rPr lang="en-US" cap="small">
                <a:solidFill>
                  <a:srgbClr val="FFFFFF"/>
                </a:solidFill>
              </a:rPr>
              <a:t>etrics</a:t>
            </a:r>
            <a:endParaRPr/>
          </a:p>
        </p:txBody>
      </p:sp>
      <p:grpSp>
        <p:nvGrpSpPr>
          <p:cNvPr id="941" name="Google Shape;941;p49"/>
          <p:cNvGrpSpPr/>
          <p:nvPr/>
        </p:nvGrpSpPr>
        <p:grpSpPr>
          <a:xfrm>
            <a:off x="0" y="3141936"/>
            <a:ext cx="5760262" cy="92075"/>
            <a:chOff x="0" y="3141936"/>
            <a:chExt cx="5760262" cy="92075"/>
          </a:xfrm>
        </p:grpSpPr>
        <p:sp>
          <p:nvSpPr>
            <p:cNvPr id="942" name="Google Shape;942;p4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43" name="Google Shape;943;p4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44" name="Google Shape;944;p4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45" name="Google Shape;945;p4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46" name="Google Shape;946;p4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947" name="Google Shape;947;p49"/>
          <p:cNvSpPr txBox="1">
            <a:spLocks noGrp="1"/>
          </p:cNvSpPr>
          <p:nvPr>
            <p:ph type="sldNum" idx="12"/>
          </p:nvPr>
        </p:nvSpPr>
        <p:spPr>
          <a:xfrm>
            <a:off x="4627902" y="3137675"/>
            <a:ext cx="5289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43</a:t>
            </a:fld>
            <a:r>
              <a:rPr lang="en-US"/>
              <a:t> / 100</a:t>
            </a:r>
            <a:endParaRPr/>
          </a:p>
        </p:txBody>
      </p:sp>
      <p:pic>
        <p:nvPicPr>
          <p:cNvPr id="948" name="Google Shape;948;p49"/>
          <p:cNvPicPr preferRelativeResize="0"/>
          <p:nvPr/>
        </p:nvPicPr>
        <p:blipFill>
          <a:blip r:embed="rId4">
            <a:alphaModFix/>
          </a:blip>
          <a:stretch>
            <a:fillRect/>
          </a:stretch>
        </p:blipFill>
        <p:spPr>
          <a:xfrm>
            <a:off x="152400" y="550235"/>
            <a:ext cx="5339609" cy="2435036"/>
          </a:xfrm>
          <a:prstGeom prst="rect">
            <a:avLst/>
          </a:prstGeom>
          <a:noFill/>
          <a:ln>
            <a:noFill/>
          </a:ln>
        </p:spPr>
      </p:pic>
    </p:spTree>
  </p:cSld>
  <p:clrMapOvr>
    <a:masterClrMapping/>
  </p:clrMapOvr>
  <p:transition>
    <p:fade thruBlk="1"/>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p50"/>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S</a:t>
            </a:r>
            <a:r>
              <a:rPr lang="en-US" cap="small">
                <a:solidFill>
                  <a:srgbClr val="FFFFFF"/>
                </a:solidFill>
              </a:rPr>
              <a:t>ummary</a:t>
            </a:r>
            <a:r>
              <a:rPr lang="en-US">
                <a:solidFill>
                  <a:srgbClr val="FFFFFF"/>
                </a:solidFill>
              </a:rPr>
              <a:t>: B</a:t>
            </a:r>
            <a:r>
              <a:rPr lang="en-US" cap="small">
                <a:solidFill>
                  <a:srgbClr val="FFFFFF"/>
                </a:solidFill>
              </a:rPr>
              <a:t>inary</a:t>
            </a:r>
            <a:r>
              <a:rPr lang="en-US">
                <a:solidFill>
                  <a:srgbClr val="FFFFFF"/>
                </a:solidFill>
              </a:rPr>
              <a:t> C</a:t>
            </a:r>
            <a:r>
              <a:rPr lang="en-US" cap="small">
                <a:solidFill>
                  <a:srgbClr val="FFFFFF"/>
                </a:solidFill>
              </a:rPr>
              <a:t>lassification</a:t>
            </a:r>
            <a:endParaRPr/>
          </a:p>
        </p:txBody>
      </p:sp>
      <p:grpSp>
        <p:nvGrpSpPr>
          <p:cNvPr id="954" name="Google Shape;954;p50"/>
          <p:cNvGrpSpPr/>
          <p:nvPr/>
        </p:nvGrpSpPr>
        <p:grpSpPr>
          <a:xfrm>
            <a:off x="0" y="3141936"/>
            <a:ext cx="5760262" cy="92075"/>
            <a:chOff x="0" y="3141936"/>
            <a:chExt cx="5760262" cy="92075"/>
          </a:xfrm>
        </p:grpSpPr>
        <p:sp>
          <p:nvSpPr>
            <p:cNvPr id="955" name="Google Shape;955;p5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56" name="Google Shape;956;p5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57" name="Google Shape;957;p5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58" name="Google Shape;958;p5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59" name="Google Shape;959;p5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960" name="Google Shape;960;p50"/>
          <p:cNvSpPr txBox="1">
            <a:spLocks noGrp="1"/>
          </p:cNvSpPr>
          <p:nvPr>
            <p:ph type="sldNum" idx="12"/>
          </p:nvPr>
        </p:nvSpPr>
        <p:spPr>
          <a:xfrm>
            <a:off x="4627901" y="3137675"/>
            <a:ext cx="4668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44</a:t>
            </a:fld>
            <a:r>
              <a:rPr lang="en-US"/>
              <a:t> / 100</a:t>
            </a:r>
            <a:endParaRPr/>
          </a:p>
        </p:txBody>
      </p:sp>
      <p:pic>
        <p:nvPicPr>
          <p:cNvPr id="961" name="Google Shape;961;p50"/>
          <p:cNvPicPr preferRelativeResize="0"/>
          <p:nvPr/>
        </p:nvPicPr>
        <p:blipFill rotWithShape="1">
          <a:blip r:embed="rId4">
            <a:alphaModFix/>
          </a:blip>
          <a:srcRect l="3316"/>
          <a:stretch/>
        </p:blipFill>
        <p:spPr>
          <a:xfrm>
            <a:off x="648275" y="536950"/>
            <a:ext cx="4669099" cy="2465850"/>
          </a:xfrm>
          <a:prstGeom prst="rect">
            <a:avLst/>
          </a:prstGeom>
          <a:noFill/>
          <a:ln>
            <a:noFill/>
          </a:ln>
        </p:spPr>
      </p:pic>
    </p:spTree>
  </p:cSld>
  <p:clrMapOvr>
    <a:masterClrMapping/>
  </p:clrMapOvr>
  <p:transition>
    <p:fade thruBlk="1"/>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51"/>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K</a:t>
            </a:r>
            <a:r>
              <a:rPr lang="en-US" cap="small">
                <a:solidFill>
                  <a:srgbClr val="FFFFFF"/>
                </a:solidFill>
              </a:rPr>
              <a:t>ey</a:t>
            </a:r>
            <a:r>
              <a:rPr lang="en-US">
                <a:solidFill>
                  <a:srgbClr val="FFFFFF"/>
                </a:solidFill>
              </a:rPr>
              <a:t> T</a:t>
            </a:r>
            <a:r>
              <a:rPr lang="en-US" cap="small">
                <a:solidFill>
                  <a:srgbClr val="FFFFFF"/>
                </a:solidFill>
              </a:rPr>
              <a:t>akeaways</a:t>
            </a:r>
            <a:endParaRPr/>
          </a:p>
        </p:txBody>
      </p:sp>
      <p:grpSp>
        <p:nvGrpSpPr>
          <p:cNvPr id="967" name="Google Shape;967;p51"/>
          <p:cNvGrpSpPr/>
          <p:nvPr/>
        </p:nvGrpSpPr>
        <p:grpSpPr>
          <a:xfrm>
            <a:off x="513702" y="773315"/>
            <a:ext cx="69291" cy="290703"/>
            <a:chOff x="513702" y="773315"/>
            <a:chExt cx="69291" cy="290703"/>
          </a:xfrm>
        </p:grpSpPr>
        <p:pic>
          <p:nvPicPr>
            <p:cNvPr id="968" name="Google Shape;968;p51"/>
            <p:cNvPicPr preferRelativeResize="0"/>
            <p:nvPr/>
          </p:nvPicPr>
          <p:blipFill rotWithShape="1">
            <a:blip r:embed="rId3">
              <a:alphaModFix/>
            </a:blip>
            <a:srcRect/>
            <a:stretch/>
          </p:blipFill>
          <p:spPr>
            <a:xfrm>
              <a:off x="513702" y="773315"/>
              <a:ext cx="69291" cy="69291"/>
            </a:xfrm>
            <a:prstGeom prst="rect">
              <a:avLst/>
            </a:prstGeom>
            <a:noFill/>
            <a:ln>
              <a:noFill/>
            </a:ln>
          </p:spPr>
        </p:pic>
        <p:pic>
          <p:nvPicPr>
            <p:cNvPr id="969" name="Google Shape;969;p51"/>
            <p:cNvPicPr preferRelativeResize="0"/>
            <p:nvPr/>
          </p:nvPicPr>
          <p:blipFill rotWithShape="1">
            <a:blip r:embed="rId4">
              <a:alphaModFix/>
            </a:blip>
            <a:srcRect/>
            <a:stretch/>
          </p:blipFill>
          <p:spPr>
            <a:xfrm>
              <a:off x="513702" y="994727"/>
              <a:ext cx="69291" cy="69291"/>
            </a:xfrm>
            <a:prstGeom prst="rect">
              <a:avLst/>
            </a:prstGeom>
            <a:noFill/>
            <a:ln>
              <a:noFill/>
            </a:ln>
          </p:spPr>
        </p:pic>
      </p:grpSp>
      <p:sp>
        <p:nvSpPr>
          <p:cNvPr id="970" name="Google Shape;970;p51"/>
          <p:cNvSpPr txBox="1"/>
          <p:nvPr/>
        </p:nvSpPr>
        <p:spPr>
          <a:xfrm>
            <a:off x="644626" y="680603"/>
            <a:ext cx="4011295"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Binary classification </a:t>
            </a:r>
            <a:r>
              <a:rPr lang="en-US" sz="1050">
                <a:latin typeface="Arial"/>
                <a:ea typeface="Arial"/>
                <a:cs typeface="Arial"/>
                <a:sym typeface="Arial"/>
              </a:rPr>
              <a:t>predicts discrete categories using </a:t>
            </a:r>
            <a:r>
              <a:rPr lang="en-US" sz="1050" i="1">
                <a:latin typeface="Arial"/>
                <a:ea typeface="Arial"/>
                <a:cs typeface="Arial"/>
                <a:sym typeface="Arial"/>
              </a:rPr>
              <a:t>y </a:t>
            </a:r>
            <a:r>
              <a:rPr lang="en-US" sz="1200">
                <a:latin typeface="Lucida Sans"/>
                <a:ea typeface="Lucida Sans"/>
                <a:cs typeface="Lucida Sans"/>
                <a:sym typeface="Lucida Sans"/>
              </a:rPr>
              <a:t>∈ {</a:t>
            </a:r>
            <a:r>
              <a:rPr lang="en-US" sz="1050">
                <a:latin typeface="Arial"/>
                <a:ea typeface="Arial"/>
                <a:cs typeface="Arial"/>
                <a:sym typeface="Arial"/>
              </a:rPr>
              <a:t>0</a:t>
            </a:r>
            <a:r>
              <a:rPr lang="en-US" sz="1200" i="1">
                <a:latin typeface="Bookman Old Style"/>
                <a:ea typeface="Bookman Old Style"/>
                <a:cs typeface="Bookman Old Style"/>
                <a:sym typeface="Bookman Old Style"/>
              </a:rPr>
              <a:t>, </a:t>
            </a:r>
            <a:r>
              <a:rPr lang="en-US" sz="1050">
                <a:latin typeface="Arial"/>
                <a:ea typeface="Arial"/>
                <a:cs typeface="Arial"/>
                <a:sym typeface="Arial"/>
              </a:rPr>
              <a:t>1</a:t>
            </a:r>
            <a:r>
              <a:rPr lang="en-US" sz="1200">
                <a:latin typeface="Lucida Sans"/>
                <a:ea typeface="Lucida Sans"/>
                <a:cs typeface="Lucida Sans"/>
                <a:sym typeface="Lucida Sans"/>
              </a:rPr>
              <a:t>}</a:t>
            </a:r>
            <a:r>
              <a:rPr lang="en-US" sz="1050">
                <a:latin typeface="Arial"/>
                <a:ea typeface="Arial"/>
                <a:cs typeface="Arial"/>
                <a:sym typeface="Arial"/>
              </a:rPr>
              <a:t>.</a:t>
            </a:r>
            <a:endParaRPr sz="1050">
              <a:latin typeface="Arial"/>
              <a:ea typeface="Arial"/>
              <a:cs typeface="Arial"/>
              <a:sym typeface="Arial"/>
            </a:endParaRPr>
          </a:p>
        </p:txBody>
      </p:sp>
      <p:sp>
        <p:nvSpPr>
          <p:cNvPr id="971" name="Google Shape;971;p51"/>
          <p:cNvSpPr txBox="1"/>
          <p:nvPr/>
        </p:nvSpPr>
        <p:spPr>
          <a:xfrm>
            <a:off x="644626" y="902014"/>
            <a:ext cx="161036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Sigmoid activation </a:t>
            </a:r>
            <a:r>
              <a:rPr lang="en-US" sz="1200" i="1">
                <a:latin typeface="Bookman Old Style"/>
                <a:ea typeface="Bookman Old Style"/>
                <a:cs typeface="Bookman Old Style"/>
                <a:sym typeface="Bookman Old Style"/>
              </a:rPr>
              <a:t>σ</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a:t>
            </a:r>
            <a:endParaRPr sz="1200">
              <a:latin typeface="Tahoma"/>
              <a:ea typeface="Tahoma"/>
              <a:cs typeface="Tahoma"/>
              <a:sym typeface="Tahoma"/>
            </a:endParaRPr>
          </a:p>
        </p:txBody>
      </p:sp>
      <p:sp>
        <p:nvSpPr>
          <p:cNvPr id="972" name="Google Shape;972;p51"/>
          <p:cNvSpPr txBox="1"/>
          <p:nvPr/>
        </p:nvSpPr>
        <p:spPr>
          <a:xfrm>
            <a:off x="2414054" y="902968"/>
            <a:ext cx="7620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latin typeface="Arial"/>
                <a:ea typeface="Arial"/>
                <a:cs typeface="Arial"/>
                <a:sym typeface="Arial"/>
              </a:rPr>
              <a:t>1</a:t>
            </a:r>
            <a:endParaRPr sz="700">
              <a:latin typeface="Arial"/>
              <a:ea typeface="Arial"/>
              <a:cs typeface="Arial"/>
              <a:sym typeface="Arial"/>
            </a:endParaRPr>
          </a:p>
        </p:txBody>
      </p:sp>
      <p:sp>
        <p:nvSpPr>
          <p:cNvPr id="973" name="Google Shape;973;p51"/>
          <p:cNvSpPr/>
          <p:nvPr/>
        </p:nvSpPr>
        <p:spPr>
          <a:xfrm>
            <a:off x="2299398" y="1028598"/>
            <a:ext cx="305435" cy="0"/>
          </a:xfrm>
          <a:custGeom>
            <a:avLst/>
            <a:gdLst/>
            <a:ahLst/>
            <a:cxnLst/>
            <a:rect l="l" t="t" r="r" b="b"/>
            <a:pathLst>
              <a:path w="305435" h="120000" extrusionOk="0">
                <a:moveTo>
                  <a:pt x="0" y="0"/>
                </a:moveTo>
                <a:lnTo>
                  <a:pt x="305346"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74" name="Google Shape;974;p51"/>
          <p:cNvSpPr txBox="1"/>
          <p:nvPr/>
        </p:nvSpPr>
        <p:spPr>
          <a:xfrm>
            <a:off x="2286698" y="1004987"/>
            <a:ext cx="21082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700">
                <a:latin typeface="Arial"/>
                <a:ea typeface="Arial"/>
                <a:cs typeface="Arial"/>
                <a:sym typeface="Arial"/>
              </a:rPr>
              <a:t>1</a:t>
            </a:r>
            <a:r>
              <a:rPr lang="en-US" sz="800">
                <a:latin typeface="Lucida Sans"/>
                <a:ea typeface="Lucida Sans"/>
                <a:cs typeface="Lucida Sans"/>
                <a:sym typeface="Lucida Sans"/>
              </a:rPr>
              <a:t>+</a:t>
            </a:r>
            <a:r>
              <a:rPr lang="en-US" sz="700" i="1">
                <a:latin typeface="Arial"/>
                <a:ea typeface="Arial"/>
                <a:cs typeface="Arial"/>
                <a:sym typeface="Arial"/>
              </a:rPr>
              <a:t>e</a:t>
            </a:r>
            <a:endParaRPr sz="700">
              <a:latin typeface="Arial"/>
              <a:ea typeface="Arial"/>
              <a:cs typeface="Arial"/>
              <a:sym typeface="Arial"/>
            </a:endParaRPr>
          </a:p>
        </p:txBody>
      </p:sp>
      <p:sp>
        <p:nvSpPr>
          <p:cNvPr id="975" name="Google Shape;975;p51"/>
          <p:cNvSpPr txBox="1"/>
          <p:nvPr/>
        </p:nvSpPr>
        <p:spPr>
          <a:xfrm>
            <a:off x="2473604" y="1001476"/>
            <a:ext cx="132715"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latin typeface="Lucida Sans"/>
                <a:ea typeface="Lucida Sans"/>
                <a:cs typeface="Lucida Sans"/>
                <a:sym typeface="Lucida Sans"/>
              </a:rPr>
              <a:t>−</a:t>
            </a:r>
            <a:r>
              <a:rPr lang="en-US" sz="500" i="1">
                <a:latin typeface="Arial"/>
                <a:ea typeface="Arial"/>
                <a:cs typeface="Arial"/>
                <a:sym typeface="Arial"/>
              </a:rPr>
              <a:t>z</a:t>
            </a:r>
            <a:endParaRPr sz="500">
              <a:latin typeface="Arial"/>
              <a:ea typeface="Arial"/>
              <a:cs typeface="Arial"/>
              <a:sym typeface="Arial"/>
            </a:endParaRPr>
          </a:p>
        </p:txBody>
      </p:sp>
      <p:sp>
        <p:nvSpPr>
          <p:cNvPr id="976" name="Google Shape;976;p51"/>
          <p:cNvSpPr txBox="1"/>
          <p:nvPr/>
        </p:nvSpPr>
        <p:spPr>
          <a:xfrm>
            <a:off x="2645226" y="902025"/>
            <a:ext cx="1982700" cy="1968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maps to probabilities </a:t>
            </a:r>
            <a:r>
              <a:rPr lang="en-US" sz="1200">
                <a:latin typeface="Tahoma"/>
                <a:ea typeface="Tahoma"/>
                <a:cs typeface="Tahoma"/>
                <a:sym typeface="Tahoma"/>
              </a:rPr>
              <a:t>[</a:t>
            </a:r>
            <a:r>
              <a:rPr lang="en-US" sz="1050">
                <a:latin typeface="Arial"/>
                <a:ea typeface="Arial"/>
                <a:cs typeface="Arial"/>
                <a:sym typeface="Arial"/>
              </a:rPr>
              <a:t>0</a:t>
            </a:r>
            <a:r>
              <a:rPr lang="en-US" sz="1200" i="1">
                <a:latin typeface="Bookman Old Style"/>
                <a:ea typeface="Bookman Old Style"/>
                <a:cs typeface="Bookman Old Style"/>
                <a:sym typeface="Bookman Old Style"/>
              </a:rPr>
              <a:t>, </a:t>
            </a:r>
            <a:r>
              <a:rPr lang="en-US" sz="1050">
                <a:latin typeface="Arial"/>
                <a:ea typeface="Arial"/>
                <a:cs typeface="Arial"/>
                <a:sym typeface="Arial"/>
              </a:rPr>
              <a:t>1</a:t>
            </a:r>
            <a:r>
              <a:rPr lang="en-US" sz="1200">
                <a:latin typeface="Tahoma"/>
                <a:ea typeface="Tahoma"/>
                <a:cs typeface="Tahoma"/>
                <a:sym typeface="Tahoma"/>
              </a:rPr>
              <a:t>]</a:t>
            </a:r>
            <a:r>
              <a:rPr lang="en-US" sz="1050">
                <a:latin typeface="Arial"/>
                <a:ea typeface="Arial"/>
                <a:cs typeface="Arial"/>
                <a:sym typeface="Arial"/>
              </a:rPr>
              <a:t>.</a:t>
            </a:r>
            <a:endParaRPr sz="1050">
              <a:latin typeface="Arial"/>
              <a:ea typeface="Arial"/>
              <a:cs typeface="Arial"/>
              <a:sym typeface="Arial"/>
            </a:endParaRPr>
          </a:p>
        </p:txBody>
      </p:sp>
      <p:grpSp>
        <p:nvGrpSpPr>
          <p:cNvPr id="977" name="Google Shape;977;p51"/>
          <p:cNvGrpSpPr/>
          <p:nvPr/>
        </p:nvGrpSpPr>
        <p:grpSpPr>
          <a:xfrm>
            <a:off x="0" y="1216151"/>
            <a:ext cx="5760262" cy="2017860"/>
            <a:chOff x="0" y="1216151"/>
            <a:chExt cx="5760262" cy="2017860"/>
          </a:xfrm>
        </p:grpSpPr>
        <p:pic>
          <p:nvPicPr>
            <p:cNvPr id="978" name="Google Shape;978;p51"/>
            <p:cNvPicPr preferRelativeResize="0"/>
            <p:nvPr/>
          </p:nvPicPr>
          <p:blipFill rotWithShape="1">
            <a:blip r:embed="rId5">
              <a:alphaModFix/>
            </a:blip>
            <a:srcRect/>
            <a:stretch/>
          </p:blipFill>
          <p:spPr>
            <a:xfrm>
              <a:off x="513702" y="1216151"/>
              <a:ext cx="69291" cy="69291"/>
            </a:xfrm>
            <a:prstGeom prst="rect">
              <a:avLst/>
            </a:prstGeom>
            <a:noFill/>
            <a:ln>
              <a:noFill/>
            </a:ln>
          </p:spPr>
        </p:pic>
        <p:pic>
          <p:nvPicPr>
            <p:cNvPr id="979" name="Google Shape;979;p51"/>
            <p:cNvPicPr preferRelativeResize="0"/>
            <p:nvPr/>
          </p:nvPicPr>
          <p:blipFill rotWithShape="1">
            <a:blip r:embed="rId6">
              <a:alphaModFix/>
            </a:blip>
            <a:srcRect/>
            <a:stretch/>
          </p:blipFill>
          <p:spPr>
            <a:xfrm>
              <a:off x="513702" y="1437563"/>
              <a:ext cx="69291" cy="69291"/>
            </a:xfrm>
            <a:prstGeom prst="rect">
              <a:avLst/>
            </a:prstGeom>
            <a:noFill/>
            <a:ln>
              <a:noFill/>
            </a:ln>
          </p:spPr>
        </p:pic>
        <p:pic>
          <p:nvPicPr>
            <p:cNvPr id="980" name="Google Shape;980;p51"/>
            <p:cNvPicPr preferRelativeResize="0"/>
            <p:nvPr/>
          </p:nvPicPr>
          <p:blipFill rotWithShape="1">
            <a:blip r:embed="rId7">
              <a:alphaModFix/>
            </a:blip>
            <a:srcRect/>
            <a:stretch/>
          </p:blipFill>
          <p:spPr>
            <a:xfrm>
              <a:off x="513702" y="1658988"/>
              <a:ext cx="69291" cy="69291"/>
            </a:xfrm>
            <a:prstGeom prst="rect">
              <a:avLst/>
            </a:prstGeom>
            <a:noFill/>
            <a:ln>
              <a:noFill/>
            </a:ln>
          </p:spPr>
        </p:pic>
        <p:pic>
          <p:nvPicPr>
            <p:cNvPr id="981" name="Google Shape;981;p51"/>
            <p:cNvPicPr preferRelativeResize="0"/>
            <p:nvPr/>
          </p:nvPicPr>
          <p:blipFill rotWithShape="1">
            <a:blip r:embed="rId5">
              <a:alphaModFix/>
            </a:blip>
            <a:srcRect/>
            <a:stretch/>
          </p:blipFill>
          <p:spPr>
            <a:xfrm>
              <a:off x="513702" y="2063876"/>
              <a:ext cx="69291" cy="69291"/>
            </a:xfrm>
            <a:prstGeom prst="rect">
              <a:avLst/>
            </a:prstGeom>
            <a:noFill/>
            <a:ln>
              <a:noFill/>
            </a:ln>
          </p:spPr>
        </p:pic>
        <p:pic>
          <p:nvPicPr>
            <p:cNvPr id="982" name="Google Shape;982;p51"/>
            <p:cNvPicPr preferRelativeResize="0"/>
            <p:nvPr/>
          </p:nvPicPr>
          <p:blipFill rotWithShape="1">
            <a:blip r:embed="rId6">
              <a:alphaModFix/>
            </a:blip>
            <a:srcRect/>
            <a:stretch/>
          </p:blipFill>
          <p:spPr>
            <a:xfrm>
              <a:off x="513702" y="2285288"/>
              <a:ext cx="69291" cy="69291"/>
            </a:xfrm>
            <a:prstGeom prst="rect">
              <a:avLst/>
            </a:prstGeom>
            <a:noFill/>
            <a:ln>
              <a:noFill/>
            </a:ln>
          </p:spPr>
        </p:pic>
        <p:pic>
          <p:nvPicPr>
            <p:cNvPr id="983" name="Google Shape;983;p51"/>
            <p:cNvPicPr preferRelativeResize="0"/>
            <p:nvPr/>
          </p:nvPicPr>
          <p:blipFill rotWithShape="1">
            <a:blip r:embed="rId7">
              <a:alphaModFix/>
            </a:blip>
            <a:srcRect/>
            <a:stretch/>
          </p:blipFill>
          <p:spPr>
            <a:xfrm>
              <a:off x="513702" y="2506713"/>
              <a:ext cx="69291" cy="69291"/>
            </a:xfrm>
            <a:prstGeom prst="rect">
              <a:avLst/>
            </a:prstGeom>
            <a:noFill/>
            <a:ln>
              <a:noFill/>
            </a:ln>
          </p:spPr>
        </p:pic>
        <p:sp>
          <p:nvSpPr>
            <p:cNvPr id="984" name="Google Shape;984;p51"/>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85" name="Google Shape;985;p51"/>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86" name="Google Shape;986;p51"/>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87" name="Google Shape;987;p51"/>
          <p:cNvSpPr txBox="1"/>
          <p:nvPr/>
        </p:nvSpPr>
        <p:spPr>
          <a:xfrm>
            <a:off x="644625" y="1101749"/>
            <a:ext cx="4758000" cy="1700400"/>
          </a:xfrm>
          <a:prstGeom prst="rect">
            <a:avLst/>
          </a:prstGeom>
          <a:noFill/>
          <a:ln>
            <a:noFill/>
          </a:ln>
        </p:spPr>
        <p:txBody>
          <a:bodyPr spcFirstLastPara="1" wrap="square" lIns="0" tIns="7302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Logistic regression </a:t>
            </a:r>
            <a:r>
              <a:rPr lang="en-US" sz="1050">
                <a:latin typeface="Arial"/>
                <a:ea typeface="Arial"/>
                <a:cs typeface="Arial"/>
                <a:sym typeface="Arial"/>
              </a:rPr>
              <a:t>= linear model + sigmoid activation.</a:t>
            </a:r>
            <a:endParaRPr sz="1050">
              <a:latin typeface="Arial"/>
              <a:ea typeface="Arial"/>
              <a:cs typeface="Arial"/>
              <a:sym typeface="Arial"/>
            </a:endParaRPr>
          </a:p>
          <a:p>
            <a:pPr marL="12700" lvl="0" indent="0" algn="l" rtl="0">
              <a:lnSpc>
                <a:spcPct val="100000"/>
              </a:lnSpc>
              <a:spcBef>
                <a:spcPts val="484"/>
              </a:spcBef>
              <a:spcAft>
                <a:spcPts val="0"/>
              </a:spcAft>
              <a:buNone/>
            </a:pPr>
            <a:r>
              <a:rPr lang="en-US" sz="1050">
                <a:solidFill>
                  <a:srgbClr val="1B1472"/>
                </a:solidFill>
                <a:latin typeface="Arial"/>
                <a:ea typeface="Arial"/>
                <a:cs typeface="Arial"/>
                <a:sym typeface="Arial"/>
              </a:rPr>
              <a:t>Cross-entropy loss </a:t>
            </a:r>
            <a:r>
              <a:rPr lang="en-US" sz="1050">
                <a:latin typeface="Arial"/>
                <a:ea typeface="Arial"/>
                <a:cs typeface="Arial"/>
                <a:sym typeface="Arial"/>
              </a:rPr>
              <a:t>is the appropriate objective for classification.</a:t>
            </a:r>
            <a:endParaRPr sz="1050">
              <a:latin typeface="Arial"/>
              <a:ea typeface="Arial"/>
              <a:cs typeface="Arial"/>
              <a:sym typeface="Arial"/>
            </a:endParaRPr>
          </a:p>
          <a:p>
            <a:pPr marL="12700" marR="5080" lvl="0" indent="0" algn="l" rtl="0">
              <a:lnSpc>
                <a:spcPct val="114700"/>
              </a:lnSpc>
              <a:spcBef>
                <a:spcPts val="300"/>
              </a:spcBef>
              <a:spcAft>
                <a:spcPts val="0"/>
              </a:spcAft>
              <a:buNone/>
            </a:pPr>
            <a:r>
              <a:rPr lang="en-US" sz="1050">
                <a:solidFill>
                  <a:srgbClr val="1B1472"/>
                </a:solidFill>
                <a:latin typeface="Arial"/>
                <a:ea typeface="Arial"/>
                <a:cs typeface="Arial"/>
                <a:sym typeface="Arial"/>
              </a:rPr>
              <a:t>Stochastic Gradient Descent (SGD) </a:t>
            </a:r>
            <a:r>
              <a:rPr lang="en-US" sz="1050">
                <a:latin typeface="Arial"/>
                <a:ea typeface="Arial"/>
                <a:cs typeface="Arial"/>
                <a:sym typeface="Arial"/>
              </a:rPr>
              <a:t>updates weights one example at a time — faster and more scalable.</a:t>
            </a:r>
            <a:endParaRPr sz="1050">
              <a:latin typeface="Arial"/>
              <a:ea typeface="Arial"/>
              <a:cs typeface="Arial"/>
              <a:sym typeface="Arial"/>
            </a:endParaRPr>
          </a:p>
          <a:p>
            <a:pPr marL="12700" marR="127635" lvl="0" indent="0" algn="l" rtl="0">
              <a:lnSpc>
                <a:spcPct val="138400"/>
              </a:lnSpc>
              <a:spcBef>
                <a:spcPts val="0"/>
              </a:spcBef>
              <a:spcAft>
                <a:spcPts val="0"/>
              </a:spcAft>
              <a:buNone/>
            </a:pPr>
            <a:r>
              <a:rPr lang="en-US" sz="1050">
                <a:solidFill>
                  <a:srgbClr val="1B1472"/>
                </a:solidFill>
                <a:latin typeface="Arial"/>
                <a:ea typeface="Arial"/>
                <a:cs typeface="Arial"/>
                <a:sym typeface="Arial"/>
              </a:rPr>
              <a:t>Feature scaling </a:t>
            </a:r>
            <a:r>
              <a:rPr lang="en-US" sz="1050">
                <a:latin typeface="Arial"/>
                <a:ea typeface="Arial"/>
                <a:cs typeface="Arial"/>
                <a:sym typeface="Arial"/>
              </a:rPr>
              <a:t>is essential for convergence and numerical stability. </a:t>
            </a:r>
            <a:r>
              <a:rPr lang="en-US" sz="1050">
                <a:solidFill>
                  <a:srgbClr val="1B1472"/>
                </a:solidFill>
                <a:latin typeface="Arial"/>
                <a:ea typeface="Arial"/>
                <a:cs typeface="Arial"/>
                <a:sym typeface="Arial"/>
              </a:rPr>
              <a:t>Evaluation metrics: </a:t>
            </a:r>
            <a:r>
              <a:rPr lang="en-US" sz="1050">
                <a:latin typeface="Arial"/>
                <a:ea typeface="Arial"/>
                <a:cs typeface="Arial"/>
                <a:sym typeface="Arial"/>
              </a:rPr>
              <a:t>Accuracy, Precision, Recall, F1 Score, Confusion Matrix.</a:t>
            </a:r>
            <a:endParaRPr sz="1050">
              <a:latin typeface="Arial"/>
              <a:ea typeface="Arial"/>
              <a:cs typeface="Arial"/>
              <a:sym typeface="Arial"/>
            </a:endParaRPr>
          </a:p>
          <a:p>
            <a:pPr marL="12700" marR="487044" lvl="0" indent="0" algn="l" rtl="0">
              <a:lnSpc>
                <a:spcPct val="114700"/>
              </a:lnSpc>
              <a:spcBef>
                <a:spcPts val="295"/>
              </a:spcBef>
              <a:spcAft>
                <a:spcPts val="0"/>
              </a:spcAft>
              <a:buNone/>
            </a:pPr>
            <a:r>
              <a:rPr lang="en-US" sz="1050">
                <a:solidFill>
                  <a:srgbClr val="1B1472"/>
                </a:solidFill>
                <a:latin typeface="Arial"/>
                <a:ea typeface="Arial"/>
                <a:cs typeface="Arial"/>
                <a:sym typeface="Arial"/>
              </a:rPr>
              <a:t>This framework </a:t>
            </a:r>
            <a:r>
              <a:rPr lang="en-US" sz="1050">
                <a:latin typeface="Arial"/>
                <a:ea typeface="Arial"/>
                <a:cs typeface="Arial"/>
                <a:sym typeface="Arial"/>
              </a:rPr>
              <a:t>extends naturally to multi-class classification and deep networks.</a:t>
            </a:r>
            <a:endParaRPr sz="1050">
              <a:latin typeface="Arial"/>
              <a:ea typeface="Arial"/>
              <a:cs typeface="Arial"/>
              <a:sym typeface="Arial"/>
            </a:endParaRPr>
          </a:p>
        </p:txBody>
      </p:sp>
      <p:sp>
        <p:nvSpPr>
          <p:cNvPr id="988" name="Google Shape;988;p5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89" name="Google Shape;989;p5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8"/>
              </a:rPr>
              <a:t>D</a:t>
            </a:r>
            <a:r>
              <a:rPr lang="en-US" sz="600" u="sng" cap="small">
                <a:solidFill>
                  <a:schemeClr val="hlink"/>
                </a:solidFill>
                <a:latin typeface="Bookman Old Style"/>
                <a:ea typeface="Bookman Old Style"/>
                <a:cs typeface="Bookman Old Style"/>
                <a:sym typeface="Bookman Old Style"/>
                <a:hlinkClick r:id="rId8"/>
              </a:rPr>
              <a:t>eep</a:t>
            </a:r>
            <a:r>
              <a:rPr lang="en-US" sz="600" u="sng">
                <a:solidFill>
                  <a:schemeClr val="hlink"/>
                </a:solidFill>
                <a:latin typeface="Bookman Old Style"/>
                <a:ea typeface="Bookman Old Style"/>
                <a:cs typeface="Bookman Old Style"/>
                <a:sym typeface="Bookman Old Style"/>
                <a:hlinkClick r:id="rId8"/>
              </a:rPr>
              <a:t> L</a:t>
            </a:r>
            <a:r>
              <a:rPr lang="en-US" sz="600" u="sng" cap="small">
                <a:solidFill>
                  <a:schemeClr val="hlink"/>
                </a:solidFill>
                <a:latin typeface="Bookman Old Style"/>
                <a:ea typeface="Bookman Old Style"/>
                <a:cs typeface="Bookman Old Style"/>
                <a:sym typeface="Bookman Old Style"/>
                <a:hlinkClick r:id="rId8"/>
              </a:rPr>
              <a:t>earning</a:t>
            </a:r>
            <a:endParaRPr sz="600">
              <a:latin typeface="Bookman Old Style"/>
              <a:ea typeface="Bookman Old Style"/>
              <a:cs typeface="Bookman Old Style"/>
              <a:sym typeface="Bookman Old Style"/>
            </a:endParaRPr>
          </a:p>
        </p:txBody>
      </p:sp>
      <p:sp>
        <p:nvSpPr>
          <p:cNvPr id="990" name="Google Shape;990;p51"/>
          <p:cNvSpPr txBox="1">
            <a:spLocks noGrp="1"/>
          </p:cNvSpPr>
          <p:nvPr>
            <p:ph type="sldNum" idx="12"/>
          </p:nvPr>
        </p:nvSpPr>
        <p:spPr>
          <a:xfrm>
            <a:off x="4627902" y="3137675"/>
            <a:ext cx="489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45</a:t>
            </a:fld>
            <a:r>
              <a:rPr lang="en-US"/>
              <a:t> / 100</a:t>
            </a:r>
            <a:endParaRPr/>
          </a:p>
        </p:txBody>
      </p:sp>
    </p:spTree>
  </p:cSld>
  <p:clrMapOvr>
    <a:masterClrMapping/>
  </p:clrMapOvr>
  <p:transition>
    <p:fade thruBlk="1"/>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p52"/>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996" name="Google Shape;996;p52"/>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997" name="Google Shape;997;p52"/>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998" name="Google Shape;998;p52"/>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999" name="Google Shape;999;p52"/>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1000" name="Google Shape;1000;p52"/>
          <p:cNvGrpSpPr/>
          <p:nvPr/>
        </p:nvGrpSpPr>
        <p:grpSpPr>
          <a:xfrm>
            <a:off x="343662" y="887310"/>
            <a:ext cx="302196" cy="873227"/>
            <a:chOff x="343662" y="887310"/>
            <a:chExt cx="302196" cy="873227"/>
          </a:xfrm>
        </p:grpSpPr>
        <p:pic>
          <p:nvPicPr>
            <p:cNvPr id="1001" name="Google Shape;1001;p52"/>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1002" name="Google Shape;1002;p52"/>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1003" name="Google Shape;1003;p52"/>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1004" name="Google Shape;1004;p52"/>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1005" name="Google Shape;1005;p52"/>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1006" name="Google Shape;1006;p52"/>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1007" name="Google Shape;1007;p52"/>
          <p:cNvGrpSpPr/>
          <p:nvPr/>
        </p:nvGrpSpPr>
        <p:grpSpPr>
          <a:xfrm>
            <a:off x="343662" y="1828330"/>
            <a:ext cx="302196" cy="1050226"/>
            <a:chOff x="343662" y="1828330"/>
            <a:chExt cx="302196" cy="1050226"/>
          </a:xfrm>
        </p:grpSpPr>
        <p:pic>
          <p:nvPicPr>
            <p:cNvPr id="1008" name="Google Shape;1008;p52"/>
            <p:cNvPicPr preferRelativeResize="0"/>
            <p:nvPr/>
          </p:nvPicPr>
          <p:blipFill rotWithShape="1">
            <a:blip r:embed="rId10">
              <a:alphaModFix/>
            </a:blip>
            <a:srcRect/>
            <a:stretch/>
          </p:blipFill>
          <p:spPr>
            <a:xfrm>
              <a:off x="576567" y="1828330"/>
              <a:ext cx="69291" cy="69291"/>
            </a:xfrm>
            <a:prstGeom prst="rect">
              <a:avLst/>
            </a:prstGeom>
            <a:noFill/>
            <a:ln>
              <a:noFill/>
            </a:ln>
          </p:spPr>
        </p:pic>
        <p:pic>
          <p:nvPicPr>
            <p:cNvPr id="1009" name="Google Shape;1009;p52"/>
            <p:cNvPicPr preferRelativeResize="0"/>
            <p:nvPr/>
          </p:nvPicPr>
          <p:blipFill rotWithShape="1">
            <a:blip r:embed="rId11">
              <a:alphaModFix/>
            </a:blip>
            <a:srcRect/>
            <a:stretch/>
          </p:blipFill>
          <p:spPr>
            <a:xfrm>
              <a:off x="576567" y="2011794"/>
              <a:ext cx="69291" cy="69291"/>
            </a:xfrm>
            <a:prstGeom prst="rect">
              <a:avLst/>
            </a:prstGeom>
            <a:noFill/>
            <a:ln>
              <a:noFill/>
            </a:ln>
          </p:spPr>
        </p:pic>
        <p:pic>
          <p:nvPicPr>
            <p:cNvPr id="1010" name="Google Shape;1010;p52"/>
            <p:cNvPicPr preferRelativeResize="0"/>
            <p:nvPr/>
          </p:nvPicPr>
          <p:blipFill rotWithShape="1">
            <a:blip r:embed="rId12">
              <a:alphaModFix/>
            </a:blip>
            <a:srcRect/>
            <a:stretch/>
          </p:blipFill>
          <p:spPr>
            <a:xfrm>
              <a:off x="576567" y="2195258"/>
              <a:ext cx="69291" cy="69291"/>
            </a:xfrm>
            <a:prstGeom prst="rect">
              <a:avLst/>
            </a:prstGeom>
            <a:noFill/>
            <a:ln>
              <a:noFill/>
            </a:ln>
          </p:spPr>
        </p:pic>
        <p:pic>
          <p:nvPicPr>
            <p:cNvPr id="1011" name="Google Shape;1011;p52"/>
            <p:cNvPicPr preferRelativeResize="0"/>
            <p:nvPr/>
          </p:nvPicPr>
          <p:blipFill rotWithShape="1">
            <a:blip r:embed="rId13">
              <a:alphaModFix/>
            </a:blip>
            <a:srcRect/>
            <a:stretch/>
          </p:blipFill>
          <p:spPr>
            <a:xfrm>
              <a:off x="576567" y="2378722"/>
              <a:ext cx="69291" cy="69291"/>
            </a:xfrm>
            <a:prstGeom prst="rect">
              <a:avLst/>
            </a:prstGeom>
            <a:noFill/>
            <a:ln>
              <a:noFill/>
            </a:ln>
          </p:spPr>
        </p:pic>
        <p:pic>
          <p:nvPicPr>
            <p:cNvPr id="1012" name="Google Shape;1012;p52"/>
            <p:cNvPicPr preferRelativeResize="0"/>
            <p:nvPr/>
          </p:nvPicPr>
          <p:blipFill rotWithShape="1">
            <a:blip r:embed="rId14">
              <a:alphaModFix/>
            </a:blip>
            <a:srcRect/>
            <a:stretch/>
          </p:blipFill>
          <p:spPr>
            <a:xfrm>
              <a:off x="576567" y="2562186"/>
              <a:ext cx="69291" cy="69291"/>
            </a:xfrm>
            <a:prstGeom prst="rect">
              <a:avLst/>
            </a:prstGeom>
            <a:noFill/>
            <a:ln>
              <a:noFill/>
            </a:ln>
          </p:spPr>
        </p:pic>
        <p:pic>
          <p:nvPicPr>
            <p:cNvPr id="1013" name="Google Shape;1013;p52"/>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1014" name="Google Shape;1014;p52"/>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1015" name="Google Shape;1015;p52"/>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1016" name="Google Shape;1016;p52"/>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1017" name="Google Shape;1017;p52"/>
          <p:cNvSpPr txBox="1"/>
          <p:nvPr/>
        </p:nvSpPr>
        <p:spPr>
          <a:xfrm>
            <a:off x="563025" y="391150"/>
            <a:ext cx="51189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latin typeface="Arial"/>
                <a:ea typeface="Arial"/>
                <a:cs typeface="Arial"/>
                <a:sym typeface="Arial"/>
              </a:rPr>
              <a:t> </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latin typeface="Arial"/>
                <a:ea typeface="Arial"/>
                <a:cs typeface="Arial"/>
                <a:sym typeface="Arial"/>
              </a:rPr>
              <a:t> </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D6D6EF"/>
                </a:solidFill>
                <a:latin typeface="Bookman Old Style"/>
                <a:ea typeface="Bookman Old Style"/>
                <a:cs typeface="Bookman Old Style"/>
                <a:sym typeface="Bookman Old Style"/>
              </a:rPr>
              <a:t> </a:t>
            </a:r>
            <a:endParaRPr sz="1300">
              <a:solidFill>
                <a:srgbClr val="D6D6EF"/>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1018" name="Google Shape;1018;p52"/>
          <p:cNvGrpSpPr/>
          <p:nvPr/>
        </p:nvGrpSpPr>
        <p:grpSpPr>
          <a:xfrm>
            <a:off x="0" y="3141936"/>
            <a:ext cx="5760262" cy="92075"/>
            <a:chOff x="0" y="3141936"/>
            <a:chExt cx="5760262" cy="92075"/>
          </a:xfrm>
        </p:grpSpPr>
        <p:sp>
          <p:nvSpPr>
            <p:cNvPr id="1019" name="Google Shape;1019;p52"/>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20" name="Google Shape;1020;p52"/>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21" name="Google Shape;1021;p52"/>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22" name="Google Shape;1022;p5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023" name="Google Shape;1023;p5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1024" name="Google Shape;1024;p52"/>
          <p:cNvSpPr txBox="1">
            <a:spLocks noGrp="1"/>
          </p:cNvSpPr>
          <p:nvPr>
            <p:ph type="sldNum" idx="12"/>
          </p:nvPr>
        </p:nvSpPr>
        <p:spPr>
          <a:xfrm>
            <a:off x="4627902" y="3137675"/>
            <a:ext cx="474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46</a:t>
            </a:fld>
            <a:r>
              <a:rPr lang="en-US"/>
              <a:t> / 100</a:t>
            </a:r>
            <a:endParaRPr/>
          </a:p>
        </p:txBody>
      </p:sp>
    </p:spTree>
  </p:cSld>
  <p:clrMapOvr>
    <a:masterClrMapping/>
  </p:clrMapOvr>
  <p:transition>
    <p:fade thruBlk="1"/>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p53"/>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hat</a:t>
            </a:r>
            <a:r>
              <a:rPr lang="en-US">
                <a:solidFill>
                  <a:srgbClr val="FFFFFF"/>
                </a:solidFill>
              </a:rPr>
              <a:t> </a:t>
            </a:r>
            <a:r>
              <a:rPr lang="en-US" cap="small">
                <a:solidFill>
                  <a:srgbClr val="FFFFFF"/>
                </a:solidFill>
              </a:rPr>
              <a:t>is</a:t>
            </a:r>
            <a:r>
              <a:rPr lang="en-US">
                <a:solidFill>
                  <a:srgbClr val="FFFFFF"/>
                </a:solidFill>
              </a:rPr>
              <a:t> M</a:t>
            </a:r>
            <a:r>
              <a:rPr lang="en-US" cap="small">
                <a:solidFill>
                  <a:srgbClr val="FFFFFF"/>
                </a:solidFill>
              </a:rPr>
              <a:t>ulti</a:t>
            </a:r>
            <a:r>
              <a:rPr lang="en-US">
                <a:solidFill>
                  <a:srgbClr val="FFFFFF"/>
                </a:solidFill>
              </a:rPr>
              <a:t>-</a:t>
            </a:r>
            <a:r>
              <a:rPr lang="en-US" cap="small">
                <a:solidFill>
                  <a:srgbClr val="FFFFFF"/>
                </a:solidFill>
              </a:rPr>
              <a:t>class</a:t>
            </a:r>
            <a:r>
              <a:rPr lang="en-US">
                <a:solidFill>
                  <a:srgbClr val="FFFFFF"/>
                </a:solidFill>
              </a:rPr>
              <a:t> C</a:t>
            </a:r>
            <a:r>
              <a:rPr lang="en-US" cap="small">
                <a:solidFill>
                  <a:srgbClr val="FFFFFF"/>
                </a:solidFill>
              </a:rPr>
              <a:t>lassification</a:t>
            </a:r>
            <a:r>
              <a:rPr lang="en-US">
                <a:solidFill>
                  <a:srgbClr val="FFFFFF"/>
                </a:solidFill>
              </a:rPr>
              <a:t>?</a:t>
            </a:r>
            <a:endParaRPr/>
          </a:p>
        </p:txBody>
      </p:sp>
      <p:sp>
        <p:nvSpPr>
          <p:cNvPr id="1030" name="Google Shape;1030;p5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031" name="Google Shape;1031;p5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032" name="Google Shape;1032;p53"/>
          <p:cNvSpPr txBox="1">
            <a:spLocks noGrp="1"/>
          </p:cNvSpPr>
          <p:nvPr>
            <p:ph type="sldNum" idx="12"/>
          </p:nvPr>
        </p:nvSpPr>
        <p:spPr>
          <a:xfrm>
            <a:off x="4627902" y="3137675"/>
            <a:ext cx="492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47</a:t>
            </a:fld>
            <a:r>
              <a:rPr lang="en-US"/>
              <a:t> / 100</a:t>
            </a:r>
            <a:endParaRPr/>
          </a:p>
        </p:txBody>
      </p:sp>
      <p:pic>
        <p:nvPicPr>
          <p:cNvPr id="1033" name="Google Shape;1033;p53"/>
          <p:cNvPicPr preferRelativeResize="0"/>
          <p:nvPr/>
        </p:nvPicPr>
        <p:blipFill>
          <a:blip r:embed="rId4">
            <a:alphaModFix/>
          </a:blip>
          <a:stretch>
            <a:fillRect/>
          </a:stretch>
        </p:blipFill>
        <p:spPr>
          <a:xfrm>
            <a:off x="152400" y="550235"/>
            <a:ext cx="5192062" cy="2435037"/>
          </a:xfrm>
          <a:prstGeom prst="rect">
            <a:avLst/>
          </a:prstGeom>
          <a:noFill/>
          <a:ln>
            <a:noFill/>
          </a:ln>
        </p:spPr>
      </p:pic>
    </p:spTree>
  </p:cSld>
  <p:clrMapOvr>
    <a:masterClrMapping/>
  </p:clrMapOvr>
  <p:transition>
    <p:fade thruBlk="1"/>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p54"/>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E</a:t>
            </a:r>
            <a:r>
              <a:rPr lang="en-US" cap="small">
                <a:solidFill>
                  <a:srgbClr val="FFFFFF"/>
                </a:solidFill>
              </a:rPr>
              <a:t>xamples</a:t>
            </a:r>
            <a:r>
              <a:rPr lang="en-US">
                <a:solidFill>
                  <a:srgbClr val="FFFFFF"/>
                </a:solidFill>
              </a:rPr>
              <a:t> </a:t>
            </a:r>
            <a:r>
              <a:rPr lang="en-US" cap="small">
                <a:solidFill>
                  <a:srgbClr val="FFFFFF"/>
                </a:solidFill>
              </a:rPr>
              <a:t>of</a:t>
            </a:r>
            <a:r>
              <a:rPr lang="en-US">
                <a:solidFill>
                  <a:srgbClr val="FFFFFF"/>
                </a:solidFill>
              </a:rPr>
              <a:t> M</a:t>
            </a:r>
            <a:r>
              <a:rPr lang="en-US" cap="small">
                <a:solidFill>
                  <a:srgbClr val="FFFFFF"/>
                </a:solidFill>
              </a:rPr>
              <a:t>ulti</a:t>
            </a:r>
            <a:r>
              <a:rPr lang="en-US">
                <a:solidFill>
                  <a:srgbClr val="FFFFFF"/>
                </a:solidFill>
              </a:rPr>
              <a:t>-</a:t>
            </a:r>
            <a:r>
              <a:rPr lang="en-US" cap="small">
                <a:solidFill>
                  <a:srgbClr val="FFFFFF"/>
                </a:solidFill>
              </a:rPr>
              <a:t>class</a:t>
            </a:r>
            <a:r>
              <a:rPr lang="en-US">
                <a:solidFill>
                  <a:srgbClr val="FFFFFF"/>
                </a:solidFill>
              </a:rPr>
              <a:t> C</a:t>
            </a:r>
            <a:r>
              <a:rPr lang="en-US" cap="small">
                <a:solidFill>
                  <a:srgbClr val="FFFFFF"/>
                </a:solidFill>
              </a:rPr>
              <a:t>lassification</a:t>
            </a:r>
            <a:endParaRPr/>
          </a:p>
        </p:txBody>
      </p:sp>
      <p:pic>
        <p:nvPicPr>
          <p:cNvPr id="1039" name="Google Shape;1039;p54"/>
          <p:cNvPicPr preferRelativeResize="0"/>
          <p:nvPr/>
        </p:nvPicPr>
        <p:blipFill rotWithShape="1">
          <a:blip r:embed="rId3">
            <a:alphaModFix/>
          </a:blip>
          <a:srcRect/>
          <a:stretch/>
        </p:blipFill>
        <p:spPr>
          <a:xfrm>
            <a:off x="456996" y="648563"/>
            <a:ext cx="121259" cy="121259"/>
          </a:xfrm>
          <a:prstGeom prst="rect">
            <a:avLst/>
          </a:prstGeom>
          <a:noFill/>
          <a:ln>
            <a:noFill/>
          </a:ln>
        </p:spPr>
      </p:pic>
      <p:sp>
        <p:nvSpPr>
          <p:cNvPr id="1040" name="Google Shape;1040;p54"/>
          <p:cNvSpPr txBox="1"/>
          <p:nvPr/>
        </p:nvSpPr>
        <p:spPr>
          <a:xfrm>
            <a:off x="483946" y="638713"/>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1</a:t>
            </a:r>
            <a:endParaRPr sz="600">
              <a:latin typeface="Bookman Old Style"/>
              <a:ea typeface="Bookman Old Style"/>
              <a:cs typeface="Bookman Old Style"/>
              <a:sym typeface="Bookman Old Style"/>
            </a:endParaRPr>
          </a:p>
        </p:txBody>
      </p:sp>
      <p:pic>
        <p:nvPicPr>
          <p:cNvPr id="1041" name="Google Shape;1041;p54"/>
          <p:cNvPicPr preferRelativeResize="0"/>
          <p:nvPr/>
        </p:nvPicPr>
        <p:blipFill rotWithShape="1">
          <a:blip r:embed="rId4">
            <a:alphaModFix/>
          </a:blip>
          <a:srcRect/>
          <a:stretch/>
        </p:blipFill>
        <p:spPr>
          <a:xfrm>
            <a:off x="456996" y="1228051"/>
            <a:ext cx="121259" cy="121259"/>
          </a:xfrm>
          <a:prstGeom prst="rect">
            <a:avLst/>
          </a:prstGeom>
          <a:noFill/>
          <a:ln>
            <a:noFill/>
          </a:ln>
        </p:spPr>
      </p:pic>
      <p:sp>
        <p:nvSpPr>
          <p:cNvPr id="1042" name="Google Shape;1042;p54"/>
          <p:cNvSpPr txBox="1"/>
          <p:nvPr/>
        </p:nvSpPr>
        <p:spPr>
          <a:xfrm>
            <a:off x="483946" y="1218201"/>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2</a:t>
            </a:r>
            <a:endParaRPr sz="600">
              <a:latin typeface="Bookman Old Style"/>
              <a:ea typeface="Bookman Old Style"/>
              <a:cs typeface="Bookman Old Style"/>
              <a:sym typeface="Bookman Old Style"/>
            </a:endParaRPr>
          </a:p>
        </p:txBody>
      </p:sp>
      <p:pic>
        <p:nvPicPr>
          <p:cNvPr id="1043" name="Google Shape;1043;p54"/>
          <p:cNvPicPr preferRelativeResize="0"/>
          <p:nvPr/>
        </p:nvPicPr>
        <p:blipFill rotWithShape="1">
          <a:blip r:embed="rId5">
            <a:alphaModFix/>
          </a:blip>
          <a:srcRect/>
          <a:stretch/>
        </p:blipFill>
        <p:spPr>
          <a:xfrm>
            <a:off x="456996" y="1807540"/>
            <a:ext cx="121259" cy="121259"/>
          </a:xfrm>
          <a:prstGeom prst="rect">
            <a:avLst/>
          </a:prstGeom>
          <a:noFill/>
          <a:ln>
            <a:noFill/>
          </a:ln>
        </p:spPr>
      </p:pic>
      <p:sp>
        <p:nvSpPr>
          <p:cNvPr id="1044" name="Google Shape;1044;p54"/>
          <p:cNvSpPr txBox="1"/>
          <p:nvPr/>
        </p:nvSpPr>
        <p:spPr>
          <a:xfrm>
            <a:off x="483946" y="1797690"/>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3</a:t>
            </a:r>
            <a:endParaRPr sz="600">
              <a:latin typeface="Bookman Old Style"/>
              <a:ea typeface="Bookman Old Style"/>
              <a:cs typeface="Bookman Old Style"/>
              <a:sym typeface="Bookman Old Style"/>
            </a:endParaRPr>
          </a:p>
        </p:txBody>
      </p:sp>
      <p:pic>
        <p:nvPicPr>
          <p:cNvPr id="1045" name="Google Shape;1045;p54"/>
          <p:cNvPicPr preferRelativeResize="0"/>
          <p:nvPr/>
        </p:nvPicPr>
        <p:blipFill rotWithShape="1">
          <a:blip r:embed="rId6">
            <a:alphaModFix/>
          </a:blip>
          <a:srcRect/>
          <a:stretch/>
        </p:blipFill>
        <p:spPr>
          <a:xfrm>
            <a:off x="456996" y="2387028"/>
            <a:ext cx="121259" cy="121259"/>
          </a:xfrm>
          <a:prstGeom prst="rect">
            <a:avLst/>
          </a:prstGeom>
          <a:noFill/>
          <a:ln>
            <a:noFill/>
          </a:ln>
        </p:spPr>
      </p:pic>
      <p:sp>
        <p:nvSpPr>
          <p:cNvPr id="1046" name="Google Shape;1046;p54"/>
          <p:cNvSpPr txBox="1"/>
          <p:nvPr/>
        </p:nvSpPr>
        <p:spPr>
          <a:xfrm>
            <a:off x="483946" y="2377178"/>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4</a:t>
            </a:r>
            <a:endParaRPr sz="600">
              <a:latin typeface="Bookman Old Style"/>
              <a:ea typeface="Bookman Old Style"/>
              <a:cs typeface="Bookman Old Style"/>
              <a:sym typeface="Bookman Old Style"/>
            </a:endParaRPr>
          </a:p>
        </p:txBody>
      </p:sp>
      <p:sp>
        <p:nvSpPr>
          <p:cNvPr id="1047" name="Google Shape;1047;p54"/>
          <p:cNvSpPr txBox="1"/>
          <p:nvPr/>
        </p:nvSpPr>
        <p:spPr>
          <a:xfrm>
            <a:off x="619226" y="571276"/>
            <a:ext cx="4596900" cy="2235900"/>
          </a:xfrm>
          <a:prstGeom prst="rect">
            <a:avLst/>
          </a:prstGeom>
          <a:noFill/>
          <a:ln>
            <a:noFill/>
          </a:ln>
        </p:spPr>
        <p:txBody>
          <a:bodyPr spcFirstLastPara="1" wrap="square" lIns="0" tIns="46975" rIns="0" bIns="0" anchor="t" anchorCtr="0">
            <a:spAutoFit/>
          </a:bodyPr>
          <a:lstStyle/>
          <a:p>
            <a:pPr marL="38100" lvl="0" indent="0" algn="l" rtl="0">
              <a:lnSpc>
                <a:spcPct val="100000"/>
              </a:lnSpc>
              <a:spcBef>
                <a:spcPts val="0"/>
              </a:spcBef>
              <a:spcAft>
                <a:spcPts val="0"/>
              </a:spcAft>
              <a:buNone/>
            </a:pPr>
            <a:r>
              <a:rPr lang="en-US" sz="1050">
                <a:solidFill>
                  <a:srgbClr val="1B1472"/>
                </a:solidFill>
                <a:latin typeface="Arial"/>
                <a:ea typeface="Arial"/>
                <a:cs typeface="Arial"/>
                <a:sym typeface="Arial"/>
              </a:rPr>
              <a:t>Handwritten Digit Recognition (MNIST)</a:t>
            </a:r>
            <a:endParaRPr sz="1050">
              <a:latin typeface="Arial"/>
              <a:ea typeface="Arial"/>
              <a:cs typeface="Arial"/>
              <a:sym typeface="Arial"/>
            </a:endParaRPr>
          </a:p>
          <a:p>
            <a:pPr marL="457200" lvl="0" indent="-292100" algn="l" rtl="0">
              <a:lnSpc>
                <a:spcPct val="100000"/>
              </a:lnSpc>
              <a:spcBef>
                <a:spcPts val="244"/>
              </a:spcBef>
              <a:spcAft>
                <a:spcPts val="0"/>
              </a:spcAft>
              <a:buSzPts val="1000"/>
              <a:buChar char="●"/>
            </a:pPr>
            <a:r>
              <a:rPr lang="en-US" sz="950">
                <a:latin typeface="Arial"/>
                <a:ea typeface="Arial"/>
                <a:cs typeface="Arial"/>
                <a:sym typeface="Arial"/>
              </a:rPr>
              <a:t>Input: 28 </a:t>
            </a:r>
            <a:r>
              <a:rPr lang="en-US" sz="1100">
                <a:latin typeface="Lucida Sans"/>
                <a:ea typeface="Lucida Sans"/>
                <a:cs typeface="Lucida Sans"/>
                <a:sym typeface="Lucida Sans"/>
              </a:rPr>
              <a:t>× </a:t>
            </a:r>
            <a:r>
              <a:rPr lang="en-US" sz="950">
                <a:latin typeface="Arial"/>
                <a:ea typeface="Arial"/>
                <a:cs typeface="Arial"/>
                <a:sym typeface="Arial"/>
              </a:rPr>
              <a:t>28 pixel image</a:t>
            </a:r>
            <a:endParaRPr sz="950"/>
          </a:p>
          <a:p>
            <a:pPr marL="457200" lvl="0" indent="-292100" algn="l" rtl="0">
              <a:lnSpc>
                <a:spcPct val="100000"/>
              </a:lnSpc>
              <a:spcBef>
                <a:spcPts val="0"/>
              </a:spcBef>
              <a:spcAft>
                <a:spcPts val="0"/>
              </a:spcAft>
              <a:buSzPts val="1000"/>
              <a:buChar char="●"/>
            </a:pPr>
            <a:r>
              <a:rPr lang="en-US" sz="950">
                <a:latin typeface="Arial"/>
                <a:ea typeface="Arial"/>
                <a:cs typeface="Arial"/>
                <a:sym typeface="Arial"/>
              </a:rPr>
              <a:t>Output: One of 10 digits (0-9)</a:t>
            </a:r>
            <a:endParaRPr sz="950">
              <a:latin typeface="Arial"/>
              <a:ea typeface="Arial"/>
              <a:cs typeface="Arial"/>
              <a:sym typeface="Arial"/>
            </a:endParaRPr>
          </a:p>
          <a:p>
            <a:pPr marL="38100" lvl="0" indent="0" algn="l" rtl="0">
              <a:lnSpc>
                <a:spcPct val="100000"/>
              </a:lnSpc>
              <a:spcBef>
                <a:spcPts val="409"/>
              </a:spcBef>
              <a:spcAft>
                <a:spcPts val="0"/>
              </a:spcAft>
              <a:buNone/>
            </a:pPr>
            <a:r>
              <a:rPr lang="en-US" sz="1050">
                <a:solidFill>
                  <a:srgbClr val="1B1472"/>
                </a:solidFill>
                <a:latin typeface="Arial"/>
                <a:ea typeface="Arial"/>
                <a:cs typeface="Arial"/>
                <a:sym typeface="Arial"/>
              </a:rPr>
              <a:t>Image Classification (ImageNet)</a:t>
            </a:r>
            <a:endParaRPr sz="1050">
              <a:latin typeface="Arial"/>
              <a:ea typeface="Arial"/>
              <a:cs typeface="Arial"/>
              <a:sym typeface="Arial"/>
            </a:endParaRPr>
          </a:p>
          <a:p>
            <a:pPr marL="457200" lvl="0" indent="-288925" algn="l" rtl="0">
              <a:lnSpc>
                <a:spcPct val="100000"/>
              </a:lnSpc>
              <a:spcBef>
                <a:spcPts val="395"/>
              </a:spcBef>
              <a:spcAft>
                <a:spcPts val="0"/>
              </a:spcAft>
              <a:buSzPts val="950"/>
              <a:buFont typeface="Arial"/>
              <a:buChar char="●"/>
            </a:pPr>
            <a:r>
              <a:rPr lang="en-US" sz="950">
                <a:latin typeface="Arial"/>
                <a:ea typeface="Arial"/>
                <a:cs typeface="Arial"/>
                <a:sym typeface="Arial"/>
              </a:rPr>
              <a:t>Input: Color image</a:t>
            </a:r>
            <a:endParaRPr sz="950"/>
          </a:p>
          <a:p>
            <a:pPr marL="457200" lvl="0" indent="-288925" algn="l" rtl="0">
              <a:lnSpc>
                <a:spcPct val="100000"/>
              </a:lnSpc>
              <a:spcBef>
                <a:spcPts val="0"/>
              </a:spcBef>
              <a:spcAft>
                <a:spcPts val="0"/>
              </a:spcAft>
              <a:buSzPts val="950"/>
              <a:buFont typeface="Arial"/>
              <a:buChar char="●"/>
            </a:pPr>
            <a:r>
              <a:rPr lang="en-US" sz="950">
                <a:latin typeface="Arial"/>
                <a:ea typeface="Arial"/>
                <a:cs typeface="Arial"/>
                <a:sym typeface="Arial"/>
              </a:rPr>
              <a:t>Output: One of 1000 object categories (cat, dog, car, plane, ...)</a:t>
            </a:r>
            <a:endParaRPr sz="950">
              <a:latin typeface="Arial"/>
              <a:ea typeface="Arial"/>
              <a:cs typeface="Arial"/>
              <a:sym typeface="Arial"/>
            </a:endParaRPr>
          </a:p>
          <a:p>
            <a:pPr marL="38100" lvl="0" indent="0" algn="l" rtl="0">
              <a:lnSpc>
                <a:spcPct val="100000"/>
              </a:lnSpc>
              <a:spcBef>
                <a:spcPts val="415"/>
              </a:spcBef>
              <a:spcAft>
                <a:spcPts val="0"/>
              </a:spcAft>
              <a:buNone/>
            </a:pPr>
            <a:r>
              <a:rPr lang="en-US" sz="1050">
                <a:solidFill>
                  <a:srgbClr val="1B1472"/>
                </a:solidFill>
                <a:latin typeface="Arial"/>
                <a:ea typeface="Arial"/>
                <a:cs typeface="Arial"/>
                <a:sym typeface="Arial"/>
              </a:rPr>
              <a:t>Text Classification</a:t>
            </a:r>
            <a:endParaRPr sz="1050">
              <a:latin typeface="Arial"/>
              <a:ea typeface="Arial"/>
              <a:cs typeface="Arial"/>
              <a:sym typeface="Arial"/>
            </a:endParaRPr>
          </a:p>
          <a:p>
            <a:pPr marL="457200" lvl="0" indent="-288925" algn="l" rtl="0">
              <a:lnSpc>
                <a:spcPct val="100000"/>
              </a:lnSpc>
              <a:spcBef>
                <a:spcPts val="395"/>
              </a:spcBef>
              <a:spcAft>
                <a:spcPts val="0"/>
              </a:spcAft>
              <a:buSzPts val="950"/>
              <a:buFont typeface="Arial"/>
              <a:buChar char="●"/>
            </a:pPr>
            <a:r>
              <a:rPr lang="en-US" sz="950">
                <a:latin typeface="Arial"/>
                <a:ea typeface="Arial"/>
                <a:cs typeface="Arial"/>
                <a:sym typeface="Arial"/>
              </a:rPr>
              <a:t>Input: News article text</a:t>
            </a:r>
            <a:endParaRPr sz="950">
              <a:latin typeface="Arial"/>
              <a:ea typeface="Arial"/>
              <a:cs typeface="Arial"/>
              <a:sym typeface="Arial"/>
            </a:endParaRPr>
          </a:p>
          <a:p>
            <a:pPr marL="457200" lvl="0" indent="-288925" algn="l" rtl="0">
              <a:lnSpc>
                <a:spcPct val="100000"/>
              </a:lnSpc>
              <a:spcBef>
                <a:spcPts val="0"/>
              </a:spcBef>
              <a:spcAft>
                <a:spcPts val="0"/>
              </a:spcAft>
              <a:buSzPts val="950"/>
              <a:buFont typeface="Arial"/>
              <a:buChar char="●"/>
            </a:pPr>
            <a:r>
              <a:rPr lang="en-US" sz="950">
                <a:latin typeface="Arial"/>
                <a:ea typeface="Arial"/>
                <a:cs typeface="Arial"/>
                <a:sym typeface="Arial"/>
              </a:rPr>
              <a:t>Output: Topic category (politics, sports, technology, entertainment, business)</a:t>
            </a:r>
            <a:endParaRPr sz="950">
              <a:latin typeface="Arial"/>
              <a:ea typeface="Arial"/>
              <a:cs typeface="Arial"/>
              <a:sym typeface="Arial"/>
            </a:endParaRPr>
          </a:p>
          <a:p>
            <a:pPr marL="38100" lvl="0" indent="0" algn="l" rtl="0">
              <a:lnSpc>
                <a:spcPct val="100000"/>
              </a:lnSpc>
              <a:spcBef>
                <a:spcPts val="414"/>
              </a:spcBef>
              <a:spcAft>
                <a:spcPts val="0"/>
              </a:spcAft>
              <a:buNone/>
            </a:pPr>
            <a:r>
              <a:rPr lang="en-US" sz="1050">
                <a:solidFill>
                  <a:srgbClr val="1B1472"/>
                </a:solidFill>
                <a:latin typeface="Arial"/>
                <a:ea typeface="Arial"/>
                <a:cs typeface="Arial"/>
                <a:sym typeface="Arial"/>
              </a:rPr>
              <a:t>Speech Recognition</a:t>
            </a:r>
            <a:endParaRPr sz="1050">
              <a:latin typeface="Arial"/>
              <a:ea typeface="Arial"/>
              <a:cs typeface="Arial"/>
              <a:sym typeface="Arial"/>
            </a:endParaRPr>
          </a:p>
          <a:p>
            <a:pPr marL="457200" lvl="0" indent="-288925" algn="l" rtl="0">
              <a:lnSpc>
                <a:spcPct val="100000"/>
              </a:lnSpc>
              <a:spcBef>
                <a:spcPts val="390"/>
              </a:spcBef>
              <a:spcAft>
                <a:spcPts val="0"/>
              </a:spcAft>
              <a:buSzPts val="950"/>
              <a:buFont typeface="Arial"/>
              <a:buChar char="●"/>
            </a:pPr>
            <a:r>
              <a:rPr lang="en-US" sz="950">
                <a:latin typeface="Arial"/>
                <a:ea typeface="Arial"/>
                <a:cs typeface="Arial"/>
                <a:sym typeface="Arial"/>
              </a:rPr>
              <a:t>Input: Audio features</a:t>
            </a:r>
            <a:endParaRPr sz="950">
              <a:latin typeface="Arial"/>
              <a:ea typeface="Arial"/>
              <a:cs typeface="Arial"/>
              <a:sym typeface="Arial"/>
            </a:endParaRPr>
          </a:p>
          <a:p>
            <a:pPr marL="457200" lvl="0" indent="-288925" algn="l" rtl="0">
              <a:lnSpc>
                <a:spcPct val="100000"/>
              </a:lnSpc>
              <a:spcBef>
                <a:spcPts val="0"/>
              </a:spcBef>
              <a:spcAft>
                <a:spcPts val="0"/>
              </a:spcAft>
              <a:buSzPts val="950"/>
              <a:buFont typeface="Arial"/>
              <a:buChar char="●"/>
            </a:pPr>
            <a:r>
              <a:rPr lang="en-US" sz="950">
                <a:latin typeface="Arial"/>
                <a:ea typeface="Arial"/>
                <a:cs typeface="Arial"/>
                <a:sym typeface="Arial"/>
              </a:rPr>
              <a:t>Output: Phoneme class (multiple phonemes in a language)</a:t>
            </a:r>
            <a:endParaRPr sz="950">
              <a:latin typeface="Arial"/>
              <a:ea typeface="Arial"/>
              <a:cs typeface="Arial"/>
              <a:sym typeface="Arial"/>
            </a:endParaRPr>
          </a:p>
        </p:txBody>
      </p:sp>
      <p:grpSp>
        <p:nvGrpSpPr>
          <p:cNvPr id="1048" name="Google Shape;1048;p54"/>
          <p:cNvGrpSpPr/>
          <p:nvPr/>
        </p:nvGrpSpPr>
        <p:grpSpPr>
          <a:xfrm>
            <a:off x="0" y="3141936"/>
            <a:ext cx="5760262" cy="92075"/>
            <a:chOff x="0" y="3141936"/>
            <a:chExt cx="5760262" cy="92075"/>
          </a:xfrm>
        </p:grpSpPr>
        <p:sp>
          <p:nvSpPr>
            <p:cNvPr id="1049" name="Google Shape;1049;p5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50" name="Google Shape;1050;p5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51" name="Google Shape;1051;p5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52" name="Google Shape;1052;p5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053" name="Google Shape;1053;p5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7"/>
              </a:rPr>
              <a:t>D</a:t>
            </a:r>
            <a:r>
              <a:rPr lang="en-US" sz="600" u="sng" cap="small">
                <a:solidFill>
                  <a:schemeClr val="hlink"/>
                </a:solidFill>
                <a:latin typeface="Bookman Old Style"/>
                <a:ea typeface="Bookman Old Style"/>
                <a:cs typeface="Bookman Old Style"/>
                <a:sym typeface="Bookman Old Style"/>
                <a:hlinkClick r:id="rId7"/>
              </a:rPr>
              <a:t>eep</a:t>
            </a:r>
            <a:r>
              <a:rPr lang="en-US" sz="600" u="sng">
                <a:solidFill>
                  <a:schemeClr val="hlink"/>
                </a:solidFill>
                <a:latin typeface="Bookman Old Style"/>
                <a:ea typeface="Bookman Old Style"/>
                <a:cs typeface="Bookman Old Style"/>
                <a:sym typeface="Bookman Old Style"/>
                <a:hlinkClick r:id="rId7"/>
              </a:rPr>
              <a:t> L</a:t>
            </a:r>
            <a:r>
              <a:rPr lang="en-US" sz="600" u="sng" cap="small">
                <a:solidFill>
                  <a:schemeClr val="hlink"/>
                </a:solidFill>
                <a:latin typeface="Bookman Old Style"/>
                <a:ea typeface="Bookman Old Style"/>
                <a:cs typeface="Bookman Old Style"/>
                <a:sym typeface="Bookman Old Style"/>
                <a:hlinkClick r:id="rId7"/>
              </a:rPr>
              <a:t>earning</a:t>
            </a:r>
            <a:endParaRPr sz="600">
              <a:latin typeface="Bookman Old Style"/>
              <a:ea typeface="Bookman Old Style"/>
              <a:cs typeface="Bookman Old Style"/>
              <a:sym typeface="Bookman Old Style"/>
            </a:endParaRPr>
          </a:p>
        </p:txBody>
      </p:sp>
      <p:sp>
        <p:nvSpPr>
          <p:cNvPr id="1054" name="Google Shape;1054;p54"/>
          <p:cNvSpPr txBox="1">
            <a:spLocks noGrp="1"/>
          </p:cNvSpPr>
          <p:nvPr>
            <p:ph type="sldNum" idx="12"/>
          </p:nvPr>
        </p:nvSpPr>
        <p:spPr>
          <a:xfrm>
            <a:off x="4627902" y="3137675"/>
            <a:ext cx="4821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48</a:t>
            </a:fld>
            <a:r>
              <a:rPr lang="en-US"/>
              <a:t> / 100</a:t>
            </a:r>
            <a:endParaRPr/>
          </a:p>
        </p:txBody>
      </p:sp>
    </p:spTree>
  </p:cSld>
  <p:clrMapOvr>
    <a:masterClrMapping/>
  </p:clrMapOvr>
  <p:transition>
    <p:fade thruBlk="1"/>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1059" name="Google Shape;1059;p5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M</a:t>
            </a:r>
            <a:r>
              <a:rPr lang="en-US" cap="small">
                <a:solidFill>
                  <a:srgbClr val="FFFFFF"/>
                </a:solidFill>
              </a:rPr>
              <a:t>ulti</a:t>
            </a:r>
            <a:r>
              <a:rPr lang="en-US">
                <a:solidFill>
                  <a:srgbClr val="FFFFFF"/>
                </a:solidFill>
              </a:rPr>
              <a:t>-</a:t>
            </a:r>
            <a:r>
              <a:rPr lang="en-US" cap="small">
                <a:solidFill>
                  <a:srgbClr val="FFFFFF"/>
                </a:solidFill>
              </a:rPr>
              <a:t>class</a:t>
            </a:r>
            <a:r>
              <a:rPr lang="en-US">
                <a:solidFill>
                  <a:srgbClr val="FFFFFF"/>
                </a:solidFill>
              </a:rPr>
              <a:t> C</a:t>
            </a:r>
            <a:r>
              <a:rPr lang="en-US" cap="small">
                <a:solidFill>
                  <a:srgbClr val="FFFFFF"/>
                </a:solidFill>
              </a:rPr>
              <a:t>lassification</a:t>
            </a:r>
            <a:r>
              <a:rPr lang="en-US">
                <a:solidFill>
                  <a:srgbClr val="FFFFFF"/>
                </a:solidFill>
              </a:rPr>
              <a:t>:  V</a:t>
            </a:r>
            <a:r>
              <a:rPr lang="en-US" cap="small">
                <a:solidFill>
                  <a:srgbClr val="FFFFFF"/>
                </a:solidFill>
              </a:rPr>
              <a:t>isual</a:t>
            </a:r>
            <a:r>
              <a:rPr lang="en-US">
                <a:solidFill>
                  <a:srgbClr val="FFFFFF"/>
                </a:solidFill>
              </a:rPr>
              <a:t> E</a:t>
            </a:r>
            <a:r>
              <a:rPr lang="en-US" cap="small">
                <a:solidFill>
                  <a:srgbClr val="FFFFFF"/>
                </a:solidFill>
              </a:rPr>
              <a:t>xample</a:t>
            </a:r>
            <a:endParaRPr/>
          </a:p>
        </p:txBody>
      </p:sp>
      <p:grpSp>
        <p:nvGrpSpPr>
          <p:cNvPr id="1060" name="Google Shape;1060;p55"/>
          <p:cNvGrpSpPr/>
          <p:nvPr/>
        </p:nvGrpSpPr>
        <p:grpSpPr>
          <a:xfrm>
            <a:off x="609759" y="2484018"/>
            <a:ext cx="2334957" cy="79375"/>
            <a:chOff x="609759" y="2484018"/>
            <a:chExt cx="2334957" cy="79375"/>
          </a:xfrm>
        </p:grpSpPr>
        <p:sp>
          <p:nvSpPr>
            <p:cNvPr id="1061" name="Google Shape;1061;p55"/>
            <p:cNvSpPr/>
            <p:nvPr/>
          </p:nvSpPr>
          <p:spPr>
            <a:xfrm>
              <a:off x="609759" y="2523528"/>
              <a:ext cx="2330450" cy="0"/>
            </a:xfrm>
            <a:custGeom>
              <a:avLst/>
              <a:gdLst/>
              <a:ahLst/>
              <a:cxnLst/>
              <a:rect l="l" t="t" r="r" b="b"/>
              <a:pathLst>
                <a:path w="2330450" h="120000" extrusionOk="0">
                  <a:moveTo>
                    <a:pt x="0" y="0"/>
                  </a:moveTo>
                  <a:lnTo>
                    <a:pt x="2329908"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62" name="Google Shape;1062;p55"/>
            <p:cNvSpPr/>
            <p:nvPr/>
          </p:nvSpPr>
          <p:spPr>
            <a:xfrm>
              <a:off x="2912332" y="2484018"/>
              <a:ext cx="32384" cy="79375"/>
            </a:xfrm>
            <a:custGeom>
              <a:avLst/>
              <a:gdLst/>
              <a:ahLst/>
              <a:cxnLst/>
              <a:rect l="l" t="t" r="r" b="b"/>
              <a:pathLst>
                <a:path w="32385" h="79375" extrusionOk="0">
                  <a:moveTo>
                    <a:pt x="0" y="0"/>
                  </a:moveTo>
                  <a:lnTo>
                    <a:pt x="5689" y="15525"/>
                  </a:lnTo>
                  <a:lnTo>
                    <a:pt x="13432" y="26915"/>
                  </a:lnTo>
                  <a:lnTo>
                    <a:pt x="22556" y="34724"/>
                  </a:lnTo>
                  <a:lnTo>
                    <a:pt x="32390" y="39509"/>
                  </a:lnTo>
                  <a:lnTo>
                    <a:pt x="22556" y="44293"/>
                  </a:lnTo>
                  <a:lnTo>
                    <a:pt x="13432" y="52102"/>
                  </a:lnTo>
                  <a:lnTo>
                    <a:pt x="5689" y="63492"/>
                  </a:lnTo>
                  <a:lnTo>
                    <a:pt x="0" y="79018"/>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63" name="Google Shape;1063;p55"/>
          <p:cNvSpPr txBox="1"/>
          <p:nvPr/>
        </p:nvSpPr>
        <p:spPr>
          <a:xfrm>
            <a:off x="2962262" y="2398349"/>
            <a:ext cx="195580"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1</a:t>
            </a:r>
            <a:endParaRPr sz="1050" baseline="-25000">
              <a:latin typeface="Arial"/>
              <a:ea typeface="Arial"/>
              <a:cs typeface="Arial"/>
              <a:sym typeface="Arial"/>
            </a:endParaRPr>
          </a:p>
        </p:txBody>
      </p:sp>
      <p:grpSp>
        <p:nvGrpSpPr>
          <p:cNvPr id="1064" name="Google Shape;1064;p55"/>
          <p:cNvGrpSpPr/>
          <p:nvPr/>
        </p:nvGrpSpPr>
        <p:grpSpPr>
          <a:xfrm>
            <a:off x="750253" y="728560"/>
            <a:ext cx="270121" cy="1975473"/>
            <a:chOff x="750253" y="728560"/>
            <a:chExt cx="270121" cy="1975473"/>
          </a:xfrm>
        </p:grpSpPr>
        <p:sp>
          <p:nvSpPr>
            <p:cNvPr id="1065" name="Google Shape;1065;p55"/>
            <p:cNvSpPr/>
            <p:nvPr/>
          </p:nvSpPr>
          <p:spPr>
            <a:xfrm>
              <a:off x="789762" y="733628"/>
              <a:ext cx="0" cy="1970405"/>
            </a:xfrm>
            <a:custGeom>
              <a:avLst/>
              <a:gdLst/>
              <a:ahLst/>
              <a:cxnLst/>
              <a:rect l="l" t="t" r="r" b="b"/>
              <a:pathLst>
                <a:path w="120000" h="1970405" extrusionOk="0">
                  <a:moveTo>
                    <a:pt x="0" y="1969902"/>
                  </a:moveTo>
                  <a:lnTo>
                    <a:pt x="0"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66" name="Google Shape;1066;p55"/>
            <p:cNvSpPr/>
            <p:nvPr/>
          </p:nvSpPr>
          <p:spPr>
            <a:xfrm>
              <a:off x="750253" y="728560"/>
              <a:ext cx="79375" cy="32384"/>
            </a:xfrm>
            <a:custGeom>
              <a:avLst/>
              <a:gdLst/>
              <a:ahLst/>
              <a:cxnLst/>
              <a:rect l="l" t="t" r="r" b="b"/>
              <a:pathLst>
                <a:path w="79375" h="32384" extrusionOk="0">
                  <a:moveTo>
                    <a:pt x="0" y="32390"/>
                  </a:moveTo>
                  <a:lnTo>
                    <a:pt x="15525" y="26701"/>
                  </a:lnTo>
                  <a:lnTo>
                    <a:pt x="26915" y="18958"/>
                  </a:lnTo>
                  <a:lnTo>
                    <a:pt x="34724" y="9833"/>
                  </a:lnTo>
                  <a:lnTo>
                    <a:pt x="39509" y="0"/>
                  </a:lnTo>
                  <a:lnTo>
                    <a:pt x="44293" y="9833"/>
                  </a:lnTo>
                  <a:lnTo>
                    <a:pt x="52102" y="18958"/>
                  </a:lnTo>
                  <a:lnTo>
                    <a:pt x="63492" y="26701"/>
                  </a:lnTo>
                  <a:lnTo>
                    <a:pt x="79018" y="3239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067" name="Google Shape;1067;p55"/>
            <p:cNvPicPr preferRelativeResize="0"/>
            <p:nvPr/>
          </p:nvPicPr>
          <p:blipFill rotWithShape="1">
            <a:blip r:embed="rId3">
              <a:alphaModFix/>
            </a:blip>
            <a:srcRect/>
            <a:stretch/>
          </p:blipFill>
          <p:spPr>
            <a:xfrm>
              <a:off x="919153" y="1032903"/>
              <a:ext cx="101221" cy="101218"/>
            </a:xfrm>
            <a:prstGeom prst="rect">
              <a:avLst/>
            </a:prstGeom>
            <a:noFill/>
            <a:ln>
              <a:noFill/>
            </a:ln>
          </p:spPr>
        </p:pic>
      </p:grpSp>
      <p:sp>
        <p:nvSpPr>
          <p:cNvPr id="1068" name="Google Shape;1068;p55"/>
          <p:cNvSpPr txBox="1"/>
          <p:nvPr/>
        </p:nvSpPr>
        <p:spPr>
          <a:xfrm>
            <a:off x="938060" y="1134569"/>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B28C8C"/>
                </a:solidFill>
                <a:latin typeface="Arial"/>
                <a:ea typeface="Arial"/>
                <a:cs typeface="Arial"/>
                <a:sym typeface="Arial"/>
              </a:rPr>
              <a:t>1</a:t>
            </a:r>
            <a:endParaRPr sz="500">
              <a:latin typeface="Arial"/>
              <a:ea typeface="Arial"/>
              <a:cs typeface="Arial"/>
              <a:sym typeface="Arial"/>
            </a:endParaRPr>
          </a:p>
        </p:txBody>
      </p:sp>
      <p:sp>
        <p:nvSpPr>
          <p:cNvPr id="1069" name="Google Shape;1069;p55"/>
          <p:cNvSpPr/>
          <p:nvPr/>
        </p:nvSpPr>
        <p:spPr>
          <a:xfrm>
            <a:off x="1099155" y="852893"/>
            <a:ext cx="101600" cy="101600"/>
          </a:xfrm>
          <a:custGeom>
            <a:avLst/>
            <a:gdLst/>
            <a:ahLst/>
            <a:cxnLst/>
            <a:rect l="l" t="t" r="r" b="b"/>
            <a:pathLst>
              <a:path w="101600" h="101600" extrusionOk="0">
                <a:moveTo>
                  <a:pt x="50610" y="0"/>
                </a:moveTo>
                <a:lnTo>
                  <a:pt x="30910" y="3976"/>
                </a:lnTo>
                <a:lnTo>
                  <a:pt x="14823" y="14822"/>
                </a:lnTo>
                <a:lnTo>
                  <a:pt x="3977" y="30909"/>
                </a:lnTo>
                <a:lnTo>
                  <a:pt x="0" y="50609"/>
                </a:lnTo>
                <a:lnTo>
                  <a:pt x="3977" y="70309"/>
                </a:lnTo>
                <a:lnTo>
                  <a:pt x="14823" y="86396"/>
                </a:lnTo>
                <a:lnTo>
                  <a:pt x="30910" y="97242"/>
                </a:lnTo>
                <a:lnTo>
                  <a:pt x="50610" y="101218"/>
                </a:lnTo>
                <a:lnTo>
                  <a:pt x="70310" y="97242"/>
                </a:lnTo>
                <a:lnTo>
                  <a:pt x="86397" y="86396"/>
                </a:lnTo>
                <a:lnTo>
                  <a:pt x="97244" y="70309"/>
                </a:lnTo>
                <a:lnTo>
                  <a:pt x="101221" y="50609"/>
                </a:lnTo>
                <a:lnTo>
                  <a:pt x="97244" y="30909"/>
                </a:lnTo>
                <a:lnTo>
                  <a:pt x="86397" y="14822"/>
                </a:lnTo>
                <a:lnTo>
                  <a:pt x="70310" y="3976"/>
                </a:lnTo>
                <a:lnTo>
                  <a:pt x="50610" y="0"/>
                </a:lnTo>
                <a:close/>
              </a:path>
            </a:pathLst>
          </a:custGeom>
          <a:solidFill>
            <a:srgbClr val="FFC8C8"/>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70" name="Google Shape;1070;p55"/>
          <p:cNvSpPr txBox="1"/>
          <p:nvPr/>
        </p:nvSpPr>
        <p:spPr>
          <a:xfrm>
            <a:off x="1118069" y="954572"/>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B28C8C"/>
                </a:solidFill>
                <a:latin typeface="Arial"/>
                <a:ea typeface="Arial"/>
                <a:cs typeface="Arial"/>
                <a:sym typeface="Arial"/>
              </a:rPr>
              <a:t>1</a:t>
            </a:r>
            <a:endParaRPr sz="500">
              <a:latin typeface="Arial"/>
              <a:ea typeface="Arial"/>
              <a:cs typeface="Arial"/>
              <a:sym typeface="Arial"/>
            </a:endParaRPr>
          </a:p>
        </p:txBody>
      </p:sp>
      <p:pic>
        <p:nvPicPr>
          <p:cNvPr id="1071" name="Google Shape;1071;p55"/>
          <p:cNvPicPr preferRelativeResize="0"/>
          <p:nvPr/>
        </p:nvPicPr>
        <p:blipFill rotWithShape="1">
          <a:blip r:embed="rId3">
            <a:alphaModFix/>
          </a:blip>
          <a:srcRect/>
          <a:stretch/>
        </p:blipFill>
        <p:spPr>
          <a:xfrm>
            <a:off x="1279157" y="1104900"/>
            <a:ext cx="101221" cy="101218"/>
          </a:xfrm>
          <a:prstGeom prst="rect">
            <a:avLst/>
          </a:prstGeom>
          <a:noFill/>
          <a:ln>
            <a:noFill/>
          </a:ln>
        </p:spPr>
      </p:pic>
      <p:sp>
        <p:nvSpPr>
          <p:cNvPr id="1072" name="Google Shape;1072;p55"/>
          <p:cNvSpPr txBox="1"/>
          <p:nvPr/>
        </p:nvSpPr>
        <p:spPr>
          <a:xfrm>
            <a:off x="1298066" y="1206565"/>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B28C8C"/>
                </a:solidFill>
                <a:latin typeface="Arial"/>
                <a:ea typeface="Arial"/>
                <a:cs typeface="Arial"/>
                <a:sym typeface="Arial"/>
              </a:rPr>
              <a:t>1</a:t>
            </a:r>
            <a:endParaRPr sz="500">
              <a:latin typeface="Arial"/>
              <a:ea typeface="Arial"/>
              <a:cs typeface="Arial"/>
              <a:sym typeface="Arial"/>
            </a:endParaRPr>
          </a:p>
        </p:txBody>
      </p:sp>
      <p:pic>
        <p:nvPicPr>
          <p:cNvPr id="1073" name="Google Shape;1073;p55"/>
          <p:cNvPicPr preferRelativeResize="0"/>
          <p:nvPr/>
        </p:nvPicPr>
        <p:blipFill rotWithShape="1">
          <a:blip r:embed="rId3">
            <a:alphaModFix/>
          </a:blip>
          <a:srcRect/>
          <a:stretch/>
        </p:blipFill>
        <p:spPr>
          <a:xfrm>
            <a:off x="1027155" y="1320904"/>
            <a:ext cx="101221" cy="101221"/>
          </a:xfrm>
          <a:prstGeom prst="rect">
            <a:avLst/>
          </a:prstGeom>
          <a:noFill/>
          <a:ln>
            <a:noFill/>
          </a:ln>
        </p:spPr>
      </p:pic>
      <p:sp>
        <p:nvSpPr>
          <p:cNvPr id="1074" name="Google Shape;1074;p55"/>
          <p:cNvSpPr txBox="1"/>
          <p:nvPr/>
        </p:nvSpPr>
        <p:spPr>
          <a:xfrm>
            <a:off x="1046060" y="1422567"/>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B28C8C"/>
                </a:solidFill>
                <a:latin typeface="Arial"/>
                <a:ea typeface="Arial"/>
                <a:cs typeface="Arial"/>
                <a:sym typeface="Arial"/>
              </a:rPr>
              <a:t>1</a:t>
            </a:r>
            <a:endParaRPr sz="500">
              <a:latin typeface="Arial"/>
              <a:ea typeface="Arial"/>
              <a:cs typeface="Arial"/>
              <a:sym typeface="Arial"/>
            </a:endParaRPr>
          </a:p>
        </p:txBody>
      </p:sp>
      <p:sp>
        <p:nvSpPr>
          <p:cNvPr id="1075" name="Google Shape;1075;p55"/>
          <p:cNvSpPr/>
          <p:nvPr/>
        </p:nvSpPr>
        <p:spPr>
          <a:xfrm>
            <a:off x="1171155" y="960894"/>
            <a:ext cx="101600" cy="101600"/>
          </a:xfrm>
          <a:custGeom>
            <a:avLst/>
            <a:gdLst/>
            <a:ahLst/>
            <a:cxnLst/>
            <a:rect l="l" t="t" r="r" b="b"/>
            <a:pathLst>
              <a:path w="101600" h="101600" extrusionOk="0">
                <a:moveTo>
                  <a:pt x="50610" y="0"/>
                </a:moveTo>
                <a:lnTo>
                  <a:pt x="30910" y="3978"/>
                </a:lnTo>
                <a:lnTo>
                  <a:pt x="14823" y="14827"/>
                </a:lnTo>
                <a:lnTo>
                  <a:pt x="3977" y="30914"/>
                </a:lnTo>
                <a:lnTo>
                  <a:pt x="0" y="50609"/>
                </a:lnTo>
                <a:lnTo>
                  <a:pt x="3977" y="70311"/>
                </a:lnTo>
                <a:lnTo>
                  <a:pt x="14823" y="86402"/>
                </a:lnTo>
                <a:lnTo>
                  <a:pt x="30910" y="97252"/>
                </a:lnTo>
                <a:lnTo>
                  <a:pt x="50610" y="101231"/>
                </a:lnTo>
                <a:lnTo>
                  <a:pt x="70310" y="97252"/>
                </a:lnTo>
                <a:lnTo>
                  <a:pt x="86397" y="86402"/>
                </a:lnTo>
                <a:lnTo>
                  <a:pt x="97244" y="70311"/>
                </a:lnTo>
                <a:lnTo>
                  <a:pt x="101221" y="50609"/>
                </a:lnTo>
                <a:lnTo>
                  <a:pt x="97244" y="30914"/>
                </a:lnTo>
                <a:lnTo>
                  <a:pt x="86397" y="14827"/>
                </a:lnTo>
                <a:lnTo>
                  <a:pt x="70310" y="3978"/>
                </a:lnTo>
                <a:lnTo>
                  <a:pt x="50610" y="0"/>
                </a:lnTo>
                <a:close/>
              </a:path>
            </a:pathLst>
          </a:custGeom>
          <a:solidFill>
            <a:srgbClr val="FFC8C8"/>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76" name="Google Shape;1076;p55"/>
          <p:cNvSpPr txBox="1"/>
          <p:nvPr/>
        </p:nvSpPr>
        <p:spPr>
          <a:xfrm>
            <a:off x="1190066" y="1062573"/>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B28C8C"/>
                </a:solidFill>
                <a:latin typeface="Arial"/>
                <a:ea typeface="Arial"/>
                <a:cs typeface="Arial"/>
                <a:sym typeface="Arial"/>
              </a:rPr>
              <a:t>1</a:t>
            </a:r>
            <a:endParaRPr sz="500">
              <a:latin typeface="Arial"/>
              <a:ea typeface="Arial"/>
              <a:cs typeface="Arial"/>
              <a:sym typeface="Arial"/>
            </a:endParaRPr>
          </a:p>
        </p:txBody>
      </p:sp>
      <p:sp>
        <p:nvSpPr>
          <p:cNvPr id="1077" name="Google Shape;1077;p55"/>
          <p:cNvSpPr/>
          <p:nvPr/>
        </p:nvSpPr>
        <p:spPr>
          <a:xfrm>
            <a:off x="2359177" y="1032903"/>
            <a:ext cx="101600" cy="101600"/>
          </a:xfrm>
          <a:custGeom>
            <a:avLst/>
            <a:gdLst/>
            <a:ahLst/>
            <a:cxnLst/>
            <a:rect l="l" t="t" r="r" b="b"/>
            <a:pathLst>
              <a:path w="101600" h="101600" extrusionOk="0">
                <a:moveTo>
                  <a:pt x="50609" y="0"/>
                </a:moveTo>
                <a:lnTo>
                  <a:pt x="30909" y="3976"/>
                </a:lnTo>
                <a:lnTo>
                  <a:pt x="14822" y="14822"/>
                </a:lnTo>
                <a:lnTo>
                  <a:pt x="3976" y="30909"/>
                </a:lnTo>
                <a:lnTo>
                  <a:pt x="0" y="50609"/>
                </a:lnTo>
                <a:lnTo>
                  <a:pt x="3976" y="70309"/>
                </a:lnTo>
                <a:lnTo>
                  <a:pt x="14822" y="86396"/>
                </a:lnTo>
                <a:lnTo>
                  <a:pt x="30909" y="97242"/>
                </a:lnTo>
                <a:lnTo>
                  <a:pt x="50609" y="101219"/>
                </a:lnTo>
                <a:lnTo>
                  <a:pt x="70309" y="97242"/>
                </a:lnTo>
                <a:lnTo>
                  <a:pt x="86396" y="86396"/>
                </a:lnTo>
                <a:lnTo>
                  <a:pt x="97242" y="70309"/>
                </a:lnTo>
                <a:lnTo>
                  <a:pt x="101218" y="50609"/>
                </a:lnTo>
                <a:lnTo>
                  <a:pt x="97242" y="30909"/>
                </a:lnTo>
                <a:lnTo>
                  <a:pt x="86396" y="14822"/>
                </a:lnTo>
                <a:lnTo>
                  <a:pt x="70309" y="3976"/>
                </a:lnTo>
                <a:lnTo>
                  <a:pt x="50609" y="0"/>
                </a:lnTo>
                <a:close/>
              </a:path>
            </a:pathLst>
          </a:custGeom>
          <a:solidFill>
            <a:srgbClr val="C8FFC8"/>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78" name="Google Shape;1078;p55"/>
          <p:cNvSpPr txBox="1"/>
          <p:nvPr/>
        </p:nvSpPr>
        <p:spPr>
          <a:xfrm>
            <a:off x="2378062" y="1134569"/>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8CB28C"/>
                </a:solidFill>
                <a:latin typeface="Arial"/>
                <a:ea typeface="Arial"/>
                <a:cs typeface="Arial"/>
                <a:sym typeface="Arial"/>
              </a:rPr>
              <a:t>2</a:t>
            </a:r>
            <a:endParaRPr sz="500">
              <a:latin typeface="Arial"/>
              <a:ea typeface="Arial"/>
              <a:cs typeface="Arial"/>
              <a:sym typeface="Arial"/>
            </a:endParaRPr>
          </a:p>
        </p:txBody>
      </p:sp>
      <p:sp>
        <p:nvSpPr>
          <p:cNvPr id="1079" name="Google Shape;1079;p55"/>
          <p:cNvSpPr/>
          <p:nvPr/>
        </p:nvSpPr>
        <p:spPr>
          <a:xfrm>
            <a:off x="2539174" y="852893"/>
            <a:ext cx="101600" cy="101600"/>
          </a:xfrm>
          <a:custGeom>
            <a:avLst/>
            <a:gdLst/>
            <a:ahLst/>
            <a:cxnLst/>
            <a:rect l="l" t="t" r="r" b="b"/>
            <a:pathLst>
              <a:path w="101600" h="101600" extrusionOk="0">
                <a:moveTo>
                  <a:pt x="50609" y="0"/>
                </a:moveTo>
                <a:lnTo>
                  <a:pt x="30909" y="3976"/>
                </a:lnTo>
                <a:lnTo>
                  <a:pt x="14822" y="14822"/>
                </a:lnTo>
                <a:lnTo>
                  <a:pt x="3976" y="30909"/>
                </a:lnTo>
                <a:lnTo>
                  <a:pt x="0" y="50609"/>
                </a:lnTo>
                <a:lnTo>
                  <a:pt x="3976" y="70309"/>
                </a:lnTo>
                <a:lnTo>
                  <a:pt x="14822" y="86396"/>
                </a:lnTo>
                <a:lnTo>
                  <a:pt x="30909" y="97242"/>
                </a:lnTo>
                <a:lnTo>
                  <a:pt x="50609" y="101218"/>
                </a:lnTo>
                <a:lnTo>
                  <a:pt x="70309" y="97242"/>
                </a:lnTo>
                <a:lnTo>
                  <a:pt x="86396" y="86396"/>
                </a:lnTo>
                <a:lnTo>
                  <a:pt x="97242" y="70309"/>
                </a:lnTo>
                <a:lnTo>
                  <a:pt x="101218" y="50609"/>
                </a:lnTo>
                <a:lnTo>
                  <a:pt x="97242" y="30909"/>
                </a:lnTo>
                <a:lnTo>
                  <a:pt x="86396" y="14822"/>
                </a:lnTo>
                <a:lnTo>
                  <a:pt x="70309" y="3976"/>
                </a:lnTo>
                <a:lnTo>
                  <a:pt x="50609" y="0"/>
                </a:lnTo>
                <a:close/>
              </a:path>
            </a:pathLst>
          </a:custGeom>
          <a:solidFill>
            <a:srgbClr val="C8FFC8"/>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80" name="Google Shape;1080;p55"/>
          <p:cNvSpPr txBox="1"/>
          <p:nvPr/>
        </p:nvSpPr>
        <p:spPr>
          <a:xfrm>
            <a:off x="2558059" y="954572"/>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8CB28C"/>
                </a:solidFill>
                <a:latin typeface="Arial"/>
                <a:ea typeface="Arial"/>
                <a:cs typeface="Arial"/>
                <a:sym typeface="Arial"/>
              </a:rPr>
              <a:t>2</a:t>
            </a:r>
            <a:endParaRPr sz="500">
              <a:latin typeface="Arial"/>
              <a:ea typeface="Arial"/>
              <a:cs typeface="Arial"/>
              <a:sym typeface="Arial"/>
            </a:endParaRPr>
          </a:p>
        </p:txBody>
      </p:sp>
      <p:sp>
        <p:nvSpPr>
          <p:cNvPr id="1081" name="Google Shape;1081;p55"/>
          <p:cNvSpPr/>
          <p:nvPr/>
        </p:nvSpPr>
        <p:spPr>
          <a:xfrm>
            <a:off x="2251163" y="1104900"/>
            <a:ext cx="101600" cy="101600"/>
          </a:xfrm>
          <a:custGeom>
            <a:avLst/>
            <a:gdLst/>
            <a:ahLst/>
            <a:cxnLst/>
            <a:rect l="l" t="t" r="r" b="b"/>
            <a:pathLst>
              <a:path w="101600" h="101600" extrusionOk="0">
                <a:moveTo>
                  <a:pt x="50622" y="0"/>
                </a:moveTo>
                <a:lnTo>
                  <a:pt x="30919" y="3976"/>
                </a:lnTo>
                <a:lnTo>
                  <a:pt x="14828" y="14822"/>
                </a:lnTo>
                <a:lnTo>
                  <a:pt x="3978" y="30909"/>
                </a:lnTo>
                <a:lnTo>
                  <a:pt x="0" y="50609"/>
                </a:lnTo>
                <a:lnTo>
                  <a:pt x="3978" y="70309"/>
                </a:lnTo>
                <a:lnTo>
                  <a:pt x="14828" y="86396"/>
                </a:lnTo>
                <a:lnTo>
                  <a:pt x="30919" y="97242"/>
                </a:lnTo>
                <a:lnTo>
                  <a:pt x="50622" y="101218"/>
                </a:lnTo>
                <a:lnTo>
                  <a:pt x="70317" y="97242"/>
                </a:lnTo>
                <a:lnTo>
                  <a:pt x="86404" y="86396"/>
                </a:lnTo>
                <a:lnTo>
                  <a:pt x="97253" y="70309"/>
                </a:lnTo>
                <a:lnTo>
                  <a:pt x="101231" y="50609"/>
                </a:lnTo>
                <a:lnTo>
                  <a:pt x="97253" y="30909"/>
                </a:lnTo>
                <a:lnTo>
                  <a:pt x="86404" y="14822"/>
                </a:lnTo>
                <a:lnTo>
                  <a:pt x="70317" y="3976"/>
                </a:lnTo>
                <a:lnTo>
                  <a:pt x="50622" y="0"/>
                </a:lnTo>
                <a:close/>
              </a:path>
            </a:pathLst>
          </a:custGeom>
          <a:solidFill>
            <a:srgbClr val="C8FFC8"/>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82" name="Google Shape;1082;p55"/>
          <p:cNvSpPr txBox="1"/>
          <p:nvPr/>
        </p:nvSpPr>
        <p:spPr>
          <a:xfrm>
            <a:off x="2270061" y="1206565"/>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8CB28C"/>
                </a:solidFill>
                <a:latin typeface="Arial"/>
                <a:ea typeface="Arial"/>
                <a:cs typeface="Arial"/>
                <a:sym typeface="Arial"/>
              </a:rPr>
              <a:t>2</a:t>
            </a:r>
            <a:endParaRPr sz="500">
              <a:latin typeface="Arial"/>
              <a:ea typeface="Arial"/>
              <a:cs typeface="Arial"/>
              <a:sym typeface="Arial"/>
            </a:endParaRPr>
          </a:p>
        </p:txBody>
      </p:sp>
      <p:pic>
        <p:nvPicPr>
          <p:cNvPr id="1083" name="Google Shape;1083;p55"/>
          <p:cNvPicPr preferRelativeResize="0"/>
          <p:nvPr/>
        </p:nvPicPr>
        <p:blipFill rotWithShape="1">
          <a:blip r:embed="rId4">
            <a:alphaModFix/>
          </a:blip>
          <a:srcRect/>
          <a:stretch/>
        </p:blipFill>
        <p:spPr>
          <a:xfrm>
            <a:off x="2611170" y="1212900"/>
            <a:ext cx="101218" cy="101222"/>
          </a:xfrm>
          <a:prstGeom prst="rect">
            <a:avLst/>
          </a:prstGeom>
          <a:noFill/>
          <a:ln>
            <a:noFill/>
          </a:ln>
        </p:spPr>
      </p:pic>
      <p:sp>
        <p:nvSpPr>
          <p:cNvPr id="1084" name="Google Shape;1084;p55"/>
          <p:cNvSpPr txBox="1"/>
          <p:nvPr/>
        </p:nvSpPr>
        <p:spPr>
          <a:xfrm>
            <a:off x="2630068" y="1314566"/>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8CB28C"/>
                </a:solidFill>
                <a:latin typeface="Arial"/>
                <a:ea typeface="Arial"/>
                <a:cs typeface="Arial"/>
                <a:sym typeface="Arial"/>
              </a:rPr>
              <a:t>2</a:t>
            </a:r>
            <a:endParaRPr sz="500">
              <a:latin typeface="Arial"/>
              <a:ea typeface="Arial"/>
              <a:cs typeface="Arial"/>
              <a:sym typeface="Arial"/>
            </a:endParaRPr>
          </a:p>
        </p:txBody>
      </p:sp>
      <p:sp>
        <p:nvSpPr>
          <p:cNvPr id="1085" name="Google Shape;1085;p55"/>
          <p:cNvSpPr/>
          <p:nvPr/>
        </p:nvSpPr>
        <p:spPr>
          <a:xfrm>
            <a:off x="2467178" y="960894"/>
            <a:ext cx="101600" cy="101600"/>
          </a:xfrm>
          <a:custGeom>
            <a:avLst/>
            <a:gdLst/>
            <a:ahLst/>
            <a:cxnLst/>
            <a:rect l="l" t="t" r="r" b="b"/>
            <a:pathLst>
              <a:path w="101600" h="101600" extrusionOk="0">
                <a:moveTo>
                  <a:pt x="50609" y="0"/>
                </a:moveTo>
                <a:lnTo>
                  <a:pt x="30909" y="3978"/>
                </a:lnTo>
                <a:lnTo>
                  <a:pt x="14822" y="14827"/>
                </a:lnTo>
                <a:lnTo>
                  <a:pt x="3976" y="30914"/>
                </a:lnTo>
                <a:lnTo>
                  <a:pt x="0" y="50609"/>
                </a:lnTo>
                <a:lnTo>
                  <a:pt x="3976" y="70311"/>
                </a:lnTo>
                <a:lnTo>
                  <a:pt x="14822" y="86402"/>
                </a:lnTo>
                <a:lnTo>
                  <a:pt x="30909" y="97252"/>
                </a:lnTo>
                <a:lnTo>
                  <a:pt x="50609" y="101231"/>
                </a:lnTo>
                <a:lnTo>
                  <a:pt x="70309" y="97252"/>
                </a:lnTo>
                <a:lnTo>
                  <a:pt x="86396" y="86402"/>
                </a:lnTo>
                <a:lnTo>
                  <a:pt x="97242" y="70311"/>
                </a:lnTo>
                <a:lnTo>
                  <a:pt x="101218" y="50609"/>
                </a:lnTo>
                <a:lnTo>
                  <a:pt x="97242" y="30914"/>
                </a:lnTo>
                <a:lnTo>
                  <a:pt x="86396" y="14827"/>
                </a:lnTo>
                <a:lnTo>
                  <a:pt x="70309" y="3978"/>
                </a:lnTo>
                <a:lnTo>
                  <a:pt x="50609" y="0"/>
                </a:lnTo>
                <a:close/>
              </a:path>
            </a:pathLst>
          </a:custGeom>
          <a:solidFill>
            <a:srgbClr val="C8FFC8"/>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86" name="Google Shape;1086;p55"/>
          <p:cNvSpPr txBox="1"/>
          <p:nvPr/>
        </p:nvSpPr>
        <p:spPr>
          <a:xfrm>
            <a:off x="2486063" y="1062573"/>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8CB28C"/>
                </a:solidFill>
                <a:latin typeface="Arial"/>
                <a:ea typeface="Arial"/>
                <a:cs typeface="Arial"/>
                <a:sym typeface="Arial"/>
              </a:rPr>
              <a:t>2</a:t>
            </a:r>
            <a:endParaRPr sz="500">
              <a:latin typeface="Arial"/>
              <a:ea typeface="Arial"/>
              <a:cs typeface="Arial"/>
              <a:sym typeface="Arial"/>
            </a:endParaRPr>
          </a:p>
        </p:txBody>
      </p:sp>
      <p:grpSp>
        <p:nvGrpSpPr>
          <p:cNvPr id="1087" name="Google Shape;1087;p55"/>
          <p:cNvGrpSpPr/>
          <p:nvPr/>
        </p:nvGrpSpPr>
        <p:grpSpPr>
          <a:xfrm>
            <a:off x="1639162" y="1932910"/>
            <a:ext cx="281223" cy="281602"/>
            <a:chOff x="1639162" y="1932910"/>
            <a:chExt cx="281223" cy="281602"/>
          </a:xfrm>
        </p:grpSpPr>
        <p:sp>
          <p:nvSpPr>
            <p:cNvPr id="1088" name="Google Shape;1088;p55"/>
            <p:cNvSpPr/>
            <p:nvPr/>
          </p:nvSpPr>
          <p:spPr>
            <a:xfrm>
              <a:off x="1639162" y="2112912"/>
              <a:ext cx="101600" cy="101600"/>
            </a:xfrm>
            <a:custGeom>
              <a:avLst/>
              <a:gdLst/>
              <a:ahLst/>
              <a:cxnLst/>
              <a:rect l="l" t="t" r="r" b="b"/>
              <a:pathLst>
                <a:path w="101600" h="101600" extrusionOk="0">
                  <a:moveTo>
                    <a:pt x="50610" y="0"/>
                  </a:moveTo>
                  <a:lnTo>
                    <a:pt x="30910" y="3977"/>
                  </a:lnTo>
                  <a:lnTo>
                    <a:pt x="14823" y="14823"/>
                  </a:lnTo>
                  <a:lnTo>
                    <a:pt x="3977" y="30910"/>
                  </a:lnTo>
                  <a:lnTo>
                    <a:pt x="0" y="50610"/>
                  </a:lnTo>
                  <a:lnTo>
                    <a:pt x="3977" y="70310"/>
                  </a:lnTo>
                  <a:lnTo>
                    <a:pt x="14823" y="86397"/>
                  </a:lnTo>
                  <a:lnTo>
                    <a:pt x="30910" y="97244"/>
                  </a:lnTo>
                  <a:lnTo>
                    <a:pt x="50610" y="101221"/>
                  </a:lnTo>
                  <a:lnTo>
                    <a:pt x="70311" y="97244"/>
                  </a:lnTo>
                  <a:lnTo>
                    <a:pt x="86398" y="86397"/>
                  </a:lnTo>
                  <a:lnTo>
                    <a:pt x="97244" y="70310"/>
                  </a:lnTo>
                  <a:lnTo>
                    <a:pt x="101221" y="50610"/>
                  </a:lnTo>
                  <a:lnTo>
                    <a:pt x="97244" y="30910"/>
                  </a:lnTo>
                  <a:lnTo>
                    <a:pt x="86398" y="14823"/>
                  </a:lnTo>
                  <a:lnTo>
                    <a:pt x="70311" y="3977"/>
                  </a:lnTo>
                  <a:lnTo>
                    <a:pt x="50610" y="0"/>
                  </a:lnTo>
                  <a:close/>
                </a:path>
              </a:pathLst>
            </a:custGeom>
            <a:solidFill>
              <a:srgbClr val="C8C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089" name="Google Shape;1089;p55"/>
            <p:cNvPicPr preferRelativeResize="0"/>
            <p:nvPr/>
          </p:nvPicPr>
          <p:blipFill rotWithShape="1">
            <a:blip r:embed="rId5">
              <a:alphaModFix/>
            </a:blip>
            <a:srcRect/>
            <a:stretch/>
          </p:blipFill>
          <p:spPr>
            <a:xfrm>
              <a:off x="1819164" y="1932910"/>
              <a:ext cx="101221" cy="101221"/>
            </a:xfrm>
            <a:prstGeom prst="rect">
              <a:avLst/>
            </a:prstGeom>
            <a:noFill/>
            <a:ln>
              <a:noFill/>
            </a:ln>
          </p:spPr>
        </p:pic>
      </p:grpSp>
      <p:sp>
        <p:nvSpPr>
          <p:cNvPr id="1090" name="Google Shape;1090;p55"/>
          <p:cNvSpPr txBox="1"/>
          <p:nvPr/>
        </p:nvSpPr>
        <p:spPr>
          <a:xfrm>
            <a:off x="1838070" y="2034008"/>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8C8CB2"/>
                </a:solidFill>
                <a:latin typeface="Arial"/>
                <a:ea typeface="Arial"/>
                <a:cs typeface="Arial"/>
                <a:sym typeface="Arial"/>
              </a:rPr>
              <a:t>3</a:t>
            </a:r>
            <a:endParaRPr sz="500">
              <a:latin typeface="Arial"/>
              <a:ea typeface="Arial"/>
              <a:cs typeface="Arial"/>
              <a:sym typeface="Arial"/>
            </a:endParaRPr>
          </a:p>
        </p:txBody>
      </p:sp>
      <p:grpSp>
        <p:nvGrpSpPr>
          <p:cNvPr id="1091" name="Google Shape;1091;p55"/>
          <p:cNvGrpSpPr/>
          <p:nvPr/>
        </p:nvGrpSpPr>
        <p:grpSpPr>
          <a:xfrm>
            <a:off x="1747164" y="2040912"/>
            <a:ext cx="353224" cy="245601"/>
            <a:chOff x="1747164" y="2040912"/>
            <a:chExt cx="353224" cy="245601"/>
          </a:xfrm>
        </p:grpSpPr>
        <p:sp>
          <p:nvSpPr>
            <p:cNvPr id="1092" name="Google Shape;1092;p55"/>
            <p:cNvSpPr/>
            <p:nvPr/>
          </p:nvSpPr>
          <p:spPr>
            <a:xfrm>
              <a:off x="1747164" y="2184913"/>
              <a:ext cx="101600" cy="101600"/>
            </a:xfrm>
            <a:custGeom>
              <a:avLst/>
              <a:gdLst/>
              <a:ahLst/>
              <a:cxnLst/>
              <a:rect l="l" t="t" r="r" b="b"/>
              <a:pathLst>
                <a:path w="101600" h="101600" extrusionOk="0">
                  <a:moveTo>
                    <a:pt x="50610" y="0"/>
                  </a:moveTo>
                  <a:lnTo>
                    <a:pt x="30910" y="3977"/>
                  </a:lnTo>
                  <a:lnTo>
                    <a:pt x="14823" y="14823"/>
                  </a:lnTo>
                  <a:lnTo>
                    <a:pt x="3977" y="30910"/>
                  </a:lnTo>
                  <a:lnTo>
                    <a:pt x="0" y="50610"/>
                  </a:lnTo>
                  <a:lnTo>
                    <a:pt x="3977" y="70310"/>
                  </a:lnTo>
                  <a:lnTo>
                    <a:pt x="14823" y="86397"/>
                  </a:lnTo>
                  <a:lnTo>
                    <a:pt x="30910" y="97244"/>
                  </a:lnTo>
                  <a:lnTo>
                    <a:pt x="50610" y="101221"/>
                  </a:lnTo>
                  <a:lnTo>
                    <a:pt x="70311" y="97244"/>
                  </a:lnTo>
                  <a:lnTo>
                    <a:pt x="86399" y="86397"/>
                  </a:lnTo>
                  <a:lnTo>
                    <a:pt x="97245" y="70310"/>
                  </a:lnTo>
                  <a:lnTo>
                    <a:pt x="101222" y="50610"/>
                  </a:lnTo>
                  <a:lnTo>
                    <a:pt x="97245" y="30910"/>
                  </a:lnTo>
                  <a:lnTo>
                    <a:pt x="86399" y="14823"/>
                  </a:lnTo>
                  <a:lnTo>
                    <a:pt x="70311" y="3977"/>
                  </a:lnTo>
                  <a:lnTo>
                    <a:pt x="50610" y="0"/>
                  </a:lnTo>
                  <a:close/>
                </a:path>
              </a:pathLst>
            </a:custGeom>
            <a:solidFill>
              <a:srgbClr val="C8C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093" name="Google Shape;1093;p55"/>
            <p:cNvPicPr preferRelativeResize="0"/>
            <p:nvPr/>
          </p:nvPicPr>
          <p:blipFill rotWithShape="1">
            <a:blip r:embed="rId5">
              <a:alphaModFix/>
            </a:blip>
            <a:srcRect/>
            <a:stretch/>
          </p:blipFill>
          <p:spPr>
            <a:xfrm>
              <a:off x="1999166" y="2040912"/>
              <a:ext cx="101222" cy="101221"/>
            </a:xfrm>
            <a:prstGeom prst="rect">
              <a:avLst/>
            </a:prstGeom>
            <a:noFill/>
            <a:ln>
              <a:noFill/>
            </a:ln>
          </p:spPr>
        </p:pic>
      </p:grpSp>
      <p:sp>
        <p:nvSpPr>
          <p:cNvPr id="1094" name="Google Shape;1094;p55"/>
          <p:cNvSpPr txBox="1"/>
          <p:nvPr/>
        </p:nvSpPr>
        <p:spPr>
          <a:xfrm>
            <a:off x="2018068" y="2142009"/>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8C8CB2"/>
                </a:solidFill>
                <a:latin typeface="Arial"/>
                <a:ea typeface="Arial"/>
                <a:cs typeface="Arial"/>
                <a:sym typeface="Arial"/>
              </a:rPr>
              <a:t>3</a:t>
            </a:r>
            <a:endParaRPr sz="500">
              <a:latin typeface="Arial"/>
              <a:ea typeface="Arial"/>
              <a:cs typeface="Arial"/>
              <a:sym typeface="Arial"/>
            </a:endParaRPr>
          </a:p>
        </p:txBody>
      </p:sp>
      <p:sp>
        <p:nvSpPr>
          <p:cNvPr id="1095" name="Google Shape;1095;p55"/>
          <p:cNvSpPr/>
          <p:nvPr/>
        </p:nvSpPr>
        <p:spPr>
          <a:xfrm>
            <a:off x="1531160" y="2004910"/>
            <a:ext cx="101600" cy="101600"/>
          </a:xfrm>
          <a:custGeom>
            <a:avLst/>
            <a:gdLst/>
            <a:ahLst/>
            <a:cxnLst/>
            <a:rect l="l" t="t" r="r" b="b"/>
            <a:pathLst>
              <a:path w="101600" h="101600" extrusionOk="0">
                <a:moveTo>
                  <a:pt x="50610" y="0"/>
                </a:moveTo>
                <a:lnTo>
                  <a:pt x="30910" y="3977"/>
                </a:lnTo>
                <a:lnTo>
                  <a:pt x="14823" y="14823"/>
                </a:lnTo>
                <a:lnTo>
                  <a:pt x="3977" y="30910"/>
                </a:lnTo>
                <a:lnTo>
                  <a:pt x="0" y="50610"/>
                </a:lnTo>
                <a:lnTo>
                  <a:pt x="3977" y="70310"/>
                </a:lnTo>
                <a:lnTo>
                  <a:pt x="14823" y="86397"/>
                </a:lnTo>
                <a:lnTo>
                  <a:pt x="30910" y="97244"/>
                </a:lnTo>
                <a:lnTo>
                  <a:pt x="50610" y="101221"/>
                </a:lnTo>
                <a:lnTo>
                  <a:pt x="70310" y="97244"/>
                </a:lnTo>
                <a:lnTo>
                  <a:pt x="86397" y="86397"/>
                </a:lnTo>
                <a:lnTo>
                  <a:pt x="97244" y="70310"/>
                </a:lnTo>
                <a:lnTo>
                  <a:pt x="101221" y="50610"/>
                </a:lnTo>
                <a:lnTo>
                  <a:pt x="97244" y="30910"/>
                </a:lnTo>
                <a:lnTo>
                  <a:pt x="86397" y="14823"/>
                </a:lnTo>
                <a:lnTo>
                  <a:pt x="70310" y="3977"/>
                </a:lnTo>
                <a:lnTo>
                  <a:pt x="50610" y="0"/>
                </a:lnTo>
                <a:close/>
              </a:path>
            </a:pathLst>
          </a:custGeom>
          <a:solidFill>
            <a:srgbClr val="C8C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96" name="Google Shape;1096;p55"/>
          <p:cNvSpPr txBox="1"/>
          <p:nvPr/>
        </p:nvSpPr>
        <p:spPr>
          <a:xfrm>
            <a:off x="1550060" y="2106005"/>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8C8CB2"/>
                </a:solidFill>
                <a:latin typeface="Arial"/>
                <a:ea typeface="Arial"/>
                <a:cs typeface="Arial"/>
                <a:sym typeface="Arial"/>
              </a:rPr>
              <a:t>3</a:t>
            </a:r>
            <a:endParaRPr sz="500">
              <a:latin typeface="Arial"/>
              <a:ea typeface="Arial"/>
              <a:cs typeface="Arial"/>
              <a:sym typeface="Arial"/>
            </a:endParaRPr>
          </a:p>
        </p:txBody>
      </p:sp>
      <p:sp>
        <p:nvSpPr>
          <p:cNvPr id="1097" name="Google Shape;1097;p55"/>
          <p:cNvSpPr/>
          <p:nvPr/>
        </p:nvSpPr>
        <p:spPr>
          <a:xfrm>
            <a:off x="969764" y="723506"/>
            <a:ext cx="1800225" cy="900430"/>
          </a:xfrm>
          <a:custGeom>
            <a:avLst/>
            <a:gdLst/>
            <a:ahLst/>
            <a:cxnLst/>
            <a:rect l="l" t="t" r="r" b="b"/>
            <a:pathLst>
              <a:path w="1800225" h="900430" extrusionOk="0">
                <a:moveTo>
                  <a:pt x="0" y="900010"/>
                </a:moveTo>
                <a:lnTo>
                  <a:pt x="1800016" y="900010"/>
                </a:lnTo>
              </a:path>
              <a:path w="1800225" h="900430" extrusionOk="0">
                <a:moveTo>
                  <a:pt x="900010" y="900010"/>
                </a:moveTo>
                <a:lnTo>
                  <a:pt x="900010" y="0"/>
                </a:lnTo>
              </a:path>
            </a:pathLst>
          </a:custGeom>
          <a:noFill/>
          <a:ln w="10100" cap="flat" cmpd="sng">
            <a:solidFill>
              <a:srgbClr val="EC2027"/>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98" name="Google Shape;1098;p55"/>
          <p:cNvSpPr txBox="1"/>
          <p:nvPr/>
        </p:nvSpPr>
        <p:spPr>
          <a:xfrm>
            <a:off x="689026" y="500800"/>
            <a:ext cx="1860600" cy="480900"/>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2</a:t>
            </a:r>
            <a:endParaRPr sz="1050" baseline="-25000">
              <a:latin typeface="Arial"/>
              <a:ea typeface="Arial"/>
              <a:cs typeface="Arial"/>
              <a:sym typeface="Arial"/>
            </a:endParaRPr>
          </a:p>
          <a:p>
            <a:pPr marL="0" lvl="0" indent="0" algn="l" rtl="0">
              <a:lnSpc>
                <a:spcPct val="100000"/>
              </a:lnSpc>
              <a:spcBef>
                <a:spcPts val="385"/>
              </a:spcBef>
              <a:spcAft>
                <a:spcPts val="0"/>
              </a:spcAft>
              <a:buNone/>
            </a:pPr>
            <a:endParaRPr sz="700">
              <a:latin typeface="Arial"/>
              <a:ea typeface="Arial"/>
              <a:cs typeface="Arial"/>
              <a:sym typeface="Arial"/>
            </a:endParaRPr>
          </a:p>
          <a:p>
            <a:pPr marL="674370" lvl="0" indent="0" algn="l" rtl="0">
              <a:lnSpc>
                <a:spcPct val="100000"/>
              </a:lnSpc>
              <a:spcBef>
                <a:spcPts val="0"/>
              </a:spcBef>
              <a:spcAft>
                <a:spcPts val="0"/>
              </a:spcAft>
              <a:buNone/>
            </a:pPr>
            <a:r>
              <a:rPr lang="en-US" sz="950" b="1">
                <a:solidFill>
                  <a:srgbClr val="B28C8C"/>
                </a:solidFill>
                <a:latin typeface="Arial"/>
                <a:ea typeface="Arial"/>
                <a:cs typeface="Arial"/>
                <a:sym typeface="Arial"/>
              </a:rPr>
              <a:t>Class 1	</a:t>
            </a:r>
            <a:r>
              <a:rPr lang="en-US" sz="950" b="1">
                <a:solidFill>
                  <a:srgbClr val="8CB28C"/>
                </a:solidFill>
                <a:latin typeface="Arial"/>
                <a:ea typeface="Arial"/>
                <a:cs typeface="Arial"/>
                <a:sym typeface="Arial"/>
              </a:rPr>
              <a:t>Class 2</a:t>
            </a:r>
            <a:endParaRPr sz="950">
              <a:latin typeface="Arial"/>
              <a:ea typeface="Arial"/>
              <a:cs typeface="Arial"/>
              <a:sym typeface="Arial"/>
            </a:endParaRPr>
          </a:p>
        </p:txBody>
      </p:sp>
      <p:sp>
        <p:nvSpPr>
          <p:cNvPr id="1099" name="Google Shape;1099;p55"/>
          <p:cNvSpPr txBox="1"/>
          <p:nvPr/>
        </p:nvSpPr>
        <p:spPr>
          <a:xfrm>
            <a:off x="1566735" y="2214006"/>
            <a:ext cx="462280" cy="284480"/>
          </a:xfrm>
          <a:prstGeom prst="rect">
            <a:avLst/>
          </a:prstGeom>
          <a:noFill/>
          <a:ln>
            <a:noFill/>
          </a:ln>
        </p:spPr>
        <p:txBody>
          <a:bodyPr spcFirstLastPara="1" wrap="square" lIns="0" tIns="17125" rIns="0" bIns="0" anchor="t" anchorCtr="0">
            <a:spAutoFit/>
          </a:bodyPr>
          <a:lstStyle/>
          <a:p>
            <a:pPr marL="0" marR="208279" lvl="0" indent="0" algn="ctr" rtl="0">
              <a:lnSpc>
                <a:spcPct val="116999"/>
              </a:lnSpc>
              <a:spcBef>
                <a:spcPts val="0"/>
              </a:spcBef>
              <a:spcAft>
                <a:spcPts val="0"/>
              </a:spcAft>
              <a:buNone/>
            </a:pPr>
            <a:r>
              <a:rPr lang="en-US" sz="500">
                <a:solidFill>
                  <a:srgbClr val="8C8CB2"/>
                </a:solidFill>
                <a:latin typeface="Arial"/>
                <a:ea typeface="Arial"/>
                <a:cs typeface="Arial"/>
                <a:sym typeface="Arial"/>
              </a:rPr>
              <a:t>3</a:t>
            </a:r>
            <a:endParaRPr sz="500">
              <a:latin typeface="Arial"/>
              <a:ea typeface="Arial"/>
              <a:cs typeface="Arial"/>
              <a:sym typeface="Arial"/>
            </a:endParaRPr>
          </a:p>
          <a:p>
            <a:pPr marL="0" lvl="0" indent="0" algn="ctr" rtl="0">
              <a:lnSpc>
                <a:spcPct val="85000"/>
              </a:lnSpc>
              <a:spcBef>
                <a:spcPts val="0"/>
              </a:spcBef>
              <a:spcAft>
                <a:spcPts val="0"/>
              </a:spcAft>
              <a:buNone/>
            </a:pPr>
            <a:r>
              <a:rPr lang="en-US" sz="500">
                <a:solidFill>
                  <a:srgbClr val="8C8CB2"/>
                </a:solidFill>
                <a:latin typeface="Arial"/>
                <a:ea typeface="Arial"/>
                <a:cs typeface="Arial"/>
                <a:sym typeface="Arial"/>
              </a:rPr>
              <a:t>3</a:t>
            </a:r>
            <a:endParaRPr sz="500">
              <a:latin typeface="Arial"/>
              <a:ea typeface="Arial"/>
              <a:cs typeface="Arial"/>
              <a:sym typeface="Arial"/>
            </a:endParaRPr>
          </a:p>
          <a:p>
            <a:pPr marL="0" lvl="0" indent="0" algn="ctr" rtl="0">
              <a:lnSpc>
                <a:spcPct val="103684"/>
              </a:lnSpc>
              <a:spcBef>
                <a:spcPts val="0"/>
              </a:spcBef>
              <a:spcAft>
                <a:spcPts val="0"/>
              </a:spcAft>
              <a:buNone/>
            </a:pPr>
            <a:r>
              <a:rPr lang="en-US" sz="950" b="1">
                <a:solidFill>
                  <a:srgbClr val="8C8CB2"/>
                </a:solidFill>
                <a:latin typeface="Arial"/>
                <a:ea typeface="Arial"/>
                <a:cs typeface="Arial"/>
                <a:sym typeface="Arial"/>
              </a:rPr>
              <a:t>Class 3</a:t>
            </a:r>
            <a:endParaRPr sz="950">
              <a:latin typeface="Arial"/>
              <a:ea typeface="Arial"/>
              <a:cs typeface="Arial"/>
              <a:sym typeface="Arial"/>
            </a:endParaRPr>
          </a:p>
        </p:txBody>
      </p:sp>
      <p:sp>
        <p:nvSpPr>
          <p:cNvPr id="1100" name="Google Shape;1100;p55"/>
          <p:cNvSpPr txBox="1"/>
          <p:nvPr/>
        </p:nvSpPr>
        <p:spPr>
          <a:xfrm>
            <a:off x="3624249" y="1157086"/>
            <a:ext cx="1531620" cy="1292860"/>
          </a:xfrm>
          <a:prstGeom prst="rect">
            <a:avLst/>
          </a:prstGeom>
          <a:solidFill>
            <a:srgbClr val="FEF4D5"/>
          </a:solidFill>
          <a:ln>
            <a:noFill/>
          </a:ln>
        </p:spPr>
        <p:txBody>
          <a:bodyPr spcFirstLastPara="1" wrap="square" lIns="0" tIns="10775" rIns="0" bIns="0" anchor="t" anchorCtr="0">
            <a:spAutoFit/>
          </a:bodyPr>
          <a:lstStyle/>
          <a:p>
            <a:pPr marL="45085" lvl="0" indent="0" algn="l" rtl="0">
              <a:lnSpc>
                <a:spcPct val="100000"/>
              </a:lnSpc>
              <a:spcBef>
                <a:spcPts val="0"/>
              </a:spcBef>
              <a:spcAft>
                <a:spcPts val="0"/>
              </a:spcAft>
              <a:buNone/>
            </a:pPr>
            <a:r>
              <a:rPr lang="en-US" sz="1050">
                <a:solidFill>
                  <a:srgbClr val="EC2027"/>
                </a:solidFill>
                <a:latin typeface="Arial"/>
                <a:ea typeface="Arial"/>
                <a:cs typeface="Arial"/>
                <a:sym typeface="Arial"/>
              </a:rPr>
              <a:t>Key insight: We need</a:t>
            </a:r>
            <a:endParaRPr sz="1050">
              <a:latin typeface="Arial"/>
              <a:ea typeface="Arial"/>
              <a:cs typeface="Arial"/>
              <a:sym typeface="Arial"/>
            </a:endParaRPr>
          </a:p>
          <a:p>
            <a:pPr marL="45085" marR="148590" lvl="0" indent="0" algn="l" rtl="0">
              <a:lnSpc>
                <a:spcPct val="114599"/>
              </a:lnSpc>
              <a:spcBef>
                <a:spcPts val="0"/>
              </a:spcBef>
              <a:spcAft>
                <a:spcPts val="0"/>
              </a:spcAft>
              <a:buNone/>
            </a:pPr>
            <a:r>
              <a:rPr lang="en-US" sz="1050" b="1">
                <a:solidFill>
                  <a:srgbClr val="EC2027"/>
                </a:solidFill>
                <a:latin typeface="Arial"/>
                <a:ea typeface="Arial"/>
                <a:cs typeface="Arial"/>
                <a:sym typeface="Arial"/>
              </a:rPr>
              <a:t>multiple output neu- rons </a:t>
            </a:r>
            <a:r>
              <a:rPr lang="en-US" sz="1050">
                <a:solidFill>
                  <a:srgbClr val="EC2027"/>
                </a:solidFill>
                <a:latin typeface="Arial"/>
                <a:ea typeface="Arial"/>
                <a:cs typeface="Arial"/>
                <a:sym typeface="Arial"/>
              </a:rPr>
              <a:t>(one per class) and a way to convert their outputs into a valid probability dis- tribution.</a:t>
            </a:r>
            <a:endParaRPr sz="1050">
              <a:latin typeface="Arial"/>
              <a:ea typeface="Arial"/>
              <a:cs typeface="Arial"/>
              <a:sym typeface="Arial"/>
            </a:endParaRPr>
          </a:p>
        </p:txBody>
      </p:sp>
      <p:sp>
        <p:nvSpPr>
          <p:cNvPr id="1101" name="Google Shape;1101;p55"/>
          <p:cNvSpPr txBox="1"/>
          <p:nvPr/>
        </p:nvSpPr>
        <p:spPr>
          <a:xfrm>
            <a:off x="983208" y="2763517"/>
            <a:ext cx="3794125"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Decision boundaries separate </a:t>
            </a:r>
            <a:r>
              <a:rPr lang="en-US" sz="1050" i="1">
                <a:solidFill>
                  <a:srgbClr val="1B1472"/>
                </a:solidFill>
                <a:latin typeface="Arial"/>
                <a:ea typeface="Arial"/>
                <a:cs typeface="Arial"/>
                <a:sym typeface="Arial"/>
              </a:rPr>
              <a:t>K </a:t>
            </a:r>
            <a:r>
              <a:rPr lang="en-US" sz="1200">
                <a:solidFill>
                  <a:srgbClr val="1B1472"/>
                </a:solidFill>
                <a:latin typeface="Tahoma"/>
                <a:ea typeface="Tahoma"/>
                <a:cs typeface="Tahoma"/>
                <a:sym typeface="Tahoma"/>
              </a:rPr>
              <a:t>= </a:t>
            </a:r>
            <a:r>
              <a:rPr lang="en-US" sz="1050">
                <a:solidFill>
                  <a:srgbClr val="1B1472"/>
                </a:solidFill>
                <a:latin typeface="Arial"/>
                <a:ea typeface="Arial"/>
                <a:cs typeface="Arial"/>
                <a:sym typeface="Arial"/>
              </a:rPr>
              <a:t>3 classes in feature space.</a:t>
            </a:r>
            <a:endParaRPr sz="1050">
              <a:latin typeface="Arial"/>
              <a:ea typeface="Arial"/>
              <a:cs typeface="Arial"/>
              <a:sym typeface="Arial"/>
            </a:endParaRPr>
          </a:p>
        </p:txBody>
      </p:sp>
      <p:grpSp>
        <p:nvGrpSpPr>
          <p:cNvPr id="1102" name="Google Shape;1102;p55"/>
          <p:cNvGrpSpPr/>
          <p:nvPr/>
        </p:nvGrpSpPr>
        <p:grpSpPr>
          <a:xfrm>
            <a:off x="0" y="3141936"/>
            <a:ext cx="5760262" cy="92075"/>
            <a:chOff x="0" y="3141936"/>
            <a:chExt cx="5760262" cy="92075"/>
          </a:xfrm>
        </p:grpSpPr>
        <p:sp>
          <p:nvSpPr>
            <p:cNvPr id="1103" name="Google Shape;1103;p55"/>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04" name="Google Shape;1104;p55"/>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05" name="Google Shape;1105;p55"/>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106" name="Google Shape;1106;p5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107" name="Google Shape;1107;p5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6"/>
              </a:rPr>
              <a:t>D</a:t>
            </a:r>
            <a:r>
              <a:rPr lang="en-US" sz="600" u="sng" cap="small">
                <a:solidFill>
                  <a:schemeClr val="hlink"/>
                </a:solidFill>
                <a:latin typeface="Bookman Old Style"/>
                <a:ea typeface="Bookman Old Style"/>
                <a:cs typeface="Bookman Old Style"/>
                <a:sym typeface="Bookman Old Style"/>
                <a:hlinkClick r:id="rId6"/>
              </a:rPr>
              <a:t>eep</a:t>
            </a:r>
            <a:r>
              <a:rPr lang="en-US" sz="600" u="sng">
                <a:solidFill>
                  <a:schemeClr val="hlink"/>
                </a:solidFill>
                <a:latin typeface="Bookman Old Style"/>
                <a:ea typeface="Bookman Old Style"/>
                <a:cs typeface="Bookman Old Style"/>
                <a:sym typeface="Bookman Old Style"/>
                <a:hlinkClick r:id="rId6"/>
              </a:rPr>
              <a:t> L</a:t>
            </a:r>
            <a:r>
              <a:rPr lang="en-US" sz="600" u="sng" cap="small">
                <a:solidFill>
                  <a:schemeClr val="hlink"/>
                </a:solidFill>
                <a:latin typeface="Bookman Old Style"/>
                <a:ea typeface="Bookman Old Style"/>
                <a:cs typeface="Bookman Old Style"/>
                <a:sym typeface="Bookman Old Style"/>
                <a:hlinkClick r:id="rId6"/>
              </a:rPr>
              <a:t>earning</a:t>
            </a:r>
            <a:endParaRPr sz="600">
              <a:latin typeface="Bookman Old Style"/>
              <a:ea typeface="Bookman Old Style"/>
              <a:cs typeface="Bookman Old Style"/>
              <a:sym typeface="Bookman Old Style"/>
            </a:endParaRPr>
          </a:p>
        </p:txBody>
      </p:sp>
      <p:sp>
        <p:nvSpPr>
          <p:cNvPr id="1108" name="Google Shape;1108;p55"/>
          <p:cNvSpPr txBox="1">
            <a:spLocks noGrp="1"/>
          </p:cNvSpPr>
          <p:nvPr>
            <p:ph type="sldNum" idx="12"/>
          </p:nvPr>
        </p:nvSpPr>
        <p:spPr>
          <a:xfrm>
            <a:off x="4627902" y="3137675"/>
            <a:ext cx="5280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49</a:t>
            </a:fld>
            <a:r>
              <a:rPr lang="en-US"/>
              <a:t> / 100</a:t>
            </a:r>
            <a:endParaRPr/>
          </a:p>
        </p:txBody>
      </p:sp>
    </p:spTree>
  </p:cSld>
  <p:clrMapOvr>
    <a:masterClrMapping/>
  </p:clrMapOvr>
  <p:transition>
    <p:fade thruBlk="1"/>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sp>
        <p:nvSpPr>
          <p:cNvPr id="1113" name="Google Shape;1113;p56"/>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114" name="Google Shape;1114;p56"/>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1115" name="Google Shape;1115;p56"/>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1116" name="Google Shape;1116;p56"/>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1117" name="Google Shape;1117;p56"/>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1118" name="Google Shape;1118;p56"/>
          <p:cNvGrpSpPr/>
          <p:nvPr/>
        </p:nvGrpSpPr>
        <p:grpSpPr>
          <a:xfrm>
            <a:off x="343662" y="887310"/>
            <a:ext cx="302196" cy="873227"/>
            <a:chOff x="343662" y="887310"/>
            <a:chExt cx="302196" cy="873227"/>
          </a:xfrm>
        </p:grpSpPr>
        <p:pic>
          <p:nvPicPr>
            <p:cNvPr id="1119" name="Google Shape;1119;p56"/>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1120" name="Google Shape;1120;p56"/>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1121" name="Google Shape;1121;p56"/>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1122" name="Google Shape;1122;p56"/>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1123" name="Google Shape;1123;p56"/>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1124" name="Google Shape;1124;p56"/>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1125" name="Google Shape;1125;p56"/>
          <p:cNvGrpSpPr/>
          <p:nvPr/>
        </p:nvGrpSpPr>
        <p:grpSpPr>
          <a:xfrm>
            <a:off x="343662" y="1828330"/>
            <a:ext cx="302196" cy="1050226"/>
            <a:chOff x="343662" y="1828330"/>
            <a:chExt cx="302196" cy="1050226"/>
          </a:xfrm>
        </p:grpSpPr>
        <p:pic>
          <p:nvPicPr>
            <p:cNvPr id="1126" name="Google Shape;1126;p56"/>
            <p:cNvPicPr preferRelativeResize="0"/>
            <p:nvPr/>
          </p:nvPicPr>
          <p:blipFill rotWithShape="1">
            <a:blip r:embed="rId10">
              <a:alphaModFix/>
            </a:blip>
            <a:srcRect/>
            <a:stretch/>
          </p:blipFill>
          <p:spPr>
            <a:xfrm>
              <a:off x="576567" y="1828330"/>
              <a:ext cx="69291" cy="69291"/>
            </a:xfrm>
            <a:prstGeom prst="rect">
              <a:avLst/>
            </a:prstGeom>
            <a:noFill/>
            <a:ln>
              <a:noFill/>
            </a:ln>
          </p:spPr>
        </p:pic>
        <p:pic>
          <p:nvPicPr>
            <p:cNvPr id="1127" name="Google Shape;1127;p56"/>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1128" name="Google Shape;1128;p56"/>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1129" name="Google Shape;1129;p56"/>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1130" name="Google Shape;1130;p56"/>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1131" name="Google Shape;1131;p56"/>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1132" name="Google Shape;1132;p56"/>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1133" name="Google Shape;1133;p56"/>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1134" name="Google Shape;1134;p56"/>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1135" name="Google Shape;1135;p56"/>
          <p:cNvSpPr txBox="1"/>
          <p:nvPr/>
        </p:nvSpPr>
        <p:spPr>
          <a:xfrm>
            <a:off x="563023" y="391150"/>
            <a:ext cx="51972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3333B2"/>
                </a:solidFill>
                <a:latin typeface="Bookman Old Style"/>
                <a:ea typeface="Bookman Old Style"/>
                <a:cs typeface="Bookman Old Style"/>
                <a:sym typeface="Bookman Old Style"/>
              </a:rPr>
              <a:t> </a:t>
            </a:r>
            <a:endParaRPr sz="1300">
              <a:solidFill>
                <a:srgbClr val="3333B2"/>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1136" name="Google Shape;1136;p56"/>
          <p:cNvGrpSpPr/>
          <p:nvPr/>
        </p:nvGrpSpPr>
        <p:grpSpPr>
          <a:xfrm>
            <a:off x="0" y="3141936"/>
            <a:ext cx="5760262" cy="92075"/>
            <a:chOff x="0" y="3141936"/>
            <a:chExt cx="5760262" cy="92075"/>
          </a:xfrm>
        </p:grpSpPr>
        <p:sp>
          <p:nvSpPr>
            <p:cNvPr id="1137" name="Google Shape;1137;p5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38" name="Google Shape;1138;p5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39" name="Google Shape;1139;p5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140" name="Google Shape;1140;p5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141" name="Google Shape;1141;p5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1142" name="Google Shape;1142;p56"/>
          <p:cNvSpPr txBox="1">
            <a:spLocks noGrp="1"/>
          </p:cNvSpPr>
          <p:nvPr>
            <p:ph type="sldNum" idx="12"/>
          </p:nvPr>
        </p:nvSpPr>
        <p:spPr>
          <a:xfrm>
            <a:off x="4627902" y="3137675"/>
            <a:ext cx="486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50</a:t>
            </a:fld>
            <a:r>
              <a:rPr lang="en-US"/>
              <a:t> / 100</a:t>
            </a:r>
            <a:endParaRPr/>
          </a:p>
        </p:txBody>
      </p:sp>
    </p:spTree>
  </p:cSld>
  <p:clrMapOvr>
    <a:masterClrMapping/>
  </p:clrMapOvr>
  <p:transition>
    <p:fade thruBlk="1"/>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46"/>
        <p:cNvGrpSpPr/>
        <p:nvPr/>
      </p:nvGrpSpPr>
      <p:grpSpPr>
        <a:xfrm>
          <a:off x="0" y="0"/>
          <a:ext cx="0" cy="0"/>
          <a:chOff x="0" y="0"/>
          <a:chExt cx="0" cy="0"/>
        </a:xfrm>
      </p:grpSpPr>
      <p:sp>
        <p:nvSpPr>
          <p:cNvPr id="1147" name="Google Shape;1147;p57"/>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he</a:t>
            </a:r>
            <a:r>
              <a:rPr lang="en-US">
                <a:solidFill>
                  <a:srgbClr val="FFFFFF"/>
                </a:solidFill>
              </a:rPr>
              <a:t> F</a:t>
            </a:r>
            <a:r>
              <a:rPr lang="en-US" cap="small">
                <a:solidFill>
                  <a:srgbClr val="FFFFFF"/>
                </a:solidFill>
              </a:rPr>
              <a:t>our</a:t>
            </a:r>
            <a:r>
              <a:rPr lang="en-US">
                <a:solidFill>
                  <a:srgbClr val="FFFFFF"/>
                </a:solidFill>
              </a:rPr>
              <a:t> C</a:t>
            </a:r>
            <a:r>
              <a:rPr lang="en-US" cap="small">
                <a:solidFill>
                  <a:srgbClr val="FFFFFF"/>
                </a:solidFill>
              </a:rPr>
              <a:t>omponents</a:t>
            </a:r>
            <a:r>
              <a:rPr lang="en-US">
                <a:solidFill>
                  <a:srgbClr val="FFFFFF"/>
                </a:solidFill>
              </a:rPr>
              <a:t> </a:t>
            </a:r>
            <a:r>
              <a:rPr lang="en-US" cap="small">
                <a:solidFill>
                  <a:srgbClr val="FFFFFF"/>
                </a:solidFill>
              </a:rPr>
              <a:t>for</a:t>
            </a:r>
            <a:r>
              <a:rPr lang="en-US">
                <a:solidFill>
                  <a:srgbClr val="FFFFFF"/>
                </a:solidFill>
              </a:rPr>
              <a:t> M</a:t>
            </a:r>
            <a:r>
              <a:rPr lang="en-US" cap="small">
                <a:solidFill>
                  <a:srgbClr val="FFFFFF"/>
                </a:solidFill>
              </a:rPr>
              <a:t>ulti</a:t>
            </a:r>
            <a:r>
              <a:rPr lang="en-US">
                <a:solidFill>
                  <a:srgbClr val="FFFFFF"/>
                </a:solidFill>
              </a:rPr>
              <a:t>-</a:t>
            </a:r>
            <a:r>
              <a:rPr lang="en-US" cap="small">
                <a:solidFill>
                  <a:srgbClr val="FFFFFF"/>
                </a:solidFill>
              </a:rPr>
              <a:t>class</a:t>
            </a:r>
            <a:endParaRPr/>
          </a:p>
        </p:txBody>
      </p:sp>
      <p:sp>
        <p:nvSpPr>
          <p:cNvPr id="1148" name="Google Shape;1148;p57"/>
          <p:cNvSpPr txBox="1"/>
          <p:nvPr/>
        </p:nvSpPr>
        <p:spPr>
          <a:xfrm>
            <a:off x="347294" y="898656"/>
            <a:ext cx="3395979"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A complete multi-class classification system consists of:</a:t>
            </a:r>
            <a:endParaRPr sz="1050">
              <a:latin typeface="Arial"/>
              <a:ea typeface="Arial"/>
              <a:cs typeface="Arial"/>
              <a:sym typeface="Arial"/>
            </a:endParaRPr>
          </a:p>
        </p:txBody>
      </p:sp>
      <p:pic>
        <p:nvPicPr>
          <p:cNvPr id="1149" name="Google Shape;1149;p57"/>
          <p:cNvPicPr preferRelativeResize="0"/>
          <p:nvPr/>
        </p:nvPicPr>
        <p:blipFill rotWithShape="1">
          <a:blip r:embed="rId3">
            <a:alphaModFix/>
          </a:blip>
          <a:srcRect/>
          <a:stretch/>
        </p:blipFill>
        <p:spPr>
          <a:xfrm>
            <a:off x="456996" y="1238313"/>
            <a:ext cx="121259" cy="121259"/>
          </a:xfrm>
          <a:prstGeom prst="rect">
            <a:avLst/>
          </a:prstGeom>
          <a:noFill/>
          <a:ln>
            <a:noFill/>
          </a:ln>
        </p:spPr>
      </p:pic>
      <p:sp>
        <p:nvSpPr>
          <p:cNvPr id="1150" name="Google Shape;1150;p57"/>
          <p:cNvSpPr txBox="1"/>
          <p:nvPr/>
        </p:nvSpPr>
        <p:spPr>
          <a:xfrm>
            <a:off x="483946" y="1228450"/>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1</a:t>
            </a:r>
            <a:endParaRPr sz="600">
              <a:latin typeface="Bookman Old Style"/>
              <a:ea typeface="Bookman Old Style"/>
              <a:cs typeface="Bookman Old Style"/>
              <a:sym typeface="Bookman Old Style"/>
            </a:endParaRPr>
          </a:p>
        </p:txBody>
      </p:sp>
      <p:pic>
        <p:nvPicPr>
          <p:cNvPr id="1151" name="Google Shape;1151;p57"/>
          <p:cNvPicPr preferRelativeResize="0"/>
          <p:nvPr/>
        </p:nvPicPr>
        <p:blipFill rotWithShape="1">
          <a:blip r:embed="rId4">
            <a:alphaModFix/>
          </a:blip>
          <a:srcRect/>
          <a:stretch/>
        </p:blipFill>
        <p:spPr>
          <a:xfrm>
            <a:off x="456996" y="1459725"/>
            <a:ext cx="121259" cy="121259"/>
          </a:xfrm>
          <a:prstGeom prst="rect">
            <a:avLst/>
          </a:prstGeom>
          <a:noFill/>
          <a:ln>
            <a:noFill/>
          </a:ln>
        </p:spPr>
      </p:pic>
      <p:sp>
        <p:nvSpPr>
          <p:cNvPr id="1152" name="Google Shape;1152;p57"/>
          <p:cNvSpPr txBox="1"/>
          <p:nvPr/>
        </p:nvSpPr>
        <p:spPr>
          <a:xfrm>
            <a:off x="483946" y="1449875"/>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2</a:t>
            </a:r>
            <a:endParaRPr sz="600">
              <a:latin typeface="Bookman Old Style"/>
              <a:ea typeface="Bookman Old Style"/>
              <a:cs typeface="Bookman Old Style"/>
              <a:sym typeface="Bookman Old Style"/>
            </a:endParaRPr>
          </a:p>
        </p:txBody>
      </p:sp>
      <p:pic>
        <p:nvPicPr>
          <p:cNvPr id="1153" name="Google Shape;1153;p57"/>
          <p:cNvPicPr preferRelativeResize="0"/>
          <p:nvPr/>
        </p:nvPicPr>
        <p:blipFill rotWithShape="1">
          <a:blip r:embed="rId5">
            <a:alphaModFix/>
          </a:blip>
          <a:srcRect/>
          <a:stretch/>
        </p:blipFill>
        <p:spPr>
          <a:xfrm>
            <a:off x="456996" y="1681149"/>
            <a:ext cx="121259" cy="121259"/>
          </a:xfrm>
          <a:prstGeom prst="rect">
            <a:avLst/>
          </a:prstGeom>
          <a:noFill/>
          <a:ln>
            <a:noFill/>
          </a:ln>
        </p:spPr>
      </p:pic>
      <p:sp>
        <p:nvSpPr>
          <p:cNvPr id="1154" name="Google Shape;1154;p57"/>
          <p:cNvSpPr txBox="1"/>
          <p:nvPr/>
        </p:nvSpPr>
        <p:spPr>
          <a:xfrm>
            <a:off x="483946" y="1671299"/>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3</a:t>
            </a:r>
            <a:endParaRPr sz="600">
              <a:latin typeface="Bookman Old Style"/>
              <a:ea typeface="Bookman Old Style"/>
              <a:cs typeface="Bookman Old Style"/>
              <a:sym typeface="Bookman Old Style"/>
            </a:endParaRPr>
          </a:p>
        </p:txBody>
      </p:sp>
      <p:pic>
        <p:nvPicPr>
          <p:cNvPr id="1155" name="Google Shape;1155;p57"/>
          <p:cNvPicPr preferRelativeResize="0"/>
          <p:nvPr/>
        </p:nvPicPr>
        <p:blipFill rotWithShape="1">
          <a:blip r:embed="rId6">
            <a:alphaModFix/>
          </a:blip>
          <a:srcRect/>
          <a:stretch/>
        </p:blipFill>
        <p:spPr>
          <a:xfrm>
            <a:off x="456996" y="1902561"/>
            <a:ext cx="121259" cy="121259"/>
          </a:xfrm>
          <a:prstGeom prst="rect">
            <a:avLst/>
          </a:prstGeom>
          <a:noFill/>
          <a:ln>
            <a:noFill/>
          </a:ln>
        </p:spPr>
      </p:pic>
      <p:sp>
        <p:nvSpPr>
          <p:cNvPr id="1156" name="Google Shape;1156;p57"/>
          <p:cNvSpPr txBox="1"/>
          <p:nvPr/>
        </p:nvSpPr>
        <p:spPr>
          <a:xfrm>
            <a:off x="483946" y="1892711"/>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4</a:t>
            </a:r>
            <a:endParaRPr sz="600">
              <a:latin typeface="Bookman Old Style"/>
              <a:ea typeface="Bookman Old Style"/>
              <a:cs typeface="Bookman Old Style"/>
              <a:sym typeface="Bookman Old Style"/>
            </a:endParaRPr>
          </a:p>
        </p:txBody>
      </p:sp>
      <p:pic>
        <p:nvPicPr>
          <p:cNvPr id="1157" name="Google Shape;1157;p57"/>
          <p:cNvPicPr preferRelativeResize="0"/>
          <p:nvPr/>
        </p:nvPicPr>
        <p:blipFill rotWithShape="1">
          <a:blip r:embed="rId7">
            <a:alphaModFix/>
          </a:blip>
          <a:srcRect/>
          <a:stretch/>
        </p:blipFill>
        <p:spPr>
          <a:xfrm>
            <a:off x="456996" y="2123986"/>
            <a:ext cx="121259" cy="121259"/>
          </a:xfrm>
          <a:prstGeom prst="rect">
            <a:avLst/>
          </a:prstGeom>
          <a:noFill/>
          <a:ln>
            <a:noFill/>
          </a:ln>
        </p:spPr>
      </p:pic>
      <p:sp>
        <p:nvSpPr>
          <p:cNvPr id="1158" name="Google Shape;1158;p57"/>
          <p:cNvSpPr txBox="1"/>
          <p:nvPr/>
        </p:nvSpPr>
        <p:spPr>
          <a:xfrm>
            <a:off x="483946" y="2114136"/>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5</a:t>
            </a:r>
            <a:endParaRPr sz="600">
              <a:latin typeface="Bookman Old Style"/>
              <a:ea typeface="Bookman Old Style"/>
              <a:cs typeface="Bookman Old Style"/>
              <a:sym typeface="Bookman Old Style"/>
            </a:endParaRPr>
          </a:p>
        </p:txBody>
      </p:sp>
      <p:sp>
        <p:nvSpPr>
          <p:cNvPr id="1159" name="Google Shape;1159;p57"/>
          <p:cNvSpPr txBox="1"/>
          <p:nvPr/>
        </p:nvSpPr>
        <p:spPr>
          <a:xfrm>
            <a:off x="644626" y="1116436"/>
            <a:ext cx="3776345" cy="1151255"/>
          </a:xfrm>
          <a:prstGeom prst="rect">
            <a:avLst/>
          </a:prstGeom>
          <a:noFill/>
          <a:ln>
            <a:noFill/>
          </a:ln>
        </p:spPr>
        <p:txBody>
          <a:bodyPr spcFirstLastPara="1" wrap="square" lIns="0" tIns="6350" rIns="0" bIns="0" anchor="t" anchorCtr="0">
            <a:spAutoFit/>
          </a:bodyPr>
          <a:lstStyle/>
          <a:p>
            <a:pPr marL="12700" marR="5080" lvl="0" indent="0" algn="l" rtl="0">
              <a:lnSpc>
                <a:spcPct val="136100"/>
              </a:lnSpc>
              <a:spcBef>
                <a:spcPts val="0"/>
              </a:spcBef>
              <a:spcAft>
                <a:spcPts val="0"/>
              </a:spcAft>
              <a:buNone/>
            </a:pPr>
            <a:r>
              <a:rPr lang="en-US" sz="1050">
                <a:solidFill>
                  <a:srgbClr val="1B1472"/>
                </a:solidFill>
                <a:latin typeface="Arial"/>
                <a:ea typeface="Arial"/>
                <a:cs typeface="Arial"/>
                <a:sym typeface="Arial"/>
              </a:rPr>
              <a:t>Data: </a:t>
            </a:r>
            <a:r>
              <a:rPr lang="en-US" sz="1050">
                <a:latin typeface="Arial"/>
                <a:ea typeface="Arial"/>
                <a:cs typeface="Arial"/>
                <a:sym typeface="Arial"/>
              </a:rPr>
              <a:t>Input features and class labels </a:t>
            </a:r>
            <a:r>
              <a:rPr lang="en-US" sz="1050" i="1">
                <a:latin typeface="Arial"/>
                <a:ea typeface="Arial"/>
                <a:cs typeface="Arial"/>
                <a:sym typeface="Arial"/>
              </a:rPr>
              <a:t>y </a:t>
            </a:r>
            <a:r>
              <a:rPr lang="en-US" sz="1200">
                <a:latin typeface="Lucida Sans"/>
                <a:ea typeface="Lucida Sans"/>
                <a:cs typeface="Lucida Sans"/>
                <a:sym typeface="Lucida Sans"/>
              </a:rPr>
              <a:t>∈ {</a:t>
            </a:r>
            <a:r>
              <a:rPr lang="en-US" sz="1050">
                <a:latin typeface="Arial"/>
                <a:ea typeface="Arial"/>
                <a:cs typeface="Arial"/>
                <a:sym typeface="Arial"/>
              </a:rPr>
              <a:t>1</a:t>
            </a:r>
            <a:r>
              <a:rPr lang="en-US" sz="1200" i="1">
                <a:latin typeface="Bookman Old Style"/>
                <a:ea typeface="Bookman Old Style"/>
                <a:cs typeface="Bookman Old Style"/>
                <a:sym typeface="Bookman Old Style"/>
              </a:rPr>
              <a:t>, </a:t>
            </a:r>
            <a:r>
              <a:rPr lang="en-US" sz="1050">
                <a:latin typeface="Arial"/>
                <a:ea typeface="Arial"/>
                <a:cs typeface="Arial"/>
                <a:sym typeface="Arial"/>
              </a:rPr>
              <a:t>2</a:t>
            </a:r>
            <a:r>
              <a:rPr lang="en-US" sz="1200" i="1">
                <a:latin typeface="Bookman Old Style"/>
                <a:ea typeface="Bookman Old Style"/>
                <a:cs typeface="Bookman Old Style"/>
                <a:sym typeface="Bookman Old Style"/>
              </a:rPr>
              <a:t>, . . . , </a:t>
            </a:r>
            <a:r>
              <a:rPr lang="en-US" sz="1050" i="1">
                <a:latin typeface="Arial"/>
                <a:ea typeface="Arial"/>
                <a:cs typeface="Arial"/>
                <a:sym typeface="Arial"/>
              </a:rPr>
              <a:t>K </a:t>
            </a:r>
            <a:r>
              <a:rPr lang="en-US" sz="1200">
                <a:latin typeface="Lucida Sans"/>
                <a:ea typeface="Lucida Sans"/>
                <a:cs typeface="Lucida Sans"/>
                <a:sym typeface="Lucida Sans"/>
              </a:rPr>
              <a:t>} </a:t>
            </a:r>
            <a:r>
              <a:rPr lang="en-US" sz="1050">
                <a:solidFill>
                  <a:srgbClr val="1B1472"/>
                </a:solidFill>
                <a:latin typeface="Arial"/>
                <a:ea typeface="Arial"/>
                <a:cs typeface="Arial"/>
                <a:sym typeface="Arial"/>
              </a:rPr>
              <a:t>Model: </a:t>
            </a:r>
            <a:r>
              <a:rPr lang="en-US" sz="1050">
                <a:latin typeface="Arial"/>
                <a:ea typeface="Arial"/>
                <a:cs typeface="Arial"/>
                <a:sym typeface="Arial"/>
              </a:rPr>
              <a:t>Linear model with </a:t>
            </a:r>
            <a:r>
              <a:rPr lang="en-US" sz="1050" i="1">
                <a:latin typeface="Arial"/>
                <a:ea typeface="Arial"/>
                <a:cs typeface="Arial"/>
                <a:sym typeface="Arial"/>
              </a:rPr>
              <a:t>K </a:t>
            </a:r>
            <a:r>
              <a:rPr lang="en-US" sz="1050">
                <a:latin typeface="Arial"/>
                <a:ea typeface="Arial"/>
                <a:cs typeface="Arial"/>
                <a:sym typeface="Arial"/>
              </a:rPr>
              <a:t>output neurons (no hidden layers) </a:t>
            </a:r>
            <a:r>
              <a:rPr lang="en-US" sz="1050">
                <a:solidFill>
                  <a:srgbClr val="1B1472"/>
                </a:solidFill>
                <a:latin typeface="Arial"/>
                <a:ea typeface="Arial"/>
                <a:cs typeface="Arial"/>
                <a:sym typeface="Arial"/>
              </a:rPr>
              <a:t>Activation: </a:t>
            </a:r>
            <a:r>
              <a:rPr lang="en-US" sz="1050">
                <a:latin typeface="Arial"/>
                <a:ea typeface="Arial"/>
                <a:cs typeface="Arial"/>
                <a:sym typeface="Arial"/>
              </a:rPr>
              <a:t>Softmax function to produce probability distribution </a:t>
            </a:r>
            <a:r>
              <a:rPr lang="en-US" sz="1050">
                <a:solidFill>
                  <a:srgbClr val="1B1472"/>
                </a:solidFill>
                <a:latin typeface="Arial"/>
                <a:ea typeface="Arial"/>
                <a:cs typeface="Arial"/>
                <a:sym typeface="Arial"/>
              </a:rPr>
              <a:t>Objective Function: </a:t>
            </a:r>
            <a:r>
              <a:rPr lang="en-US" sz="1050">
                <a:latin typeface="Arial"/>
                <a:ea typeface="Arial"/>
                <a:cs typeface="Arial"/>
                <a:sym typeface="Arial"/>
              </a:rPr>
              <a:t>Categorical cross-entropy loss</a:t>
            </a:r>
            <a:endParaRPr sz="1050">
              <a:latin typeface="Arial"/>
              <a:ea typeface="Arial"/>
              <a:cs typeface="Arial"/>
              <a:sym typeface="Arial"/>
            </a:endParaRPr>
          </a:p>
          <a:p>
            <a:pPr marL="12700" lvl="0" indent="0" algn="l" rtl="0">
              <a:lnSpc>
                <a:spcPct val="100000"/>
              </a:lnSpc>
              <a:spcBef>
                <a:spcPts val="484"/>
              </a:spcBef>
              <a:spcAft>
                <a:spcPts val="0"/>
              </a:spcAft>
              <a:buNone/>
            </a:pPr>
            <a:r>
              <a:rPr lang="en-US" sz="1050">
                <a:solidFill>
                  <a:srgbClr val="1B1472"/>
                </a:solidFill>
                <a:latin typeface="Arial"/>
                <a:ea typeface="Arial"/>
                <a:cs typeface="Arial"/>
                <a:sym typeface="Arial"/>
              </a:rPr>
              <a:t>Learning Algorithm: </a:t>
            </a:r>
            <a:r>
              <a:rPr lang="en-US" sz="1050">
                <a:latin typeface="Arial"/>
                <a:ea typeface="Arial"/>
                <a:cs typeface="Arial"/>
                <a:sym typeface="Arial"/>
              </a:rPr>
              <a:t>Mini-batch stochastic gradient descent</a:t>
            </a:r>
            <a:endParaRPr sz="1050">
              <a:latin typeface="Arial"/>
              <a:ea typeface="Arial"/>
              <a:cs typeface="Arial"/>
              <a:sym typeface="Arial"/>
            </a:endParaRPr>
          </a:p>
        </p:txBody>
      </p:sp>
      <p:sp>
        <p:nvSpPr>
          <p:cNvPr id="1160" name="Google Shape;1160;p57"/>
          <p:cNvSpPr txBox="1"/>
          <p:nvPr/>
        </p:nvSpPr>
        <p:spPr>
          <a:xfrm>
            <a:off x="347294" y="2351683"/>
            <a:ext cx="5066030" cy="392430"/>
          </a:xfrm>
          <a:prstGeom prst="rect">
            <a:avLst/>
          </a:prstGeom>
          <a:noFill/>
          <a:ln>
            <a:noFill/>
          </a:ln>
        </p:spPr>
        <p:txBody>
          <a:bodyPr spcFirstLastPara="1" wrap="square" lIns="0" tIns="12050" rIns="0" bIns="0" anchor="t" anchorCtr="0">
            <a:spAutoFit/>
          </a:bodyPr>
          <a:lstStyle/>
          <a:p>
            <a:pPr marL="12700" marR="5080" lvl="0" indent="0" algn="l" rtl="0">
              <a:lnSpc>
                <a:spcPct val="114700"/>
              </a:lnSpc>
              <a:spcBef>
                <a:spcPts val="0"/>
              </a:spcBef>
              <a:spcAft>
                <a:spcPts val="0"/>
              </a:spcAft>
              <a:buNone/>
            </a:pPr>
            <a:r>
              <a:rPr lang="en-US" sz="1050" dirty="0">
                <a:solidFill>
                  <a:srgbClr val="EC2027"/>
                </a:solidFill>
                <a:latin typeface="Arial"/>
                <a:ea typeface="Arial"/>
                <a:cs typeface="Arial"/>
                <a:sym typeface="Arial"/>
              </a:rPr>
              <a:t>Note: We now use </a:t>
            </a:r>
            <a:r>
              <a:rPr lang="en-US" sz="1050" b="1" dirty="0">
                <a:solidFill>
                  <a:srgbClr val="EC2027"/>
                </a:solidFill>
                <a:latin typeface="Arial"/>
                <a:ea typeface="Arial"/>
                <a:cs typeface="Arial"/>
                <a:sym typeface="Arial"/>
              </a:rPr>
              <a:t>mini-batch SGD </a:t>
            </a:r>
            <a:r>
              <a:rPr lang="en-US" sz="1050" dirty="0">
                <a:solidFill>
                  <a:srgbClr val="EC2027"/>
                </a:solidFill>
                <a:latin typeface="Arial"/>
                <a:ea typeface="Arial"/>
                <a:cs typeface="Arial"/>
                <a:sym typeface="Arial"/>
              </a:rPr>
              <a:t>instead of single-example SGD for better </a:t>
            </a:r>
            <a:r>
              <a:rPr lang="en-US" sz="1050" dirty="0" err="1">
                <a:solidFill>
                  <a:srgbClr val="EC2027"/>
                </a:solidFill>
                <a:latin typeface="Arial"/>
                <a:ea typeface="Arial"/>
                <a:cs typeface="Arial"/>
                <a:sym typeface="Arial"/>
              </a:rPr>
              <a:t>effi</a:t>
            </a:r>
            <a:r>
              <a:rPr lang="en-US" sz="1050" dirty="0">
                <a:solidFill>
                  <a:srgbClr val="EC2027"/>
                </a:solidFill>
                <a:latin typeface="Arial"/>
                <a:ea typeface="Arial"/>
                <a:cs typeface="Arial"/>
                <a:sym typeface="Arial"/>
              </a:rPr>
              <a:t>- </a:t>
            </a:r>
            <a:r>
              <a:rPr lang="en-US" sz="1050" dirty="0" err="1">
                <a:solidFill>
                  <a:srgbClr val="EC2027"/>
                </a:solidFill>
                <a:latin typeface="Arial"/>
                <a:ea typeface="Arial"/>
                <a:cs typeface="Arial"/>
                <a:sym typeface="Arial"/>
              </a:rPr>
              <a:t>ciency</a:t>
            </a:r>
            <a:r>
              <a:rPr lang="en-US" sz="1050" dirty="0">
                <a:solidFill>
                  <a:srgbClr val="EC2027"/>
                </a:solidFill>
                <a:latin typeface="Arial"/>
                <a:ea typeface="Arial"/>
                <a:cs typeface="Arial"/>
                <a:sym typeface="Arial"/>
              </a:rPr>
              <a:t> and stability.</a:t>
            </a:r>
            <a:endParaRPr sz="1050" dirty="0">
              <a:latin typeface="Arial"/>
              <a:ea typeface="Arial"/>
              <a:cs typeface="Arial"/>
              <a:sym typeface="Arial"/>
            </a:endParaRPr>
          </a:p>
        </p:txBody>
      </p:sp>
      <p:grpSp>
        <p:nvGrpSpPr>
          <p:cNvPr id="1161" name="Google Shape;1161;p57"/>
          <p:cNvGrpSpPr/>
          <p:nvPr/>
        </p:nvGrpSpPr>
        <p:grpSpPr>
          <a:xfrm>
            <a:off x="0" y="3141936"/>
            <a:ext cx="5760262" cy="92075"/>
            <a:chOff x="0" y="3141936"/>
            <a:chExt cx="5760262" cy="92075"/>
          </a:xfrm>
        </p:grpSpPr>
        <p:sp>
          <p:nvSpPr>
            <p:cNvPr id="1162" name="Google Shape;1162;p57"/>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63" name="Google Shape;1163;p57"/>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64" name="Google Shape;1164;p57"/>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165" name="Google Shape;1165;p5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166" name="Google Shape;1166;p5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8"/>
              </a:rPr>
              <a:t>D</a:t>
            </a:r>
            <a:r>
              <a:rPr lang="en-US" sz="600" u="sng" cap="small">
                <a:solidFill>
                  <a:schemeClr val="hlink"/>
                </a:solidFill>
                <a:latin typeface="Bookman Old Style"/>
                <a:ea typeface="Bookman Old Style"/>
                <a:cs typeface="Bookman Old Style"/>
                <a:sym typeface="Bookman Old Style"/>
                <a:hlinkClick r:id="rId8"/>
              </a:rPr>
              <a:t>eep</a:t>
            </a:r>
            <a:r>
              <a:rPr lang="en-US" sz="600" u="sng">
                <a:solidFill>
                  <a:schemeClr val="hlink"/>
                </a:solidFill>
                <a:latin typeface="Bookman Old Style"/>
                <a:ea typeface="Bookman Old Style"/>
                <a:cs typeface="Bookman Old Style"/>
                <a:sym typeface="Bookman Old Style"/>
                <a:hlinkClick r:id="rId8"/>
              </a:rPr>
              <a:t> L</a:t>
            </a:r>
            <a:r>
              <a:rPr lang="en-US" sz="600" u="sng" cap="small">
                <a:solidFill>
                  <a:schemeClr val="hlink"/>
                </a:solidFill>
                <a:latin typeface="Bookman Old Style"/>
                <a:ea typeface="Bookman Old Style"/>
                <a:cs typeface="Bookman Old Style"/>
                <a:sym typeface="Bookman Old Style"/>
                <a:hlinkClick r:id="rId8"/>
              </a:rPr>
              <a:t>earning</a:t>
            </a:r>
            <a:endParaRPr sz="600">
              <a:latin typeface="Bookman Old Style"/>
              <a:ea typeface="Bookman Old Style"/>
              <a:cs typeface="Bookman Old Style"/>
              <a:sym typeface="Bookman Old Style"/>
            </a:endParaRPr>
          </a:p>
        </p:txBody>
      </p:sp>
      <p:sp>
        <p:nvSpPr>
          <p:cNvPr id="1167" name="Google Shape;1167;p57"/>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51</a:t>
            </a:fld>
            <a:r>
              <a:rPr lang="en-US"/>
              <a:t> / 100</a:t>
            </a:r>
            <a:endParaRPr/>
          </a:p>
        </p:txBody>
      </p:sp>
    </p:spTree>
  </p:cSld>
  <p:clrMapOvr>
    <a:masterClrMapping/>
  </p:clrMapOvr>
  <p:transition>
    <p:fade thruBlk="1"/>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sp>
        <p:nvSpPr>
          <p:cNvPr id="1172" name="Google Shape;1172;p58"/>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D</a:t>
            </a:r>
            <a:r>
              <a:rPr lang="en-US" cap="small">
                <a:solidFill>
                  <a:srgbClr val="FFFFFF"/>
                </a:solidFill>
              </a:rPr>
              <a:t>ata</a:t>
            </a:r>
            <a:r>
              <a:rPr lang="en-US">
                <a:solidFill>
                  <a:srgbClr val="FFFFFF"/>
                </a:solidFill>
              </a:rPr>
              <a:t> R</a:t>
            </a:r>
            <a:r>
              <a:rPr lang="en-US" cap="small">
                <a:solidFill>
                  <a:srgbClr val="FFFFFF"/>
                </a:solidFill>
              </a:rPr>
              <a:t>epresentation</a:t>
            </a:r>
            <a:endParaRPr/>
          </a:p>
        </p:txBody>
      </p:sp>
      <p:grpSp>
        <p:nvGrpSpPr>
          <p:cNvPr id="1173" name="Google Shape;1173;p58"/>
          <p:cNvGrpSpPr/>
          <p:nvPr/>
        </p:nvGrpSpPr>
        <p:grpSpPr>
          <a:xfrm>
            <a:off x="0" y="3141936"/>
            <a:ext cx="5760262" cy="92075"/>
            <a:chOff x="0" y="3141936"/>
            <a:chExt cx="5760262" cy="92075"/>
          </a:xfrm>
        </p:grpSpPr>
        <p:sp>
          <p:nvSpPr>
            <p:cNvPr id="1174" name="Google Shape;1174;p5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75" name="Google Shape;1175;p5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76" name="Google Shape;1176;p5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177" name="Google Shape;1177;p5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178" name="Google Shape;1178;p5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179" name="Google Shape;1179;p58"/>
          <p:cNvSpPr txBox="1">
            <a:spLocks noGrp="1"/>
          </p:cNvSpPr>
          <p:nvPr>
            <p:ph type="sldNum" idx="12"/>
          </p:nvPr>
        </p:nvSpPr>
        <p:spPr>
          <a:xfrm>
            <a:off x="4627902" y="3137675"/>
            <a:ext cx="531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52</a:t>
            </a:fld>
            <a:r>
              <a:rPr lang="en-US"/>
              <a:t> / 100</a:t>
            </a:r>
            <a:endParaRPr/>
          </a:p>
        </p:txBody>
      </p:sp>
      <p:pic>
        <p:nvPicPr>
          <p:cNvPr id="1180" name="Google Shape;1180;p58"/>
          <p:cNvPicPr preferRelativeResize="0"/>
          <p:nvPr/>
        </p:nvPicPr>
        <p:blipFill>
          <a:blip r:embed="rId4">
            <a:alphaModFix/>
          </a:blip>
          <a:stretch>
            <a:fillRect/>
          </a:stretch>
        </p:blipFill>
        <p:spPr>
          <a:xfrm>
            <a:off x="152400" y="550225"/>
            <a:ext cx="5186575" cy="2449638"/>
          </a:xfrm>
          <a:prstGeom prst="rect">
            <a:avLst/>
          </a:prstGeom>
          <a:noFill/>
          <a:ln>
            <a:noFill/>
          </a:ln>
        </p:spPr>
      </p:pic>
    </p:spTree>
  </p:cSld>
  <p:clrMapOvr>
    <a:masterClrMapping/>
  </p:clrMapOvr>
  <p:transition>
    <p:fade thruBlk="1"/>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84"/>
        <p:cNvGrpSpPr/>
        <p:nvPr/>
      </p:nvGrpSpPr>
      <p:grpSpPr>
        <a:xfrm>
          <a:off x="0" y="0"/>
          <a:ext cx="0" cy="0"/>
          <a:chOff x="0" y="0"/>
          <a:chExt cx="0" cy="0"/>
        </a:xfrm>
      </p:grpSpPr>
      <p:sp>
        <p:nvSpPr>
          <p:cNvPr id="1185" name="Google Shape;1185;p59"/>
          <p:cNvSpPr txBox="1">
            <a:spLocks noGrp="1"/>
          </p:cNvSpPr>
          <p:nvPr>
            <p:ph type="title"/>
          </p:nvPr>
        </p:nvSpPr>
        <p:spPr>
          <a:xfrm>
            <a:off x="95300" y="109545"/>
            <a:ext cx="211772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O</a:t>
            </a:r>
            <a:r>
              <a:rPr lang="en-US" cap="small">
                <a:solidFill>
                  <a:srgbClr val="FFFFFF"/>
                </a:solidFill>
              </a:rPr>
              <a:t>ne</a:t>
            </a:r>
            <a:r>
              <a:rPr lang="en-US">
                <a:solidFill>
                  <a:srgbClr val="FFFFFF"/>
                </a:solidFill>
              </a:rPr>
              <a:t>-H</a:t>
            </a:r>
            <a:r>
              <a:rPr lang="en-US" cap="small">
                <a:solidFill>
                  <a:srgbClr val="FFFFFF"/>
                </a:solidFill>
              </a:rPr>
              <a:t>ot</a:t>
            </a:r>
            <a:r>
              <a:rPr lang="en-US">
                <a:solidFill>
                  <a:srgbClr val="FFFFFF"/>
                </a:solidFill>
              </a:rPr>
              <a:t> E</a:t>
            </a:r>
            <a:r>
              <a:rPr lang="en-US" cap="small">
                <a:solidFill>
                  <a:srgbClr val="FFFFFF"/>
                </a:solidFill>
              </a:rPr>
              <a:t>ncoding</a:t>
            </a:r>
            <a:endParaRPr/>
          </a:p>
        </p:txBody>
      </p:sp>
      <p:grpSp>
        <p:nvGrpSpPr>
          <p:cNvPr id="1186" name="Google Shape;1186;p59"/>
          <p:cNvGrpSpPr/>
          <p:nvPr/>
        </p:nvGrpSpPr>
        <p:grpSpPr>
          <a:xfrm>
            <a:off x="513702" y="2403055"/>
            <a:ext cx="69291" cy="636245"/>
            <a:chOff x="513702" y="2403055"/>
            <a:chExt cx="69291" cy="636245"/>
          </a:xfrm>
        </p:grpSpPr>
        <p:pic>
          <p:nvPicPr>
            <p:cNvPr id="1187" name="Google Shape;1187;p59"/>
            <p:cNvPicPr preferRelativeResize="0"/>
            <p:nvPr/>
          </p:nvPicPr>
          <p:blipFill rotWithShape="1">
            <a:blip r:embed="rId3">
              <a:alphaModFix/>
            </a:blip>
            <a:srcRect/>
            <a:stretch/>
          </p:blipFill>
          <p:spPr>
            <a:xfrm>
              <a:off x="513702" y="2403055"/>
              <a:ext cx="69291" cy="69291"/>
            </a:xfrm>
            <a:prstGeom prst="rect">
              <a:avLst/>
            </a:prstGeom>
            <a:noFill/>
            <a:ln>
              <a:noFill/>
            </a:ln>
          </p:spPr>
        </p:pic>
        <p:pic>
          <p:nvPicPr>
            <p:cNvPr id="1188" name="Google Shape;1188;p59"/>
            <p:cNvPicPr preferRelativeResize="0"/>
            <p:nvPr/>
          </p:nvPicPr>
          <p:blipFill rotWithShape="1">
            <a:blip r:embed="rId4">
              <a:alphaModFix/>
            </a:blip>
            <a:srcRect/>
            <a:stretch/>
          </p:blipFill>
          <p:spPr>
            <a:xfrm>
              <a:off x="513702" y="2592031"/>
              <a:ext cx="69291" cy="69291"/>
            </a:xfrm>
            <a:prstGeom prst="rect">
              <a:avLst/>
            </a:prstGeom>
            <a:noFill/>
            <a:ln>
              <a:noFill/>
            </a:ln>
          </p:spPr>
        </p:pic>
        <p:pic>
          <p:nvPicPr>
            <p:cNvPr id="1189" name="Google Shape;1189;p59"/>
            <p:cNvPicPr preferRelativeResize="0"/>
            <p:nvPr/>
          </p:nvPicPr>
          <p:blipFill rotWithShape="1">
            <a:blip r:embed="rId5">
              <a:alphaModFix/>
            </a:blip>
            <a:srcRect/>
            <a:stretch/>
          </p:blipFill>
          <p:spPr>
            <a:xfrm>
              <a:off x="513702" y="2781020"/>
              <a:ext cx="69291" cy="69291"/>
            </a:xfrm>
            <a:prstGeom prst="rect">
              <a:avLst/>
            </a:prstGeom>
            <a:noFill/>
            <a:ln>
              <a:noFill/>
            </a:ln>
          </p:spPr>
        </p:pic>
        <p:pic>
          <p:nvPicPr>
            <p:cNvPr id="1190" name="Google Shape;1190;p59"/>
            <p:cNvPicPr preferRelativeResize="0"/>
            <p:nvPr/>
          </p:nvPicPr>
          <p:blipFill rotWithShape="1">
            <a:blip r:embed="rId6">
              <a:alphaModFix/>
            </a:blip>
            <a:srcRect/>
            <a:stretch/>
          </p:blipFill>
          <p:spPr>
            <a:xfrm>
              <a:off x="513702" y="2970009"/>
              <a:ext cx="69291" cy="69291"/>
            </a:xfrm>
            <a:prstGeom prst="rect">
              <a:avLst/>
            </a:prstGeom>
            <a:noFill/>
            <a:ln>
              <a:noFill/>
            </a:ln>
          </p:spPr>
        </p:pic>
      </p:grpSp>
      <p:sp>
        <p:nvSpPr>
          <p:cNvPr id="1191" name="Google Shape;1191;p59"/>
          <p:cNvSpPr txBox="1"/>
          <p:nvPr/>
        </p:nvSpPr>
        <p:spPr>
          <a:xfrm>
            <a:off x="334594" y="379042"/>
            <a:ext cx="5222144" cy="2521060"/>
          </a:xfrm>
          <a:prstGeom prst="rect">
            <a:avLst/>
          </a:prstGeom>
          <a:noFill/>
          <a:ln>
            <a:noFill/>
          </a:ln>
        </p:spPr>
        <p:txBody>
          <a:bodyPr spcFirstLastPara="1" wrap="square" lIns="0" tIns="107300" rIns="0" bIns="0" anchor="t" anchorCtr="0">
            <a:spAutoFit/>
          </a:bodyPr>
          <a:lstStyle/>
          <a:p>
            <a:pPr marL="25400" lvl="0" indent="0" algn="l" rtl="0">
              <a:lnSpc>
                <a:spcPct val="100000"/>
              </a:lnSpc>
              <a:spcBef>
                <a:spcPts val="0"/>
              </a:spcBef>
              <a:spcAft>
                <a:spcPts val="0"/>
              </a:spcAft>
              <a:buNone/>
            </a:pPr>
            <a:r>
              <a:rPr lang="en-US" sz="1050" dirty="0">
                <a:solidFill>
                  <a:srgbClr val="BF003F"/>
                </a:solidFill>
                <a:latin typeface="Arial"/>
                <a:ea typeface="Arial"/>
                <a:cs typeface="Arial"/>
                <a:sym typeface="Arial"/>
              </a:rPr>
              <a:t>Definition: </a:t>
            </a:r>
            <a:r>
              <a:rPr lang="en-US" sz="1050" dirty="0">
                <a:latin typeface="Arial"/>
                <a:ea typeface="Arial"/>
                <a:cs typeface="Arial"/>
                <a:sym typeface="Arial"/>
              </a:rPr>
              <a:t>Convert class label to binary vector of length </a:t>
            </a:r>
            <a:r>
              <a:rPr lang="en-US" sz="1050" i="1" dirty="0">
                <a:latin typeface="Arial"/>
                <a:ea typeface="Arial"/>
                <a:cs typeface="Arial"/>
                <a:sym typeface="Arial"/>
              </a:rPr>
              <a:t>K</a:t>
            </a:r>
            <a:endParaRPr sz="1050" dirty="0">
              <a:latin typeface="Arial"/>
              <a:ea typeface="Arial"/>
              <a:cs typeface="Arial"/>
              <a:sym typeface="Arial"/>
            </a:endParaRPr>
          </a:p>
          <a:p>
            <a:pPr marL="25400" lvl="0" indent="0" algn="l" rtl="0">
              <a:lnSpc>
                <a:spcPct val="100000"/>
              </a:lnSpc>
              <a:spcBef>
                <a:spcPts val="750"/>
              </a:spcBef>
              <a:spcAft>
                <a:spcPts val="0"/>
              </a:spcAft>
              <a:buNone/>
            </a:pPr>
            <a:r>
              <a:rPr lang="en-US" sz="1050" dirty="0">
                <a:solidFill>
                  <a:srgbClr val="BF003F"/>
                </a:solidFill>
                <a:latin typeface="Arial"/>
                <a:ea typeface="Arial"/>
                <a:cs typeface="Arial"/>
                <a:sym typeface="Arial"/>
              </a:rPr>
              <a:t>For class </a:t>
            </a:r>
            <a:r>
              <a:rPr lang="en-US" sz="1050" i="1" dirty="0">
                <a:solidFill>
                  <a:srgbClr val="BF003F"/>
                </a:solidFill>
                <a:latin typeface="Arial"/>
                <a:ea typeface="Arial"/>
                <a:cs typeface="Arial"/>
                <a:sym typeface="Arial"/>
              </a:rPr>
              <a:t>k </a:t>
            </a:r>
            <a:r>
              <a:rPr lang="en-US" sz="1050" dirty="0">
                <a:solidFill>
                  <a:srgbClr val="BF003F"/>
                </a:solidFill>
                <a:latin typeface="Arial"/>
                <a:ea typeface="Arial"/>
                <a:cs typeface="Arial"/>
                <a:sym typeface="Arial"/>
              </a:rPr>
              <a:t>: </a:t>
            </a:r>
            <a:r>
              <a:rPr lang="en-US" sz="1050" dirty="0">
                <a:latin typeface="Arial"/>
                <a:ea typeface="Arial"/>
                <a:cs typeface="Arial"/>
                <a:sym typeface="Arial"/>
              </a:rPr>
              <a:t>All zeros except 1 at position </a:t>
            </a:r>
            <a:r>
              <a:rPr lang="en-US" sz="1050" i="1" dirty="0">
                <a:latin typeface="Arial"/>
                <a:ea typeface="Arial"/>
                <a:cs typeface="Arial"/>
                <a:sym typeface="Arial"/>
              </a:rPr>
              <a:t>k</a:t>
            </a:r>
            <a:endParaRPr sz="1050" dirty="0">
              <a:latin typeface="Arial"/>
              <a:ea typeface="Arial"/>
              <a:cs typeface="Arial"/>
              <a:sym typeface="Arial"/>
            </a:endParaRPr>
          </a:p>
          <a:p>
            <a:pPr marL="25400" lvl="0" indent="0" algn="l" rtl="0">
              <a:lnSpc>
                <a:spcPct val="100000"/>
              </a:lnSpc>
              <a:spcBef>
                <a:spcPts val="35"/>
              </a:spcBef>
              <a:spcAft>
                <a:spcPts val="0"/>
              </a:spcAft>
              <a:buNone/>
            </a:pPr>
            <a:r>
              <a:rPr lang="en-US" sz="1050" dirty="0">
                <a:solidFill>
                  <a:srgbClr val="1B1472"/>
                </a:solidFill>
                <a:latin typeface="Arial"/>
                <a:ea typeface="Arial"/>
                <a:cs typeface="Arial"/>
                <a:sym typeface="Arial"/>
              </a:rPr>
              <a:t>Example with </a:t>
            </a:r>
            <a:r>
              <a:rPr lang="en-US" sz="1050" i="1" dirty="0">
                <a:solidFill>
                  <a:srgbClr val="1B1472"/>
                </a:solidFill>
                <a:latin typeface="Arial"/>
                <a:ea typeface="Arial"/>
                <a:cs typeface="Arial"/>
                <a:sym typeface="Arial"/>
              </a:rPr>
              <a:t>K </a:t>
            </a:r>
            <a:r>
              <a:rPr lang="en-US" sz="1200" dirty="0">
                <a:solidFill>
                  <a:srgbClr val="1B1472"/>
                </a:solidFill>
                <a:latin typeface="Tahoma"/>
                <a:ea typeface="Tahoma"/>
                <a:cs typeface="Tahoma"/>
                <a:sym typeface="Tahoma"/>
              </a:rPr>
              <a:t>= </a:t>
            </a:r>
            <a:r>
              <a:rPr lang="en-US" sz="1050" dirty="0">
                <a:solidFill>
                  <a:srgbClr val="1B1472"/>
                </a:solidFill>
                <a:latin typeface="Arial"/>
                <a:ea typeface="Arial"/>
                <a:cs typeface="Arial"/>
                <a:sym typeface="Arial"/>
              </a:rPr>
              <a:t>4 classes:</a:t>
            </a:r>
            <a:endParaRPr sz="1050" dirty="0">
              <a:latin typeface="Arial"/>
              <a:ea typeface="Arial"/>
              <a:cs typeface="Arial"/>
              <a:sym typeface="Arial"/>
            </a:endParaRPr>
          </a:p>
          <a:p>
            <a:pPr marL="1759585" lvl="0" indent="0" algn="l" rtl="0">
              <a:lnSpc>
                <a:spcPct val="100000"/>
              </a:lnSpc>
              <a:spcBef>
                <a:spcPts val="605"/>
              </a:spcBef>
              <a:spcAft>
                <a:spcPts val="0"/>
              </a:spcAft>
              <a:buNone/>
            </a:pPr>
            <a:r>
              <a:rPr lang="en-US" sz="1050" dirty="0">
                <a:latin typeface="Arial"/>
                <a:ea typeface="Arial"/>
                <a:cs typeface="Arial"/>
                <a:sym typeface="Arial"/>
              </a:rPr>
              <a:t>Class 1:	</a:t>
            </a:r>
            <a:r>
              <a:rPr lang="en-US" sz="1050" b="1" dirty="0">
                <a:latin typeface="Arial"/>
                <a:ea typeface="Arial"/>
                <a:cs typeface="Arial"/>
                <a:sym typeface="Arial"/>
              </a:rPr>
              <a:t>y </a:t>
            </a:r>
            <a:r>
              <a:rPr lang="en-US" sz="1200" dirty="0">
                <a:latin typeface="Tahoma"/>
                <a:ea typeface="Tahoma"/>
                <a:cs typeface="Tahoma"/>
                <a:sym typeface="Tahoma"/>
              </a:rPr>
              <a:t>= [</a:t>
            </a:r>
            <a:r>
              <a:rPr lang="en-US" sz="1050" dirty="0">
                <a:latin typeface="Arial"/>
                <a:ea typeface="Arial"/>
                <a:cs typeface="Arial"/>
                <a:sym typeface="Arial"/>
              </a:rPr>
              <a:t>1</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0</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0</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0</a:t>
            </a:r>
            <a:r>
              <a:rPr lang="en-US" sz="1200" dirty="0">
                <a:latin typeface="Tahoma"/>
                <a:ea typeface="Tahoma"/>
                <a:cs typeface="Tahoma"/>
                <a:sym typeface="Tahoma"/>
              </a:rPr>
              <a:t>]</a:t>
            </a:r>
            <a:r>
              <a:rPr lang="en-US" sz="1050" i="1" baseline="30000" dirty="0">
                <a:latin typeface="Arial"/>
                <a:ea typeface="Arial"/>
                <a:cs typeface="Arial"/>
                <a:sym typeface="Arial"/>
              </a:rPr>
              <a:t>T</a:t>
            </a:r>
            <a:endParaRPr sz="1050" baseline="30000" dirty="0">
              <a:latin typeface="Arial"/>
              <a:ea typeface="Arial"/>
              <a:cs typeface="Arial"/>
              <a:sym typeface="Arial"/>
            </a:endParaRPr>
          </a:p>
          <a:p>
            <a:pPr marL="1759585" lvl="0" indent="0" algn="l" rtl="0">
              <a:lnSpc>
                <a:spcPct val="100000"/>
              </a:lnSpc>
              <a:spcBef>
                <a:spcPts val="405"/>
              </a:spcBef>
              <a:spcAft>
                <a:spcPts val="0"/>
              </a:spcAft>
              <a:buNone/>
            </a:pPr>
            <a:r>
              <a:rPr lang="en-US" sz="1050" dirty="0">
                <a:latin typeface="Arial"/>
                <a:ea typeface="Arial"/>
                <a:cs typeface="Arial"/>
                <a:sym typeface="Arial"/>
              </a:rPr>
              <a:t>Class 2:	</a:t>
            </a:r>
            <a:r>
              <a:rPr lang="en-US" sz="1050" b="1" dirty="0">
                <a:latin typeface="Arial"/>
                <a:ea typeface="Arial"/>
                <a:cs typeface="Arial"/>
                <a:sym typeface="Arial"/>
              </a:rPr>
              <a:t>y </a:t>
            </a:r>
            <a:r>
              <a:rPr lang="en-US" sz="1200" dirty="0">
                <a:latin typeface="Tahoma"/>
                <a:ea typeface="Tahoma"/>
                <a:cs typeface="Tahoma"/>
                <a:sym typeface="Tahoma"/>
              </a:rPr>
              <a:t>= [</a:t>
            </a:r>
            <a:r>
              <a:rPr lang="en-US" sz="1050" dirty="0">
                <a:latin typeface="Arial"/>
                <a:ea typeface="Arial"/>
                <a:cs typeface="Arial"/>
                <a:sym typeface="Arial"/>
              </a:rPr>
              <a:t>0</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1</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0</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0</a:t>
            </a:r>
            <a:r>
              <a:rPr lang="en-US" sz="1200" dirty="0">
                <a:latin typeface="Tahoma"/>
                <a:ea typeface="Tahoma"/>
                <a:cs typeface="Tahoma"/>
                <a:sym typeface="Tahoma"/>
              </a:rPr>
              <a:t>]</a:t>
            </a:r>
            <a:r>
              <a:rPr lang="en-US" sz="1050" i="1" baseline="30000" dirty="0">
                <a:latin typeface="Arial"/>
                <a:ea typeface="Arial"/>
                <a:cs typeface="Arial"/>
                <a:sym typeface="Arial"/>
              </a:rPr>
              <a:t>T</a:t>
            </a:r>
            <a:endParaRPr sz="1050" baseline="30000" dirty="0">
              <a:latin typeface="Arial"/>
              <a:ea typeface="Arial"/>
              <a:cs typeface="Arial"/>
              <a:sym typeface="Arial"/>
            </a:endParaRPr>
          </a:p>
          <a:p>
            <a:pPr marL="1759585" lvl="0" indent="0" algn="l" rtl="0">
              <a:lnSpc>
                <a:spcPct val="100000"/>
              </a:lnSpc>
              <a:spcBef>
                <a:spcPts val="405"/>
              </a:spcBef>
              <a:spcAft>
                <a:spcPts val="0"/>
              </a:spcAft>
              <a:buNone/>
            </a:pPr>
            <a:r>
              <a:rPr lang="en-US" sz="1050" dirty="0">
                <a:latin typeface="Arial"/>
                <a:ea typeface="Arial"/>
                <a:cs typeface="Arial"/>
                <a:sym typeface="Arial"/>
              </a:rPr>
              <a:t>Class 3:	</a:t>
            </a:r>
            <a:r>
              <a:rPr lang="en-US" sz="1050" b="1" dirty="0">
                <a:latin typeface="Arial"/>
                <a:ea typeface="Arial"/>
                <a:cs typeface="Arial"/>
                <a:sym typeface="Arial"/>
              </a:rPr>
              <a:t>y </a:t>
            </a:r>
            <a:r>
              <a:rPr lang="en-US" sz="1200" dirty="0">
                <a:latin typeface="Tahoma"/>
                <a:ea typeface="Tahoma"/>
                <a:cs typeface="Tahoma"/>
                <a:sym typeface="Tahoma"/>
              </a:rPr>
              <a:t>= [</a:t>
            </a:r>
            <a:r>
              <a:rPr lang="en-US" sz="1050" dirty="0">
                <a:latin typeface="Arial"/>
                <a:ea typeface="Arial"/>
                <a:cs typeface="Arial"/>
                <a:sym typeface="Arial"/>
              </a:rPr>
              <a:t>0</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0</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1</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0</a:t>
            </a:r>
            <a:r>
              <a:rPr lang="en-US" sz="1200" dirty="0">
                <a:latin typeface="Tahoma"/>
                <a:ea typeface="Tahoma"/>
                <a:cs typeface="Tahoma"/>
                <a:sym typeface="Tahoma"/>
              </a:rPr>
              <a:t>]</a:t>
            </a:r>
            <a:r>
              <a:rPr lang="en-US" sz="1050" i="1" baseline="30000" dirty="0">
                <a:latin typeface="Arial"/>
                <a:ea typeface="Arial"/>
                <a:cs typeface="Arial"/>
                <a:sym typeface="Arial"/>
              </a:rPr>
              <a:t>T</a:t>
            </a:r>
            <a:endParaRPr sz="1050" baseline="30000" dirty="0">
              <a:latin typeface="Arial"/>
              <a:ea typeface="Arial"/>
              <a:cs typeface="Arial"/>
              <a:sym typeface="Arial"/>
            </a:endParaRPr>
          </a:p>
          <a:p>
            <a:pPr marL="1759585" lvl="0" indent="0" algn="l" rtl="0">
              <a:lnSpc>
                <a:spcPct val="100000"/>
              </a:lnSpc>
              <a:spcBef>
                <a:spcPts val="400"/>
              </a:spcBef>
              <a:spcAft>
                <a:spcPts val="0"/>
              </a:spcAft>
              <a:buNone/>
            </a:pPr>
            <a:r>
              <a:rPr lang="en-US" sz="1050" dirty="0">
                <a:latin typeface="Arial"/>
                <a:ea typeface="Arial"/>
                <a:cs typeface="Arial"/>
                <a:sym typeface="Arial"/>
              </a:rPr>
              <a:t>Class 4:	</a:t>
            </a:r>
            <a:r>
              <a:rPr lang="en-US" sz="1050" b="1" dirty="0">
                <a:latin typeface="Arial"/>
                <a:ea typeface="Arial"/>
                <a:cs typeface="Arial"/>
                <a:sym typeface="Arial"/>
              </a:rPr>
              <a:t>y </a:t>
            </a:r>
            <a:r>
              <a:rPr lang="en-US" sz="1200" dirty="0">
                <a:latin typeface="Tahoma"/>
                <a:ea typeface="Tahoma"/>
                <a:cs typeface="Tahoma"/>
                <a:sym typeface="Tahoma"/>
              </a:rPr>
              <a:t>= [</a:t>
            </a:r>
            <a:r>
              <a:rPr lang="en-US" sz="1050" dirty="0">
                <a:latin typeface="Arial"/>
                <a:ea typeface="Arial"/>
                <a:cs typeface="Arial"/>
                <a:sym typeface="Arial"/>
              </a:rPr>
              <a:t>0</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0</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0</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1</a:t>
            </a:r>
            <a:r>
              <a:rPr lang="en-US" sz="1200" dirty="0">
                <a:latin typeface="Tahoma"/>
                <a:ea typeface="Tahoma"/>
                <a:cs typeface="Tahoma"/>
                <a:sym typeface="Tahoma"/>
              </a:rPr>
              <a:t>]</a:t>
            </a:r>
            <a:r>
              <a:rPr lang="en-US" sz="1050" i="1" baseline="30000" dirty="0">
                <a:latin typeface="Arial"/>
                <a:ea typeface="Arial"/>
                <a:cs typeface="Arial"/>
                <a:sym typeface="Arial"/>
              </a:rPr>
              <a:t>T</a:t>
            </a:r>
            <a:endParaRPr sz="1050" baseline="30000" dirty="0">
              <a:latin typeface="Arial"/>
              <a:ea typeface="Arial"/>
              <a:cs typeface="Arial"/>
              <a:sym typeface="Arial"/>
            </a:endParaRPr>
          </a:p>
          <a:p>
            <a:pPr marL="25400" lvl="0" indent="0" algn="l" rtl="0">
              <a:lnSpc>
                <a:spcPct val="100000"/>
              </a:lnSpc>
              <a:spcBef>
                <a:spcPts val="755"/>
              </a:spcBef>
              <a:spcAft>
                <a:spcPts val="0"/>
              </a:spcAft>
              <a:buNone/>
            </a:pPr>
            <a:r>
              <a:rPr lang="en-US" sz="1050" dirty="0">
                <a:solidFill>
                  <a:srgbClr val="BF003F"/>
                </a:solidFill>
                <a:latin typeface="Arial"/>
                <a:ea typeface="Arial"/>
                <a:cs typeface="Arial"/>
                <a:sym typeface="Arial"/>
              </a:rPr>
              <a:t>Why one-hot?</a:t>
            </a:r>
            <a:endParaRPr sz="1050" dirty="0">
              <a:latin typeface="Arial"/>
              <a:ea typeface="Arial"/>
              <a:cs typeface="Arial"/>
              <a:sym typeface="Arial"/>
            </a:endParaRPr>
          </a:p>
          <a:p>
            <a:pPr marL="322580" marR="170180" lvl="0" indent="0" algn="l" rtl="0">
              <a:lnSpc>
                <a:spcPct val="118100"/>
              </a:lnSpc>
              <a:spcBef>
                <a:spcPts val="45"/>
              </a:spcBef>
              <a:spcAft>
                <a:spcPts val="0"/>
              </a:spcAft>
              <a:buNone/>
            </a:pPr>
            <a:r>
              <a:rPr lang="en-US" sz="1050" dirty="0">
                <a:latin typeface="Arial"/>
                <a:ea typeface="Arial"/>
                <a:cs typeface="Arial"/>
                <a:sym typeface="Arial"/>
              </a:rPr>
              <a:t>Treats all classes equally (no implicit ordering)  Matches the format of </a:t>
            </a:r>
            <a:r>
              <a:rPr lang="en-US" sz="1050" dirty="0" err="1">
                <a:latin typeface="Arial"/>
                <a:ea typeface="Arial"/>
                <a:cs typeface="Arial"/>
                <a:sym typeface="Arial"/>
              </a:rPr>
              <a:t>softmax</a:t>
            </a:r>
            <a:r>
              <a:rPr lang="en-US" sz="1050" dirty="0">
                <a:latin typeface="Arial"/>
                <a:ea typeface="Arial"/>
                <a:cs typeface="Arial"/>
                <a:sym typeface="Arial"/>
              </a:rPr>
              <a:t> output probabilities Simplifies loss computation</a:t>
            </a:r>
            <a:endParaRPr sz="1050" dirty="0">
              <a:latin typeface="Arial"/>
              <a:ea typeface="Arial"/>
              <a:cs typeface="Arial"/>
              <a:sym typeface="Arial"/>
            </a:endParaRPr>
          </a:p>
          <a:p>
            <a:pPr marL="322580" lvl="0" indent="0" algn="l" rtl="0">
              <a:lnSpc>
                <a:spcPct val="100000"/>
              </a:lnSpc>
              <a:spcBef>
                <a:spcPts val="225"/>
              </a:spcBef>
              <a:spcAft>
                <a:spcPts val="0"/>
              </a:spcAft>
              <a:buNone/>
            </a:pPr>
            <a:r>
              <a:rPr lang="en-US" sz="1050" dirty="0">
                <a:latin typeface="Arial"/>
                <a:ea typeface="Arial"/>
                <a:cs typeface="Arial"/>
                <a:sym typeface="Arial"/>
              </a:rPr>
              <a:t>Standard in deep learning frameworks</a:t>
            </a:r>
            <a:endParaRPr sz="1050" dirty="0">
              <a:latin typeface="Arial"/>
              <a:ea typeface="Arial"/>
              <a:cs typeface="Arial"/>
              <a:sym typeface="Arial"/>
            </a:endParaRPr>
          </a:p>
        </p:txBody>
      </p:sp>
      <p:grpSp>
        <p:nvGrpSpPr>
          <p:cNvPr id="1192" name="Google Shape;1192;p59"/>
          <p:cNvGrpSpPr/>
          <p:nvPr/>
        </p:nvGrpSpPr>
        <p:grpSpPr>
          <a:xfrm>
            <a:off x="0" y="3141936"/>
            <a:ext cx="5760262" cy="92075"/>
            <a:chOff x="0" y="3141936"/>
            <a:chExt cx="5760262" cy="92075"/>
          </a:xfrm>
        </p:grpSpPr>
        <p:sp>
          <p:nvSpPr>
            <p:cNvPr id="1193" name="Google Shape;1193;p5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94" name="Google Shape;1194;p5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95" name="Google Shape;1195;p5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196" name="Google Shape;1196;p5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197" name="Google Shape;1197;p5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7"/>
              </a:rPr>
              <a:t>D</a:t>
            </a:r>
            <a:r>
              <a:rPr lang="en-US" sz="600" u="sng" cap="small">
                <a:solidFill>
                  <a:schemeClr val="hlink"/>
                </a:solidFill>
                <a:latin typeface="Bookman Old Style"/>
                <a:ea typeface="Bookman Old Style"/>
                <a:cs typeface="Bookman Old Style"/>
                <a:sym typeface="Bookman Old Style"/>
                <a:hlinkClick r:id="rId7"/>
              </a:rPr>
              <a:t>eep</a:t>
            </a:r>
            <a:r>
              <a:rPr lang="en-US" sz="600" u="sng">
                <a:solidFill>
                  <a:schemeClr val="hlink"/>
                </a:solidFill>
                <a:latin typeface="Bookman Old Style"/>
                <a:ea typeface="Bookman Old Style"/>
                <a:cs typeface="Bookman Old Style"/>
                <a:sym typeface="Bookman Old Style"/>
                <a:hlinkClick r:id="rId7"/>
              </a:rPr>
              <a:t> L</a:t>
            </a:r>
            <a:r>
              <a:rPr lang="en-US" sz="600" u="sng" cap="small">
                <a:solidFill>
                  <a:schemeClr val="hlink"/>
                </a:solidFill>
                <a:latin typeface="Bookman Old Style"/>
                <a:ea typeface="Bookman Old Style"/>
                <a:cs typeface="Bookman Old Style"/>
                <a:sym typeface="Bookman Old Style"/>
                <a:hlinkClick r:id="rId7"/>
              </a:rPr>
              <a:t>earning</a:t>
            </a:r>
            <a:endParaRPr sz="600">
              <a:latin typeface="Bookman Old Style"/>
              <a:ea typeface="Bookman Old Style"/>
              <a:cs typeface="Bookman Old Style"/>
              <a:sym typeface="Bookman Old Style"/>
            </a:endParaRPr>
          </a:p>
        </p:txBody>
      </p:sp>
      <p:sp>
        <p:nvSpPr>
          <p:cNvPr id="1198" name="Google Shape;1198;p59"/>
          <p:cNvSpPr txBox="1">
            <a:spLocks noGrp="1"/>
          </p:cNvSpPr>
          <p:nvPr>
            <p:ph type="sldNum" idx="12"/>
          </p:nvPr>
        </p:nvSpPr>
        <p:spPr>
          <a:xfrm>
            <a:off x="4627903" y="3137675"/>
            <a:ext cx="59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53</a:t>
            </a:fld>
            <a:r>
              <a:rPr lang="en-US"/>
              <a:t> / 100</a:t>
            </a:r>
            <a:endParaRPr/>
          </a:p>
        </p:txBody>
      </p:sp>
    </p:spTree>
  </p:cSld>
  <p:clrMapOvr>
    <a:masterClrMapping/>
  </p:clrMapOvr>
  <p:transition>
    <p:fade thruBlk="1"/>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202"/>
        <p:cNvGrpSpPr/>
        <p:nvPr/>
      </p:nvGrpSpPr>
      <p:grpSpPr>
        <a:xfrm>
          <a:off x="0" y="0"/>
          <a:ext cx="0" cy="0"/>
          <a:chOff x="0" y="0"/>
          <a:chExt cx="0" cy="0"/>
        </a:xfrm>
      </p:grpSpPr>
      <p:sp>
        <p:nvSpPr>
          <p:cNvPr id="1203" name="Google Shape;1203;p60"/>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eight</a:t>
            </a:r>
            <a:r>
              <a:rPr lang="en-US">
                <a:solidFill>
                  <a:srgbClr val="FFFFFF"/>
                </a:solidFill>
              </a:rPr>
              <a:t> M</a:t>
            </a:r>
            <a:r>
              <a:rPr lang="en-US" cap="small">
                <a:solidFill>
                  <a:srgbClr val="FFFFFF"/>
                </a:solidFill>
              </a:rPr>
              <a:t>atrix</a:t>
            </a:r>
            <a:r>
              <a:rPr lang="en-US">
                <a:solidFill>
                  <a:srgbClr val="FFFFFF"/>
                </a:solidFill>
              </a:rPr>
              <a:t> </a:t>
            </a:r>
            <a:r>
              <a:rPr lang="en-US" cap="small">
                <a:solidFill>
                  <a:srgbClr val="FFFFFF"/>
                </a:solidFill>
              </a:rPr>
              <a:t>for</a:t>
            </a:r>
            <a:r>
              <a:rPr lang="en-US">
                <a:solidFill>
                  <a:srgbClr val="FFFFFF"/>
                </a:solidFill>
              </a:rPr>
              <a:t> M</a:t>
            </a:r>
            <a:r>
              <a:rPr lang="en-US" cap="small">
                <a:solidFill>
                  <a:srgbClr val="FFFFFF"/>
                </a:solidFill>
              </a:rPr>
              <a:t>ulti</a:t>
            </a:r>
            <a:r>
              <a:rPr lang="en-US">
                <a:solidFill>
                  <a:srgbClr val="FFFFFF"/>
                </a:solidFill>
              </a:rPr>
              <a:t>-</a:t>
            </a:r>
            <a:r>
              <a:rPr lang="en-US" cap="small">
                <a:solidFill>
                  <a:srgbClr val="FFFFFF"/>
                </a:solidFill>
              </a:rPr>
              <a:t>class</a:t>
            </a:r>
            <a:r>
              <a:rPr lang="en-US">
                <a:solidFill>
                  <a:srgbClr val="FFFFFF"/>
                </a:solidFill>
              </a:rPr>
              <a:t> C</a:t>
            </a:r>
            <a:r>
              <a:rPr lang="en-US" cap="small">
                <a:solidFill>
                  <a:srgbClr val="FFFFFF"/>
                </a:solidFill>
              </a:rPr>
              <a:t>lassification</a:t>
            </a:r>
            <a:endParaRPr/>
          </a:p>
        </p:txBody>
      </p:sp>
      <p:grpSp>
        <p:nvGrpSpPr>
          <p:cNvPr id="1204" name="Google Shape;1204;p60"/>
          <p:cNvGrpSpPr/>
          <p:nvPr/>
        </p:nvGrpSpPr>
        <p:grpSpPr>
          <a:xfrm>
            <a:off x="0" y="3141936"/>
            <a:ext cx="5760262" cy="92075"/>
            <a:chOff x="0" y="3141936"/>
            <a:chExt cx="5760262" cy="92075"/>
          </a:xfrm>
        </p:grpSpPr>
        <p:sp>
          <p:nvSpPr>
            <p:cNvPr id="1205" name="Google Shape;1205;p6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06" name="Google Shape;1206;p6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07" name="Google Shape;1207;p6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208" name="Google Shape;1208;p6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209" name="Google Shape;1209;p6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210" name="Google Shape;1210;p60"/>
          <p:cNvSpPr txBox="1">
            <a:spLocks noGrp="1"/>
          </p:cNvSpPr>
          <p:nvPr>
            <p:ph type="sldNum" idx="12"/>
          </p:nvPr>
        </p:nvSpPr>
        <p:spPr>
          <a:xfrm>
            <a:off x="4627902" y="3137675"/>
            <a:ext cx="488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54</a:t>
            </a:fld>
            <a:r>
              <a:rPr lang="en-US"/>
              <a:t> / 100</a:t>
            </a:r>
            <a:endParaRPr/>
          </a:p>
        </p:txBody>
      </p:sp>
      <p:pic>
        <p:nvPicPr>
          <p:cNvPr id="1211" name="Google Shape;1211;p60"/>
          <p:cNvPicPr preferRelativeResize="0"/>
          <p:nvPr/>
        </p:nvPicPr>
        <p:blipFill>
          <a:blip r:embed="rId4">
            <a:alphaModFix/>
          </a:blip>
          <a:stretch>
            <a:fillRect/>
          </a:stretch>
        </p:blipFill>
        <p:spPr>
          <a:xfrm>
            <a:off x="200475" y="481150"/>
            <a:ext cx="4427425" cy="2656525"/>
          </a:xfrm>
          <a:prstGeom prst="rect">
            <a:avLst/>
          </a:prstGeom>
          <a:noFill/>
          <a:ln>
            <a:noFill/>
          </a:ln>
        </p:spPr>
      </p:pic>
    </p:spTree>
  </p:cSld>
  <p:clrMapOvr>
    <a:masterClrMapping/>
  </p:clrMapOvr>
  <p:transition>
    <p:fade thruBlk="1"/>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215"/>
        <p:cNvGrpSpPr/>
        <p:nvPr/>
      </p:nvGrpSpPr>
      <p:grpSpPr>
        <a:xfrm>
          <a:off x="0" y="0"/>
          <a:ext cx="0" cy="0"/>
          <a:chOff x="0" y="0"/>
          <a:chExt cx="0" cy="0"/>
        </a:xfrm>
      </p:grpSpPr>
      <p:sp>
        <p:nvSpPr>
          <p:cNvPr id="1216" name="Google Shape;1216;p61"/>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M</a:t>
            </a:r>
            <a:r>
              <a:rPr lang="en-US" cap="small">
                <a:solidFill>
                  <a:srgbClr val="FFFFFF"/>
                </a:solidFill>
              </a:rPr>
              <a:t>ulti</a:t>
            </a:r>
            <a:r>
              <a:rPr lang="en-US">
                <a:solidFill>
                  <a:srgbClr val="FFFFFF"/>
                </a:solidFill>
              </a:rPr>
              <a:t>-</a:t>
            </a:r>
            <a:r>
              <a:rPr lang="en-US" cap="small">
                <a:solidFill>
                  <a:srgbClr val="FFFFFF"/>
                </a:solidFill>
              </a:rPr>
              <a:t>class</a:t>
            </a:r>
            <a:r>
              <a:rPr lang="en-US">
                <a:solidFill>
                  <a:srgbClr val="FFFFFF"/>
                </a:solidFill>
              </a:rPr>
              <a:t> M</a:t>
            </a:r>
            <a:r>
              <a:rPr lang="en-US" cap="small">
                <a:solidFill>
                  <a:srgbClr val="FFFFFF"/>
                </a:solidFill>
              </a:rPr>
              <a:t>odel</a:t>
            </a:r>
            <a:r>
              <a:rPr lang="en-US">
                <a:solidFill>
                  <a:srgbClr val="FFFFFF"/>
                </a:solidFill>
              </a:rPr>
              <a:t> A</a:t>
            </a:r>
            <a:r>
              <a:rPr lang="en-US" cap="small">
                <a:solidFill>
                  <a:srgbClr val="FFFFFF"/>
                </a:solidFill>
              </a:rPr>
              <a:t>rchitecture</a:t>
            </a:r>
            <a:endParaRPr/>
          </a:p>
        </p:txBody>
      </p:sp>
      <p:sp>
        <p:nvSpPr>
          <p:cNvPr id="1217" name="Google Shape;1217;p61"/>
          <p:cNvSpPr txBox="1"/>
          <p:nvPr/>
        </p:nvSpPr>
        <p:spPr>
          <a:xfrm>
            <a:off x="347294" y="485525"/>
            <a:ext cx="3669029"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BF003F"/>
                </a:solidFill>
                <a:latin typeface="Arial"/>
                <a:ea typeface="Arial"/>
                <a:cs typeface="Arial"/>
                <a:sym typeface="Arial"/>
              </a:rPr>
              <a:t>Architecture: </a:t>
            </a:r>
            <a:r>
              <a:rPr lang="en-US" sz="1050">
                <a:latin typeface="Arial"/>
                <a:ea typeface="Arial"/>
                <a:cs typeface="Arial"/>
                <a:sym typeface="Arial"/>
              </a:rPr>
              <a:t>Multiple output neurons with softmax activation</a:t>
            </a:r>
            <a:endParaRPr sz="1050">
              <a:latin typeface="Arial"/>
              <a:ea typeface="Arial"/>
              <a:cs typeface="Arial"/>
              <a:sym typeface="Arial"/>
            </a:endParaRPr>
          </a:p>
        </p:txBody>
      </p:sp>
      <p:sp>
        <p:nvSpPr>
          <p:cNvPr id="1218" name="Google Shape;1218;p6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219" name="Google Shape;1219;p6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220" name="Google Shape;1220;p61"/>
          <p:cNvSpPr txBox="1">
            <a:spLocks noGrp="1"/>
          </p:cNvSpPr>
          <p:nvPr>
            <p:ph type="sldNum" idx="12"/>
          </p:nvPr>
        </p:nvSpPr>
        <p:spPr>
          <a:xfrm>
            <a:off x="4627902" y="3137675"/>
            <a:ext cx="480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55</a:t>
            </a:fld>
            <a:r>
              <a:rPr lang="en-US"/>
              <a:t> / 100</a:t>
            </a:r>
            <a:endParaRPr/>
          </a:p>
        </p:txBody>
      </p:sp>
      <p:pic>
        <p:nvPicPr>
          <p:cNvPr id="1221" name="Google Shape;1221;p61"/>
          <p:cNvPicPr preferRelativeResize="0"/>
          <p:nvPr/>
        </p:nvPicPr>
        <p:blipFill>
          <a:blip r:embed="rId4">
            <a:alphaModFix/>
          </a:blip>
          <a:stretch>
            <a:fillRect/>
          </a:stretch>
        </p:blipFill>
        <p:spPr>
          <a:xfrm>
            <a:off x="633550" y="827790"/>
            <a:ext cx="4624156" cy="2157481"/>
          </a:xfrm>
          <a:prstGeom prst="rect">
            <a:avLst/>
          </a:prstGeom>
          <a:noFill/>
          <a:ln>
            <a:noFill/>
          </a:ln>
        </p:spPr>
      </p:pic>
    </p:spTree>
  </p:cSld>
  <p:clrMapOvr>
    <a:masterClrMapping/>
  </p:clrMapOvr>
  <p:transition>
    <p:fade thruBlk="1"/>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225"/>
        <p:cNvGrpSpPr/>
        <p:nvPr/>
      </p:nvGrpSpPr>
      <p:grpSpPr>
        <a:xfrm>
          <a:off x="0" y="0"/>
          <a:ext cx="0" cy="0"/>
          <a:chOff x="0" y="0"/>
          <a:chExt cx="0" cy="0"/>
        </a:xfrm>
      </p:grpSpPr>
      <p:sp>
        <p:nvSpPr>
          <p:cNvPr id="1226" name="Google Shape;1226;p62"/>
          <p:cNvSpPr txBox="1">
            <a:spLocks noGrp="1"/>
          </p:cNvSpPr>
          <p:nvPr>
            <p:ph type="title"/>
          </p:nvPr>
        </p:nvSpPr>
        <p:spPr>
          <a:xfrm>
            <a:off x="95300" y="109545"/>
            <a:ext cx="37553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L</a:t>
            </a:r>
            <a:r>
              <a:rPr lang="en-US" cap="small">
                <a:solidFill>
                  <a:srgbClr val="FFFFFF"/>
                </a:solidFill>
              </a:rPr>
              <a:t>inear</a:t>
            </a:r>
            <a:r>
              <a:rPr lang="en-US">
                <a:solidFill>
                  <a:srgbClr val="FFFFFF"/>
                </a:solidFill>
              </a:rPr>
              <a:t> M</a:t>
            </a:r>
            <a:r>
              <a:rPr lang="en-US" cap="small">
                <a:solidFill>
                  <a:srgbClr val="FFFFFF"/>
                </a:solidFill>
              </a:rPr>
              <a:t>odel</a:t>
            </a:r>
            <a:r>
              <a:rPr lang="en-US">
                <a:solidFill>
                  <a:srgbClr val="FFFFFF"/>
                </a:solidFill>
              </a:rPr>
              <a:t>: C</a:t>
            </a:r>
            <a:r>
              <a:rPr lang="en-US" cap="small">
                <a:solidFill>
                  <a:srgbClr val="FFFFFF"/>
                </a:solidFill>
              </a:rPr>
              <a:t>omputing</a:t>
            </a:r>
            <a:r>
              <a:rPr lang="en-US">
                <a:solidFill>
                  <a:srgbClr val="FFFFFF"/>
                </a:solidFill>
              </a:rPr>
              <a:t> L</a:t>
            </a:r>
            <a:r>
              <a:rPr lang="en-US" cap="small">
                <a:solidFill>
                  <a:srgbClr val="FFFFFF"/>
                </a:solidFill>
              </a:rPr>
              <a:t>ogits</a:t>
            </a:r>
            <a:endParaRPr/>
          </a:p>
        </p:txBody>
      </p:sp>
      <p:grpSp>
        <p:nvGrpSpPr>
          <p:cNvPr id="1227" name="Google Shape;1227;p62"/>
          <p:cNvGrpSpPr/>
          <p:nvPr/>
        </p:nvGrpSpPr>
        <p:grpSpPr>
          <a:xfrm>
            <a:off x="0" y="3141936"/>
            <a:ext cx="5760262" cy="92075"/>
            <a:chOff x="0" y="3141936"/>
            <a:chExt cx="5760262" cy="92075"/>
          </a:xfrm>
        </p:grpSpPr>
        <p:sp>
          <p:nvSpPr>
            <p:cNvPr id="1228" name="Google Shape;1228;p62"/>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29" name="Google Shape;1229;p62"/>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30" name="Google Shape;1230;p62"/>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231" name="Google Shape;1231;p6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232" name="Google Shape;1232;p6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233" name="Google Shape;1233;p62"/>
          <p:cNvSpPr txBox="1">
            <a:spLocks noGrp="1"/>
          </p:cNvSpPr>
          <p:nvPr>
            <p:ph type="sldNum" idx="12"/>
          </p:nvPr>
        </p:nvSpPr>
        <p:spPr>
          <a:xfrm>
            <a:off x="4627902" y="3137675"/>
            <a:ext cx="516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56</a:t>
            </a:fld>
            <a:r>
              <a:rPr lang="en-US"/>
              <a:t> / 100</a:t>
            </a:r>
            <a:endParaRPr/>
          </a:p>
        </p:txBody>
      </p:sp>
      <p:pic>
        <p:nvPicPr>
          <p:cNvPr id="1234" name="Google Shape;1234;p62"/>
          <p:cNvPicPr preferRelativeResize="0"/>
          <p:nvPr/>
        </p:nvPicPr>
        <p:blipFill>
          <a:blip r:embed="rId4">
            <a:alphaModFix/>
          </a:blip>
          <a:stretch>
            <a:fillRect/>
          </a:stretch>
        </p:blipFill>
        <p:spPr>
          <a:xfrm>
            <a:off x="449100" y="552360"/>
            <a:ext cx="4983487" cy="2435037"/>
          </a:xfrm>
          <a:prstGeom prst="rect">
            <a:avLst/>
          </a:prstGeom>
          <a:noFill/>
          <a:ln>
            <a:noFill/>
          </a:ln>
        </p:spPr>
      </p:pic>
    </p:spTree>
  </p:cSld>
  <p:clrMapOvr>
    <a:masterClrMapping/>
  </p:clrMapOvr>
  <p:transition>
    <p:fade thruBlk="1"/>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238"/>
        <p:cNvGrpSpPr/>
        <p:nvPr/>
      </p:nvGrpSpPr>
      <p:grpSpPr>
        <a:xfrm>
          <a:off x="0" y="0"/>
          <a:ext cx="0" cy="0"/>
          <a:chOff x="0" y="0"/>
          <a:chExt cx="0" cy="0"/>
        </a:xfrm>
      </p:grpSpPr>
      <p:sp>
        <p:nvSpPr>
          <p:cNvPr id="1239" name="Google Shape;1239;p63"/>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he</a:t>
            </a:r>
            <a:r>
              <a:rPr lang="en-US">
                <a:solidFill>
                  <a:srgbClr val="FFFFFF"/>
                </a:solidFill>
              </a:rPr>
              <a:t> S</a:t>
            </a:r>
            <a:r>
              <a:rPr lang="en-US" cap="small">
                <a:solidFill>
                  <a:srgbClr val="FFFFFF"/>
                </a:solidFill>
              </a:rPr>
              <a:t>oftmax</a:t>
            </a:r>
            <a:r>
              <a:rPr lang="en-US">
                <a:solidFill>
                  <a:srgbClr val="FFFFFF"/>
                </a:solidFill>
              </a:rPr>
              <a:t> F</a:t>
            </a:r>
            <a:r>
              <a:rPr lang="en-US" cap="small">
                <a:solidFill>
                  <a:srgbClr val="FFFFFF"/>
                </a:solidFill>
              </a:rPr>
              <a:t>unction</a:t>
            </a:r>
            <a:endParaRPr/>
          </a:p>
        </p:txBody>
      </p:sp>
      <p:grpSp>
        <p:nvGrpSpPr>
          <p:cNvPr id="1240" name="Google Shape;1240;p63"/>
          <p:cNvGrpSpPr/>
          <p:nvPr/>
        </p:nvGrpSpPr>
        <p:grpSpPr>
          <a:xfrm>
            <a:off x="0" y="3141936"/>
            <a:ext cx="5760262" cy="92075"/>
            <a:chOff x="0" y="3141936"/>
            <a:chExt cx="5760262" cy="92075"/>
          </a:xfrm>
        </p:grpSpPr>
        <p:sp>
          <p:nvSpPr>
            <p:cNvPr id="1241" name="Google Shape;1241;p63"/>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42" name="Google Shape;1242;p63"/>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43" name="Google Shape;1243;p63"/>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244" name="Google Shape;1244;p6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245" name="Google Shape;1245;p6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246" name="Google Shape;1246;p63"/>
          <p:cNvSpPr txBox="1"/>
          <p:nvPr/>
        </p:nvSpPr>
        <p:spPr>
          <a:xfrm>
            <a:off x="4653295" y="3137672"/>
            <a:ext cx="334645"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a:latin typeface="Bookman Old Style"/>
                <a:ea typeface="Bookman Old Style"/>
                <a:cs typeface="Bookman Old Style"/>
                <a:sym typeface="Bookman Old Style"/>
              </a:rPr>
              <a:t>57 / 100</a:t>
            </a:r>
            <a:endParaRPr sz="600">
              <a:latin typeface="Bookman Old Style"/>
              <a:ea typeface="Bookman Old Style"/>
              <a:cs typeface="Bookman Old Style"/>
              <a:sym typeface="Bookman Old Style"/>
            </a:endParaRPr>
          </a:p>
        </p:txBody>
      </p:sp>
      <p:sp>
        <p:nvSpPr>
          <p:cNvPr id="1247" name="Google Shape;1247;p63"/>
          <p:cNvSpPr txBox="1">
            <a:spLocks noGrp="1"/>
          </p:cNvSpPr>
          <p:nvPr>
            <p:ph type="sldNum" idx="12"/>
          </p:nvPr>
        </p:nvSpPr>
        <p:spPr>
          <a:xfrm>
            <a:off x="4627902" y="3137675"/>
            <a:ext cx="5124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57</a:t>
            </a:fld>
            <a:r>
              <a:rPr lang="en-US"/>
              <a:t> / 100</a:t>
            </a:r>
            <a:endParaRPr/>
          </a:p>
        </p:txBody>
      </p:sp>
      <p:pic>
        <p:nvPicPr>
          <p:cNvPr id="1248" name="Google Shape;1248;p63"/>
          <p:cNvPicPr preferRelativeResize="0"/>
          <p:nvPr/>
        </p:nvPicPr>
        <p:blipFill>
          <a:blip r:embed="rId4">
            <a:alphaModFix/>
          </a:blip>
          <a:stretch>
            <a:fillRect/>
          </a:stretch>
        </p:blipFill>
        <p:spPr>
          <a:xfrm>
            <a:off x="348025" y="550235"/>
            <a:ext cx="5109476" cy="2435038"/>
          </a:xfrm>
          <a:prstGeom prst="rect">
            <a:avLst/>
          </a:prstGeom>
          <a:noFill/>
          <a:ln>
            <a:noFill/>
          </a:ln>
        </p:spPr>
      </p:pic>
    </p:spTree>
  </p:cSld>
  <p:clrMapOvr>
    <a:masterClrMapping/>
  </p:clrMapOvr>
  <p:transition>
    <p:fade thruBlk="1"/>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252"/>
        <p:cNvGrpSpPr/>
        <p:nvPr/>
      </p:nvGrpSpPr>
      <p:grpSpPr>
        <a:xfrm>
          <a:off x="0" y="0"/>
          <a:ext cx="0" cy="0"/>
          <a:chOff x="0" y="0"/>
          <a:chExt cx="0" cy="0"/>
        </a:xfrm>
      </p:grpSpPr>
      <p:sp>
        <p:nvSpPr>
          <p:cNvPr id="1253" name="Google Shape;1253;p64"/>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P</a:t>
            </a:r>
            <a:r>
              <a:rPr lang="en-US" cap="small">
                <a:solidFill>
                  <a:srgbClr val="FFFFFF"/>
                </a:solidFill>
              </a:rPr>
              <a:t>roperties</a:t>
            </a:r>
            <a:r>
              <a:rPr lang="en-US">
                <a:solidFill>
                  <a:srgbClr val="FFFFFF"/>
                </a:solidFill>
              </a:rPr>
              <a:t> </a:t>
            </a:r>
            <a:r>
              <a:rPr lang="en-US" cap="small">
                <a:solidFill>
                  <a:srgbClr val="FFFFFF"/>
                </a:solidFill>
              </a:rPr>
              <a:t>of</a:t>
            </a:r>
            <a:r>
              <a:rPr lang="en-US">
                <a:solidFill>
                  <a:srgbClr val="FFFFFF"/>
                </a:solidFill>
              </a:rPr>
              <a:t> S</a:t>
            </a:r>
            <a:r>
              <a:rPr lang="en-US" cap="small">
                <a:solidFill>
                  <a:srgbClr val="FFFFFF"/>
                </a:solidFill>
              </a:rPr>
              <a:t>oftmax</a:t>
            </a:r>
            <a:endParaRPr/>
          </a:p>
        </p:txBody>
      </p:sp>
      <p:grpSp>
        <p:nvGrpSpPr>
          <p:cNvPr id="1254" name="Google Shape;1254;p64"/>
          <p:cNvGrpSpPr/>
          <p:nvPr/>
        </p:nvGrpSpPr>
        <p:grpSpPr>
          <a:xfrm>
            <a:off x="0" y="3141936"/>
            <a:ext cx="5760262" cy="92075"/>
            <a:chOff x="0" y="3141936"/>
            <a:chExt cx="5760262" cy="92075"/>
          </a:xfrm>
        </p:grpSpPr>
        <p:sp>
          <p:nvSpPr>
            <p:cNvPr id="1255" name="Google Shape;1255;p6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56" name="Google Shape;1256;p6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57" name="Google Shape;1257;p6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258" name="Google Shape;1258;p6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259" name="Google Shape;1259;p6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260" name="Google Shape;1260;p64"/>
          <p:cNvSpPr txBox="1">
            <a:spLocks noGrp="1"/>
          </p:cNvSpPr>
          <p:nvPr>
            <p:ph type="sldNum" idx="12"/>
          </p:nvPr>
        </p:nvSpPr>
        <p:spPr>
          <a:xfrm>
            <a:off x="4627902" y="3137675"/>
            <a:ext cx="520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58</a:t>
            </a:fld>
            <a:r>
              <a:rPr lang="en-US"/>
              <a:t> / 100</a:t>
            </a:r>
            <a:endParaRPr/>
          </a:p>
        </p:txBody>
      </p:sp>
      <p:pic>
        <p:nvPicPr>
          <p:cNvPr id="1261" name="Google Shape;1261;p64"/>
          <p:cNvPicPr preferRelativeResize="0"/>
          <p:nvPr/>
        </p:nvPicPr>
        <p:blipFill>
          <a:blip r:embed="rId4">
            <a:alphaModFix/>
          </a:blip>
          <a:stretch>
            <a:fillRect/>
          </a:stretch>
        </p:blipFill>
        <p:spPr>
          <a:xfrm>
            <a:off x="152400" y="550235"/>
            <a:ext cx="5105033" cy="2435037"/>
          </a:xfrm>
          <a:prstGeom prst="rect">
            <a:avLst/>
          </a:prstGeom>
          <a:noFill/>
          <a:ln>
            <a:noFill/>
          </a:ln>
        </p:spPr>
      </p:pic>
    </p:spTree>
  </p:cSld>
  <p:clrMapOvr>
    <a:masterClrMapping/>
  </p:clrMapOvr>
  <p:transition>
    <p:fade thruBlk="1"/>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265"/>
        <p:cNvGrpSpPr/>
        <p:nvPr/>
      </p:nvGrpSpPr>
      <p:grpSpPr>
        <a:xfrm>
          <a:off x="0" y="0"/>
          <a:ext cx="0" cy="0"/>
          <a:chOff x="0" y="0"/>
          <a:chExt cx="0" cy="0"/>
        </a:xfrm>
      </p:grpSpPr>
      <p:sp>
        <p:nvSpPr>
          <p:cNvPr id="1266" name="Google Shape;1266;p6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S</a:t>
            </a:r>
            <a:r>
              <a:rPr lang="en-US" cap="small">
                <a:solidFill>
                  <a:srgbClr val="FFFFFF"/>
                </a:solidFill>
              </a:rPr>
              <a:t>oftmax</a:t>
            </a:r>
            <a:r>
              <a:rPr lang="en-US">
                <a:solidFill>
                  <a:srgbClr val="FFFFFF"/>
                </a:solidFill>
              </a:rPr>
              <a:t> E</a:t>
            </a:r>
            <a:r>
              <a:rPr lang="en-US" cap="small">
                <a:solidFill>
                  <a:srgbClr val="FFFFFF"/>
                </a:solidFill>
              </a:rPr>
              <a:t>xample</a:t>
            </a:r>
            <a:r>
              <a:rPr lang="en-US">
                <a:solidFill>
                  <a:srgbClr val="FFFFFF"/>
                </a:solidFill>
              </a:rPr>
              <a:t>: N</a:t>
            </a:r>
            <a:r>
              <a:rPr lang="en-US" cap="small">
                <a:solidFill>
                  <a:srgbClr val="FFFFFF"/>
                </a:solidFill>
              </a:rPr>
              <a:t>umerical</a:t>
            </a:r>
            <a:r>
              <a:rPr lang="en-US">
                <a:solidFill>
                  <a:srgbClr val="FFFFFF"/>
                </a:solidFill>
              </a:rPr>
              <a:t> C</a:t>
            </a:r>
            <a:r>
              <a:rPr lang="en-US" cap="small">
                <a:solidFill>
                  <a:srgbClr val="FFFFFF"/>
                </a:solidFill>
              </a:rPr>
              <a:t>omputation</a:t>
            </a:r>
            <a:endParaRPr/>
          </a:p>
        </p:txBody>
      </p:sp>
      <p:grpSp>
        <p:nvGrpSpPr>
          <p:cNvPr id="1267" name="Google Shape;1267;p65"/>
          <p:cNvGrpSpPr/>
          <p:nvPr/>
        </p:nvGrpSpPr>
        <p:grpSpPr>
          <a:xfrm>
            <a:off x="0" y="3141936"/>
            <a:ext cx="5760262" cy="92075"/>
            <a:chOff x="0" y="3141936"/>
            <a:chExt cx="5760262" cy="92075"/>
          </a:xfrm>
        </p:grpSpPr>
        <p:sp>
          <p:nvSpPr>
            <p:cNvPr id="1268" name="Google Shape;1268;p65"/>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69" name="Google Shape;1269;p65"/>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70" name="Google Shape;1270;p65"/>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271" name="Google Shape;1271;p6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272" name="Google Shape;1272;p6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273" name="Google Shape;1273;p65"/>
          <p:cNvSpPr txBox="1">
            <a:spLocks noGrp="1"/>
          </p:cNvSpPr>
          <p:nvPr>
            <p:ph type="sldNum" idx="12"/>
          </p:nvPr>
        </p:nvSpPr>
        <p:spPr>
          <a:xfrm>
            <a:off x="4627902" y="3137675"/>
            <a:ext cx="520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59</a:t>
            </a:fld>
            <a:r>
              <a:rPr lang="en-US"/>
              <a:t> / 100</a:t>
            </a:r>
            <a:endParaRPr/>
          </a:p>
        </p:txBody>
      </p:sp>
      <p:pic>
        <p:nvPicPr>
          <p:cNvPr id="1274" name="Google Shape;1274;p65"/>
          <p:cNvPicPr preferRelativeResize="0"/>
          <p:nvPr/>
        </p:nvPicPr>
        <p:blipFill>
          <a:blip r:embed="rId4">
            <a:alphaModFix/>
          </a:blip>
          <a:stretch>
            <a:fillRect/>
          </a:stretch>
        </p:blipFill>
        <p:spPr>
          <a:xfrm>
            <a:off x="281838" y="550235"/>
            <a:ext cx="5130469" cy="2435037"/>
          </a:xfrm>
          <a:prstGeom prst="rect">
            <a:avLst/>
          </a:prstGeom>
          <a:noFill/>
          <a:ln>
            <a:noFill/>
          </a:ln>
        </p:spPr>
      </p:pic>
    </p:spTree>
  </p:cSld>
  <p:clrMapOvr>
    <a:masterClrMapping/>
  </p:clrMapOvr>
  <p:transition>
    <p:fade thruBlk="1"/>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278"/>
        <p:cNvGrpSpPr/>
        <p:nvPr/>
      </p:nvGrpSpPr>
      <p:grpSpPr>
        <a:xfrm>
          <a:off x="0" y="0"/>
          <a:ext cx="0" cy="0"/>
          <a:chOff x="0" y="0"/>
          <a:chExt cx="0" cy="0"/>
        </a:xfrm>
      </p:grpSpPr>
      <p:sp>
        <p:nvSpPr>
          <p:cNvPr id="1279" name="Google Shape;1279;p66"/>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omplete</a:t>
            </a:r>
            <a:r>
              <a:rPr lang="en-US">
                <a:solidFill>
                  <a:srgbClr val="FFFFFF"/>
                </a:solidFill>
              </a:rPr>
              <a:t> F</a:t>
            </a:r>
            <a:r>
              <a:rPr lang="en-US" cap="small">
                <a:solidFill>
                  <a:srgbClr val="FFFFFF"/>
                </a:solidFill>
              </a:rPr>
              <a:t>orward</a:t>
            </a:r>
            <a:r>
              <a:rPr lang="en-US">
                <a:solidFill>
                  <a:srgbClr val="FFFFFF"/>
                </a:solidFill>
              </a:rPr>
              <a:t> P</a:t>
            </a:r>
            <a:r>
              <a:rPr lang="en-US" cap="small">
                <a:solidFill>
                  <a:srgbClr val="FFFFFF"/>
                </a:solidFill>
              </a:rPr>
              <a:t>ass</a:t>
            </a:r>
            <a:endParaRPr/>
          </a:p>
        </p:txBody>
      </p:sp>
      <p:grpSp>
        <p:nvGrpSpPr>
          <p:cNvPr id="1280" name="Google Shape;1280;p66"/>
          <p:cNvGrpSpPr/>
          <p:nvPr/>
        </p:nvGrpSpPr>
        <p:grpSpPr>
          <a:xfrm>
            <a:off x="0" y="3141936"/>
            <a:ext cx="5760262" cy="92075"/>
            <a:chOff x="0" y="3141936"/>
            <a:chExt cx="5760262" cy="92075"/>
          </a:xfrm>
        </p:grpSpPr>
        <p:sp>
          <p:nvSpPr>
            <p:cNvPr id="1281" name="Google Shape;1281;p6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82" name="Google Shape;1282;p6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83" name="Google Shape;1283;p6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284" name="Google Shape;1284;p6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285" name="Google Shape;1285;p6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286" name="Google Shape;1286;p66"/>
          <p:cNvSpPr txBox="1">
            <a:spLocks noGrp="1"/>
          </p:cNvSpPr>
          <p:nvPr>
            <p:ph type="sldNum" idx="12"/>
          </p:nvPr>
        </p:nvSpPr>
        <p:spPr>
          <a:xfrm>
            <a:off x="4627903" y="3137675"/>
            <a:ext cx="560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60</a:t>
            </a:fld>
            <a:r>
              <a:rPr lang="en-US"/>
              <a:t> / 100</a:t>
            </a:r>
            <a:endParaRPr/>
          </a:p>
        </p:txBody>
      </p:sp>
      <p:pic>
        <p:nvPicPr>
          <p:cNvPr id="1287" name="Google Shape;1287;p66"/>
          <p:cNvPicPr preferRelativeResize="0"/>
          <p:nvPr/>
        </p:nvPicPr>
        <p:blipFill>
          <a:blip r:embed="rId4">
            <a:alphaModFix/>
          </a:blip>
          <a:stretch>
            <a:fillRect/>
          </a:stretch>
        </p:blipFill>
        <p:spPr>
          <a:xfrm>
            <a:off x="152400" y="550235"/>
            <a:ext cx="5458843" cy="2435036"/>
          </a:xfrm>
          <a:prstGeom prst="rect">
            <a:avLst/>
          </a:prstGeom>
          <a:noFill/>
          <a:ln>
            <a:noFill/>
          </a:ln>
        </p:spPr>
      </p:pic>
    </p:spTree>
  </p:cSld>
  <p:clrMapOvr>
    <a:masterClrMapping/>
  </p:clrMapOvr>
  <p:transition>
    <p:fade thruBlk="1"/>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291"/>
        <p:cNvGrpSpPr/>
        <p:nvPr/>
      </p:nvGrpSpPr>
      <p:grpSpPr>
        <a:xfrm>
          <a:off x="0" y="0"/>
          <a:ext cx="0" cy="0"/>
          <a:chOff x="0" y="0"/>
          <a:chExt cx="0" cy="0"/>
        </a:xfrm>
      </p:grpSpPr>
      <p:sp>
        <p:nvSpPr>
          <p:cNvPr id="1292" name="Google Shape;1292;p67"/>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ategorical</a:t>
            </a:r>
            <a:r>
              <a:rPr lang="en-US">
                <a:solidFill>
                  <a:srgbClr val="FFFFFF"/>
                </a:solidFill>
              </a:rPr>
              <a:t> C</a:t>
            </a:r>
            <a:r>
              <a:rPr lang="en-US" cap="small">
                <a:solidFill>
                  <a:srgbClr val="FFFFFF"/>
                </a:solidFill>
              </a:rPr>
              <a:t>ross</a:t>
            </a:r>
            <a:r>
              <a:rPr lang="en-US">
                <a:solidFill>
                  <a:srgbClr val="FFFFFF"/>
                </a:solidFill>
              </a:rPr>
              <a:t>-E</a:t>
            </a:r>
            <a:r>
              <a:rPr lang="en-US" cap="small">
                <a:solidFill>
                  <a:srgbClr val="FFFFFF"/>
                </a:solidFill>
              </a:rPr>
              <a:t>ntropy</a:t>
            </a:r>
            <a:r>
              <a:rPr lang="en-US">
                <a:solidFill>
                  <a:srgbClr val="FFFFFF"/>
                </a:solidFill>
              </a:rPr>
              <a:t> L</a:t>
            </a:r>
            <a:r>
              <a:rPr lang="en-US" cap="small">
                <a:solidFill>
                  <a:srgbClr val="FFFFFF"/>
                </a:solidFill>
              </a:rPr>
              <a:t>oss</a:t>
            </a:r>
            <a:endParaRPr/>
          </a:p>
        </p:txBody>
      </p:sp>
      <p:grpSp>
        <p:nvGrpSpPr>
          <p:cNvPr id="1293" name="Google Shape;1293;p67"/>
          <p:cNvGrpSpPr/>
          <p:nvPr/>
        </p:nvGrpSpPr>
        <p:grpSpPr>
          <a:xfrm>
            <a:off x="0" y="3141936"/>
            <a:ext cx="5760262" cy="92075"/>
            <a:chOff x="0" y="3141936"/>
            <a:chExt cx="5760262" cy="92075"/>
          </a:xfrm>
        </p:grpSpPr>
        <p:sp>
          <p:nvSpPr>
            <p:cNvPr id="1294" name="Google Shape;1294;p67"/>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95" name="Google Shape;1295;p67"/>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96" name="Google Shape;1296;p67"/>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297" name="Google Shape;1297;p6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298" name="Google Shape;1298;p6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299" name="Google Shape;1299;p67"/>
          <p:cNvSpPr txBox="1">
            <a:spLocks noGrp="1"/>
          </p:cNvSpPr>
          <p:nvPr>
            <p:ph type="sldNum" idx="12"/>
          </p:nvPr>
        </p:nvSpPr>
        <p:spPr>
          <a:xfrm>
            <a:off x="4627902" y="3137675"/>
            <a:ext cx="489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61</a:t>
            </a:fld>
            <a:r>
              <a:rPr lang="en-US"/>
              <a:t> / 100</a:t>
            </a:r>
            <a:endParaRPr/>
          </a:p>
        </p:txBody>
      </p:sp>
      <p:pic>
        <p:nvPicPr>
          <p:cNvPr id="1300" name="Google Shape;1300;p67"/>
          <p:cNvPicPr preferRelativeResize="0"/>
          <p:nvPr/>
        </p:nvPicPr>
        <p:blipFill>
          <a:blip r:embed="rId4">
            <a:alphaModFix/>
          </a:blip>
          <a:stretch>
            <a:fillRect/>
          </a:stretch>
        </p:blipFill>
        <p:spPr>
          <a:xfrm>
            <a:off x="152400" y="550235"/>
            <a:ext cx="5461002" cy="2322910"/>
          </a:xfrm>
          <a:prstGeom prst="rect">
            <a:avLst/>
          </a:prstGeom>
          <a:noFill/>
          <a:ln>
            <a:noFill/>
          </a:ln>
        </p:spPr>
      </p:pic>
    </p:spTree>
  </p:cSld>
  <p:clrMapOvr>
    <a:masterClrMapping/>
  </p:clrMapOvr>
  <p:transition>
    <p:fade thruBlk="1"/>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304"/>
        <p:cNvGrpSpPr/>
        <p:nvPr/>
      </p:nvGrpSpPr>
      <p:grpSpPr>
        <a:xfrm>
          <a:off x="0" y="0"/>
          <a:ext cx="0" cy="0"/>
          <a:chOff x="0" y="0"/>
          <a:chExt cx="0" cy="0"/>
        </a:xfrm>
      </p:grpSpPr>
      <p:sp>
        <p:nvSpPr>
          <p:cNvPr id="1305" name="Google Shape;1305;p68"/>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U</a:t>
            </a:r>
            <a:r>
              <a:rPr lang="en-US" cap="small">
                <a:solidFill>
                  <a:srgbClr val="FFFFFF"/>
                </a:solidFill>
              </a:rPr>
              <a:t>nderstanding</a:t>
            </a:r>
            <a:r>
              <a:rPr lang="en-US">
                <a:solidFill>
                  <a:srgbClr val="FFFFFF"/>
                </a:solidFill>
              </a:rPr>
              <a:t> C</a:t>
            </a:r>
            <a:r>
              <a:rPr lang="en-US" cap="small">
                <a:solidFill>
                  <a:srgbClr val="FFFFFF"/>
                </a:solidFill>
              </a:rPr>
              <a:t>ategorical</a:t>
            </a:r>
            <a:r>
              <a:rPr lang="en-US">
                <a:solidFill>
                  <a:srgbClr val="FFFFFF"/>
                </a:solidFill>
              </a:rPr>
              <a:t> C</a:t>
            </a:r>
            <a:r>
              <a:rPr lang="en-US" cap="small">
                <a:solidFill>
                  <a:srgbClr val="FFFFFF"/>
                </a:solidFill>
              </a:rPr>
              <a:t>ross</a:t>
            </a:r>
            <a:r>
              <a:rPr lang="en-US">
                <a:solidFill>
                  <a:srgbClr val="FFFFFF"/>
                </a:solidFill>
              </a:rPr>
              <a:t>-E</a:t>
            </a:r>
            <a:r>
              <a:rPr lang="en-US" cap="small">
                <a:solidFill>
                  <a:srgbClr val="FFFFFF"/>
                </a:solidFill>
              </a:rPr>
              <a:t>ntropy</a:t>
            </a:r>
            <a:endParaRPr/>
          </a:p>
        </p:txBody>
      </p:sp>
      <p:grpSp>
        <p:nvGrpSpPr>
          <p:cNvPr id="1306" name="Google Shape;1306;p68"/>
          <p:cNvGrpSpPr/>
          <p:nvPr/>
        </p:nvGrpSpPr>
        <p:grpSpPr>
          <a:xfrm>
            <a:off x="0" y="3141936"/>
            <a:ext cx="5760262" cy="92075"/>
            <a:chOff x="0" y="3141936"/>
            <a:chExt cx="5760262" cy="92075"/>
          </a:xfrm>
        </p:grpSpPr>
        <p:sp>
          <p:nvSpPr>
            <p:cNvPr id="1307" name="Google Shape;1307;p6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08" name="Google Shape;1308;p6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09" name="Google Shape;1309;p6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310" name="Google Shape;1310;p6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311" name="Google Shape;1311;p6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312" name="Google Shape;1312;p68"/>
          <p:cNvSpPr txBox="1">
            <a:spLocks noGrp="1"/>
          </p:cNvSpPr>
          <p:nvPr>
            <p:ph type="sldNum" idx="12"/>
          </p:nvPr>
        </p:nvSpPr>
        <p:spPr>
          <a:xfrm>
            <a:off x="4627902" y="3137675"/>
            <a:ext cx="488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62</a:t>
            </a:fld>
            <a:r>
              <a:rPr lang="en-US"/>
              <a:t> / 100</a:t>
            </a:r>
            <a:endParaRPr/>
          </a:p>
        </p:txBody>
      </p:sp>
      <p:pic>
        <p:nvPicPr>
          <p:cNvPr id="1313" name="Google Shape;1313;p68"/>
          <p:cNvPicPr preferRelativeResize="0"/>
          <p:nvPr/>
        </p:nvPicPr>
        <p:blipFill>
          <a:blip r:embed="rId4">
            <a:alphaModFix/>
          </a:blip>
          <a:stretch>
            <a:fillRect/>
          </a:stretch>
        </p:blipFill>
        <p:spPr>
          <a:xfrm>
            <a:off x="152400" y="550235"/>
            <a:ext cx="4727636" cy="2435038"/>
          </a:xfrm>
          <a:prstGeom prst="rect">
            <a:avLst/>
          </a:prstGeom>
          <a:noFill/>
          <a:ln>
            <a:noFill/>
          </a:ln>
        </p:spPr>
      </p:pic>
    </p:spTree>
  </p:cSld>
  <p:clrMapOvr>
    <a:masterClrMapping/>
  </p:clrMapOvr>
  <p:transition>
    <p:fade thruBlk="1"/>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317"/>
        <p:cNvGrpSpPr/>
        <p:nvPr/>
      </p:nvGrpSpPr>
      <p:grpSpPr>
        <a:xfrm>
          <a:off x="0" y="0"/>
          <a:ext cx="0" cy="0"/>
          <a:chOff x="0" y="0"/>
          <a:chExt cx="0" cy="0"/>
        </a:xfrm>
      </p:grpSpPr>
      <p:sp>
        <p:nvSpPr>
          <p:cNvPr id="1318" name="Google Shape;1318;p69"/>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hy</a:t>
            </a:r>
            <a:r>
              <a:rPr lang="en-US">
                <a:solidFill>
                  <a:srgbClr val="FFFFFF"/>
                </a:solidFill>
              </a:rPr>
              <a:t> C</a:t>
            </a:r>
            <a:r>
              <a:rPr lang="en-US" cap="small">
                <a:solidFill>
                  <a:srgbClr val="FFFFFF"/>
                </a:solidFill>
              </a:rPr>
              <a:t>ategorical</a:t>
            </a:r>
            <a:r>
              <a:rPr lang="en-US">
                <a:solidFill>
                  <a:srgbClr val="FFFFFF"/>
                </a:solidFill>
              </a:rPr>
              <a:t> C</a:t>
            </a:r>
            <a:r>
              <a:rPr lang="en-US" cap="small">
                <a:solidFill>
                  <a:srgbClr val="FFFFFF"/>
                </a:solidFill>
              </a:rPr>
              <a:t>ross</a:t>
            </a:r>
            <a:r>
              <a:rPr lang="en-US">
                <a:solidFill>
                  <a:srgbClr val="FFFFFF"/>
                </a:solidFill>
              </a:rPr>
              <a:t>-E</a:t>
            </a:r>
            <a:r>
              <a:rPr lang="en-US" cap="small">
                <a:solidFill>
                  <a:srgbClr val="FFFFFF"/>
                </a:solidFill>
              </a:rPr>
              <a:t>ntropy</a:t>
            </a:r>
            <a:r>
              <a:rPr lang="en-US">
                <a:solidFill>
                  <a:srgbClr val="FFFFFF"/>
                </a:solidFill>
              </a:rPr>
              <a:t>?</a:t>
            </a:r>
            <a:endParaRPr/>
          </a:p>
        </p:txBody>
      </p:sp>
      <p:grpSp>
        <p:nvGrpSpPr>
          <p:cNvPr id="1319" name="Google Shape;1319;p69"/>
          <p:cNvGrpSpPr/>
          <p:nvPr/>
        </p:nvGrpSpPr>
        <p:grpSpPr>
          <a:xfrm>
            <a:off x="0" y="3141936"/>
            <a:ext cx="5760262" cy="92075"/>
            <a:chOff x="0" y="3141936"/>
            <a:chExt cx="5760262" cy="92075"/>
          </a:xfrm>
        </p:grpSpPr>
        <p:sp>
          <p:nvSpPr>
            <p:cNvPr id="1320" name="Google Shape;1320;p6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21" name="Google Shape;1321;p6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22" name="Google Shape;1322;p6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323" name="Google Shape;1323;p6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324" name="Google Shape;1324;p6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325" name="Google Shape;1325;p69"/>
          <p:cNvSpPr txBox="1">
            <a:spLocks noGrp="1"/>
          </p:cNvSpPr>
          <p:nvPr>
            <p:ph type="sldNum" idx="12"/>
          </p:nvPr>
        </p:nvSpPr>
        <p:spPr>
          <a:xfrm>
            <a:off x="4627902" y="3137675"/>
            <a:ext cx="504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63</a:t>
            </a:fld>
            <a:r>
              <a:rPr lang="en-US"/>
              <a:t> / 100</a:t>
            </a:r>
            <a:endParaRPr/>
          </a:p>
        </p:txBody>
      </p:sp>
      <p:pic>
        <p:nvPicPr>
          <p:cNvPr id="1326" name="Google Shape;1326;p69"/>
          <p:cNvPicPr preferRelativeResize="0"/>
          <p:nvPr/>
        </p:nvPicPr>
        <p:blipFill>
          <a:blip r:embed="rId4">
            <a:alphaModFix/>
          </a:blip>
          <a:stretch>
            <a:fillRect/>
          </a:stretch>
        </p:blipFill>
        <p:spPr>
          <a:xfrm>
            <a:off x="152400" y="459150"/>
            <a:ext cx="4634696" cy="2651475"/>
          </a:xfrm>
          <a:prstGeom prst="rect">
            <a:avLst/>
          </a:prstGeom>
          <a:noFill/>
          <a:ln>
            <a:noFill/>
          </a:ln>
        </p:spPr>
      </p:pic>
    </p:spTree>
  </p:cSld>
  <p:clrMapOvr>
    <a:masterClrMapping/>
  </p:clrMapOvr>
  <p:transition>
    <p:fade thruBlk="1"/>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330"/>
        <p:cNvGrpSpPr/>
        <p:nvPr/>
      </p:nvGrpSpPr>
      <p:grpSpPr>
        <a:xfrm>
          <a:off x="0" y="0"/>
          <a:ext cx="0" cy="0"/>
          <a:chOff x="0" y="0"/>
          <a:chExt cx="0" cy="0"/>
        </a:xfrm>
      </p:grpSpPr>
      <p:sp>
        <p:nvSpPr>
          <p:cNvPr id="1331" name="Google Shape;1331;p70"/>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332" name="Google Shape;1332;p70"/>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1333" name="Google Shape;1333;p70"/>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1334" name="Google Shape;1334;p70"/>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1335" name="Google Shape;1335;p70"/>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1336" name="Google Shape;1336;p70"/>
          <p:cNvGrpSpPr/>
          <p:nvPr/>
        </p:nvGrpSpPr>
        <p:grpSpPr>
          <a:xfrm>
            <a:off x="343662" y="887310"/>
            <a:ext cx="302196" cy="873227"/>
            <a:chOff x="343662" y="887310"/>
            <a:chExt cx="302196" cy="873227"/>
          </a:xfrm>
        </p:grpSpPr>
        <p:pic>
          <p:nvPicPr>
            <p:cNvPr id="1337" name="Google Shape;1337;p70"/>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1338" name="Google Shape;1338;p70"/>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1339" name="Google Shape;1339;p70"/>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1340" name="Google Shape;1340;p70"/>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1341" name="Google Shape;1341;p70"/>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1342" name="Google Shape;1342;p70"/>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1343" name="Google Shape;1343;p70"/>
          <p:cNvGrpSpPr/>
          <p:nvPr/>
        </p:nvGrpSpPr>
        <p:grpSpPr>
          <a:xfrm>
            <a:off x="343662" y="1821865"/>
            <a:ext cx="302196" cy="1056691"/>
            <a:chOff x="343662" y="1821865"/>
            <a:chExt cx="302196" cy="1056691"/>
          </a:xfrm>
        </p:grpSpPr>
        <p:pic>
          <p:nvPicPr>
            <p:cNvPr id="1344" name="Google Shape;1344;p70"/>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1345" name="Google Shape;1345;p70"/>
            <p:cNvPicPr preferRelativeResize="0"/>
            <p:nvPr/>
          </p:nvPicPr>
          <p:blipFill rotWithShape="1">
            <a:blip r:embed="rId11">
              <a:alphaModFix/>
            </a:blip>
            <a:srcRect/>
            <a:stretch/>
          </p:blipFill>
          <p:spPr>
            <a:xfrm>
              <a:off x="576567" y="2011794"/>
              <a:ext cx="69291" cy="69291"/>
            </a:xfrm>
            <a:prstGeom prst="rect">
              <a:avLst/>
            </a:prstGeom>
            <a:noFill/>
            <a:ln>
              <a:noFill/>
            </a:ln>
          </p:spPr>
        </p:pic>
        <p:pic>
          <p:nvPicPr>
            <p:cNvPr id="1346" name="Google Shape;1346;p70"/>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1347" name="Google Shape;1347;p70"/>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1348" name="Google Shape;1348;p70"/>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1349" name="Google Shape;1349;p70"/>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1350" name="Google Shape;1350;p70"/>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sp>
        <p:nvSpPr>
          <p:cNvPr id="1351" name="Google Shape;1351;p70"/>
          <p:cNvSpPr txBox="1"/>
          <p:nvPr/>
        </p:nvSpPr>
        <p:spPr>
          <a:xfrm>
            <a:off x="563029" y="391144"/>
            <a:ext cx="3380700" cy="24753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6"/>
              </a:rPr>
              <a:t>C</a:t>
            </a:r>
            <a:r>
              <a:rPr lang="en-US" sz="1300" u="sng" cap="small">
                <a:solidFill>
                  <a:schemeClr val="hlink"/>
                </a:solidFill>
                <a:latin typeface="Bookman Old Style"/>
                <a:ea typeface="Bookman Old Style"/>
                <a:cs typeface="Bookman Old Style"/>
                <a:sym typeface="Bookman Old Style"/>
                <a:hlinkClick r:id="rId16"/>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B</a:t>
            </a:r>
            <a:r>
              <a:rPr lang="en-US" sz="1300" u="sng" cap="small">
                <a:solidFill>
                  <a:schemeClr val="hlink"/>
                </a:solidFill>
                <a:latin typeface="Bookman Old Style"/>
                <a:ea typeface="Bookman Old Style"/>
                <a:cs typeface="Bookman Old Style"/>
                <a:sym typeface="Bookman Old Style"/>
                <a:hlinkClick r:id="rId17"/>
              </a:rPr>
              <a:t>inary</a:t>
            </a:r>
            <a:r>
              <a:rPr lang="en-US" sz="1300" u="sng">
                <a:solidFill>
                  <a:schemeClr val="hlink"/>
                </a:solidFill>
                <a:latin typeface="Bookman Old Style"/>
                <a:ea typeface="Bookman Old Style"/>
                <a:cs typeface="Bookman Old Style"/>
                <a:sym typeface="Bookman Old Style"/>
                <a:hlinkClick r:id="rId17"/>
              </a:rPr>
              <a:t> 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8"/>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19"/>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1"/>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2"/>
              </a:rPr>
              <a:t>M</a:t>
            </a:r>
            <a:r>
              <a:rPr lang="en-US" sz="1300" u="sng" cap="small">
                <a:solidFill>
                  <a:schemeClr val="hlink"/>
                </a:solidFill>
                <a:latin typeface="Bookman Old Style"/>
                <a:ea typeface="Bookman Old Style"/>
                <a:cs typeface="Bookman Old Style"/>
                <a:sym typeface="Bookman Old Style"/>
                <a:hlinkClick r:id="rId22"/>
              </a:rPr>
              <a:t>ulti</a:t>
            </a:r>
            <a:r>
              <a:rPr lang="en-US" sz="1300" u="sng">
                <a:solidFill>
                  <a:schemeClr val="hlink"/>
                </a:solidFill>
                <a:latin typeface="Bookman Old Style"/>
                <a:ea typeface="Bookman Old Style"/>
                <a:cs typeface="Bookman Old Style"/>
                <a:sym typeface="Bookman Old Style"/>
                <a:hlinkClick r:id="rId22"/>
              </a:rPr>
              <a:t>-</a:t>
            </a:r>
            <a:r>
              <a:rPr lang="en-US" sz="1300" u="sng" cap="small">
                <a:solidFill>
                  <a:schemeClr val="hlink"/>
                </a:solidFill>
                <a:latin typeface="Bookman Old Style"/>
                <a:ea typeface="Bookman Old Style"/>
                <a:cs typeface="Bookman Old Style"/>
                <a:sym typeface="Bookman Old Style"/>
                <a:hlinkClick r:id="rId22"/>
              </a:rPr>
              <a:t>class</a:t>
            </a:r>
            <a:r>
              <a:rPr lang="en-US" sz="1300" u="sng">
                <a:solidFill>
                  <a:schemeClr val="hlink"/>
                </a:solidFill>
                <a:latin typeface="Bookman Old Style"/>
                <a:ea typeface="Bookman Old Style"/>
                <a:cs typeface="Bookman Old Style"/>
                <a:sym typeface="Bookman Old Style"/>
                <a:hlinkClick r:id="rId22"/>
              </a:rPr>
              <a:t> C</a:t>
            </a:r>
            <a:r>
              <a:rPr lang="en-US" sz="1300" u="sng" cap="small">
                <a:solidFill>
                  <a:schemeClr val="hlink"/>
                </a:solidFill>
                <a:latin typeface="Bookman Old Style"/>
                <a:ea typeface="Bookman Old Style"/>
                <a:cs typeface="Bookman Old Style"/>
                <a:sym typeface="Bookman Old Style"/>
                <a:hlinkClick r:id="rId22"/>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3"/>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4"/>
              </a:rPr>
              <a:t>Mini-batch Stochastic Gradient Descent</a:t>
            </a:r>
            <a:r>
              <a:rPr lang="en-US" sz="950">
                <a:latin typeface="Arial"/>
                <a:ea typeface="Arial"/>
                <a:cs typeface="Arial"/>
                <a:sym typeface="Arial"/>
              </a:rPr>
              <a:t> </a:t>
            </a:r>
            <a:r>
              <a:rPr lang="en-US" sz="950" u="sng">
                <a:solidFill>
                  <a:schemeClr val="hlink"/>
                </a:solidFill>
                <a:latin typeface="Arial"/>
                <a:ea typeface="Arial"/>
                <a:cs typeface="Arial"/>
                <a:sym typeface="Arial"/>
                <a:hlinkClick r:id="rId25"/>
              </a:rPr>
              <a:t>Multiclass Classification: Worked Example</a:t>
            </a:r>
            <a:r>
              <a:rPr lang="en-US" sz="950">
                <a:solidFill>
                  <a:srgbClr val="CCCCCC"/>
                </a:solidFill>
                <a:latin typeface="Arial"/>
                <a:ea typeface="Arial"/>
                <a:cs typeface="Arial"/>
                <a:sym typeface="Arial"/>
              </a:rPr>
              <a:t> </a:t>
            </a:r>
            <a:r>
              <a:rPr lang="en-US" sz="950" u="sng">
                <a:solidFill>
                  <a:schemeClr val="hlink"/>
                </a:solidFill>
                <a:latin typeface="Arial"/>
                <a:ea typeface="Arial"/>
                <a:cs typeface="Arial"/>
                <a:sym typeface="Arial"/>
                <a:hlinkClick r:id="rId26"/>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7"/>
              </a:rPr>
              <a:t>Multiclass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8"/>
              </a:rPr>
              <a:t>I</a:t>
            </a:r>
            <a:r>
              <a:rPr lang="en-US" sz="1300" u="sng" cap="small">
                <a:solidFill>
                  <a:schemeClr val="hlink"/>
                </a:solidFill>
                <a:latin typeface="Bookman Old Style"/>
                <a:ea typeface="Bookman Old Style"/>
                <a:cs typeface="Bookman Old Style"/>
                <a:sym typeface="Bookman Old Style"/>
                <a:hlinkClick r:id="rId28"/>
              </a:rPr>
              <a:t>mplementation</a:t>
            </a:r>
            <a:r>
              <a:rPr lang="en-US" sz="1300" u="sng">
                <a:solidFill>
                  <a:schemeClr val="hlink"/>
                </a:solidFill>
                <a:latin typeface="Bookman Old Style"/>
                <a:ea typeface="Bookman Old Style"/>
                <a:cs typeface="Bookman Old Style"/>
                <a:sym typeface="Bookman Old Style"/>
                <a:hlinkClick r:id="rId28"/>
              </a:rPr>
              <a:t> T</a:t>
            </a:r>
            <a:r>
              <a:rPr lang="en-US" sz="1300" u="sng" cap="small">
                <a:solidFill>
                  <a:schemeClr val="hlink"/>
                </a:solidFill>
                <a:latin typeface="Bookman Old Style"/>
                <a:ea typeface="Bookman Old Style"/>
                <a:cs typeface="Bookman Old Style"/>
                <a:sym typeface="Bookman Old Style"/>
                <a:hlinkClick r:id="rId28"/>
              </a:rPr>
              <a:t>ips</a:t>
            </a:r>
            <a:r>
              <a:rPr lang="en-US" sz="1300" u="sng">
                <a:solidFill>
                  <a:schemeClr val="hlink"/>
                </a:solidFill>
                <a:latin typeface="Bookman Old Style"/>
                <a:ea typeface="Bookman Old Style"/>
                <a:cs typeface="Bookman Old Style"/>
                <a:sym typeface="Bookman Old Style"/>
                <a:hlinkClick r:id="rId28"/>
              </a:rPr>
              <a:t> </a:t>
            </a:r>
            <a:r>
              <a:rPr lang="en-US" sz="1300" u="sng" cap="small">
                <a:solidFill>
                  <a:schemeClr val="hlink"/>
                </a:solidFill>
                <a:latin typeface="Bookman Old Style"/>
                <a:ea typeface="Bookman Old Style"/>
                <a:cs typeface="Bookman Old Style"/>
                <a:sym typeface="Bookman Old Style"/>
                <a:hlinkClick r:id="rId28"/>
              </a:rPr>
              <a:t>and</a:t>
            </a:r>
            <a:r>
              <a:rPr lang="en-US" sz="1300" u="sng">
                <a:solidFill>
                  <a:schemeClr val="hlink"/>
                </a:solidFill>
                <a:latin typeface="Bookman Old Style"/>
                <a:ea typeface="Bookman Old Style"/>
                <a:cs typeface="Bookman Old Style"/>
                <a:sym typeface="Bookman Old Style"/>
                <a:hlinkClick r:id="rId28"/>
              </a:rPr>
              <a:t> D</a:t>
            </a:r>
            <a:r>
              <a:rPr lang="en-US" sz="1300" u="sng" cap="small">
                <a:solidFill>
                  <a:schemeClr val="hlink"/>
                </a:solidFill>
                <a:latin typeface="Bookman Old Style"/>
                <a:ea typeface="Bookman Old Style"/>
                <a:cs typeface="Bookman Old Style"/>
                <a:sym typeface="Bookman Old Style"/>
                <a:hlinkClick r:id="rId28"/>
              </a:rPr>
              <a:t>ebugging</a:t>
            </a:r>
            <a:endParaRPr sz="1300">
              <a:latin typeface="Bookman Old Style"/>
              <a:ea typeface="Bookman Old Style"/>
              <a:cs typeface="Bookman Old Style"/>
              <a:sym typeface="Bookman Old Style"/>
            </a:endParaRPr>
          </a:p>
        </p:txBody>
      </p:sp>
      <p:grpSp>
        <p:nvGrpSpPr>
          <p:cNvPr id="1352" name="Google Shape;1352;p70"/>
          <p:cNvGrpSpPr/>
          <p:nvPr/>
        </p:nvGrpSpPr>
        <p:grpSpPr>
          <a:xfrm>
            <a:off x="0" y="2909303"/>
            <a:ext cx="5760262" cy="324708"/>
            <a:chOff x="0" y="2909303"/>
            <a:chExt cx="5760262" cy="324708"/>
          </a:xfrm>
        </p:grpSpPr>
        <p:pic>
          <p:nvPicPr>
            <p:cNvPr id="1353" name="Google Shape;1353;p70"/>
            <p:cNvPicPr preferRelativeResize="0"/>
            <p:nvPr/>
          </p:nvPicPr>
          <p:blipFill rotWithShape="1">
            <a:blip r:embed="rId29">
              <a:alphaModFix/>
            </a:blip>
            <a:srcRect/>
            <a:stretch/>
          </p:blipFill>
          <p:spPr>
            <a:xfrm>
              <a:off x="343662" y="2909303"/>
              <a:ext cx="169964" cy="169964"/>
            </a:xfrm>
            <a:prstGeom prst="rect">
              <a:avLst/>
            </a:prstGeom>
            <a:noFill/>
            <a:ln>
              <a:noFill/>
            </a:ln>
          </p:spPr>
        </p:pic>
        <p:sp>
          <p:nvSpPr>
            <p:cNvPr id="1354" name="Google Shape;1354;p7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55" name="Google Shape;1355;p7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56" name="Google Shape;1356;p7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357" name="Google Shape;1357;p70"/>
          <p:cNvSpPr txBox="1"/>
          <p:nvPr/>
        </p:nvSpPr>
        <p:spPr>
          <a:xfrm>
            <a:off x="563029" y="2890689"/>
            <a:ext cx="841375" cy="348615"/>
          </a:xfrm>
          <a:prstGeom prst="rect">
            <a:avLst/>
          </a:prstGeom>
          <a:noFill/>
          <a:ln>
            <a:noFill/>
          </a:ln>
        </p:spPr>
        <p:txBody>
          <a:bodyPr spcFirstLastPara="1" wrap="square" lIns="0" tIns="0" rIns="0" bIns="0" anchor="t" anchorCtr="0">
            <a:spAutoFit/>
          </a:bodyPr>
          <a:lstStyle/>
          <a:p>
            <a:pPr marL="12700" lvl="0" indent="0" algn="l" rtl="0">
              <a:lnSpc>
                <a:spcPct val="103928"/>
              </a:lnSpc>
              <a:spcBef>
                <a:spcPts val="0"/>
              </a:spcBef>
              <a:spcAft>
                <a:spcPts val="0"/>
              </a:spcAft>
              <a:buNone/>
            </a:pPr>
            <a:r>
              <a:rPr lang="en-US" sz="1400" u="sng">
                <a:solidFill>
                  <a:schemeClr val="hlink"/>
                </a:solidFill>
                <a:latin typeface="Bookman Old Style"/>
                <a:ea typeface="Bookman Old Style"/>
                <a:cs typeface="Bookman Old Style"/>
                <a:sym typeface="Bookman Old Style"/>
                <a:hlinkClick r:id="rId30"/>
              </a:rPr>
              <a:t>S</a:t>
            </a:r>
            <a:r>
              <a:rPr lang="en-US" sz="1400" u="sng" cap="small">
                <a:solidFill>
                  <a:schemeClr val="hlink"/>
                </a:solidFill>
                <a:latin typeface="Bookman Old Style"/>
                <a:ea typeface="Bookman Old Style"/>
                <a:cs typeface="Bookman Old Style"/>
                <a:sym typeface="Bookman Old Style"/>
                <a:hlinkClick r:id="rId30"/>
              </a:rPr>
              <a:t>ummary</a:t>
            </a:r>
            <a:endParaRPr sz="1400">
              <a:latin typeface="Bookman Old Style"/>
              <a:ea typeface="Bookman Old Style"/>
              <a:cs typeface="Bookman Old Style"/>
              <a:sym typeface="Bookman Old Style"/>
            </a:endParaRPr>
          </a:p>
          <a:p>
            <a:pPr marL="21590" lvl="0" indent="0" algn="l" rtl="0">
              <a:lnSpc>
                <a:spcPct val="100000"/>
              </a:lnSpc>
              <a:spcBef>
                <a:spcPts val="434"/>
              </a:spcBef>
              <a:spcAft>
                <a:spcPts val="0"/>
              </a:spcAft>
              <a:buNone/>
            </a:pPr>
            <a:r>
              <a:rPr lang="en-US" sz="600">
                <a:latin typeface="Bookman Old Style"/>
                <a:ea typeface="Bookman Old Style"/>
                <a:cs typeface="Bookman Old Style"/>
                <a:sym typeface="Bookman Old Style"/>
              </a:rPr>
              <a:t>BITS P</a:t>
            </a:r>
            <a:r>
              <a:rPr lang="en-US" sz="600" cap="small">
                <a:latin typeface="Bookman Old Style"/>
                <a:ea typeface="Bookman Old Style"/>
                <a:cs typeface="Bookman Old Style"/>
                <a:sym typeface="Bookman Old Style"/>
              </a:rPr>
              <a:t>ilani</a:t>
            </a:r>
            <a:r>
              <a:rPr lang="en-US" sz="600">
                <a:latin typeface="Bookman Old Style"/>
                <a:ea typeface="Bookman Old Style"/>
                <a:cs typeface="Bookman Old Style"/>
                <a:sym typeface="Bookman Old Style"/>
              </a:rPr>
              <a:t> WILP</a:t>
            </a:r>
            <a:endParaRPr sz="600">
              <a:latin typeface="Bookman Old Style"/>
              <a:ea typeface="Bookman Old Style"/>
              <a:cs typeface="Bookman Old Style"/>
              <a:sym typeface="Bookman Old Style"/>
            </a:endParaRPr>
          </a:p>
        </p:txBody>
      </p:sp>
      <p:sp>
        <p:nvSpPr>
          <p:cNvPr id="1358" name="Google Shape;1358;p70"/>
          <p:cNvSpPr txBox="1"/>
          <p:nvPr/>
        </p:nvSpPr>
        <p:spPr>
          <a:xfrm>
            <a:off x="387959" y="2938277"/>
            <a:ext cx="81280" cy="127000"/>
          </a:xfrm>
          <a:prstGeom prst="rect">
            <a:avLst/>
          </a:prstGeom>
          <a:noFill/>
          <a:ln>
            <a:noFill/>
          </a:ln>
        </p:spPr>
        <p:txBody>
          <a:bodyPr spcFirstLastPara="1" wrap="square" lIns="0" tIns="0" rIns="0" bIns="0" anchor="t" anchorCtr="0">
            <a:spAutoFit/>
          </a:bodyPr>
          <a:lstStyle/>
          <a:p>
            <a:pPr marL="12700" lvl="0" indent="0" algn="l" rtl="0">
              <a:lnSpc>
                <a:spcPct val="1075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1359" name="Google Shape;1359;p7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1360" name="Google Shape;1360;p70"/>
          <p:cNvSpPr txBox="1">
            <a:spLocks noGrp="1"/>
          </p:cNvSpPr>
          <p:nvPr>
            <p:ph type="sldNum" idx="12"/>
          </p:nvPr>
        </p:nvSpPr>
        <p:spPr>
          <a:xfrm>
            <a:off x="4627902" y="3137675"/>
            <a:ext cx="480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64</a:t>
            </a:fld>
            <a:r>
              <a:rPr lang="en-US"/>
              <a:t> / 100</a:t>
            </a:r>
            <a:endParaRPr/>
          </a:p>
        </p:txBody>
      </p:sp>
    </p:spTree>
  </p:cSld>
  <p:clrMapOvr>
    <a:masterClrMapping/>
  </p:clrMapOvr>
  <p:transition>
    <p:fade thruBlk="1"/>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364"/>
        <p:cNvGrpSpPr/>
        <p:nvPr/>
      </p:nvGrpSpPr>
      <p:grpSpPr>
        <a:xfrm>
          <a:off x="0" y="0"/>
          <a:ext cx="0" cy="0"/>
          <a:chOff x="0" y="0"/>
          <a:chExt cx="0" cy="0"/>
        </a:xfrm>
      </p:grpSpPr>
      <p:sp>
        <p:nvSpPr>
          <p:cNvPr id="1365" name="Google Shape;1365;p71"/>
          <p:cNvSpPr txBox="1">
            <a:spLocks noGrp="1"/>
          </p:cNvSpPr>
          <p:nvPr>
            <p:ph type="title"/>
          </p:nvPr>
        </p:nvSpPr>
        <p:spPr>
          <a:xfrm>
            <a:off x="95300" y="109545"/>
            <a:ext cx="3415029"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F</a:t>
            </a:r>
            <a:r>
              <a:rPr lang="en-US" cap="small">
                <a:solidFill>
                  <a:srgbClr val="FFFFFF"/>
                </a:solidFill>
              </a:rPr>
              <a:t>rom</a:t>
            </a:r>
            <a:r>
              <a:rPr lang="en-US">
                <a:solidFill>
                  <a:srgbClr val="FFFFFF"/>
                </a:solidFill>
              </a:rPr>
              <a:t> SGD </a:t>
            </a:r>
            <a:r>
              <a:rPr lang="en-US" cap="small">
                <a:solidFill>
                  <a:srgbClr val="FFFFFF"/>
                </a:solidFill>
              </a:rPr>
              <a:t>to</a:t>
            </a:r>
            <a:r>
              <a:rPr lang="en-US">
                <a:solidFill>
                  <a:srgbClr val="FFFFFF"/>
                </a:solidFill>
              </a:rPr>
              <a:t> M</a:t>
            </a:r>
            <a:r>
              <a:rPr lang="en-US" cap="small">
                <a:solidFill>
                  <a:srgbClr val="FFFFFF"/>
                </a:solidFill>
              </a:rPr>
              <a:t>ini</a:t>
            </a:r>
            <a:r>
              <a:rPr lang="en-US">
                <a:solidFill>
                  <a:srgbClr val="FFFFFF"/>
                </a:solidFill>
              </a:rPr>
              <a:t>-</a:t>
            </a:r>
            <a:r>
              <a:rPr lang="en-US" cap="small">
                <a:solidFill>
                  <a:srgbClr val="FFFFFF"/>
                </a:solidFill>
              </a:rPr>
              <a:t>batch</a:t>
            </a:r>
            <a:r>
              <a:rPr lang="en-US">
                <a:solidFill>
                  <a:srgbClr val="FFFFFF"/>
                </a:solidFill>
              </a:rPr>
              <a:t> SGD</a:t>
            </a:r>
            <a:endParaRPr/>
          </a:p>
        </p:txBody>
      </p:sp>
      <p:grpSp>
        <p:nvGrpSpPr>
          <p:cNvPr id="1366" name="Google Shape;1366;p71"/>
          <p:cNvGrpSpPr/>
          <p:nvPr/>
        </p:nvGrpSpPr>
        <p:grpSpPr>
          <a:xfrm>
            <a:off x="513702" y="1006703"/>
            <a:ext cx="69291" cy="2023796"/>
            <a:chOff x="513702" y="1006703"/>
            <a:chExt cx="69291" cy="2023796"/>
          </a:xfrm>
        </p:grpSpPr>
        <p:pic>
          <p:nvPicPr>
            <p:cNvPr id="1367" name="Google Shape;1367;p71"/>
            <p:cNvPicPr preferRelativeResize="0"/>
            <p:nvPr/>
          </p:nvPicPr>
          <p:blipFill rotWithShape="1">
            <a:blip r:embed="rId3">
              <a:alphaModFix/>
            </a:blip>
            <a:srcRect/>
            <a:stretch/>
          </p:blipFill>
          <p:spPr>
            <a:xfrm>
              <a:off x="513702" y="1006703"/>
              <a:ext cx="69291" cy="69291"/>
            </a:xfrm>
            <a:prstGeom prst="rect">
              <a:avLst/>
            </a:prstGeom>
            <a:noFill/>
            <a:ln>
              <a:noFill/>
            </a:ln>
          </p:spPr>
        </p:pic>
        <p:pic>
          <p:nvPicPr>
            <p:cNvPr id="1368" name="Google Shape;1368;p71"/>
            <p:cNvPicPr preferRelativeResize="0"/>
            <p:nvPr/>
          </p:nvPicPr>
          <p:blipFill rotWithShape="1">
            <a:blip r:embed="rId4">
              <a:alphaModFix/>
            </a:blip>
            <a:srcRect/>
            <a:stretch/>
          </p:blipFill>
          <p:spPr>
            <a:xfrm>
              <a:off x="513702" y="1206245"/>
              <a:ext cx="69291" cy="69291"/>
            </a:xfrm>
            <a:prstGeom prst="rect">
              <a:avLst/>
            </a:prstGeom>
            <a:noFill/>
            <a:ln>
              <a:noFill/>
            </a:ln>
          </p:spPr>
        </p:pic>
        <p:pic>
          <p:nvPicPr>
            <p:cNvPr id="1369" name="Google Shape;1369;p71"/>
            <p:cNvPicPr preferRelativeResize="0"/>
            <p:nvPr/>
          </p:nvPicPr>
          <p:blipFill rotWithShape="1">
            <a:blip r:embed="rId5">
              <a:alphaModFix/>
            </a:blip>
            <a:srcRect/>
            <a:stretch/>
          </p:blipFill>
          <p:spPr>
            <a:xfrm>
              <a:off x="513702" y="1684629"/>
              <a:ext cx="69291" cy="69291"/>
            </a:xfrm>
            <a:prstGeom prst="rect">
              <a:avLst/>
            </a:prstGeom>
            <a:noFill/>
            <a:ln>
              <a:noFill/>
            </a:ln>
          </p:spPr>
        </p:pic>
        <p:pic>
          <p:nvPicPr>
            <p:cNvPr id="1370" name="Google Shape;1370;p71"/>
            <p:cNvPicPr preferRelativeResize="0"/>
            <p:nvPr/>
          </p:nvPicPr>
          <p:blipFill rotWithShape="1">
            <a:blip r:embed="rId6">
              <a:alphaModFix/>
            </a:blip>
            <a:srcRect/>
            <a:stretch/>
          </p:blipFill>
          <p:spPr>
            <a:xfrm>
              <a:off x="513702" y="1884184"/>
              <a:ext cx="69291" cy="69291"/>
            </a:xfrm>
            <a:prstGeom prst="rect">
              <a:avLst/>
            </a:prstGeom>
            <a:noFill/>
            <a:ln>
              <a:noFill/>
            </a:ln>
          </p:spPr>
        </p:pic>
        <p:pic>
          <p:nvPicPr>
            <p:cNvPr id="1371" name="Google Shape;1371;p71"/>
            <p:cNvPicPr preferRelativeResize="0"/>
            <p:nvPr/>
          </p:nvPicPr>
          <p:blipFill rotWithShape="1">
            <a:blip r:embed="rId7">
              <a:alphaModFix/>
            </a:blip>
            <a:srcRect/>
            <a:stretch/>
          </p:blipFill>
          <p:spPr>
            <a:xfrm>
              <a:off x="513702" y="2362568"/>
              <a:ext cx="69291" cy="69291"/>
            </a:xfrm>
            <a:prstGeom prst="rect">
              <a:avLst/>
            </a:prstGeom>
            <a:noFill/>
            <a:ln>
              <a:noFill/>
            </a:ln>
          </p:spPr>
        </p:pic>
        <p:pic>
          <p:nvPicPr>
            <p:cNvPr id="1372" name="Google Shape;1372;p71"/>
            <p:cNvPicPr preferRelativeResize="0"/>
            <p:nvPr/>
          </p:nvPicPr>
          <p:blipFill rotWithShape="1">
            <a:blip r:embed="rId8">
              <a:alphaModFix/>
            </a:blip>
            <a:srcRect/>
            <a:stretch/>
          </p:blipFill>
          <p:spPr>
            <a:xfrm>
              <a:off x="513702" y="2562110"/>
              <a:ext cx="69291" cy="69291"/>
            </a:xfrm>
            <a:prstGeom prst="rect">
              <a:avLst/>
            </a:prstGeom>
            <a:noFill/>
            <a:ln>
              <a:noFill/>
            </a:ln>
          </p:spPr>
        </p:pic>
        <p:pic>
          <p:nvPicPr>
            <p:cNvPr id="1373" name="Google Shape;1373;p71"/>
            <p:cNvPicPr preferRelativeResize="0"/>
            <p:nvPr/>
          </p:nvPicPr>
          <p:blipFill rotWithShape="1">
            <a:blip r:embed="rId9">
              <a:alphaModFix/>
            </a:blip>
            <a:srcRect/>
            <a:stretch/>
          </p:blipFill>
          <p:spPr>
            <a:xfrm>
              <a:off x="513702" y="2761652"/>
              <a:ext cx="69291" cy="69291"/>
            </a:xfrm>
            <a:prstGeom prst="rect">
              <a:avLst/>
            </a:prstGeom>
            <a:noFill/>
            <a:ln>
              <a:noFill/>
            </a:ln>
          </p:spPr>
        </p:pic>
        <p:pic>
          <p:nvPicPr>
            <p:cNvPr id="1374" name="Google Shape;1374;p71"/>
            <p:cNvPicPr preferRelativeResize="0"/>
            <p:nvPr/>
          </p:nvPicPr>
          <p:blipFill rotWithShape="1">
            <a:blip r:embed="rId10">
              <a:alphaModFix/>
            </a:blip>
            <a:srcRect/>
            <a:stretch/>
          </p:blipFill>
          <p:spPr>
            <a:xfrm>
              <a:off x="513702" y="2961208"/>
              <a:ext cx="69291" cy="69291"/>
            </a:xfrm>
            <a:prstGeom prst="rect">
              <a:avLst/>
            </a:prstGeom>
            <a:noFill/>
            <a:ln>
              <a:noFill/>
            </a:ln>
          </p:spPr>
        </p:pic>
      </p:grpSp>
      <p:sp>
        <p:nvSpPr>
          <p:cNvPr id="1375" name="Google Shape;1375;p71"/>
          <p:cNvSpPr txBox="1"/>
          <p:nvPr/>
        </p:nvSpPr>
        <p:spPr>
          <a:xfrm>
            <a:off x="459575" y="379050"/>
            <a:ext cx="4424100" cy="2637600"/>
          </a:xfrm>
          <a:prstGeom prst="rect">
            <a:avLst/>
          </a:prstGeom>
          <a:noFill/>
          <a:ln>
            <a:noFill/>
          </a:ln>
        </p:spPr>
        <p:txBody>
          <a:bodyPr spcFirstLastPara="1" wrap="square" lIns="0" tIns="107300" rIns="0" bIns="0" anchor="t" anchorCtr="0">
            <a:spAutoFit/>
          </a:bodyPr>
          <a:lstStyle/>
          <a:p>
            <a:pPr marL="12700" lvl="0" indent="0" algn="l" rtl="0">
              <a:lnSpc>
                <a:spcPct val="100000"/>
              </a:lnSpc>
              <a:spcBef>
                <a:spcPts val="0"/>
              </a:spcBef>
              <a:spcAft>
                <a:spcPts val="0"/>
              </a:spcAft>
              <a:buNone/>
            </a:pPr>
            <a:r>
              <a:rPr lang="en-US" sz="950">
                <a:solidFill>
                  <a:srgbClr val="BF003F"/>
                </a:solidFill>
                <a:latin typeface="Arial"/>
                <a:ea typeface="Arial"/>
                <a:cs typeface="Arial"/>
                <a:sym typeface="Arial"/>
              </a:rPr>
              <a:t>Recap: Gradient Descent Variants</a:t>
            </a:r>
            <a:endParaRPr sz="950">
              <a:latin typeface="Arial"/>
              <a:ea typeface="Arial"/>
              <a:cs typeface="Arial"/>
              <a:sym typeface="Arial"/>
            </a:endParaRPr>
          </a:p>
          <a:p>
            <a:pPr marL="172085" lvl="0" indent="-153035" algn="l" rtl="0">
              <a:lnSpc>
                <a:spcPct val="100000"/>
              </a:lnSpc>
              <a:spcBef>
                <a:spcPts val="750"/>
              </a:spcBef>
              <a:spcAft>
                <a:spcPts val="0"/>
              </a:spcAft>
              <a:buClr>
                <a:srgbClr val="1B1472"/>
              </a:buClr>
              <a:buSzPts val="950"/>
              <a:buFont typeface="Arial"/>
              <a:buAutoNum type="arabicPeriod"/>
            </a:pPr>
            <a:r>
              <a:rPr lang="en-US" sz="950">
                <a:solidFill>
                  <a:srgbClr val="1B1472"/>
                </a:solidFill>
                <a:latin typeface="Arial"/>
                <a:ea typeface="Arial"/>
                <a:cs typeface="Arial"/>
                <a:sym typeface="Arial"/>
              </a:rPr>
              <a:t>Batch Gradient Descent:</a:t>
            </a:r>
            <a:endParaRPr sz="950">
              <a:latin typeface="Arial"/>
              <a:ea typeface="Arial"/>
              <a:cs typeface="Arial"/>
              <a:sym typeface="Arial"/>
            </a:endParaRPr>
          </a:p>
          <a:p>
            <a:pPr marL="309880" marR="1504315" lvl="0" indent="0" algn="l" rtl="0">
              <a:lnSpc>
                <a:spcPct val="124700"/>
              </a:lnSpc>
              <a:spcBef>
                <a:spcPts val="30"/>
              </a:spcBef>
              <a:spcAft>
                <a:spcPts val="0"/>
              </a:spcAft>
              <a:buNone/>
            </a:pPr>
            <a:r>
              <a:rPr lang="en-US" sz="950">
                <a:latin typeface="Arial"/>
                <a:ea typeface="Arial"/>
                <a:cs typeface="Arial"/>
                <a:sym typeface="Arial"/>
              </a:rPr>
              <a:t>Uses </a:t>
            </a:r>
            <a:r>
              <a:rPr lang="en-US" sz="950" b="1">
                <a:latin typeface="Arial"/>
                <a:ea typeface="Arial"/>
                <a:cs typeface="Arial"/>
                <a:sym typeface="Arial"/>
              </a:rPr>
              <a:t>all </a:t>
            </a:r>
            <a:r>
              <a:rPr lang="en-US" sz="950" i="1">
                <a:latin typeface="Arial"/>
                <a:ea typeface="Arial"/>
                <a:cs typeface="Arial"/>
                <a:sym typeface="Arial"/>
              </a:rPr>
              <a:t>N </a:t>
            </a:r>
            <a:r>
              <a:rPr lang="en-US" sz="950">
                <a:latin typeface="Arial"/>
                <a:ea typeface="Arial"/>
                <a:cs typeface="Arial"/>
                <a:sym typeface="Arial"/>
              </a:rPr>
              <a:t>examples per update </a:t>
            </a:r>
            <a:endParaRPr sz="950">
              <a:latin typeface="Arial"/>
              <a:ea typeface="Arial"/>
              <a:cs typeface="Arial"/>
              <a:sym typeface="Arial"/>
            </a:endParaRPr>
          </a:p>
          <a:p>
            <a:pPr marL="309880" marR="1504315" lvl="0" indent="0" algn="l" rtl="0">
              <a:lnSpc>
                <a:spcPct val="124700"/>
              </a:lnSpc>
              <a:spcBef>
                <a:spcPts val="30"/>
              </a:spcBef>
              <a:spcAft>
                <a:spcPts val="0"/>
              </a:spcAft>
              <a:buNone/>
            </a:pPr>
            <a:r>
              <a:rPr lang="en-US" sz="950">
                <a:latin typeface="Arial"/>
                <a:ea typeface="Arial"/>
                <a:cs typeface="Arial"/>
                <a:sym typeface="Arial"/>
              </a:rPr>
              <a:t>Slow but stable, accurate gradient</a:t>
            </a:r>
            <a:endParaRPr sz="950">
              <a:latin typeface="Arial"/>
              <a:ea typeface="Arial"/>
              <a:cs typeface="Arial"/>
              <a:sym typeface="Arial"/>
            </a:endParaRPr>
          </a:p>
          <a:p>
            <a:pPr marL="171450" marR="1382395" lvl="0" indent="-153035" algn="l" rtl="0">
              <a:lnSpc>
                <a:spcPct val="125800"/>
              </a:lnSpc>
              <a:spcBef>
                <a:spcPts val="580"/>
              </a:spcBef>
              <a:spcAft>
                <a:spcPts val="0"/>
              </a:spcAft>
              <a:buClr>
                <a:srgbClr val="1B1472"/>
              </a:buClr>
              <a:buSzPts val="950"/>
              <a:buFont typeface="Arial"/>
              <a:buAutoNum type="arabicPeriod" startAt="2"/>
            </a:pPr>
            <a:r>
              <a:rPr lang="en-US" sz="950">
                <a:solidFill>
                  <a:srgbClr val="1B1472"/>
                </a:solidFill>
                <a:latin typeface="Arial"/>
                <a:ea typeface="Arial"/>
                <a:cs typeface="Arial"/>
                <a:sym typeface="Arial"/>
              </a:rPr>
              <a:t>Stochastic Gradient Descent (SGD): 	</a:t>
            </a:r>
            <a:endParaRPr sz="950">
              <a:solidFill>
                <a:srgbClr val="1B1472"/>
              </a:solidFill>
              <a:latin typeface="Arial"/>
              <a:ea typeface="Arial"/>
              <a:cs typeface="Arial"/>
              <a:sym typeface="Arial"/>
            </a:endParaRPr>
          </a:p>
          <a:p>
            <a:pPr marL="457200" marR="1382395" lvl="0" indent="0" algn="l" rtl="0">
              <a:lnSpc>
                <a:spcPct val="125800"/>
              </a:lnSpc>
              <a:spcBef>
                <a:spcPts val="580"/>
              </a:spcBef>
              <a:spcAft>
                <a:spcPts val="0"/>
              </a:spcAft>
              <a:buNone/>
            </a:pPr>
            <a:r>
              <a:rPr lang="en-US" sz="850">
                <a:latin typeface="Arial"/>
                <a:ea typeface="Arial"/>
                <a:cs typeface="Arial"/>
                <a:sym typeface="Arial"/>
              </a:rPr>
              <a:t>Uses </a:t>
            </a:r>
            <a:r>
              <a:rPr lang="en-US" sz="850" b="1">
                <a:latin typeface="Arial"/>
                <a:ea typeface="Arial"/>
                <a:cs typeface="Arial"/>
                <a:sym typeface="Arial"/>
              </a:rPr>
              <a:t>1 </a:t>
            </a:r>
            <a:r>
              <a:rPr lang="en-US" sz="850">
                <a:latin typeface="Arial"/>
                <a:ea typeface="Arial"/>
                <a:cs typeface="Arial"/>
                <a:sym typeface="Arial"/>
              </a:rPr>
              <a:t>random example per update 	</a:t>
            </a:r>
            <a:endParaRPr sz="850">
              <a:latin typeface="Arial"/>
              <a:ea typeface="Arial"/>
              <a:cs typeface="Arial"/>
              <a:sym typeface="Arial"/>
            </a:endParaRPr>
          </a:p>
          <a:p>
            <a:pPr marL="457200" marR="1382395" lvl="0" indent="0" algn="l" rtl="0">
              <a:lnSpc>
                <a:spcPct val="125800"/>
              </a:lnSpc>
              <a:spcBef>
                <a:spcPts val="580"/>
              </a:spcBef>
              <a:spcAft>
                <a:spcPts val="0"/>
              </a:spcAft>
              <a:buNone/>
            </a:pPr>
            <a:r>
              <a:rPr lang="en-US" sz="850">
                <a:latin typeface="Arial"/>
                <a:ea typeface="Arial"/>
                <a:cs typeface="Arial"/>
                <a:sym typeface="Arial"/>
              </a:rPr>
              <a:t>Fast but noisy, unstable</a:t>
            </a:r>
            <a:endParaRPr sz="850">
              <a:latin typeface="Arial"/>
              <a:ea typeface="Arial"/>
              <a:cs typeface="Arial"/>
              <a:sym typeface="Arial"/>
            </a:endParaRPr>
          </a:p>
          <a:p>
            <a:pPr marL="172085" lvl="0" indent="-153035" algn="l" rtl="0">
              <a:lnSpc>
                <a:spcPct val="100000"/>
              </a:lnSpc>
              <a:spcBef>
                <a:spcPts val="910"/>
              </a:spcBef>
              <a:spcAft>
                <a:spcPts val="0"/>
              </a:spcAft>
              <a:buClr>
                <a:srgbClr val="1B1472"/>
              </a:buClr>
              <a:buSzPts val="950"/>
              <a:buFont typeface="Arial"/>
              <a:buAutoNum type="arabicPeriod" startAt="2"/>
            </a:pPr>
            <a:r>
              <a:rPr lang="en-US" sz="950">
                <a:solidFill>
                  <a:srgbClr val="1B1472"/>
                </a:solidFill>
                <a:latin typeface="Arial"/>
                <a:ea typeface="Arial"/>
                <a:cs typeface="Arial"/>
                <a:sym typeface="Arial"/>
              </a:rPr>
              <a:t>Mini-batch SGD (Best of both worlds):</a:t>
            </a:r>
            <a:endParaRPr sz="950">
              <a:latin typeface="Arial"/>
              <a:ea typeface="Arial"/>
              <a:cs typeface="Arial"/>
              <a:sym typeface="Arial"/>
            </a:endParaRPr>
          </a:p>
          <a:p>
            <a:pPr marL="309880" marR="5080" lvl="0" indent="0" algn="l" rtl="0">
              <a:lnSpc>
                <a:spcPct val="109100"/>
              </a:lnSpc>
              <a:spcBef>
                <a:spcPts val="55"/>
              </a:spcBef>
              <a:spcAft>
                <a:spcPts val="0"/>
              </a:spcAft>
              <a:buNone/>
            </a:pPr>
            <a:r>
              <a:rPr lang="en-US" sz="950">
                <a:latin typeface="Arial"/>
                <a:ea typeface="Arial"/>
                <a:cs typeface="Arial"/>
                <a:sym typeface="Arial"/>
              </a:rPr>
              <a:t>Uses </a:t>
            </a:r>
            <a:r>
              <a:rPr lang="en-US" sz="950" b="1">
                <a:latin typeface="Arial"/>
                <a:ea typeface="Arial"/>
                <a:cs typeface="Arial"/>
                <a:sym typeface="Arial"/>
              </a:rPr>
              <a:t>small batch </a:t>
            </a:r>
            <a:r>
              <a:rPr lang="en-US" sz="950">
                <a:latin typeface="Arial"/>
                <a:ea typeface="Arial"/>
                <a:cs typeface="Arial"/>
                <a:sym typeface="Arial"/>
              </a:rPr>
              <a:t>of </a:t>
            </a:r>
            <a:r>
              <a:rPr lang="en-US" sz="950" i="1">
                <a:latin typeface="Arial"/>
                <a:ea typeface="Arial"/>
                <a:cs typeface="Arial"/>
                <a:sym typeface="Arial"/>
              </a:rPr>
              <a:t>B </a:t>
            </a:r>
            <a:r>
              <a:rPr lang="en-US" sz="950">
                <a:latin typeface="Arial"/>
                <a:ea typeface="Arial"/>
                <a:cs typeface="Arial"/>
                <a:sym typeface="Arial"/>
              </a:rPr>
              <a:t>examples per update (1 </a:t>
            </a:r>
            <a:r>
              <a:rPr lang="en-US" sz="1100" i="1">
                <a:latin typeface="Bookman Old Style"/>
                <a:ea typeface="Bookman Old Style"/>
                <a:cs typeface="Bookman Old Style"/>
                <a:sym typeface="Bookman Old Style"/>
              </a:rPr>
              <a:t>&lt; </a:t>
            </a:r>
            <a:r>
              <a:rPr lang="en-US" sz="950" i="1">
                <a:latin typeface="Arial"/>
                <a:ea typeface="Arial"/>
                <a:cs typeface="Arial"/>
                <a:sym typeface="Arial"/>
              </a:rPr>
              <a:t>B</a:t>
            </a:r>
            <a:r>
              <a:rPr lang="en-US" sz="1100">
                <a:latin typeface="Lucida Sans"/>
                <a:ea typeface="Lucida Sans"/>
                <a:cs typeface="Lucida Sans"/>
                <a:sym typeface="Lucida Sans"/>
              </a:rPr>
              <a:t> </a:t>
            </a:r>
            <a:r>
              <a:rPr lang="en-US" sz="1100" i="1">
                <a:solidFill>
                  <a:schemeClr val="dk1"/>
                </a:solidFill>
                <a:latin typeface="Bookman Old Style"/>
                <a:ea typeface="Bookman Old Style"/>
                <a:cs typeface="Bookman Old Style"/>
                <a:sym typeface="Bookman Old Style"/>
              </a:rPr>
              <a:t>&lt;&lt;</a:t>
            </a:r>
            <a:r>
              <a:rPr lang="en-US" sz="1100">
                <a:latin typeface="Lucida Sans"/>
                <a:ea typeface="Lucida Sans"/>
                <a:cs typeface="Lucida Sans"/>
                <a:sym typeface="Lucida Sans"/>
              </a:rPr>
              <a:t> </a:t>
            </a:r>
            <a:r>
              <a:rPr lang="en-US" sz="950" i="1">
                <a:latin typeface="Arial"/>
                <a:ea typeface="Arial"/>
                <a:cs typeface="Arial"/>
                <a:sym typeface="Arial"/>
              </a:rPr>
              <a:t>N</a:t>
            </a:r>
            <a:r>
              <a:rPr lang="en-US" sz="950">
                <a:latin typeface="Arial"/>
                <a:ea typeface="Arial"/>
                <a:cs typeface="Arial"/>
                <a:sym typeface="Arial"/>
              </a:rPr>
              <a:t>) </a:t>
            </a:r>
            <a:endParaRPr sz="950">
              <a:latin typeface="Arial"/>
              <a:ea typeface="Arial"/>
              <a:cs typeface="Arial"/>
              <a:sym typeface="Arial"/>
            </a:endParaRPr>
          </a:p>
          <a:p>
            <a:pPr marL="309880" marR="5080" lvl="0" indent="0" algn="l" rtl="0">
              <a:lnSpc>
                <a:spcPct val="109100"/>
              </a:lnSpc>
              <a:spcBef>
                <a:spcPts val="55"/>
              </a:spcBef>
              <a:spcAft>
                <a:spcPts val="0"/>
              </a:spcAft>
              <a:buNone/>
            </a:pPr>
            <a:r>
              <a:rPr lang="en-US" sz="950">
                <a:latin typeface="Arial"/>
                <a:ea typeface="Arial"/>
                <a:cs typeface="Arial"/>
                <a:sym typeface="Arial"/>
              </a:rPr>
              <a:t>Typical batch sizes: </a:t>
            </a:r>
            <a:r>
              <a:rPr lang="en-US" sz="950" i="1">
                <a:latin typeface="Arial"/>
                <a:ea typeface="Arial"/>
                <a:cs typeface="Arial"/>
                <a:sym typeface="Arial"/>
              </a:rPr>
              <a:t>B </a:t>
            </a:r>
            <a:r>
              <a:rPr lang="en-US" sz="1100">
                <a:latin typeface="Lucida Sans"/>
                <a:ea typeface="Lucida Sans"/>
                <a:cs typeface="Lucida Sans"/>
                <a:sym typeface="Lucida Sans"/>
              </a:rPr>
              <a:t>∈ {</a:t>
            </a:r>
            <a:r>
              <a:rPr lang="en-US" sz="950">
                <a:latin typeface="Arial"/>
                <a:ea typeface="Arial"/>
                <a:cs typeface="Arial"/>
                <a:sym typeface="Arial"/>
              </a:rPr>
              <a:t>32</a:t>
            </a:r>
            <a:r>
              <a:rPr lang="en-US" sz="1100" i="1">
                <a:latin typeface="Bookman Old Style"/>
                <a:ea typeface="Bookman Old Style"/>
                <a:cs typeface="Bookman Old Style"/>
                <a:sym typeface="Bookman Old Style"/>
              </a:rPr>
              <a:t>, </a:t>
            </a:r>
            <a:r>
              <a:rPr lang="en-US" sz="950">
                <a:latin typeface="Arial"/>
                <a:ea typeface="Arial"/>
                <a:cs typeface="Arial"/>
                <a:sym typeface="Arial"/>
              </a:rPr>
              <a:t>64</a:t>
            </a:r>
            <a:r>
              <a:rPr lang="en-US" sz="1100" i="1">
                <a:latin typeface="Bookman Old Style"/>
                <a:ea typeface="Bookman Old Style"/>
                <a:cs typeface="Bookman Old Style"/>
                <a:sym typeface="Bookman Old Style"/>
              </a:rPr>
              <a:t>, </a:t>
            </a:r>
            <a:r>
              <a:rPr lang="en-US" sz="950">
                <a:latin typeface="Arial"/>
                <a:ea typeface="Arial"/>
                <a:cs typeface="Arial"/>
                <a:sym typeface="Arial"/>
              </a:rPr>
              <a:t>128</a:t>
            </a:r>
            <a:r>
              <a:rPr lang="en-US" sz="1100" i="1">
                <a:latin typeface="Bookman Old Style"/>
                <a:ea typeface="Bookman Old Style"/>
                <a:cs typeface="Bookman Old Style"/>
                <a:sym typeface="Bookman Old Style"/>
              </a:rPr>
              <a:t>, </a:t>
            </a:r>
            <a:r>
              <a:rPr lang="en-US" sz="950">
                <a:latin typeface="Arial"/>
                <a:ea typeface="Arial"/>
                <a:cs typeface="Arial"/>
                <a:sym typeface="Arial"/>
              </a:rPr>
              <a:t>256</a:t>
            </a:r>
            <a:r>
              <a:rPr lang="en-US" sz="1100" i="1">
                <a:latin typeface="Bookman Old Style"/>
                <a:ea typeface="Bookman Old Style"/>
                <a:cs typeface="Bookman Old Style"/>
                <a:sym typeface="Bookman Old Style"/>
              </a:rPr>
              <a:t>, </a:t>
            </a:r>
            <a:r>
              <a:rPr lang="en-US" sz="950">
                <a:latin typeface="Arial"/>
                <a:ea typeface="Arial"/>
                <a:cs typeface="Arial"/>
                <a:sym typeface="Arial"/>
              </a:rPr>
              <a:t>512</a:t>
            </a:r>
            <a:r>
              <a:rPr lang="en-US" sz="1100">
                <a:latin typeface="Lucida Sans"/>
                <a:ea typeface="Lucida Sans"/>
                <a:cs typeface="Lucida Sans"/>
                <a:sym typeface="Lucida Sans"/>
              </a:rPr>
              <a:t>}</a:t>
            </a:r>
            <a:endParaRPr sz="1100">
              <a:latin typeface="Lucida Sans"/>
              <a:ea typeface="Lucida Sans"/>
              <a:cs typeface="Lucida Sans"/>
              <a:sym typeface="Lucida Sans"/>
            </a:endParaRPr>
          </a:p>
          <a:p>
            <a:pPr marL="309880" marR="1376680" lvl="0" indent="0" algn="l" rtl="0">
              <a:lnSpc>
                <a:spcPct val="149523"/>
              </a:lnSpc>
              <a:spcBef>
                <a:spcPts val="80"/>
              </a:spcBef>
              <a:spcAft>
                <a:spcPts val="0"/>
              </a:spcAft>
              <a:buNone/>
            </a:pPr>
            <a:r>
              <a:rPr lang="en-US" sz="950">
                <a:latin typeface="Arial"/>
                <a:ea typeface="Arial"/>
                <a:cs typeface="Arial"/>
                <a:sym typeface="Arial"/>
              </a:rPr>
              <a:t>Good balance of speed and stability </a:t>
            </a:r>
            <a:endParaRPr sz="950">
              <a:latin typeface="Arial"/>
              <a:ea typeface="Arial"/>
              <a:cs typeface="Arial"/>
              <a:sym typeface="Arial"/>
            </a:endParaRPr>
          </a:p>
          <a:p>
            <a:pPr marL="309880" marR="1376680" lvl="0" indent="0" algn="l" rtl="0">
              <a:lnSpc>
                <a:spcPct val="149523"/>
              </a:lnSpc>
              <a:spcBef>
                <a:spcPts val="80"/>
              </a:spcBef>
              <a:spcAft>
                <a:spcPts val="0"/>
              </a:spcAft>
              <a:buNone/>
            </a:pPr>
            <a:r>
              <a:rPr lang="en-US" sz="950">
                <a:solidFill>
                  <a:srgbClr val="EC2027"/>
                </a:solidFill>
                <a:latin typeface="Arial"/>
                <a:ea typeface="Arial"/>
                <a:cs typeface="Arial"/>
                <a:sym typeface="Arial"/>
              </a:rPr>
              <a:t>Standard in modern deep learning!</a:t>
            </a:r>
            <a:endParaRPr sz="950">
              <a:latin typeface="Arial"/>
              <a:ea typeface="Arial"/>
              <a:cs typeface="Arial"/>
              <a:sym typeface="Arial"/>
            </a:endParaRPr>
          </a:p>
        </p:txBody>
      </p:sp>
      <p:grpSp>
        <p:nvGrpSpPr>
          <p:cNvPr id="1376" name="Google Shape;1376;p71"/>
          <p:cNvGrpSpPr/>
          <p:nvPr/>
        </p:nvGrpSpPr>
        <p:grpSpPr>
          <a:xfrm>
            <a:off x="0" y="3141936"/>
            <a:ext cx="5760262" cy="92075"/>
            <a:chOff x="0" y="3141936"/>
            <a:chExt cx="5760262" cy="92075"/>
          </a:xfrm>
        </p:grpSpPr>
        <p:sp>
          <p:nvSpPr>
            <p:cNvPr id="1377" name="Google Shape;1377;p71"/>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78" name="Google Shape;1378;p71"/>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79" name="Google Shape;1379;p71"/>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380" name="Google Shape;1380;p7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381" name="Google Shape;1381;p7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11"/>
              </a:rPr>
              <a:t>D</a:t>
            </a:r>
            <a:r>
              <a:rPr lang="en-US" sz="600" u="sng" cap="small">
                <a:solidFill>
                  <a:schemeClr val="hlink"/>
                </a:solidFill>
                <a:latin typeface="Bookman Old Style"/>
                <a:ea typeface="Bookman Old Style"/>
                <a:cs typeface="Bookman Old Style"/>
                <a:sym typeface="Bookman Old Style"/>
                <a:hlinkClick r:id="rId11"/>
              </a:rPr>
              <a:t>eep</a:t>
            </a:r>
            <a:r>
              <a:rPr lang="en-US" sz="600" u="sng">
                <a:solidFill>
                  <a:schemeClr val="hlink"/>
                </a:solidFill>
                <a:latin typeface="Bookman Old Style"/>
                <a:ea typeface="Bookman Old Style"/>
                <a:cs typeface="Bookman Old Style"/>
                <a:sym typeface="Bookman Old Style"/>
                <a:hlinkClick r:id="rId11"/>
              </a:rPr>
              <a:t> L</a:t>
            </a:r>
            <a:r>
              <a:rPr lang="en-US" sz="600" u="sng" cap="small">
                <a:solidFill>
                  <a:schemeClr val="hlink"/>
                </a:solidFill>
                <a:latin typeface="Bookman Old Style"/>
                <a:ea typeface="Bookman Old Style"/>
                <a:cs typeface="Bookman Old Style"/>
                <a:sym typeface="Bookman Old Style"/>
                <a:hlinkClick r:id="rId11"/>
              </a:rPr>
              <a:t>earning</a:t>
            </a:r>
            <a:endParaRPr sz="600">
              <a:latin typeface="Bookman Old Style"/>
              <a:ea typeface="Bookman Old Style"/>
              <a:cs typeface="Bookman Old Style"/>
              <a:sym typeface="Bookman Old Style"/>
            </a:endParaRPr>
          </a:p>
        </p:txBody>
      </p:sp>
      <p:sp>
        <p:nvSpPr>
          <p:cNvPr id="1382" name="Google Shape;1382;p71"/>
          <p:cNvSpPr txBox="1"/>
          <p:nvPr/>
        </p:nvSpPr>
        <p:spPr>
          <a:xfrm>
            <a:off x="4653295" y="3137672"/>
            <a:ext cx="334645"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a:latin typeface="Bookman Old Style"/>
                <a:ea typeface="Bookman Old Style"/>
                <a:cs typeface="Bookman Old Style"/>
                <a:sym typeface="Bookman Old Style"/>
              </a:rPr>
              <a:t>65 / 100</a:t>
            </a:r>
            <a:endParaRPr sz="600">
              <a:latin typeface="Bookman Old Style"/>
              <a:ea typeface="Bookman Old Style"/>
              <a:cs typeface="Bookman Old Style"/>
              <a:sym typeface="Bookman Old Style"/>
            </a:endParaRPr>
          </a:p>
        </p:txBody>
      </p:sp>
      <p:sp>
        <p:nvSpPr>
          <p:cNvPr id="1383" name="Google Shape;1383;p71"/>
          <p:cNvSpPr txBox="1">
            <a:spLocks noGrp="1"/>
          </p:cNvSpPr>
          <p:nvPr>
            <p:ph type="sldNum" idx="12"/>
          </p:nvPr>
        </p:nvSpPr>
        <p:spPr>
          <a:xfrm>
            <a:off x="4627901" y="3137675"/>
            <a:ext cx="4644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65</a:t>
            </a:fld>
            <a:r>
              <a:rPr lang="en-US"/>
              <a:t> / 100</a:t>
            </a:r>
            <a:endParaRPr/>
          </a:p>
        </p:txBody>
      </p:sp>
    </p:spTree>
  </p:cSld>
  <p:clrMapOvr>
    <a:masterClrMapping/>
  </p:clrMapOvr>
  <p:transition>
    <p:fade thruBlk="1"/>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387"/>
        <p:cNvGrpSpPr/>
        <p:nvPr/>
      </p:nvGrpSpPr>
      <p:grpSpPr>
        <a:xfrm>
          <a:off x="0" y="0"/>
          <a:ext cx="0" cy="0"/>
          <a:chOff x="0" y="0"/>
          <a:chExt cx="0" cy="0"/>
        </a:xfrm>
      </p:grpSpPr>
      <p:sp>
        <p:nvSpPr>
          <p:cNvPr id="1388" name="Google Shape;1388;p72"/>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hy</a:t>
            </a:r>
            <a:r>
              <a:rPr lang="en-US">
                <a:solidFill>
                  <a:srgbClr val="FFFFFF"/>
                </a:solidFill>
              </a:rPr>
              <a:t> M</a:t>
            </a:r>
            <a:r>
              <a:rPr lang="en-US" cap="small">
                <a:solidFill>
                  <a:srgbClr val="FFFFFF"/>
                </a:solidFill>
              </a:rPr>
              <a:t>ini</a:t>
            </a:r>
            <a:r>
              <a:rPr lang="en-US">
                <a:solidFill>
                  <a:srgbClr val="FFFFFF"/>
                </a:solidFill>
              </a:rPr>
              <a:t>-</a:t>
            </a:r>
            <a:r>
              <a:rPr lang="en-US" cap="small">
                <a:solidFill>
                  <a:srgbClr val="FFFFFF"/>
                </a:solidFill>
              </a:rPr>
              <a:t>batch</a:t>
            </a:r>
            <a:r>
              <a:rPr lang="en-US">
                <a:solidFill>
                  <a:srgbClr val="FFFFFF"/>
                </a:solidFill>
              </a:rPr>
              <a:t> SGD?</a:t>
            </a:r>
            <a:endParaRPr/>
          </a:p>
        </p:txBody>
      </p:sp>
      <p:sp>
        <p:nvSpPr>
          <p:cNvPr id="1389" name="Google Shape;1389;p72"/>
          <p:cNvSpPr txBox="1"/>
          <p:nvPr/>
        </p:nvSpPr>
        <p:spPr>
          <a:xfrm>
            <a:off x="347294" y="470527"/>
            <a:ext cx="174625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BF003F"/>
                </a:solidFill>
                <a:latin typeface="Arial"/>
                <a:ea typeface="Arial"/>
                <a:cs typeface="Arial"/>
                <a:sym typeface="Arial"/>
              </a:rPr>
              <a:t>Advantages of mini-batches:</a:t>
            </a:r>
            <a:endParaRPr sz="1050">
              <a:latin typeface="Arial"/>
              <a:ea typeface="Arial"/>
              <a:cs typeface="Arial"/>
              <a:sym typeface="Arial"/>
            </a:endParaRPr>
          </a:p>
        </p:txBody>
      </p:sp>
      <p:pic>
        <p:nvPicPr>
          <p:cNvPr id="1390" name="Google Shape;1390;p72"/>
          <p:cNvPicPr preferRelativeResize="0"/>
          <p:nvPr/>
        </p:nvPicPr>
        <p:blipFill rotWithShape="1">
          <a:blip r:embed="rId3">
            <a:alphaModFix/>
          </a:blip>
          <a:srcRect/>
          <a:stretch/>
        </p:blipFill>
        <p:spPr>
          <a:xfrm>
            <a:off x="456996" y="696925"/>
            <a:ext cx="121259" cy="121259"/>
          </a:xfrm>
          <a:prstGeom prst="rect">
            <a:avLst/>
          </a:prstGeom>
          <a:noFill/>
          <a:ln>
            <a:noFill/>
          </a:ln>
        </p:spPr>
      </p:pic>
      <p:sp>
        <p:nvSpPr>
          <p:cNvPr id="1391" name="Google Shape;1391;p72"/>
          <p:cNvSpPr txBox="1"/>
          <p:nvPr/>
        </p:nvSpPr>
        <p:spPr>
          <a:xfrm>
            <a:off x="483946" y="687075"/>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1</a:t>
            </a:r>
            <a:endParaRPr sz="600">
              <a:latin typeface="Bookman Old Style"/>
              <a:ea typeface="Bookman Old Style"/>
              <a:cs typeface="Bookman Old Style"/>
              <a:sym typeface="Bookman Old Style"/>
            </a:endParaRPr>
          </a:p>
        </p:txBody>
      </p:sp>
      <p:pic>
        <p:nvPicPr>
          <p:cNvPr id="1392" name="Google Shape;1392;p72"/>
          <p:cNvPicPr preferRelativeResize="0"/>
          <p:nvPr/>
        </p:nvPicPr>
        <p:blipFill rotWithShape="1">
          <a:blip r:embed="rId4">
            <a:alphaModFix/>
          </a:blip>
          <a:srcRect/>
          <a:stretch/>
        </p:blipFill>
        <p:spPr>
          <a:xfrm>
            <a:off x="456996" y="1388770"/>
            <a:ext cx="121259" cy="121259"/>
          </a:xfrm>
          <a:prstGeom prst="rect">
            <a:avLst/>
          </a:prstGeom>
          <a:noFill/>
          <a:ln>
            <a:noFill/>
          </a:ln>
        </p:spPr>
      </p:pic>
      <p:sp>
        <p:nvSpPr>
          <p:cNvPr id="1393" name="Google Shape;1393;p72"/>
          <p:cNvSpPr txBox="1"/>
          <p:nvPr/>
        </p:nvSpPr>
        <p:spPr>
          <a:xfrm>
            <a:off x="483946" y="1378920"/>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2</a:t>
            </a:r>
            <a:endParaRPr sz="600">
              <a:latin typeface="Bookman Old Style"/>
              <a:ea typeface="Bookman Old Style"/>
              <a:cs typeface="Bookman Old Style"/>
              <a:sym typeface="Bookman Old Style"/>
            </a:endParaRPr>
          </a:p>
        </p:txBody>
      </p:sp>
      <p:pic>
        <p:nvPicPr>
          <p:cNvPr id="1394" name="Google Shape;1394;p72"/>
          <p:cNvPicPr preferRelativeResize="0"/>
          <p:nvPr/>
        </p:nvPicPr>
        <p:blipFill rotWithShape="1">
          <a:blip r:embed="rId5">
            <a:alphaModFix/>
          </a:blip>
          <a:srcRect/>
          <a:stretch/>
        </p:blipFill>
        <p:spPr>
          <a:xfrm>
            <a:off x="456996" y="2080615"/>
            <a:ext cx="121259" cy="121259"/>
          </a:xfrm>
          <a:prstGeom prst="rect">
            <a:avLst/>
          </a:prstGeom>
          <a:noFill/>
          <a:ln>
            <a:noFill/>
          </a:ln>
        </p:spPr>
      </p:pic>
      <p:sp>
        <p:nvSpPr>
          <p:cNvPr id="1395" name="Google Shape;1395;p72"/>
          <p:cNvSpPr txBox="1"/>
          <p:nvPr/>
        </p:nvSpPr>
        <p:spPr>
          <a:xfrm>
            <a:off x="483946" y="2070765"/>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3</a:t>
            </a:r>
            <a:endParaRPr sz="600">
              <a:latin typeface="Bookman Old Style"/>
              <a:ea typeface="Bookman Old Style"/>
              <a:cs typeface="Bookman Old Style"/>
              <a:sym typeface="Bookman Old Style"/>
            </a:endParaRPr>
          </a:p>
        </p:txBody>
      </p:sp>
      <p:pic>
        <p:nvPicPr>
          <p:cNvPr id="1396" name="Google Shape;1396;p72"/>
          <p:cNvPicPr preferRelativeResize="0"/>
          <p:nvPr/>
        </p:nvPicPr>
        <p:blipFill rotWithShape="1">
          <a:blip r:embed="rId6">
            <a:alphaModFix/>
          </a:blip>
          <a:srcRect/>
          <a:stretch/>
        </p:blipFill>
        <p:spPr>
          <a:xfrm>
            <a:off x="456996" y="2600375"/>
            <a:ext cx="121259" cy="121259"/>
          </a:xfrm>
          <a:prstGeom prst="rect">
            <a:avLst/>
          </a:prstGeom>
          <a:noFill/>
          <a:ln>
            <a:noFill/>
          </a:ln>
        </p:spPr>
      </p:pic>
      <p:sp>
        <p:nvSpPr>
          <p:cNvPr id="1397" name="Google Shape;1397;p72"/>
          <p:cNvSpPr txBox="1"/>
          <p:nvPr/>
        </p:nvSpPr>
        <p:spPr>
          <a:xfrm>
            <a:off x="483946" y="2590525"/>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4</a:t>
            </a:r>
            <a:endParaRPr sz="600">
              <a:latin typeface="Bookman Old Style"/>
              <a:ea typeface="Bookman Old Style"/>
              <a:cs typeface="Bookman Old Style"/>
              <a:sym typeface="Bookman Old Style"/>
            </a:endParaRPr>
          </a:p>
        </p:txBody>
      </p:sp>
      <p:sp>
        <p:nvSpPr>
          <p:cNvPr id="1398" name="Google Shape;1398;p72"/>
          <p:cNvSpPr txBox="1"/>
          <p:nvPr/>
        </p:nvSpPr>
        <p:spPr>
          <a:xfrm>
            <a:off x="619226" y="627181"/>
            <a:ext cx="2863215" cy="2459990"/>
          </a:xfrm>
          <a:prstGeom prst="rect">
            <a:avLst/>
          </a:prstGeom>
          <a:noFill/>
          <a:ln>
            <a:noFill/>
          </a:ln>
        </p:spPr>
        <p:txBody>
          <a:bodyPr spcFirstLastPara="1" wrap="square" lIns="0" tIns="39350" rIns="0" bIns="0" anchor="t" anchorCtr="0">
            <a:spAutoFit/>
          </a:bodyPr>
          <a:lstStyle/>
          <a:p>
            <a:pPr marL="38100" lvl="0" indent="0" algn="l" rtl="0">
              <a:lnSpc>
                <a:spcPct val="100000"/>
              </a:lnSpc>
              <a:spcBef>
                <a:spcPts val="0"/>
              </a:spcBef>
              <a:spcAft>
                <a:spcPts val="0"/>
              </a:spcAft>
              <a:buNone/>
            </a:pPr>
            <a:r>
              <a:rPr lang="en-US" sz="1050">
                <a:solidFill>
                  <a:srgbClr val="1B1472"/>
                </a:solidFill>
                <a:latin typeface="Arial"/>
                <a:ea typeface="Arial"/>
                <a:cs typeface="Arial"/>
                <a:sym typeface="Arial"/>
              </a:rPr>
              <a:t>Computational efficiency:</a:t>
            </a:r>
            <a:endParaRPr sz="1050">
              <a:latin typeface="Arial"/>
              <a:ea typeface="Arial"/>
              <a:cs typeface="Arial"/>
              <a:sym typeface="Arial"/>
            </a:endParaRPr>
          </a:p>
          <a:p>
            <a:pPr marL="193040" lvl="0" indent="0" algn="l" rtl="0">
              <a:lnSpc>
                <a:spcPct val="100000"/>
              </a:lnSpc>
              <a:spcBef>
                <a:spcPts val="204"/>
              </a:spcBef>
              <a:spcAft>
                <a:spcPts val="0"/>
              </a:spcAft>
              <a:buNone/>
            </a:pPr>
            <a:r>
              <a:rPr lang="en-US" sz="900" baseline="30000">
                <a:solidFill>
                  <a:srgbClr val="3333B2"/>
                </a:solidFill>
                <a:latin typeface="Arial"/>
                <a:ea typeface="Arial"/>
                <a:cs typeface="Arial"/>
                <a:sym typeface="Arial"/>
              </a:rPr>
              <a:t>)  </a:t>
            </a:r>
            <a:r>
              <a:rPr lang="en-US" sz="950">
                <a:latin typeface="Arial"/>
                <a:ea typeface="Arial"/>
                <a:cs typeface="Arial"/>
                <a:sym typeface="Arial"/>
              </a:rPr>
              <a:t>Vectorized operations (matrix multiplication)</a:t>
            </a:r>
            <a:endParaRPr sz="950">
              <a:latin typeface="Arial"/>
              <a:ea typeface="Arial"/>
              <a:cs typeface="Arial"/>
              <a:sym typeface="Arial"/>
            </a:endParaRPr>
          </a:p>
          <a:p>
            <a:pPr marL="193040" lvl="0" indent="0" algn="l" rtl="0">
              <a:lnSpc>
                <a:spcPct val="100000"/>
              </a:lnSpc>
              <a:spcBef>
                <a:spcPts val="215"/>
              </a:spcBef>
              <a:spcAft>
                <a:spcPts val="0"/>
              </a:spcAft>
              <a:buNone/>
            </a:pPr>
            <a:r>
              <a:rPr lang="en-US" sz="900" baseline="30000">
                <a:solidFill>
                  <a:srgbClr val="3333B2"/>
                </a:solidFill>
                <a:latin typeface="Arial"/>
                <a:ea typeface="Arial"/>
                <a:cs typeface="Arial"/>
                <a:sym typeface="Arial"/>
              </a:rPr>
              <a:t>) </a:t>
            </a:r>
            <a:r>
              <a:rPr lang="en-US" sz="950">
                <a:latin typeface="Arial"/>
                <a:ea typeface="Arial"/>
                <a:cs typeface="Arial"/>
                <a:sym typeface="Arial"/>
              </a:rPr>
              <a:t>Better GPU utilization</a:t>
            </a:r>
            <a:endParaRPr sz="950">
              <a:latin typeface="Arial"/>
              <a:ea typeface="Arial"/>
              <a:cs typeface="Arial"/>
              <a:sym typeface="Arial"/>
            </a:endParaRPr>
          </a:p>
          <a:p>
            <a:pPr marL="193040" lvl="0" indent="0" algn="l" rtl="0">
              <a:lnSpc>
                <a:spcPct val="100000"/>
              </a:lnSpc>
              <a:spcBef>
                <a:spcPts val="215"/>
              </a:spcBef>
              <a:spcAft>
                <a:spcPts val="0"/>
              </a:spcAft>
              <a:buNone/>
            </a:pPr>
            <a:r>
              <a:rPr lang="en-US" sz="900" baseline="30000">
                <a:solidFill>
                  <a:srgbClr val="3333B2"/>
                </a:solidFill>
                <a:latin typeface="Arial"/>
                <a:ea typeface="Arial"/>
                <a:cs typeface="Arial"/>
                <a:sym typeface="Arial"/>
              </a:rPr>
              <a:t>)  </a:t>
            </a:r>
            <a:r>
              <a:rPr lang="en-US" sz="950">
                <a:latin typeface="Arial"/>
                <a:ea typeface="Arial"/>
                <a:cs typeface="Arial"/>
                <a:sym typeface="Arial"/>
              </a:rPr>
              <a:t>Faster than processing examples one-by-one</a:t>
            </a:r>
            <a:endParaRPr sz="950">
              <a:latin typeface="Arial"/>
              <a:ea typeface="Arial"/>
              <a:cs typeface="Arial"/>
              <a:sym typeface="Arial"/>
            </a:endParaRPr>
          </a:p>
          <a:p>
            <a:pPr marL="38100" lvl="0" indent="0" algn="l" rtl="0">
              <a:lnSpc>
                <a:spcPct val="100000"/>
              </a:lnSpc>
              <a:spcBef>
                <a:spcPts val="130"/>
              </a:spcBef>
              <a:spcAft>
                <a:spcPts val="0"/>
              </a:spcAft>
              <a:buNone/>
            </a:pPr>
            <a:r>
              <a:rPr lang="en-US" sz="1050">
                <a:solidFill>
                  <a:srgbClr val="1B1472"/>
                </a:solidFill>
                <a:latin typeface="Arial"/>
                <a:ea typeface="Arial"/>
                <a:cs typeface="Arial"/>
                <a:sym typeface="Arial"/>
              </a:rPr>
              <a:t>Gradient estimation:</a:t>
            </a:r>
            <a:endParaRPr sz="1050">
              <a:latin typeface="Arial"/>
              <a:ea typeface="Arial"/>
              <a:cs typeface="Arial"/>
              <a:sym typeface="Arial"/>
            </a:endParaRPr>
          </a:p>
          <a:p>
            <a:pPr marL="193040" lvl="0" indent="0" algn="l" rtl="0">
              <a:lnSpc>
                <a:spcPct val="100000"/>
              </a:lnSpc>
              <a:spcBef>
                <a:spcPts val="209"/>
              </a:spcBef>
              <a:spcAft>
                <a:spcPts val="0"/>
              </a:spcAft>
              <a:buNone/>
            </a:pPr>
            <a:r>
              <a:rPr lang="en-US" sz="900" baseline="30000">
                <a:solidFill>
                  <a:srgbClr val="3333B2"/>
                </a:solidFill>
                <a:latin typeface="Arial"/>
                <a:ea typeface="Arial"/>
                <a:cs typeface="Arial"/>
                <a:sym typeface="Arial"/>
              </a:rPr>
              <a:t>)  </a:t>
            </a:r>
            <a:r>
              <a:rPr lang="en-US" sz="950">
                <a:latin typeface="Arial"/>
                <a:ea typeface="Arial"/>
                <a:cs typeface="Arial"/>
                <a:sym typeface="Arial"/>
              </a:rPr>
              <a:t>Less noisy than single-example SGD</a:t>
            </a:r>
            <a:endParaRPr sz="950">
              <a:latin typeface="Arial"/>
              <a:ea typeface="Arial"/>
              <a:cs typeface="Arial"/>
              <a:sym typeface="Arial"/>
            </a:endParaRPr>
          </a:p>
          <a:p>
            <a:pPr marL="193040" lvl="0" indent="0" algn="l" rtl="0">
              <a:lnSpc>
                <a:spcPct val="100000"/>
              </a:lnSpc>
              <a:spcBef>
                <a:spcPts val="215"/>
              </a:spcBef>
              <a:spcAft>
                <a:spcPts val="0"/>
              </a:spcAft>
              <a:buNone/>
            </a:pPr>
            <a:r>
              <a:rPr lang="en-US" sz="900" baseline="30000">
                <a:solidFill>
                  <a:srgbClr val="3333B2"/>
                </a:solidFill>
                <a:latin typeface="Arial"/>
                <a:ea typeface="Arial"/>
                <a:cs typeface="Arial"/>
                <a:sym typeface="Arial"/>
              </a:rPr>
              <a:t>) </a:t>
            </a:r>
            <a:r>
              <a:rPr lang="en-US" sz="950">
                <a:latin typeface="Arial"/>
                <a:ea typeface="Arial"/>
                <a:cs typeface="Arial"/>
                <a:sym typeface="Arial"/>
              </a:rPr>
              <a:t>More stable convergence</a:t>
            </a:r>
            <a:endParaRPr sz="950">
              <a:latin typeface="Arial"/>
              <a:ea typeface="Arial"/>
              <a:cs typeface="Arial"/>
              <a:sym typeface="Arial"/>
            </a:endParaRPr>
          </a:p>
          <a:p>
            <a:pPr marL="193040" lvl="0" indent="0" algn="l" rtl="0">
              <a:lnSpc>
                <a:spcPct val="100000"/>
              </a:lnSpc>
              <a:spcBef>
                <a:spcPts val="215"/>
              </a:spcBef>
              <a:spcAft>
                <a:spcPts val="0"/>
              </a:spcAft>
              <a:buNone/>
            </a:pPr>
            <a:r>
              <a:rPr lang="en-US" sz="900" baseline="30000">
                <a:solidFill>
                  <a:srgbClr val="3333B2"/>
                </a:solidFill>
                <a:latin typeface="Arial"/>
                <a:ea typeface="Arial"/>
                <a:cs typeface="Arial"/>
                <a:sym typeface="Arial"/>
              </a:rPr>
              <a:t>)  </a:t>
            </a:r>
            <a:r>
              <a:rPr lang="en-US" sz="950">
                <a:latin typeface="Arial"/>
                <a:ea typeface="Arial"/>
                <a:cs typeface="Arial"/>
                <a:sym typeface="Arial"/>
              </a:rPr>
              <a:t>Better approximation of true gradient</a:t>
            </a:r>
            <a:endParaRPr sz="950">
              <a:latin typeface="Arial"/>
              <a:ea typeface="Arial"/>
              <a:cs typeface="Arial"/>
              <a:sym typeface="Arial"/>
            </a:endParaRPr>
          </a:p>
          <a:p>
            <a:pPr marL="38100" lvl="0" indent="0" algn="l" rtl="0">
              <a:lnSpc>
                <a:spcPct val="100000"/>
              </a:lnSpc>
              <a:spcBef>
                <a:spcPts val="130"/>
              </a:spcBef>
              <a:spcAft>
                <a:spcPts val="0"/>
              </a:spcAft>
              <a:buNone/>
            </a:pPr>
            <a:r>
              <a:rPr lang="en-US" sz="1050">
                <a:solidFill>
                  <a:srgbClr val="1B1472"/>
                </a:solidFill>
                <a:latin typeface="Arial"/>
                <a:ea typeface="Arial"/>
                <a:cs typeface="Arial"/>
                <a:sym typeface="Arial"/>
              </a:rPr>
              <a:t>Generalization:</a:t>
            </a:r>
            <a:endParaRPr sz="1050">
              <a:latin typeface="Arial"/>
              <a:ea typeface="Arial"/>
              <a:cs typeface="Arial"/>
              <a:sym typeface="Arial"/>
            </a:endParaRPr>
          </a:p>
          <a:p>
            <a:pPr marL="193040" lvl="0" indent="0" algn="l" rtl="0">
              <a:lnSpc>
                <a:spcPct val="100000"/>
              </a:lnSpc>
              <a:spcBef>
                <a:spcPts val="204"/>
              </a:spcBef>
              <a:spcAft>
                <a:spcPts val="0"/>
              </a:spcAft>
              <a:buNone/>
            </a:pPr>
            <a:r>
              <a:rPr lang="en-US" sz="900" baseline="30000">
                <a:solidFill>
                  <a:srgbClr val="3333B2"/>
                </a:solidFill>
                <a:latin typeface="Arial"/>
                <a:ea typeface="Arial"/>
                <a:cs typeface="Arial"/>
                <a:sym typeface="Arial"/>
              </a:rPr>
              <a:t>)  </a:t>
            </a:r>
            <a:r>
              <a:rPr lang="en-US" sz="950">
                <a:latin typeface="Arial"/>
                <a:ea typeface="Arial"/>
                <a:cs typeface="Arial"/>
                <a:sym typeface="Arial"/>
              </a:rPr>
              <a:t>Noise helps escape sharp minima</a:t>
            </a:r>
            <a:endParaRPr sz="950">
              <a:latin typeface="Arial"/>
              <a:ea typeface="Arial"/>
              <a:cs typeface="Arial"/>
              <a:sym typeface="Arial"/>
            </a:endParaRPr>
          </a:p>
          <a:p>
            <a:pPr marL="193040" lvl="0" indent="0" algn="l" rtl="0">
              <a:lnSpc>
                <a:spcPct val="100000"/>
              </a:lnSpc>
              <a:spcBef>
                <a:spcPts val="215"/>
              </a:spcBef>
              <a:spcAft>
                <a:spcPts val="0"/>
              </a:spcAft>
              <a:buNone/>
            </a:pPr>
            <a:r>
              <a:rPr lang="en-US" sz="900" baseline="30000">
                <a:solidFill>
                  <a:srgbClr val="3333B2"/>
                </a:solidFill>
                <a:latin typeface="Arial"/>
                <a:ea typeface="Arial"/>
                <a:cs typeface="Arial"/>
                <a:sym typeface="Arial"/>
              </a:rPr>
              <a:t>) </a:t>
            </a:r>
            <a:r>
              <a:rPr lang="en-US" sz="950">
                <a:latin typeface="Arial"/>
                <a:ea typeface="Arial"/>
                <a:cs typeface="Arial"/>
                <a:sym typeface="Arial"/>
              </a:rPr>
              <a:t>Often leads to better test performance</a:t>
            </a:r>
            <a:endParaRPr sz="950">
              <a:latin typeface="Arial"/>
              <a:ea typeface="Arial"/>
              <a:cs typeface="Arial"/>
              <a:sym typeface="Arial"/>
            </a:endParaRPr>
          </a:p>
          <a:p>
            <a:pPr marL="38100" lvl="0" indent="0" algn="l" rtl="0">
              <a:lnSpc>
                <a:spcPct val="100000"/>
              </a:lnSpc>
              <a:spcBef>
                <a:spcPts val="130"/>
              </a:spcBef>
              <a:spcAft>
                <a:spcPts val="0"/>
              </a:spcAft>
              <a:buNone/>
            </a:pPr>
            <a:r>
              <a:rPr lang="en-US" sz="1050">
                <a:solidFill>
                  <a:srgbClr val="1B1472"/>
                </a:solidFill>
                <a:latin typeface="Arial"/>
                <a:ea typeface="Arial"/>
                <a:cs typeface="Arial"/>
                <a:sym typeface="Arial"/>
              </a:rPr>
              <a:t>Memory efficiency:</a:t>
            </a:r>
            <a:endParaRPr sz="1050">
              <a:latin typeface="Arial"/>
              <a:ea typeface="Arial"/>
              <a:cs typeface="Arial"/>
              <a:sym typeface="Arial"/>
            </a:endParaRPr>
          </a:p>
          <a:p>
            <a:pPr marL="193040" lvl="0" indent="0" algn="l" rtl="0">
              <a:lnSpc>
                <a:spcPct val="100000"/>
              </a:lnSpc>
              <a:spcBef>
                <a:spcPts val="210"/>
              </a:spcBef>
              <a:spcAft>
                <a:spcPts val="0"/>
              </a:spcAft>
              <a:buNone/>
            </a:pPr>
            <a:r>
              <a:rPr lang="en-US" sz="900" baseline="30000">
                <a:solidFill>
                  <a:srgbClr val="3333B2"/>
                </a:solidFill>
                <a:latin typeface="Arial"/>
                <a:ea typeface="Arial"/>
                <a:cs typeface="Arial"/>
                <a:sym typeface="Arial"/>
              </a:rPr>
              <a:t>)  </a:t>
            </a:r>
            <a:r>
              <a:rPr lang="en-US" sz="950">
                <a:latin typeface="Arial"/>
                <a:ea typeface="Arial"/>
                <a:cs typeface="Arial"/>
                <a:sym typeface="Arial"/>
              </a:rPr>
              <a:t>Can handle datasets larger than memory</a:t>
            </a:r>
            <a:endParaRPr sz="950">
              <a:latin typeface="Arial"/>
              <a:ea typeface="Arial"/>
              <a:cs typeface="Arial"/>
              <a:sym typeface="Arial"/>
            </a:endParaRPr>
          </a:p>
          <a:p>
            <a:pPr marL="193040" lvl="0" indent="0" algn="l" rtl="0">
              <a:lnSpc>
                <a:spcPct val="100000"/>
              </a:lnSpc>
              <a:spcBef>
                <a:spcPts val="215"/>
              </a:spcBef>
              <a:spcAft>
                <a:spcPts val="0"/>
              </a:spcAft>
              <a:buNone/>
            </a:pPr>
            <a:r>
              <a:rPr lang="en-US" sz="900" baseline="30000">
                <a:solidFill>
                  <a:srgbClr val="3333B2"/>
                </a:solidFill>
                <a:latin typeface="Arial"/>
                <a:ea typeface="Arial"/>
                <a:cs typeface="Arial"/>
                <a:sym typeface="Arial"/>
              </a:rPr>
              <a:t>) </a:t>
            </a:r>
            <a:r>
              <a:rPr lang="en-US" sz="950">
                <a:latin typeface="Arial"/>
                <a:ea typeface="Arial"/>
                <a:cs typeface="Arial"/>
                <a:sym typeface="Arial"/>
              </a:rPr>
              <a:t>Load and process data in batches</a:t>
            </a:r>
            <a:endParaRPr sz="950">
              <a:latin typeface="Arial"/>
              <a:ea typeface="Arial"/>
              <a:cs typeface="Arial"/>
              <a:sym typeface="Arial"/>
            </a:endParaRPr>
          </a:p>
        </p:txBody>
      </p:sp>
      <p:grpSp>
        <p:nvGrpSpPr>
          <p:cNvPr id="1399" name="Google Shape;1399;p72"/>
          <p:cNvGrpSpPr/>
          <p:nvPr/>
        </p:nvGrpSpPr>
        <p:grpSpPr>
          <a:xfrm>
            <a:off x="0" y="3141936"/>
            <a:ext cx="5760262" cy="92075"/>
            <a:chOff x="0" y="3141936"/>
            <a:chExt cx="5760262" cy="92075"/>
          </a:xfrm>
        </p:grpSpPr>
        <p:sp>
          <p:nvSpPr>
            <p:cNvPr id="1400" name="Google Shape;1400;p72"/>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01" name="Google Shape;1401;p72"/>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02" name="Google Shape;1402;p72"/>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403" name="Google Shape;1403;p7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404" name="Google Shape;1404;p7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7"/>
              </a:rPr>
              <a:t>D</a:t>
            </a:r>
            <a:r>
              <a:rPr lang="en-US" sz="600" u="sng" cap="small">
                <a:solidFill>
                  <a:schemeClr val="hlink"/>
                </a:solidFill>
                <a:latin typeface="Bookman Old Style"/>
                <a:ea typeface="Bookman Old Style"/>
                <a:cs typeface="Bookman Old Style"/>
                <a:sym typeface="Bookman Old Style"/>
                <a:hlinkClick r:id="rId7"/>
              </a:rPr>
              <a:t>eep</a:t>
            </a:r>
            <a:r>
              <a:rPr lang="en-US" sz="600" u="sng">
                <a:solidFill>
                  <a:schemeClr val="hlink"/>
                </a:solidFill>
                <a:latin typeface="Bookman Old Style"/>
                <a:ea typeface="Bookman Old Style"/>
                <a:cs typeface="Bookman Old Style"/>
                <a:sym typeface="Bookman Old Style"/>
                <a:hlinkClick r:id="rId7"/>
              </a:rPr>
              <a:t> L</a:t>
            </a:r>
            <a:r>
              <a:rPr lang="en-US" sz="600" u="sng" cap="small">
                <a:solidFill>
                  <a:schemeClr val="hlink"/>
                </a:solidFill>
                <a:latin typeface="Bookman Old Style"/>
                <a:ea typeface="Bookman Old Style"/>
                <a:cs typeface="Bookman Old Style"/>
                <a:sym typeface="Bookman Old Style"/>
                <a:hlinkClick r:id="rId7"/>
              </a:rPr>
              <a:t>earning</a:t>
            </a:r>
            <a:endParaRPr sz="600">
              <a:latin typeface="Bookman Old Style"/>
              <a:ea typeface="Bookman Old Style"/>
              <a:cs typeface="Bookman Old Style"/>
              <a:sym typeface="Bookman Old Style"/>
            </a:endParaRPr>
          </a:p>
        </p:txBody>
      </p:sp>
      <p:sp>
        <p:nvSpPr>
          <p:cNvPr id="1405" name="Google Shape;1405;p72"/>
          <p:cNvSpPr txBox="1">
            <a:spLocks noGrp="1"/>
          </p:cNvSpPr>
          <p:nvPr>
            <p:ph type="sldNum" idx="12"/>
          </p:nvPr>
        </p:nvSpPr>
        <p:spPr>
          <a:xfrm>
            <a:off x="4627902" y="3137675"/>
            <a:ext cx="480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66</a:t>
            </a:fld>
            <a:r>
              <a:rPr lang="en-US"/>
              <a:t> / 100</a:t>
            </a:r>
            <a:endParaRPr/>
          </a:p>
        </p:txBody>
      </p:sp>
    </p:spTree>
  </p:cSld>
  <p:clrMapOvr>
    <a:masterClrMapping/>
  </p:clrMapOvr>
  <p:transition>
    <p:fade thruBlk="1"/>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409"/>
        <p:cNvGrpSpPr/>
        <p:nvPr/>
      </p:nvGrpSpPr>
      <p:grpSpPr>
        <a:xfrm>
          <a:off x="0" y="0"/>
          <a:ext cx="0" cy="0"/>
          <a:chOff x="0" y="0"/>
          <a:chExt cx="0" cy="0"/>
        </a:xfrm>
      </p:grpSpPr>
      <p:sp>
        <p:nvSpPr>
          <p:cNvPr id="1410" name="Google Shape;1410;p73"/>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M</a:t>
            </a:r>
            <a:r>
              <a:rPr lang="en-US" cap="small">
                <a:solidFill>
                  <a:srgbClr val="FFFFFF"/>
                </a:solidFill>
              </a:rPr>
              <a:t>ini</a:t>
            </a:r>
            <a:r>
              <a:rPr lang="en-US">
                <a:solidFill>
                  <a:srgbClr val="FFFFFF"/>
                </a:solidFill>
              </a:rPr>
              <a:t>-</a:t>
            </a:r>
            <a:r>
              <a:rPr lang="en-US" cap="small">
                <a:solidFill>
                  <a:srgbClr val="FFFFFF"/>
                </a:solidFill>
              </a:rPr>
              <a:t>batch</a:t>
            </a:r>
            <a:r>
              <a:rPr lang="en-US">
                <a:solidFill>
                  <a:srgbClr val="FFFFFF"/>
                </a:solidFill>
              </a:rPr>
              <a:t> SGD: K</a:t>
            </a:r>
            <a:r>
              <a:rPr lang="en-US" cap="small">
                <a:solidFill>
                  <a:srgbClr val="FFFFFF"/>
                </a:solidFill>
              </a:rPr>
              <a:t>ey</a:t>
            </a:r>
            <a:r>
              <a:rPr lang="en-US">
                <a:solidFill>
                  <a:srgbClr val="FFFFFF"/>
                </a:solidFill>
              </a:rPr>
              <a:t> C</a:t>
            </a:r>
            <a:r>
              <a:rPr lang="en-US" cap="small">
                <a:solidFill>
                  <a:srgbClr val="FFFFFF"/>
                </a:solidFill>
              </a:rPr>
              <a:t>oncepts</a:t>
            </a:r>
            <a:endParaRPr/>
          </a:p>
        </p:txBody>
      </p:sp>
      <p:grpSp>
        <p:nvGrpSpPr>
          <p:cNvPr id="1411" name="Google Shape;1411;p73"/>
          <p:cNvGrpSpPr/>
          <p:nvPr/>
        </p:nvGrpSpPr>
        <p:grpSpPr>
          <a:xfrm>
            <a:off x="0" y="3141936"/>
            <a:ext cx="5760262" cy="92075"/>
            <a:chOff x="0" y="3141936"/>
            <a:chExt cx="5760262" cy="92075"/>
          </a:xfrm>
        </p:grpSpPr>
        <p:sp>
          <p:nvSpPr>
            <p:cNvPr id="1412" name="Google Shape;1412;p73"/>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13" name="Google Shape;1413;p73"/>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14" name="Google Shape;1414;p73"/>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415" name="Google Shape;1415;p7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416" name="Google Shape;1416;p7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417" name="Google Shape;1417;p73"/>
          <p:cNvSpPr txBox="1">
            <a:spLocks noGrp="1"/>
          </p:cNvSpPr>
          <p:nvPr>
            <p:ph type="sldNum" idx="12"/>
          </p:nvPr>
        </p:nvSpPr>
        <p:spPr>
          <a:xfrm>
            <a:off x="4627902" y="3137675"/>
            <a:ext cx="516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67</a:t>
            </a:fld>
            <a:r>
              <a:rPr lang="en-US"/>
              <a:t> / 100</a:t>
            </a:r>
            <a:endParaRPr/>
          </a:p>
        </p:txBody>
      </p:sp>
      <p:pic>
        <p:nvPicPr>
          <p:cNvPr id="1418" name="Google Shape;1418;p73"/>
          <p:cNvPicPr preferRelativeResize="0"/>
          <p:nvPr/>
        </p:nvPicPr>
        <p:blipFill>
          <a:blip r:embed="rId4">
            <a:alphaModFix/>
          </a:blip>
          <a:stretch>
            <a:fillRect/>
          </a:stretch>
        </p:blipFill>
        <p:spPr>
          <a:xfrm>
            <a:off x="368925" y="550235"/>
            <a:ext cx="5138344" cy="2435039"/>
          </a:xfrm>
          <a:prstGeom prst="rect">
            <a:avLst/>
          </a:prstGeom>
          <a:noFill/>
          <a:ln>
            <a:noFill/>
          </a:ln>
        </p:spPr>
      </p:pic>
    </p:spTree>
  </p:cSld>
  <p:clrMapOvr>
    <a:masterClrMapping/>
  </p:clrMapOvr>
  <p:transition>
    <p:fade thruBlk="1"/>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422"/>
        <p:cNvGrpSpPr/>
        <p:nvPr/>
      </p:nvGrpSpPr>
      <p:grpSpPr>
        <a:xfrm>
          <a:off x="0" y="0"/>
          <a:ext cx="0" cy="0"/>
          <a:chOff x="0" y="0"/>
          <a:chExt cx="0" cy="0"/>
        </a:xfrm>
      </p:grpSpPr>
      <p:sp>
        <p:nvSpPr>
          <p:cNvPr id="1423" name="Google Shape;1423;p74"/>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omputing</a:t>
            </a:r>
            <a:r>
              <a:rPr lang="en-US">
                <a:solidFill>
                  <a:srgbClr val="FFFFFF"/>
                </a:solidFill>
              </a:rPr>
              <a:t> G</a:t>
            </a:r>
            <a:r>
              <a:rPr lang="en-US" cap="small">
                <a:solidFill>
                  <a:srgbClr val="FFFFFF"/>
                </a:solidFill>
              </a:rPr>
              <a:t>radients</a:t>
            </a:r>
            <a:r>
              <a:rPr lang="en-US">
                <a:solidFill>
                  <a:srgbClr val="FFFFFF"/>
                </a:solidFill>
              </a:rPr>
              <a:t> </a:t>
            </a:r>
            <a:r>
              <a:rPr lang="en-US" cap="small">
                <a:solidFill>
                  <a:srgbClr val="FFFFFF"/>
                </a:solidFill>
              </a:rPr>
              <a:t>for</a:t>
            </a:r>
            <a:r>
              <a:rPr lang="en-US">
                <a:solidFill>
                  <a:srgbClr val="FFFFFF"/>
                </a:solidFill>
              </a:rPr>
              <a:t> M</a:t>
            </a:r>
            <a:r>
              <a:rPr lang="en-US" cap="small">
                <a:solidFill>
                  <a:srgbClr val="FFFFFF"/>
                </a:solidFill>
              </a:rPr>
              <a:t>ini</a:t>
            </a:r>
            <a:r>
              <a:rPr lang="en-US">
                <a:solidFill>
                  <a:srgbClr val="FFFFFF"/>
                </a:solidFill>
              </a:rPr>
              <a:t>-</a:t>
            </a:r>
            <a:r>
              <a:rPr lang="en-US" cap="small">
                <a:solidFill>
                  <a:srgbClr val="FFFFFF"/>
                </a:solidFill>
              </a:rPr>
              <a:t>batch</a:t>
            </a:r>
            <a:endParaRPr/>
          </a:p>
        </p:txBody>
      </p:sp>
      <p:grpSp>
        <p:nvGrpSpPr>
          <p:cNvPr id="1424" name="Google Shape;1424;p74"/>
          <p:cNvGrpSpPr/>
          <p:nvPr/>
        </p:nvGrpSpPr>
        <p:grpSpPr>
          <a:xfrm>
            <a:off x="0" y="3141936"/>
            <a:ext cx="5760262" cy="92075"/>
            <a:chOff x="0" y="3141936"/>
            <a:chExt cx="5760262" cy="92075"/>
          </a:xfrm>
        </p:grpSpPr>
        <p:sp>
          <p:nvSpPr>
            <p:cNvPr id="1425" name="Google Shape;1425;p7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26" name="Google Shape;1426;p7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27" name="Google Shape;1427;p7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428" name="Google Shape;1428;p7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429" name="Google Shape;1429;p7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430" name="Google Shape;1430;p74"/>
          <p:cNvSpPr txBox="1">
            <a:spLocks noGrp="1"/>
          </p:cNvSpPr>
          <p:nvPr>
            <p:ph type="sldNum" idx="12"/>
          </p:nvPr>
        </p:nvSpPr>
        <p:spPr>
          <a:xfrm>
            <a:off x="4627902" y="3137675"/>
            <a:ext cx="516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68</a:t>
            </a:fld>
            <a:r>
              <a:rPr lang="en-US"/>
              <a:t> / 100</a:t>
            </a:r>
            <a:endParaRPr/>
          </a:p>
        </p:txBody>
      </p:sp>
      <p:pic>
        <p:nvPicPr>
          <p:cNvPr id="1431" name="Google Shape;1431;p74"/>
          <p:cNvPicPr preferRelativeResize="0"/>
          <p:nvPr/>
        </p:nvPicPr>
        <p:blipFill>
          <a:blip r:embed="rId4">
            <a:alphaModFix/>
          </a:blip>
          <a:stretch>
            <a:fillRect/>
          </a:stretch>
        </p:blipFill>
        <p:spPr>
          <a:xfrm>
            <a:off x="317685" y="494825"/>
            <a:ext cx="5281163" cy="2576524"/>
          </a:xfrm>
          <a:prstGeom prst="rect">
            <a:avLst/>
          </a:prstGeom>
          <a:noFill/>
          <a:ln>
            <a:noFill/>
          </a:ln>
        </p:spPr>
      </p:pic>
    </p:spTree>
  </p:cSld>
  <p:clrMapOvr>
    <a:masterClrMapping/>
  </p:clrMapOvr>
  <p:transition>
    <p:fade thruBlk="1"/>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435"/>
        <p:cNvGrpSpPr/>
        <p:nvPr/>
      </p:nvGrpSpPr>
      <p:grpSpPr>
        <a:xfrm>
          <a:off x="0" y="0"/>
          <a:ext cx="0" cy="0"/>
          <a:chOff x="0" y="0"/>
          <a:chExt cx="0" cy="0"/>
        </a:xfrm>
      </p:grpSpPr>
      <p:sp>
        <p:nvSpPr>
          <p:cNvPr id="1436" name="Google Shape;1436;p7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M</a:t>
            </a:r>
            <a:r>
              <a:rPr lang="en-US" cap="small">
                <a:solidFill>
                  <a:srgbClr val="FFFFFF"/>
                </a:solidFill>
              </a:rPr>
              <a:t>ini</a:t>
            </a:r>
            <a:r>
              <a:rPr lang="en-US">
                <a:solidFill>
                  <a:srgbClr val="FFFFFF"/>
                </a:solidFill>
              </a:rPr>
              <a:t>-</a:t>
            </a:r>
            <a:r>
              <a:rPr lang="en-US" cap="small">
                <a:solidFill>
                  <a:srgbClr val="FFFFFF"/>
                </a:solidFill>
              </a:rPr>
              <a:t>batch</a:t>
            </a:r>
            <a:r>
              <a:rPr lang="en-US">
                <a:solidFill>
                  <a:srgbClr val="FFFFFF"/>
                </a:solidFill>
              </a:rPr>
              <a:t> SGD U</a:t>
            </a:r>
            <a:r>
              <a:rPr lang="en-US" cap="small">
                <a:solidFill>
                  <a:srgbClr val="FFFFFF"/>
                </a:solidFill>
              </a:rPr>
              <a:t>pdate</a:t>
            </a:r>
            <a:r>
              <a:rPr lang="en-US">
                <a:solidFill>
                  <a:srgbClr val="FFFFFF"/>
                </a:solidFill>
              </a:rPr>
              <a:t> R</a:t>
            </a:r>
            <a:r>
              <a:rPr lang="en-US" cap="small">
                <a:solidFill>
                  <a:srgbClr val="FFFFFF"/>
                </a:solidFill>
              </a:rPr>
              <a:t>ule</a:t>
            </a:r>
            <a:endParaRPr/>
          </a:p>
        </p:txBody>
      </p:sp>
      <p:grpSp>
        <p:nvGrpSpPr>
          <p:cNvPr id="1437" name="Google Shape;1437;p75"/>
          <p:cNvGrpSpPr/>
          <p:nvPr/>
        </p:nvGrpSpPr>
        <p:grpSpPr>
          <a:xfrm>
            <a:off x="0" y="3141936"/>
            <a:ext cx="5760262" cy="92075"/>
            <a:chOff x="0" y="3141936"/>
            <a:chExt cx="5760262" cy="92075"/>
          </a:xfrm>
        </p:grpSpPr>
        <p:sp>
          <p:nvSpPr>
            <p:cNvPr id="1438" name="Google Shape;1438;p75"/>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39" name="Google Shape;1439;p75"/>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40" name="Google Shape;1440;p75"/>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441" name="Google Shape;1441;p7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442" name="Google Shape;1442;p7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443" name="Google Shape;1443;p75"/>
          <p:cNvSpPr txBox="1">
            <a:spLocks noGrp="1"/>
          </p:cNvSpPr>
          <p:nvPr>
            <p:ph type="sldNum" idx="12"/>
          </p:nvPr>
        </p:nvSpPr>
        <p:spPr>
          <a:xfrm>
            <a:off x="4627903" y="3137675"/>
            <a:ext cx="552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69</a:t>
            </a:fld>
            <a:r>
              <a:rPr lang="en-US"/>
              <a:t> / 100</a:t>
            </a:r>
            <a:endParaRPr/>
          </a:p>
        </p:txBody>
      </p:sp>
      <p:pic>
        <p:nvPicPr>
          <p:cNvPr id="1444" name="Google Shape;1444;p75"/>
          <p:cNvPicPr preferRelativeResize="0"/>
          <p:nvPr/>
        </p:nvPicPr>
        <p:blipFill>
          <a:blip r:embed="rId4">
            <a:alphaModFix/>
          </a:blip>
          <a:stretch>
            <a:fillRect/>
          </a:stretch>
        </p:blipFill>
        <p:spPr>
          <a:xfrm>
            <a:off x="152400" y="550235"/>
            <a:ext cx="5424800" cy="2435037"/>
          </a:xfrm>
          <a:prstGeom prst="rect">
            <a:avLst/>
          </a:prstGeom>
          <a:noFill/>
          <a:ln>
            <a:noFill/>
          </a:ln>
        </p:spPr>
      </p:pic>
    </p:spTree>
  </p:cSld>
  <p:clrMapOvr>
    <a:masterClrMapping/>
  </p:clrMapOvr>
  <p:transition>
    <p:fade thruBlk="1"/>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448"/>
        <p:cNvGrpSpPr/>
        <p:nvPr/>
      </p:nvGrpSpPr>
      <p:grpSpPr>
        <a:xfrm>
          <a:off x="0" y="0"/>
          <a:ext cx="0" cy="0"/>
          <a:chOff x="0" y="0"/>
          <a:chExt cx="0" cy="0"/>
        </a:xfrm>
      </p:grpSpPr>
      <p:sp>
        <p:nvSpPr>
          <p:cNvPr id="1449" name="Google Shape;1449;p76"/>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M</a:t>
            </a:r>
            <a:r>
              <a:rPr lang="en-US" cap="small">
                <a:solidFill>
                  <a:srgbClr val="FFFFFF"/>
                </a:solidFill>
              </a:rPr>
              <a:t>ini</a:t>
            </a:r>
            <a:r>
              <a:rPr lang="en-US">
                <a:solidFill>
                  <a:srgbClr val="FFFFFF"/>
                </a:solidFill>
              </a:rPr>
              <a:t>-</a:t>
            </a:r>
            <a:r>
              <a:rPr lang="en-US" cap="small">
                <a:solidFill>
                  <a:srgbClr val="FFFFFF"/>
                </a:solidFill>
              </a:rPr>
              <a:t>batch</a:t>
            </a:r>
            <a:r>
              <a:rPr lang="en-US">
                <a:solidFill>
                  <a:srgbClr val="FFFFFF"/>
                </a:solidFill>
              </a:rPr>
              <a:t> SGD A</a:t>
            </a:r>
            <a:r>
              <a:rPr lang="en-US" cap="small">
                <a:solidFill>
                  <a:srgbClr val="FFFFFF"/>
                </a:solidFill>
              </a:rPr>
              <a:t>lgorithm</a:t>
            </a:r>
            <a:endParaRPr/>
          </a:p>
        </p:txBody>
      </p:sp>
      <p:grpSp>
        <p:nvGrpSpPr>
          <p:cNvPr id="1450" name="Google Shape;1450;p76"/>
          <p:cNvGrpSpPr/>
          <p:nvPr/>
        </p:nvGrpSpPr>
        <p:grpSpPr>
          <a:xfrm>
            <a:off x="0" y="3141936"/>
            <a:ext cx="5760262" cy="92075"/>
            <a:chOff x="0" y="3141936"/>
            <a:chExt cx="5760262" cy="92075"/>
          </a:xfrm>
        </p:grpSpPr>
        <p:sp>
          <p:nvSpPr>
            <p:cNvPr id="1451" name="Google Shape;1451;p7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52" name="Google Shape;1452;p7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53" name="Google Shape;1453;p7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454" name="Google Shape;1454;p7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455" name="Google Shape;1455;p7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456" name="Google Shape;1456;p76"/>
          <p:cNvSpPr txBox="1">
            <a:spLocks noGrp="1"/>
          </p:cNvSpPr>
          <p:nvPr>
            <p:ph type="sldNum" idx="12"/>
          </p:nvPr>
        </p:nvSpPr>
        <p:spPr>
          <a:xfrm>
            <a:off x="4627902" y="3137675"/>
            <a:ext cx="512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70</a:t>
            </a:fld>
            <a:r>
              <a:rPr lang="en-US"/>
              <a:t> / 100</a:t>
            </a:r>
            <a:endParaRPr/>
          </a:p>
        </p:txBody>
      </p:sp>
      <p:pic>
        <p:nvPicPr>
          <p:cNvPr id="1457" name="Google Shape;1457;p76"/>
          <p:cNvPicPr preferRelativeResize="0"/>
          <p:nvPr/>
        </p:nvPicPr>
        <p:blipFill rotWithShape="1">
          <a:blip r:embed="rId4">
            <a:alphaModFix/>
          </a:blip>
          <a:srcRect l="1058"/>
          <a:stretch/>
        </p:blipFill>
        <p:spPr>
          <a:xfrm>
            <a:off x="208500" y="458750"/>
            <a:ext cx="5254776" cy="2644675"/>
          </a:xfrm>
          <a:prstGeom prst="rect">
            <a:avLst/>
          </a:prstGeom>
          <a:noFill/>
          <a:ln>
            <a:noFill/>
          </a:ln>
        </p:spPr>
      </p:pic>
    </p:spTree>
  </p:cSld>
  <p:clrMapOvr>
    <a:masterClrMapping/>
  </p:clrMapOvr>
  <p:transition>
    <p:fade thruBlk="1"/>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461"/>
        <p:cNvGrpSpPr/>
        <p:nvPr/>
      </p:nvGrpSpPr>
      <p:grpSpPr>
        <a:xfrm>
          <a:off x="0" y="0"/>
          <a:ext cx="0" cy="0"/>
          <a:chOff x="0" y="0"/>
          <a:chExt cx="0" cy="0"/>
        </a:xfrm>
      </p:grpSpPr>
      <p:sp>
        <p:nvSpPr>
          <p:cNvPr id="1462" name="Google Shape;1462;p77"/>
          <p:cNvSpPr txBox="1"/>
          <p:nvPr/>
        </p:nvSpPr>
        <p:spPr>
          <a:xfrm>
            <a:off x="95300" y="109545"/>
            <a:ext cx="232727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sz="1700">
                <a:solidFill>
                  <a:srgbClr val="FFFFFF"/>
                </a:solidFill>
                <a:latin typeface="Bookman Old Style"/>
                <a:ea typeface="Bookman Old Style"/>
                <a:cs typeface="Bookman Old Style"/>
                <a:sym typeface="Bookman Old Style"/>
              </a:rPr>
              <a:t>C</a:t>
            </a:r>
            <a:r>
              <a:rPr lang="en-US" sz="1700" cap="small">
                <a:solidFill>
                  <a:srgbClr val="FFFFFF"/>
                </a:solidFill>
                <a:latin typeface="Bookman Old Style"/>
                <a:ea typeface="Bookman Old Style"/>
                <a:cs typeface="Bookman Old Style"/>
                <a:sym typeface="Bookman Old Style"/>
              </a:rPr>
              <a:t>hoosing</a:t>
            </a:r>
            <a:r>
              <a:rPr lang="en-US" sz="1700">
                <a:solidFill>
                  <a:srgbClr val="FFFFFF"/>
                </a:solidFill>
                <a:latin typeface="Bookman Old Style"/>
                <a:ea typeface="Bookman Old Style"/>
                <a:cs typeface="Bookman Old Style"/>
                <a:sym typeface="Bookman Old Style"/>
              </a:rPr>
              <a:t> B</a:t>
            </a:r>
            <a:r>
              <a:rPr lang="en-US" sz="1700" cap="small">
                <a:solidFill>
                  <a:srgbClr val="FFFFFF"/>
                </a:solidFill>
                <a:latin typeface="Bookman Old Style"/>
                <a:ea typeface="Bookman Old Style"/>
                <a:cs typeface="Bookman Old Style"/>
                <a:sym typeface="Bookman Old Style"/>
              </a:rPr>
              <a:t>atch</a:t>
            </a:r>
            <a:r>
              <a:rPr lang="en-US" sz="1700">
                <a:solidFill>
                  <a:srgbClr val="FFFFFF"/>
                </a:solidFill>
                <a:latin typeface="Bookman Old Style"/>
                <a:ea typeface="Bookman Old Style"/>
                <a:cs typeface="Bookman Old Style"/>
                <a:sym typeface="Bookman Old Style"/>
              </a:rPr>
              <a:t> S</a:t>
            </a:r>
            <a:r>
              <a:rPr lang="en-US" sz="1700" cap="small">
                <a:solidFill>
                  <a:srgbClr val="FFFFFF"/>
                </a:solidFill>
                <a:latin typeface="Bookman Old Style"/>
                <a:ea typeface="Bookman Old Style"/>
                <a:cs typeface="Bookman Old Style"/>
                <a:sym typeface="Bookman Old Style"/>
              </a:rPr>
              <a:t>ize</a:t>
            </a:r>
            <a:endParaRPr sz="1700">
              <a:latin typeface="Bookman Old Style"/>
              <a:ea typeface="Bookman Old Style"/>
              <a:cs typeface="Bookman Old Style"/>
              <a:sym typeface="Bookman Old Style"/>
            </a:endParaRPr>
          </a:p>
        </p:txBody>
      </p:sp>
      <p:graphicFrame>
        <p:nvGraphicFramePr>
          <p:cNvPr id="1463" name="Google Shape;1463;p77"/>
          <p:cNvGraphicFramePr/>
          <p:nvPr/>
        </p:nvGraphicFramePr>
        <p:xfrm>
          <a:off x="360006" y="471500"/>
          <a:ext cx="5151125" cy="2698877"/>
        </p:xfrm>
        <a:graphic>
          <a:graphicData uri="http://schemas.openxmlformats.org/drawingml/2006/table">
            <a:tbl>
              <a:tblPr firstRow="1" bandRow="1">
                <a:noFill/>
                <a:tableStyleId>{E1D28552-6DB9-4C31-BB9C-5DD673A011D9}</a:tableStyleId>
              </a:tblPr>
              <a:tblGrid>
                <a:gridCol w="1236975">
                  <a:extLst>
                    <a:ext uri="{9D8B030D-6E8A-4147-A177-3AD203B41FA5}">
                      <a16:colId xmlns="" xmlns:a16="http://schemas.microsoft.com/office/drawing/2014/main" val="20000"/>
                    </a:ext>
                  </a:extLst>
                </a:gridCol>
                <a:gridCol w="1957075">
                  <a:extLst>
                    <a:ext uri="{9D8B030D-6E8A-4147-A177-3AD203B41FA5}">
                      <a16:colId xmlns="" xmlns:a16="http://schemas.microsoft.com/office/drawing/2014/main" val="20001"/>
                    </a:ext>
                  </a:extLst>
                </a:gridCol>
                <a:gridCol w="1957075">
                  <a:extLst>
                    <a:ext uri="{9D8B030D-6E8A-4147-A177-3AD203B41FA5}">
                      <a16:colId xmlns="" xmlns:a16="http://schemas.microsoft.com/office/drawing/2014/main" val="20002"/>
                    </a:ext>
                  </a:extLst>
                </a:gridCol>
              </a:tblGrid>
              <a:tr h="156850">
                <a:tc>
                  <a:txBody>
                    <a:bodyPr/>
                    <a:lstStyle/>
                    <a:p>
                      <a:pPr marL="78105" marR="0" lvl="0" indent="0" algn="l" rtl="0">
                        <a:lnSpc>
                          <a:spcPct val="115000"/>
                        </a:lnSpc>
                        <a:spcBef>
                          <a:spcPts val="0"/>
                        </a:spcBef>
                        <a:spcAft>
                          <a:spcPts val="0"/>
                        </a:spcAft>
                        <a:buNone/>
                      </a:pPr>
                      <a:r>
                        <a:rPr lang="en-US" sz="900" b="1" u="none" strike="noStrike" cap="none">
                          <a:latin typeface="Arial"/>
                          <a:ea typeface="Arial"/>
                          <a:cs typeface="Arial"/>
                          <a:sym typeface="Arial"/>
                        </a:rPr>
                        <a:t>Batch Size</a:t>
                      </a:r>
                      <a:endParaRPr sz="90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78105" marR="0" lvl="0" indent="0" algn="l" rtl="0">
                        <a:lnSpc>
                          <a:spcPct val="115000"/>
                        </a:lnSpc>
                        <a:spcBef>
                          <a:spcPts val="0"/>
                        </a:spcBef>
                        <a:spcAft>
                          <a:spcPts val="0"/>
                        </a:spcAft>
                        <a:buNone/>
                      </a:pPr>
                      <a:r>
                        <a:rPr lang="en-US" sz="900" b="1" u="none" strike="noStrike" cap="none">
                          <a:latin typeface="Arial"/>
                          <a:ea typeface="Arial"/>
                          <a:cs typeface="Arial"/>
                          <a:sym typeface="Arial"/>
                        </a:rPr>
                        <a:t>Advantages</a:t>
                      </a:r>
                      <a:endParaRPr sz="90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78105" marR="0" lvl="0" indent="0" algn="l" rtl="0">
                        <a:lnSpc>
                          <a:spcPct val="115000"/>
                        </a:lnSpc>
                        <a:spcBef>
                          <a:spcPts val="0"/>
                        </a:spcBef>
                        <a:spcAft>
                          <a:spcPts val="0"/>
                        </a:spcAft>
                        <a:buNone/>
                      </a:pPr>
                      <a:r>
                        <a:rPr lang="en-US" sz="900" b="1" u="none" strike="noStrike" cap="none">
                          <a:latin typeface="Arial"/>
                          <a:ea typeface="Arial"/>
                          <a:cs typeface="Arial"/>
                          <a:sym typeface="Arial"/>
                        </a:rPr>
                        <a:t>Disadvantages</a:t>
                      </a:r>
                      <a:endParaRPr sz="90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 xmlns:a16="http://schemas.microsoft.com/office/drawing/2014/main" val="10000"/>
                  </a:ext>
                </a:extLst>
              </a:tr>
              <a:tr h="864875">
                <a:tc>
                  <a:txBody>
                    <a:bodyPr/>
                    <a:lstStyle/>
                    <a:p>
                      <a:pPr marL="78105" marR="0" lvl="0" indent="0" algn="l" rtl="0">
                        <a:lnSpc>
                          <a:spcPct val="115000"/>
                        </a:lnSpc>
                        <a:spcBef>
                          <a:spcPts val="0"/>
                        </a:spcBef>
                        <a:spcAft>
                          <a:spcPts val="0"/>
                        </a:spcAft>
                        <a:buNone/>
                      </a:pPr>
                      <a:r>
                        <a:rPr lang="en-US" sz="900" u="none" strike="noStrike" cap="none">
                          <a:latin typeface="Arial"/>
                          <a:ea typeface="Arial"/>
                          <a:cs typeface="Arial"/>
                          <a:sym typeface="Arial"/>
                        </a:rPr>
                        <a:t>Small (32-64)</a:t>
                      </a:r>
                      <a:endParaRPr sz="90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900" u="none" strike="noStrike" cap="none">
                        <a:latin typeface="Times New Roman"/>
                        <a:ea typeface="Times New Roman"/>
                        <a:cs typeface="Times New Roman"/>
                        <a:sym typeface="Times New Roman"/>
                      </a:endParaRPr>
                    </a:p>
                    <a:p>
                      <a:pPr marL="375285" marR="0" lvl="0" indent="0" algn="l" rtl="0">
                        <a:lnSpc>
                          <a:spcPct val="118333"/>
                        </a:lnSpc>
                        <a:spcBef>
                          <a:spcPts val="0"/>
                        </a:spcBef>
                        <a:spcAft>
                          <a:spcPts val="0"/>
                        </a:spcAft>
                        <a:buNone/>
                      </a:pPr>
                      <a:r>
                        <a:rPr lang="en-US" sz="900" u="none" strike="noStrike" cap="none">
                          <a:latin typeface="Arial"/>
                          <a:ea typeface="Arial"/>
                          <a:cs typeface="Arial"/>
                          <a:sym typeface="Arial"/>
                        </a:rPr>
                        <a:t>Fast iterations</a:t>
                      </a:r>
                      <a:endParaRPr sz="900" u="none" strike="noStrike" cap="none">
                        <a:latin typeface="Arial"/>
                        <a:ea typeface="Arial"/>
                        <a:cs typeface="Arial"/>
                        <a:sym typeface="Arial"/>
                      </a:endParaRPr>
                    </a:p>
                    <a:p>
                      <a:pPr marL="375285" marR="339090" lvl="0" indent="0" algn="l" rtl="0">
                        <a:lnSpc>
                          <a:spcPct val="116666"/>
                        </a:lnSpc>
                        <a:spcBef>
                          <a:spcPts val="45"/>
                        </a:spcBef>
                        <a:spcAft>
                          <a:spcPts val="0"/>
                        </a:spcAft>
                        <a:buNone/>
                      </a:pPr>
                      <a:r>
                        <a:rPr lang="en-US" sz="900" u="none" strike="noStrike" cap="none">
                          <a:latin typeface="Arial"/>
                          <a:ea typeface="Arial"/>
                          <a:cs typeface="Arial"/>
                          <a:sym typeface="Arial"/>
                        </a:rPr>
                        <a:t>More updates per epoch Better generalization Escapes sharp minima</a:t>
                      </a:r>
                      <a:endParaRPr sz="900" u="none" strike="noStrike" cap="none">
                        <a:latin typeface="Arial"/>
                        <a:ea typeface="Arial"/>
                        <a:cs typeface="Arial"/>
                        <a:sym typeface="Arial"/>
                      </a:endParaRPr>
                    </a:p>
                  </a:txBody>
                  <a:tcPr marL="0" marR="0" marT="209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900" u="none" strike="noStrike" cap="none">
                        <a:latin typeface="Times New Roman"/>
                        <a:ea typeface="Times New Roman"/>
                        <a:cs typeface="Times New Roman"/>
                        <a:sym typeface="Times New Roman"/>
                      </a:endParaRPr>
                    </a:p>
                    <a:p>
                      <a:pPr marL="375285" marR="553720" lvl="0" indent="0" algn="l" rtl="0">
                        <a:lnSpc>
                          <a:spcPct val="116666"/>
                        </a:lnSpc>
                        <a:spcBef>
                          <a:spcPts val="0"/>
                        </a:spcBef>
                        <a:spcAft>
                          <a:spcPts val="0"/>
                        </a:spcAft>
                        <a:buNone/>
                      </a:pPr>
                      <a:r>
                        <a:rPr lang="en-US" sz="900" u="none" strike="noStrike" cap="none">
                          <a:latin typeface="Arial"/>
                          <a:ea typeface="Arial"/>
                          <a:cs typeface="Arial"/>
                          <a:sym typeface="Arial"/>
                        </a:rPr>
                        <a:t>Noisy gradients Unstable training Poor GPU utilization</a:t>
                      </a:r>
                      <a:endParaRPr sz="900" u="none" strike="noStrike" cap="none">
                        <a:latin typeface="Arial"/>
                        <a:ea typeface="Arial"/>
                        <a:cs typeface="Arial"/>
                        <a:sym typeface="Arial"/>
                      </a:endParaRPr>
                    </a:p>
                  </a:txBody>
                  <a:tcPr marL="0" marR="0" marT="285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 xmlns:a16="http://schemas.microsoft.com/office/drawing/2014/main" val="10001"/>
                  </a:ext>
                </a:extLst>
              </a:tr>
              <a:tr h="866775">
                <a:tc>
                  <a:txBody>
                    <a:bodyPr/>
                    <a:lstStyle/>
                    <a:p>
                      <a:pPr marL="78105" marR="0" lvl="0" indent="0" algn="l" rtl="0">
                        <a:lnSpc>
                          <a:spcPct val="115000"/>
                        </a:lnSpc>
                        <a:spcBef>
                          <a:spcPts val="0"/>
                        </a:spcBef>
                        <a:spcAft>
                          <a:spcPts val="0"/>
                        </a:spcAft>
                        <a:buNone/>
                      </a:pPr>
                      <a:r>
                        <a:rPr lang="en-US" sz="900" u="none" strike="noStrike" cap="none">
                          <a:latin typeface="Arial"/>
                          <a:ea typeface="Arial"/>
                          <a:cs typeface="Arial"/>
                          <a:sym typeface="Arial"/>
                        </a:rPr>
                        <a:t>Medium (128-256)</a:t>
                      </a:r>
                      <a:endParaRPr sz="90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900" u="none" strike="noStrike" cap="none">
                        <a:latin typeface="Times New Roman"/>
                        <a:ea typeface="Times New Roman"/>
                        <a:cs typeface="Times New Roman"/>
                        <a:sym typeface="Times New Roman"/>
                      </a:endParaRPr>
                    </a:p>
                    <a:p>
                      <a:pPr marL="375285" marR="674370" lvl="0" indent="0" algn="l" rtl="0">
                        <a:lnSpc>
                          <a:spcPct val="116666"/>
                        </a:lnSpc>
                        <a:spcBef>
                          <a:spcPts val="0"/>
                        </a:spcBef>
                        <a:spcAft>
                          <a:spcPts val="0"/>
                        </a:spcAft>
                        <a:buNone/>
                      </a:pPr>
                      <a:r>
                        <a:rPr lang="en-US" sz="900" u="none" strike="noStrike" cap="none">
                          <a:latin typeface="Arial"/>
                          <a:ea typeface="Arial"/>
                          <a:cs typeface="Arial"/>
                          <a:sym typeface="Arial"/>
                        </a:rPr>
                        <a:t>Good balance Stable training Good GPU usage Standard choice</a:t>
                      </a:r>
                      <a:endParaRPr sz="900" u="none" strike="noStrike" cap="none">
                        <a:latin typeface="Arial"/>
                        <a:ea typeface="Arial"/>
                        <a:cs typeface="Arial"/>
                        <a:sym typeface="Arial"/>
                      </a:endParaRPr>
                    </a:p>
                  </a:txBody>
                  <a:tcPr marL="0" marR="0" marT="304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900" u="none" strike="noStrike" cap="none">
                        <a:latin typeface="Times New Roman"/>
                        <a:ea typeface="Times New Roman"/>
                        <a:cs typeface="Times New Roman"/>
                        <a:sym typeface="Times New Roman"/>
                      </a:endParaRPr>
                    </a:p>
                    <a:p>
                      <a:pPr marL="375285" marR="0" lvl="0" indent="0" algn="l" rtl="0">
                        <a:lnSpc>
                          <a:spcPct val="100000"/>
                        </a:lnSpc>
                        <a:spcBef>
                          <a:spcPts val="0"/>
                        </a:spcBef>
                        <a:spcAft>
                          <a:spcPts val="0"/>
                        </a:spcAft>
                        <a:buNone/>
                      </a:pPr>
                      <a:r>
                        <a:rPr lang="en-US" sz="900" u="none" strike="noStrike" cap="none">
                          <a:latin typeface="Arial"/>
                          <a:ea typeface="Arial"/>
                          <a:cs typeface="Arial"/>
                          <a:sym typeface="Arial"/>
                        </a:rPr>
                        <a:t>May need tuning</a:t>
                      </a:r>
                      <a:endParaRPr sz="900" u="none" strike="noStrike" cap="none">
                        <a:latin typeface="Arial"/>
                        <a:ea typeface="Arial"/>
                        <a:cs typeface="Arial"/>
                        <a:sym typeface="Arial"/>
                      </a:endParaRPr>
                    </a:p>
                  </a:txBody>
                  <a:tcPr marL="0" marR="0" marT="209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 xmlns:a16="http://schemas.microsoft.com/office/drawing/2014/main" val="10002"/>
                  </a:ext>
                </a:extLst>
              </a:tr>
              <a:tr h="734050">
                <a:tc>
                  <a:txBody>
                    <a:bodyPr/>
                    <a:lstStyle/>
                    <a:p>
                      <a:pPr marL="78105" marR="0" lvl="0" indent="0" algn="l" rtl="0">
                        <a:lnSpc>
                          <a:spcPct val="115000"/>
                        </a:lnSpc>
                        <a:spcBef>
                          <a:spcPts val="0"/>
                        </a:spcBef>
                        <a:spcAft>
                          <a:spcPts val="0"/>
                        </a:spcAft>
                        <a:buNone/>
                      </a:pPr>
                      <a:r>
                        <a:rPr lang="en-US" sz="900" u="none" strike="noStrike" cap="none">
                          <a:latin typeface="Arial"/>
                          <a:ea typeface="Arial"/>
                          <a:cs typeface="Arial"/>
                          <a:sym typeface="Arial"/>
                        </a:rPr>
                        <a:t>Large (512-1024)</a:t>
                      </a:r>
                      <a:endParaRPr sz="90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900" u="none" strike="noStrike" cap="none">
                        <a:latin typeface="Times New Roman"/>
                        <a:ea typeface="Times New Roman"/>
                        <a:cs typeface="Times New Roman"/>
                        <a:sym typeface="Times New Roman"/>
                      </a:endParaRPr>
                    </a:p>
                    <a:p>
                      <a:pPr marL="375285" marR="464819" lvl="0" indent="0" algn="l" rtl="0">
                        <a:lnSpc>
                          <a:spcPct val="116666"/>
                        </a:lnSpc>
                        <a:spcBef>
                          <a:spcPts val="0"/>
                        </a:spcBef>
                        <a:spcAft>
                          <a:spcPts val="0"/>
                        </a:spcAft>
                        <a:buNone/>
                      </a:pPr>
                      <a:r>
                        <a:rPr lang="en-US" sz="900" u="none" strike="noStrike" cap="none">
                          <a:latin typeface="Arial"/>
                          <a:ea typeface="Arial"/>
                          <a:cs typeface="Arial"/>
                          <a:sym typeface="Arial"/>
                        </a:rPr>
                        <a:t>Stable gradients Better GPU utilization Faster per-epoch time</a:t>
                      </a:r>
                      <a:endParaRPr sz="900" u="none" strike="noStrike" cap="none">
                        <a:latin typeface="Arial"/>
                        <a:ea typeface="Arial"/>
                        <a:cs typeface="Arial"/>
                        <a:sym typeface="Arial"/>
                      </a:endParaRPr>
                    </a:p>
                  </a:txBody>
                  <a:tcPr marL="0" marR="0" marT="304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900" u="none" strike="noStrike" cap="none">
                        <a:latin typeface="Times New Roman"/>
                        <a:ea typeface="Times New Roman"/>
                        <a:cs typeface="Times New Roman"/>
                        <a:sym typeface="Times New Roman"/>
                      </a:endParaRPr>
                    </a:p>
                    <a:p>
                      <a:pPr marL="375285" marR="473075" lvl="0" indent="0" algn="l" rtl="0">
                        <a:lnSpc>
                          <a:spcPct val="116666"/>
                        </a:lnSpc>
                        <a:spcBef>
                          <a:spcPts val="0"/>
                        </a:spcBef>
                        <a:spcAft>
                          <a:spcPts val="0"/>
                        </a:spcAft>
                        <a:buNone/>
                      </a:pPr>
                      <a:r>
                        <a:rPr lang="en-US" sz="900" u="none" strike="noStrike" cap="none">
                          <a:latin typeface="Arial"/>
                          <a:ea typeface="Arial"/>
                          <a:cs typeface="Arial"/>
                          <a:sym typeface="Arial"/>
                        </a:rPr>
                        <a:t>Slow convergence May generalize worse More memory</a:t>
                      </a:r>
                      <a:endParaRPr sz="900" u="none" strike="noStrike" cap="none">
                        <a:latin typeface="Arial"/>
                        <a:ea typeface="Arial"/>
                        <a:cs typeface="Arial"/>
                        <a:sym typeface="Arial"/>
                      </a:endParaRPr>
                    </a:p>
                  </a:txBody>
                  <a:tcPr marL="0" marR="0" marT="304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 xmlns:a16="http://schemas.microsoft.com/office/drawing/2014/main" val="10003"/>
                  </a:ext>
                </a:extLst>
              </a:tr>
            </a:tbl>
          </a:graphicData>
        </a:graphic>
      </p:graphicFrame>
      <p:pic>
        <p:nvPicPr>
          <p:cNvPr id="1464" name="Google Shape;1464;p77"/>
          <p:cNvPicPr preferRelativeResize="0"/>
          <p:nvPr/>
        </p:nvPicPr>
        <p:blipFill rotWithShape="1">
          <a:blip r:embed="rId3">
            <a:alphaModFix/>
          </a:blip>
          <a:srcRect/>
          <a:stretch/>
        </p:blipFill>
        <p:spPr>
          <a:xfrm>
            <a:off x="1831568" y="826096"/>
            <a:ext cx="69291" cy="69291"/>
          </a:xfrm>
          <a:prstGeom prst="rect">
            <a:avLst/>
          </a:prstGeom>
          <a:noFill/>
          <a:ln>
            <a:noFill/>
          </a:ln>
        </p:spPr>
      </p:pic>
      <p:pic>
        <p:nvPicPr>
          <p:cNvPr id="1465" name="Google Shape;1465;p77"/>
          <p:cNvPicPr preferRelativeResize="0"/>
          <p:nvPr/>
        </p:nvPicPr>
        <p:blipFill rotWithShape="1">
          <a:blip r:embed="rId4">
            <a:alphaModFix/>
          </a:blip>
          <a:srcRect/>
          <a:stretch/>
        </p:blipFill>
        <p:spPr>
          <a:xfrm>
            <a:off x="1831568" y="958951"/>
            <a:ext cx="69291" cy="69291"/>
          </a:xfrm>
          <a:prstGeom prst="rect">
            <a:avLst/>
          </a:prstGeom>
          <a:noFill/>
          <a:ln>
            <a:noFill/>
          </a:ln>
        </p:spPr>
      </p:pic>
      <p:pic>
        <p:nvPicPr>
          <p:cNvPr id="1466" name="Google Shape;1466;p77"/>
          <p:cNvPicPr preferRelativeResize="0"/>
          <p:nvPr/>
        </p:nvPicPr>
        <p:blipFill rotWithShape="1">
          <a:blip r:embed="rId5">
            <a:alphaModFix/>
          </a:blip>
          <a:srcRect/>
          <a:stretch/>
        </p:blipFill>
        <p:spPr>
          <a:xfrm>
            <a:off x="1831568" y="1091806"/>
            <a:ext cx="69291" cy="69291"/>
          </a:xfrm>
          <a:prstGeom prst="rect">
            <a:avLst/>
          </a:prstGeom>
          <a:noFill/>
          <a:ln>
            <a:noFill/>
          </a:ln>
        </p:spPr>
      </p:pic>
      <p:pic>
        <p:nvPicPr>
          <p:cNvPr id="1467" name="Google Shape;1467;p77"/>
          <p:cNvPicPr preferRelativeResize="0"/>
          <p:nvPr/>
        </p:nvPicPr>
        <p:blipFill rotWithShape="1">
          <a:blip r:embed="rId6">
            <a:alphaModFix/>
          </a:blip>
          <a:srcRect/>
          <a:stretch/>
        </p:blipFill>
        <p:spPr>
          <a:xfrm>
            <a:off x="1831568" y="1224660"/>
            <a:ext cx="69291" cy="69291"/>
          </a:xfrm>
          <a:prstGeom prst="rect">
            <a:avLst/>
          </a:prstGeom>
          <a:noFill/>
          <a:ln>
            <a:noFill/>
          </a:ln>
        </p:spPr>
      </p:pic>
      <p:pic>
        <p:nvPicPr>
          <p:cNvPr id="1468" name="Google Shape;1468;p77"/>
          <p:cNvPicPr preferRelativeResize="0"/>
          <p:nvPr/>
        </p:nvPicPr>
        <p:blipFill rotWithShape="1">
          <a:blip r:embed="rId7">
            <a:alphaModFix/>
          </a:blip>
          <a:srcRect/>
          <a:stretch/>
        </p:blipFill>
        <p:spPr>
          <a:xfrm>
            <a:off x="3788461" y="826096"/>
            <a:ext cx="69291" cy="69291"/>
          </a:xfrm>
          <a:prstGeom prst="rect">
            <a:avLst/>
          </a:prstGeom>
          <a:noFill/>
          <a:ln>
            <a:noFill/>
          </a:ln>
        </p:spPr>
      </p:pic>
      <p:pic>
        <p:nvPicPr>
          <p:cNvPr id="1469" name="Google Shape;1469;p77"/>
          <p:cNvPicPr preferRelativeResize="0"/>
          <p:nvPr/>
        </p:nvPicPr>
        <p:blipFill rotWithShape="1">
          <a:blip r:embed="rId8">
            <a:alphaModFix/>
          </a:blip>
          <a:srcRect/>
          <a:stretch/>
        </p:blipFill>
        <p:spPr>
          <a:xfrm>
            <a:off x="3788461" y="958951"/>
            <a:ext cx="69291" cy="69291"/>
          </a:xfrm>
          <a:prstGeom prst="rect">
            <a:avLst/>
          </a:prstGeom>
          <a:noFill/>
          <a:ln>
            <a:noFill/>
          </a:ln>
        </p:spPr>
      </p:pic>
      <p:pic>
        <p:nvPicPr>
          <p:cNvPr id="1470" name="Google Shape;1470;p77"/>
          <p:cNvPicPr preferRelativeResize="0"/>
          <p:nvPr/>
        </p:nvPicPr>
        <p:blipFill rotWithShape="1">
          <a:blip r:embed="rId9">
            <a:alphaModFix/>
          </a:blip>
          <a:srcRect/>
          <a:stretch/>
        </p:blipFill>
        <p:spPr>
          <a:xfrm>
            <a:off x="3788461" y="1091806"/>
            <a:ext cx="69291" cy="69291"/>
          </a:xfrm>
          <a:prstGeom prst="rect">
            <a:avLst/>
          </a:prstGeom>
          <a:noFill/>
          <a:ln>
            <a:noFill/>
          </a:ln>
        </p:spPr>
      </p:pic>
      <p:pic>
        <p:nvPicPr>
          <p:cNvPr id="1471" name="Google Shape;1471;p77"/>
          <p:cNvPicPr preferRelativeResize="0"/>
          <p:nvPr/>
        </p:nvPicPr>
        <p:blipFill rotWithShape="1">
          <a:blip r:embed="rId10">
            <a:alphaModFix/>
          </a:blip>
          <a:srcRect/>
          <a:stretch/>
        </p:blipFill>
        <p:spPr>
          <a:xfrm>
            <a:off x="1831568" y="1693214"/>
            <a:ext cx="69291" cy="69291"/>
          </a:xfrm>
          <a:prstGeom prst="rect">
            <a:avLst/>
          </a:prstGeom>
          <a:noFill/>
          <a:ln>
            <a:noFill/>
          </a:ln>
        </p:spPr>
      </p:pic>
      <p:pic>
        <p:nvPicPr>
          <p:cNvPr id="1472" name="Google Shape;1472;p77"/>
          <p:cNvPicPr preferRelativeResize="0"/>
          <p:nvPr/>
        </p:nvPicPr>
        <p:blipFill rotWithShape="1">
          <a:blip r:embed="rId11">
            <a:alphaModFix/>
          </a:blip>
          <a:srcRect/>
          <a:stretch/>
        </p:blipFill>
        <p:spPr>
          <a:xfrm>
            <a:off x="1831568" y="1826069"/>
            <a:ext cx="69291" cy="69291"/>
          </a:xfrm>
          <a:prstGeom prst="rect">
            <a:avLst/>
          </a:prstGeom>
          <a:noFill/>
          <a:ln>
            <a:noFill/>
          </a:ln>
        </p:spPr>
      </p:pic>
      <p:pic>
        <p:nvPicPr>
          <p:cNvPr id="1473" name="Google Shape;1473;p77"/>
          <p:cNvPicPr preferRelativeResize="0"/>
          <p:nvPr/>
        </p:nvPicPr>
        <p:blipFill rotWithShape="1">
          <a:blip r:embed="rId12">
            <a:alphaModFix/>
          </a:blip>
          <a:srcRect/>
          <a:stretch/>
        </p:blipFill>
        <p:spPr>
          <a:xfrm>
            <a:off x="1831568" y="1958924"/>
            <a:ext cx="69291" cy="69291"/>
          </a:xfrm>
          <a:prstGeom prst="rect">
            <a:avLst/>
          </a:prstGeom>
          <a:noFill/>
          <a:ln>
            <a:noFill/>
          </a:ln>
        </p:spPr>
      </p:pic>
      <p:pic>
        <p:nvPicPr>
          <p:cNvPr id="1474" name="Google Shape;1474;p77"/>
          <p:cNvPicPr preferRelativeResize="0"/>
          <p:nvPr/>
        </p:nvPicPr>
        <p:blipFill rotWithShape="1">
          <a:blip r:embed="rId13">
            <a:alphaModFix/>
          </a:blip>
          <a:srcRect/>
          <a:stretch/>
        </p:blipFill>
        <p:spPr>
          <a:xfrm>
            <a:off x="1831568" y="2091778"/>
            <a:ext cx="69291" cy="69291"/>
          </a:xfrm>
          <a:prstGeom prst="rect">
            <a:avLst/>
          </a:prstGeom>
          <a:noFill/>
          <a:ln>
            <a:noFill/>
          </a:ln>
        </p:spPr>
      </p:pic>
      <p:pic>
        <p:nvPicPr>
          <p:cNvPr id="1475" name="Google Shape;1475;p77"/>
          <p:cNvPicPr preferRelativeResize="0"/>
          <p:nvPr/>
        </p:nvPicPr>
        <p:blipFill rotWithShape="1">
          <a:blip r:embed="rId14">
            <a:alphaModFix/>
          </a:blip>
          <a:srcRect/>
          <a:stretch/>
        </p:blipFill>
        <p:spPr>
          <a:xfrm>
            <a:off x="3788461" y="1691563"/>
            <a:ext cx="69291" cy="69291"/>
          </a:xfrm>
          <a:prstGeom prst="rect">
            <a:avLst/>
          </a:prstGeom>
          <a:noFill/>
          <a:ln>
            <a:noFill/>
          </a:ln>
        </p:spPr>
      </p:pic>
      <p:pic>
        <p:nvPicPr>
          <p:cNvPr id="1476" name="Google Shape;1476;p77"/>
          <p:cNvPicPr preferRelativeResize="0"/>
          <p:nvPr/>
        </p:nvPicPr>
        <p:blipFill rotWithShape="1">
          <a:blip r:embed="rId15">
            <a:alphaModFix/>
          </a:blip>
          <a:srcRect/>
          <a:stretch/>
        </p:blipFill>
        <p:spPr>
          <a:xfrm>
            <a:off x="1831568" y="2560332"/>
            <a:ext cx="69291" cy="69291"/>
          </a:xfrm>
          <a:prstGeom prst="rect">
            <a:avLst/>
          </a:prstGeom>
          <a:noFill/>
          <a:ln>
            <a:noFill/>
          </a:ln>
        </p:spPr>
      </p:pic>
      <p:pic>
        <p:nvPicPr>
          <p:cNvPr id="1477" name="Google Shape;1477;p77"/>
          <p:cNvPicPr preferRelativeResize="0"/>
          <p:nvPr/>
        </p:nvPicPr>
        <p:blipFill rotWithShape="1">
          <a:blip r:embed="rId16">
            <a:alphaModFix/>
          </a:blip>
          <a:srcRect/>
          <a:stretch/>
        </p:blipFill>
        <p:spPr>
          <a:xfrm>
            <a:off x="1831568" y="2693187"/>
            <a:ext cx="69291" cy="69291"/>
          </a:xfrm>
          <a:prstGeom prst="rect">
            <a:avLst/>
          </a:prstGeom>
          <a:noFill/>
          <a:ln>
            <a:noFill/>
          </a:ln>
        </p:spPr>
      </p:pic>
      <p:pic>
        <p:nvPicPr>
          <p:cNvPr id="1478" name="Google Shape;1478;p77"/>
          <p:cNvPicPr preferRelativeResize="0"/>
          <p:nvPr/>
        </p:nvPicPr>
        <p:blipFill rotWithShape="1">
          <a:blip r:embed="rId17">
            <a:alphaModFix/>
          </a:blip>
          <a:srcRect/>
          <a:stretch/>
        </p:blipFill>
        <p:spPr>
          <a:xfrm>
            <a:off x="1831568" y="2826042"/>
            <a:ext cx="69291" cy="69291"/>
          </a:xfrm>
          <a:prstGeom prst="rect">
            <a:avLst/>
          </a:prstGeom>
          <a:noFill/>
          <a:ln>
            <a:noFill/>
          </a:ln>
        </p:spPr>
      </p:pic>
      <p:pic>
        <p:nvPicPr>
          <p:cNvPr id="1479" name="Google Shape;1479;p77"/>
          <p:cNvPicPr preferRelativeResize="0"/>
          <p:nvPr/>
        </p:nvPicPr>
        <p:blipFill rotWithShape="1">
          <a:blip r:embed="rId18">
            <a:alphaModFix/>
          </a:blip>
          <a:srcRect/>
          <a:stretch/>
        </p:blipFill>
        <p:spPr>
          <a:xfrm>
            <a:off x="3788461" y="2560332"/>
            <a:ext cx="69291" cy="69291"/>
          </a:xfrm>
          <a:prstGeom prst="rect">
            <a:avLst/>
          </a:prstGeom>
          <a:noFill/>
          <a:ln>
            <a:noFill/>
          </a:ln>
        </p:spPr>
      </p:pic>
      <p:pic>
        <p:nvPicPr>
          <p:cNvPr id="1480" name="Google Shape;1480;p77"/>
          <p:cNvPicPr preferRelativeResize="0"/>
          <p:nvPr/>
        </p:nvPicPr>
        <p:blipFill rotWithShape="1">
          <a:blip r:embed="rId19">
            <a:alphaModFix/>
          </a:blip>
          <a:srcRect/>
          <a:stretch/>
        </p:blipFill>
        <p:spPr>
          <a:xfrm>
            <a:off x="3788461" y="2693187"/>
            <a:ext cx="69291" cy="69291"/>
          </a:xfrm>
          <a:prstGeom prst="rect">
            <a:avLst/>
          </a:prstGeom>
          <a:noFill/>
          <a:ln>
            <a:noFill/>
          </a:ln>
        </p:spPr>
      </p:pic>
      <p:pic>
        <p:nvPicPr>
          <p:cNvPr id="1481" name="Google Shape;1481;p77"/>
          <p:cNvPicPr preferRelativeResize="0"/>
          <p:nvPr/>
        </p:nvPicPr>
        <p:blipFill rotWithShape="1">
          <a:blip r:embed="rId20">
            <a:alphaModFix/>
          </a:blip>
          <a:srcRect/>
          <a:stretch/>
        </p:blipFill>
        <p:spPr>
          <a:xfrm>
            <a:off x="3788461" y="2826042"/>
            <a:ext cx="69291" cy="69291"/>
          </a:xfrm>
          <a:prstGeom prst="rect">
            <a:avLst/>
          </a:prstGeom>
          <a:noFill/>
          <a:ln>
            <a:noFill/>
          </a:ln>
        </p:spPr>
      </p:pic>
      <p:grpSp>
        <p:nvGrpSpPr>
          <p:cNvPr id="1482" name="Google Shape;1482;p77"/>
          <p:cNvGrpSpPr/>
          <p:nvPr/>
        </p:nvGrpSpPr>
        <p:grpSpPr>
          <a:xfrm>
            <a:off x="0" y="3141936"/>
            <a:ext cx="5760262" cy="92075"/>
            <a:chOff x="0" y="3141936"/>
            <a:chExt cx="5760262" cy="92075"/>
          </a:xfrm>
        </p:grpSpPr>
        <p:sp>
          <p:nvSpPr>
            <p:cNvPr id="1483" name="Google Shape;1483;p77"/>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84" name="Google Shape;1484;p77"/>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85" name="Google Shape;1485;p77"/>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486" name="Google Shape;1486;p7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487" name="Google Shape;1487;p7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21"/>
              </a:rPr>
              <a:t>D</a:t>
            </a:r>
            <a:r>
              <a:rPr lang="en-US" sz="600" u="sng" cap="small">
                <a:solidFill>
                  <a:schemeClr val="hlink"/>
                </a:solidFill>
                <a:latin typeface="Bookman Old Style"/>
                <a:ea typeface="Bookman Old Style"/>
                <a:cs typeface="Bookman Old Style"/>
                <a:sym typeface="Bookman Old Style"/>
                <a:hlinkClick r:id="rId21"/>
              </a:rPr>
              <a:t>eep</a:t>
            </a:r>
            <a:r>
              <a:rPr lang="en-US" sz="600" u="sng">
                <a:solidFill>
                  <a:schemeClr val="hlink"/>
                </a:solidFill>
                <a:latin typeface="Bookman Old Style"/>
                <a:ea typeface="Bookman Old Style"/>
                <a:cs typeface="Bookman Old Style"/>
                <a:sym typeface="Bookman Old Style"/>
                <a:hlinkClick r:id="rId21"/>
              </a:rPr>
              <a:t> L</a:t>
            </a:r>
            <a:r>
              <a:rPr lang="en-US" sz="600" u="sng" cap="small">
                <a:solidFill>
                  <a:schemeClr val="hlink"/>
                </a:solidFill>
                <a:latin typeface="Bookman Old Style"/>
                <a:ea typeface="Bookman Old Style"/>
                <a:cs typeface="Bookman Old Style"/>
                <a:sym typeface="Bookman Old Style"/>
                <a:hlinkClick r:id="rId21"/>
              </a:rPr>
              <a:t>earning</a:t>
            </a:r>
            <a:endParaRPr sz="600">
              <a:latin typeface="Bookman Old Style"/>
              <a:ea typeface="Bookman Old Style"/>
              <a:cs typeface="Bookman Old Style"/>
              <a:sym typeface="Bookman Old Style"/>
            </a:endParaRPr>
          </a:p>
        </p:txBody>
      </p:sp>
      <p:sp>
        <p:nvSpPr>
          <p:cNvPr id="1488" name="Google Shape;1488;p77"/>
          <p:cNvSpPr txBox="1">
            <a:spLocks noGrp="1"/>
          </p:cNvSpPr>
          <p:nvPr>
            <p:ph type="sldNum" idx="12"/>
          </p:nvPr>
        </p:nvSpPr>
        <p:spPr>
          <a:xfrm>
            <a:off x="4627902" y="3137675"/>
            <a:ext cx="496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71</a:t>
            </a:fld>
            <a:r>
              <a:rPr lang="en-US"/>
              <a:t> / 100</a:t>
            </a:r>
            <a:endParaRPr/>
          </a:p>
        </p:txBody>
      </p:sp>
    </p:spTree>
  </p:cSld>
  <p:clrMapOvr>
    <a:masterClrMapping/>
  </p:clrMapOvr>
  <p:transition>
    <p:fade thruBlk="1"/>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492"/>
        <p:cNvGrpSpPr/>
        <p:nvPr/>
      </p:nvGrpSpPr>
      <p:grpSpPr>
        <a:xfrm>
          <a:off x="0" y="0"/>
          <a:ext cx="0" cy="0"/>
          <a:chOff x="0" y="0"/>
          <a:chExt cx="0" cy="0"/>
        </a:xfrm>
      </p:grpSpPr>
      <p:sp>
        <p:nvSpPr>
          <p:cNvPr id="1493" name="Google Shape;1493;p78"/>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494" name="Google Shape;1494;p78"/>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1495" name="Google Shape;1495;p78"/>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1496" name="Google Shape;1496;p78"/>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1497" name="Google Shape;1497;p78"/>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1498" name="Google Shape;1498;p78"/>
          <p:cNvGrpSpPr/>
          <p:nvPr/>
        </p:nvGrpSpPr>
        <p:grpSpPr>
          <a:xfrm>
            <a:off x="343662" y="887310"/>
            <a:ext cx="302196" cy="873227"/>
            <a:chOff x="343662" y="887310"/>
            <a:chExt cx="302196" cy="873227"/>
          </a:xfrm>
        </p:grpSpPr>
        <p:pic>
          <p:nvPicPr>
            <p:cNvPr id="1499" name="Google Shape;1499;p78"/>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1500" name="Google Shape;1500;p78"/>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1501" name="Google Shape;1501;p78"/>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1502" name="Google Shape;1502;p78"/>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1503" name="Google Shape;1503;p78"/>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1504" name="Google Shape;1504;p78"/>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1505" name="Google Shape;1505;p78"/>
          <p:cNvGrpSpPr/>
          <p:nvPr/>
        </p:nvGrpSpPr>
        <p:grpSpPr>
          <a:xfrm>
            <a:off x="343662" y="1821865"/>
            <a:ext cx="302196" cy="1056691"/>
            <a:chOff x="343662" y="1821865"/>
            <a:chExt cx="302196" cy="1056691"/>
          </a:xfrm>
        </p:grpSpPr>
        <p:pic>
          <p:nvPicPr>
            <p:cNvPr id="1506" name="Google Shape;1506;p78"/>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1507" name="Google Shape;1507;p78"/>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1508" name="Google Shape;1508;p78"/>
            <p:cNvPicPr preferRelativeResize="0"/>
            <p:nvPr/>
          </p:nvPicPr>
          <p:blipFill rotWithShape="1">
            <a:blip r:embed="rId12">
              <a:alphaModFix/>
            </a:blip>
            <a:srcRect/>
            <a:stretch/>
          </p:blipFill>
          <p:spPr>
            <a:xfrm>
              <a:off x="576567" y="2195258"/>
              <a:ext cx="69291" cy="69291"/>
            </a:xfrm>
            <a:prstGeom prst="rect">
              <a:avLst/>
            </a:prstGeom>
            <a:noFill/>
            <a:ln>
              <a:noFill/>
            </a:ln>
          </p:spPr>
        </p:pic>
        <p:pic>
          <p:nvPicPr>
            <p:cNvPr id="1509" name="Google Shape;1509;p78"/>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1510" name="Google Shape;1510;p78"/>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1511" name="Google Shape;1511;p78"/>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1512" name="Google Shape;1512;p78"/>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1513" name="Google Shape;1513;p78"/>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1514" name="Google Shape;1514;p78"/>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1515" name="Google Shape;1515;p78"/>
          <p:cNvSpPr txBox="1"/>
          <p:nvPr/>
        </p:nvSpPr>
        <p:spPr>
          <a:xfrm>
            <a:off x="563023" y="391150"/>
            <a:ext cx="49461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latin typeface="Arial"/>
                <a:ea typeface="Arial"/>
                <a:cs typeface="Arial"/>
                <a:sym typeface="Arial"/>
              </a:rPr>
              <a:t> </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3333B2"/>
                </a:solidFill>
                <a:latin typeface="Bookman Old Style"/>
                <a:ea typeface="Bookman Old Style"/>
                <a:cs typeface="Bookman Old Style"/>
                <a:sym typeface="Bookman Old Style"/>
              </a:rPr>
              <a:t> </a:t>
            </a:r>
            <a:endParaRPr sz="1300">
              <a:solidFill>
                <a:srgbClr val="3333B2"/>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1516" name="Google Shape;1516;p78"/>
          <p:cNvGrpSpPr/>
          <p:nvPr/>
        </p:nvGrpSpPr>
        <p:grpSpPr>
          <a:xfrm>
            <a:off x="0" y="3141936"/>
            <a:ext cx="5760262" cy="92075"/>
            <a:chOff x="0" y="3141936"/>
            <a:chExt cx="5760262" cy="92075"/>
          </a:xfrm>
        </p:grpSpPr>
        <p:sp>
          <p:nvSpPr>
            <p:cNvPr id="1517" name="Google Shape;1517;p7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18" name="Google Shape;1518;p7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19" name="Google Shape;1519;p7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520" name="Google Shape;1520;p7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521" name="Google Shape;1521;p7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1522" name="Google Shape;1522;p78"/>
          <p:cNvSpPr txBox="1">
            <a:spLocks noGrp="1"/>
          </p:cNvSpPr>
          <p:nvPr>
            <p:ph type="sldNum" idx="12"/>
          </p:nvPr>
        </p:nvSpPr>
        <p:spPr>
          <a:xfrm>
            <a:off x="4627902" y="3137675"/>
            <a:ext cx="480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72</a:t>
            </a:fld>
            <a:r>
              <a:rPr lang="en-US"/>
              <a:t> / 100</a:t>
            </a:r>
            <a:endParaRPr/>
          </a:p>
        </p:txBody>
      </p:sp>
    </p:spTree>
  </p:cSld>
  <p:clrMapOvr>
    <a:masterClrMapping/>
  </p:clrMapOvr>
  <p:transition>
    <p:fade thruBlk="1"/>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526"/>
        <p:cNvGrpSpPr/>
        <p:nvPr/>
      </p:nvGrpSpPr>
      <p:grpSpPr>
        <a:xfrm>
          <a:off x="0" y="0"/>
          <a:ext cx="0" cy="0"/>
          <a:chOff x="0" y="0"/>
          <a:chExt cx="0" cy="0"/>
        </a:xfrm>
      </p:grpSpPr>
      <p:sp>
        <p:nvSpPr>
          <p:cNvPr id="1527" name="Google Shape;1527;p79"/>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S</a:t>
            </a:r>
            <a:r>
              <a:rPr lang="en-US" cap="small">
                <a:solidFill>
                  <a:srgbClr val="FFFFFF"/>
                </a:solidFill>
              </a:rPr>
              <a:t>etup</a:t>
            </a:r>
            <a:endParaRPr/>
          </a:p>
        </p:txBody>
      </p:sp>
      <p:grpSp>
        <p:nvGrpSpPr>
          <p:cNvPr id="1528" name="Google Shape;1528;p79"/>
          <p:cNvGrpSpPr/>
          <p:nvPr/>
        </p:nvGrpSpPr>
        <p:grpSpPr>
          <a:xfrm>
            <a:off x="0" y="3141936"/>
            <a:ext cx="5760262" cy="92075"/>
            <a:chOff x="0" y="3141936"/>
            <a:chExt cx="5760262" cy="92075"/>
          </a:xfrm>
        </p:grpSpPr>
        <p:sp>
          <p:nvSpPr>
            <p:cNvPr id="1529" name="Google Shape;1529;p7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30" name="Google Shape;1530;p7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31" name="Google Shape;1531;p7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532" name="Google Shape;1532;p7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533" name="Google Shape;1533;p7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534" name="Google Shape;1534;p79"/>
          <p:cNvSpPr txBox="1">
            <a:spLocks noGrp="1"/>
          </p:cNvSpPr>
          <p:nvPr>
            <p:ph type="sldNum" idx="12"/>
          </p:nvPr>
        </p:nvSpPr>
        <p:spPr>
          <a:xfrm>
            <a:off x="4627902" y="3137675"/>
            <a:ext cx="496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73</a:t>
            </a:fld>
            <a:r>
              <a:rPr lang="en-US"/>
              <a:t> / 100</a:t>
            </a:r>
            <a:endParaRPr/>
          </a:p>
        </p:txBody>
      </p:sp>
      <p:pic>
        <p:nvPicPr>
          <p:cNvPr id="1535" name="Google Shape;1535;p79"/>
          <p:cNvPicPr preferRelativeResize="0"/>
          <p:nvPr/>
        </p:nvPicPr>
        <p:blipFill>
          <a:blip r:embed="rId4">
            <a:alphaModFix/>
          </a:blip>
          <a:stretch>
            <a:fillRect/>
          </a:stretch>
        </p:blipFill>
        <p:spPr>
          <a:xfrm>
            <a:off x="152400" y="550235"/>
            <a:ext cx="5100688" cy="2435036"/>
          </a:xfrm>
          <a:prstGeom prst="rect">
            <a:avLst/>
          </a:prstGeom>
          <a:noFill/>
          <a:ln>
            <a:noFill/>
          </a:ln>
        </p:spPr>
      </p:pic>
    </p:spTree>
  </p:cSld>
  <p:clrMapOvr>
    <a:masterClrMapping/>
  </p:clrMapOvr>
  <p:transition>
    <p:fade thruBlk="1"/>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539"/>
        <p:cNvGrpSpPr/>
        <p:nvPr/>
      </p:nvGrpSpPr>
      <p:grpSpPr>
        <a:xfrm>
          <a:off x="0" y="0"/>
          <a:ext cx="0" cy="0"/>
          <a:chOff x="0" y="0"/>
          <a:chExt cx="0" cy="0"/>
        </a:xfrm>
      </p:grpSpPr>
      <p:sp>
        <p:nvSpPr>
          <p:cNvPr id="1540" name="Google Shape;1540;p80"/>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D</a:t>
            </a:r>
            <a:r>
              <a:rPr lang="en-US" cap="small">
                <a:solidFill>
                  <a:srgbClr val="FFFFFF"/>
                </a:solidFill>
              </a:rPr>
              <a:t>ata</a:t>
            </a:r>
            <a:r>
              <a:rPr lang="en-US">
                <a:solidFill>
                  <a:srgbClr val="FFFFFF"/>
                </a:solidFill>
              </a:rPr>
              <a:t> R</a:t>
            </a:r>
            <a:r>
              <a:rPr lang="en-US" cap="small">
                <a:solidFill>
                  <a:srgbClr val="FFFFFF"/>
                </a:solidFill>
              </a:rPr>
              <a:t>epresentation</a:t>
            </a:r>
            <a:endParaRPr/>
          </a:p>
        </p:txBody>
      </p:sp>
      <p:grpSp>
        <p:nvGrpSpPr>
          <p:cNvPr id="1541" name="Google Shape;1541;p80"/>
          <p:cNvGrpSpPr/>
          <p:nvPr/>
        </p:nvGrpSpPr>
        <p:grpSpPr>
          <a:xfrm>
            <a:off x="0" y="3141936"/>
            <a:ext cx="5760262" cy="92075"/>
            <a:chOff x="0" y="3141936"/>
            <a:chExt cx="5760262" cy="92075"/>
          </a:xfrm>
        </p:grpSpPr>
        <p:sp>
          <p:nvSpPr>
            <p:cNvPr id="1542" name="Google Shape;1542;p8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43" name="Google Shape;1543;p8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44" name="Google Shape;1544;p8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545" name="Google Shape;1545;p8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546" name="Google Shape;1546;p8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547" name="Google Shape;1547;p80"/>
          <p:cNvSpPr txBox="1">
            <a:spLocks noGrp="1"/>
          </p:cNvSpPr>
          <p:nvPr>
            <p:ph type="sldNum" idx="12"/>
          </p:nvPr>
        </p:nvSpPr>
        <p:spPr>
          <a:xfrm>
            <a:off x="4627902" y="3137675"/>
            <a:ext cx="520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74</a:t>
            </a:fld>
            <a:r>
              <a:rPr lang="en-US"/>
              <a:t> / 100</a:t>
            </a:r>
            <a:endParaRPr/>
          </a:p>
        </p:txBody>
      </p:sp>
      <p:pic>
        <p:nvPicPr>
          <p:cNvPr id="1548" name="Google Shape;1548;p80"/>
          <p:cNvPicPr preferRelativeResize="0"/>
          <p:nvPr/>
        </p:nvPicPr>
        <p:blipFill>
          <a:blip r:embed="rId4">
            <a:alphaModFix/>
          </a:blip>
          <a:stretch>
            <a:fillRect/>
          </a:stretch>
        </p:blipFill>
        <p:spPr>
          <a:xfrm>
            <a:off x="152400" y="550235"/>
            <a:ext cx="5249015" cy="2435038"/>
          </a:xfrm>
          <a:prstGeom prst="rect">
            <a:avLst/>
          </a:prstGeom>
          <a:noFill/>
          <a:ln>
            <a:noFill/>
          </a:ln>
        </p:spPr>
      </p:pic>
    </p:spTree>
  </p:cSld>
  <p:clrMapOvr>
    <a:masterClrMapping/>
  </p:clrMapOvr>
  <p:transition>
    <p:fade thruBlk="1"/>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552"/>
        <p:cNvGrpSpPr/>
        <p:nvPr/>
      </p:nvGrpSpPr>
      <p:grpSpPr>
        <a:xfrm>
          <a:off x="0" y="0"/>
          <a:ext cx="0" cy="0"/>
          <a:chOff x="0" y="0"/>
          <a:chExt cx="0" cy="0"/>
        </a:xfrm>
      </p:grpSpPr>
      <p:sp>
        <p:nvSpPr>
          <p:cNvPr id="1553" name="Google Shape;1553;p81"/>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F</a:t>
            </a:r>
            <a:r>
              <a:rPr lang="en-US" cap="small">
                <a:solidFill>
                  <a:srgbClr val="FFFFFF"/>
                </a:solidFill>
              </a:rPr>
              <a:t>irst</a:t>
            </a:r>
            <a:r>
              <a:rPr lang="en-US">
                <a:solidFill>
                  <a:srgbClr val="FFFFFF"/>
                </a:solidFill>
              </a:rPr>
              <a:t> M</a:t>
            </a:r>
            <a:r>
              <a:rPr lang="en-US" cap="small">
                <a:solidFill>
                  <a:srgbClr val="FFFFFF"/>
                </a:solidFill>
              </a:rPr>
              <a:t>ini</a:t>
            </a:r>
            <a:r>
              <a:rPr lang="en-US">
                <a:solidFill>
                  <a:srgbClr val="FFFFFF"/>
                </a:solidFill>
              </a:rPr>
              <a:t>-</a:t>
            </a:r>
            <a:r>
              <a:rPr lang="en-US" cap="small">
                <a:solidFill>
                  <a:srgbClr val="FFFFFF"/>
                </a:solidFill>
              </a:rPr>
              <a:t>batch</a:t>
            </a:r>
            <a:r>
              <a:rPr lang="en-US">
                <a:solidFill>
                  <a:srgbClr val="FFFFFF"/>
                </a:solidFill>
              </a:rPr>
              <a:t> (E</a:t>
            </a:r>
            <a:r>
              <a:rPr lang="en-US" cap="small">
                <a:solidFill>
                  <a:srgbClr val="FFFFFF"/>
                </a:solidFill>
              </a:rPr>
              <a:t>xamples</a:t>
            </a:r>
            <a:endParaRPr/>
          </a:p>
        </p:txBody>
      </p:sp>
      <p:grpSp>
        <p:nvGrpSpPr>
          <p:cNvPr id="1554" name="Google Shape;1554;p81"/>
          <p:cNvGrpSpPr/>
          <p:nvPr/>
        </p:nvGrpSpPr>
        <p:grpSpPr>
          <a:xfrm>
            <a:off x="0" y="3141936"/>
            <a:ext cx="5760262" cy="92075"/>
            <a:chOff x="0" y="3141936"/>
            <a:chExt cx="5760262" cy="92075"/>
          </a:xfrm>
        </p:grpSpPr>
        <p:sp>
          <p:nvSpPr>
            <p:cNvPr id="1555" name="Google Shape;1555;p81"/>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56" name="Google Shape;1556;p81"/>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57" name="Google Shape;1557;p81"/>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558" name="Google Shape;1558;p8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559" name="Google Shape;1559;p8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560" name="Google Shape;1560;p81"/>
          <p:cNvSpPr txBox="1">
            <a:spLocks noGrp="1"/>
          </p:cNvSpPr>
          <p:nvPr>
            <p:ph type="sldNum" idx="12"/>
          </p:nvPr>
        </p:nvSpPr>
        <p:spPr>
          <a:xfrm>
            <a:off x="4627902" y="3137675"/>
            <a:ext cx="464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75</a:t>
            </a:fld>
            <a:r>
              <a:rPr lang="en-US"/>
              <a:t> / 100</a:t>
            </a:r>
            <a:endParaRPr/>
          </a:p>
        </p:txBody>
      </p:sp>
      <p:pic>
        <p:nvPicPr>
          <p:cNvPr id="1561" name="Google Shape;1561;p81"/>
          <p:cNvPicPr preferRelativeResize="0"/>
          <p:nvPr/>
        </p:nvPicPr>
        <p:blipFill>
          <a:blip r:embed="rId4">
            <a:alphaModFix/>
          </a:blip>
          <a:stretch>
            <a:fillRect/>
          </a:stretch>
        </p:blipFill>
        <p:spPr>
          <a:xfrm>
            <a:off x="152400" y="494925"/>
            <a:ext cx="4939801" cy="2620826"/>
          </a:xfrm>
          <a:prstGeom prst="rect">
            <a:avLst/>
          </a:prstGeom>
          <a:noFill/>
          <a:ln>
            <a:noFill/>
          </a:ln>
        </p:spPr>
      </p:pic>
    </p:spTree>
  </p:cSld>
  <p:clrMapOvr>
    <a:masterClrMapping/>
  </p:clrMapOvr>
  <p:transition>
    <p:fade thruBlk="1"/>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565"/>
        <p:cNvGrpSpPr/>
        <p:nvPr/>
      </p:nvGrpSpPr>
      <p:grpSpPr>
        <a:xfrm>
          <a:off x="0" y="0"/>
          <a:ext cx="0" cy="0"/>
          <a:chOff x="0" y="0"/>
          <a:chExt cx="0" cy="0"/>
        </a:xfrm>
      </p:grpSpPr>
      <p:sp>
        <p:nvSpPr>
          <p:cNvPr id="1566" name="Google Shape;1566;p82"/>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S</a:t>
            </a:r>
            <a:r>
              <a:rPr lang="en-US" cap="small">
                <a:solidFill>
                  <a:srgbClr val="FFFFFF"/>
                </a:solidFill>
              </a:rPr>
              <a:t>oftmax</a:t>
            </a:r>
            <a:r>
              <a:rPr lang="en-US">
                <a:solidFill>
                  <a:srgbClr val="FFFFFF"/>
                </a:solidFill>
              </a:rPr>
              <a:t> C</a:t>
            </a:r>
            <a:r>
              <a:rPr lang="en-US" cap="small">
                <a:solidFill>
                  <a:srgbClr val="FFFFFF"/>
                </a:solidFill>
              </a:rPr>
              <a:t>omputation</a:t>
            </a:r>
            <a:endParaRPr/>
          </a:p>
        </p:txBody>
      </p:sp>
      <p:grpSp>
        <p:nvGrpSpPr>
          <p:cNvPr id="1567" name="Google Shape;1567;p82"/>
          <p:cNvGrpSpPr/>
          <p:nvPr/>
        </p:nvGrpSpPr>
        <p:grpSpPr>
          <a:xfrm>
            <a:off x="0" y="3141936"/>
            <a:ext cx="5760262" cy="92075"/>
            <a:chOff x="0" y="3141936"/>
            <a:chExt cx="5760262" cy="92075"/>
          </a:xfrm>
        </p:grpSpPr>
        <p:sp>
          <p:nvSpPr>
            <p:cNvPr id="1568" name="Google Shape;1568;p82"/>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69" name="Google Shape;1569;p82"/>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70" name="Google Shape;1570;p82"/>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571" name="Google Shape;1571;p8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572" name="Google Shape;1572;p8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573" name="Google Shape;1573;p82"/>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76</a:t>
            </a:fld>
            <a:r>
              <a:rPr lang="en-US"/>
              <a:t> / 100</a:t>
            </a:r>
            <a:endParaRPr/>
          </a:p>
        </p:txBody>
      </p:sp>
      <p:pic>
        <p:nvPicPr>
          <p:cNvPr id="1574" name="Google Shape;1574;p82"/>
          <p:cNvPicPr preferRelativeResize="0"/>
          <p:nvPr/>
        </p:nvPicPr>
        <p:blipFill>
          <a:blip r:embed="rId4">
            <a:alphaModFix/>
          </a:blip>
          <a:stretch>
            <a:fillRect/>
          </a:stretch>
        </p:blipFill>
        <p:spPr>
          <a:xfrm>
            <a:off x="152400" y="550235"/>
            <a:ext cx="5176194" cy="2435038"/>
          </a:xfrm>
          <a:prstGeom prst="rect">
            <a:avLst/>
          </a:prstGeom>
          <a:noFill/>
          <a:ln>
            <a:noFill/>
          </a:ln>
        </p:spPr>
      </p:pic>
    </p:spTree>
  </p:cSld>
  <p:clrMapOvr>
    <a:masterClrMapping/>
  </p:clrMapOvr>
  <p:transition>
    <p:fade thruBlk="1"/>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578"/>
        <p:cNvGrpSpPr/>
        <p:nvPr/>
      </p:nvGrpSpPr>
      <p:grpSpPr>
        <a:xfrm>
          <a:off x="0" y="0"/>
          <a:ext cx="0" cy="0"/>
          <a:chOff x="0" y="0"/>
          <a:chExt cx="0" cy="0"/>
        </a:xfrm>
      </p:grpSpPr>
      <p:sp>
        <p:nvSpPr>
          <p:cNvPr id="1579" name="Google Shape;1579;p83"/>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G</a:t>
            </a:r>
            <a:r>
              <a:rPr lang="en-US" cap="small">
                <a:solidFill>
                  <a:srgbClr val="FFFFFF"/>
                </a:solidFill>
              </a:rPr>
              <a:t>radient</a:t>
            </a:r>
            <a:r>
              <a:rPr lang="en-US">
                <a:solidFill>
                  <a:srgbClr val="FFFFFF"/>
                </a:solidFill>
              </a:rPr>
              <a:t> </a:t>
            </a:r>
            <a:r>
              <a:rPr lang="en-US" cap="small">
                <a:solidFill>
                  <a:srgbClr val="FFFFFF"/>
                </a:solidFill>
              </a:rPr>
              <a:t>and</a:t>
            </a:r>
            <a:r>
              <a:rPr lang="en-US">
                <a:solidFill>
                  <a:srgbClr val="FFFFFF"/>
                </a:solidFill>
              </a:rPr>
              <a:t> U</a:t>
            </a:r>
            <a:r>
              <a:rPr lang="en-US" cap="small">
                <a:solidFill>
                  <a:srgbClr val="FFFFFF"/>
                </a:solidFill>
              </a:rPr>
              <a:t>pdate</a:t>
            </a:r>
            <a:endParaRPr/>
          </a:p>
        </p:txBody>
      </p:sp>
      <p:grpSp>
        <p:nvGrpSpPr>
          <p:cNvPr id="1580" name="Google Shape;1580;p83"/>
          <p:cNvGrpSpPr/>
          <p:nvPr/>
        </p:nvGrpSpPr>
        <p:grpSpPr>
          <a:xfrm>
            <a:off x="0" y="3141936"/>
            <a:ext cx="5760262" cy="92075"/>
            <a:chOff x="0" y="3141936"/>
            <a:chExt cx="5760262" cy="92075"/>
          </a:xfrm>
        </p:grpSpPr>
        <p:sp>
          <p:nvSpPr>
            <p:cNvPr id="1581" name="Google Shape;1581;p83"/>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82" name="Google Shape;1582;p83"/>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83" name="Google Shape;1583;p83"/>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584" name="Google Shape;1584;p8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585" name="Google Shape;1585;p8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586" name="Google Shape;1586;p83"/>
          <p:cNvSpPr txBox="1">
            <a:spLocks noGrp="1"/>
          </p:cNvSpPr>
          <p:nvPr>
            <p:ph type="sldNum" idx="12"/>
          </p:nvPr>
        </p:nvSpPr>
        <p:spPr>
          <a:xfrm>
            <a:off x="4627902" y="3137675"/>
            <a:ext cx="480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77</a:t>
            </a:fld>
            <a:r>
              <a:rPr lang="en-US"/>
              <a:t> / 100</a:t>
            </a:r>
            <a:endParaRPr/>
          </a:p>
        </p:txBody>
      </p:sp>
      <p:pic>
        <p:nvPicPr>
          <p:cNvPr id="1587" name="Google Shape;1587;p83"/>
          <p:cNvPicPr preferRelativeResize="0"/>
          <p:nvPr/>
        </p:nvPicPr>
        <p:blipFill>
          <a:blip r:embed="rId4">
            <a:alphaModFix/>
          </a:blip>
          <a:stretch>
            <a:fillRect/>
          </a:stretch>
        </p:blipFill>
        <p:spPr>
          <a:xfrm>
            <a:off x="152400" y="550225"/>
            <a:ext cx="4797151" cy="2537176"/>
          </a:xfrm>
          <a:prstGeom prst="rect">
            <a:avLst/>
          </a:prstGeom>
          <a:noFill/>
          <a:ln>
            <a:noFill/>
          </a:ln>
        </p:spPr>
      </p:pic>
    </p:spTree>
  </p:cSld>
  <p:clrMapOvr>
    <a:masterClrMapping/>
  </p:clrMapOvr>
  <p:transition>
    <p:fade thruBlk="1"/>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591"/>
        <p:cNvGrpSpPr/>
        <p:nvPr/>
      </p:nvGrpSpPr>
      <p:grpSpPr>
        <a:xfrm>
          <a:off x="0" y="0"/>
          <a:ext cx="0" cy="0"/>
          <a:chOff x="0" y="0"/>
          <a:chExt cx="0" cy="0"/>
        </a:xfrm>
      </p:grpSpPr>
      <p:sp>
        <p:nvSpPr>
          <p:cNvPr id="1592" name="Google Shape;1592;p84"/>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W</a:t>
            </a:r>
            <a:r>
              <a:rPr lang="en-US" cap="small">
                <a:solidFill>
                  <a:srgbClr val="FFFFFF"/>
                </a:solidFill>
              </a:rPr>
              <a:t>eight</a:t>
            </a:r>
            <a:r>
              <a:rPr lang="en-US">
                <a:solidFill>
                  <a:srgbClr val="FFFFFF"/>
                </a:solidFill>
              </a:rPr>
              <a:t> U</a:t>
            </a:r>
            <a:r>
              <a:rPr lang="en-US" cap="small">
                <a:solidFill>
                  <a:srgbClr val="FFFFFF"/>
                </a:solidFill>
              </a:rPr>
              <a:t>pdate</a:t>
            </a:r>
            <a:endParaRPr/>
          </a:p>
        </p:txBody>
      </p:sp>
      <p:grpSp>
        <p:nvGrpSpPr>
          <p:cNvPr id="1593" name="Google Shape;1593;p84"/>
          <p:cNvGrpSpPr/>
          <p:nvPr/>
        </p:nvGrpSpPr>
        <p:grpSpPr>
          <a:xfrm>
            <a:off x="0" y="3141936"/>
            <a:ext cx="5760262" cy="92075"/>
            <a:chOff x="0" y="3141936"/>
            <a:chExt cx="5760262" cy="92075"/>
          </a:xfrm>
        </p:grpSpPr>
        <p:sp>
          <p:nvSpPr>
            <p:cNvPr id="1594" name="Google Shape;1594;p8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95" name="Google Shape;1595;p8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96" name="Google Shape;1596;p8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597" name="Google Shape;1597;p8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598" name="Google Shape;1598;p8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599" name="Google Shape;1599;p84"/>
          <p:cNvSpPr txBox="1">
            <a:spLocks noGrp="1"/>
          </p:cNvSpPr>
          <p:nvPr>
            <p:ph type="sldNum" idx="12"/>
          </p:nvPr>
        </p:nvSpPr>
        <p:spPr>
          <a:xfrm>
            <a:off x="4627903" y="3137675"/>
            <a:ext cx="514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78</a:t>
            </a:fld>
            <a:r>
              <a:rPr lang="en-US"/>
              <a:t> / 100</a:t>
            </a:r>
            <a:endParaRPr/>
          </a:p>
        </p:txBody>
      </p:sp>
      <p:pic>
        <p:nvPicPr>
          <p:cNvPr id="1600" name="Google Shape;1600;p84"/>
          <p:cNvPicPr preferRelativeResize="0"/>
          <p:nvPr/>
        </p:nvPicPr>
        <p:blipFill>
          <a:blip r:embed="rId4">
            <a:alphaModFix/>
          </a:blip>
          <a:stretch>
            <a:fillRect/>
          </a:stretch>
        </p:blipFill>
        <p:spPr>
          <a:xfrm>
            <a:off x="152400" y="429275"/>
            <a:ext cx="4989911" cy="2708401"/>
          </a:xfrm>
          <a:prstGeom prst="rect">
            <a:avLst/>
          </a:prstGeom>
          <a:noFill/>
          <a:ln>
            <a:noFill/>
          </a:ln>
        </p:spPr>
      </p:pic>
    </p:spTree>
  </p:cSld>
  <p:clrMapOvr>
    <a:masterClrMapping/>
  </p:clrMapOvr>
  <p:transition>
    <p:fade thruBlk="1"/>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604"/>
        <p:cNvGrpSpPr/>
        <p:nvPr/>
      </p:nvGrpSpPr>
      <p:grpSpPr>
        <a:xfrm>
          <a:off x="0" y="0"/>
          <a:ext cx="0" cy="0"/>
          <a:chOff x="0" y="0"/>
          <a:chExt cx="0" cy="0"/>
        </a:xfrm>
      </p:grpSpPr>
      <p:sp>
        <p:nvSpPr>
          <p:cNvPr id="1605" name="Google Shape;1605;p8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omputational</a:t>
            </a:r>
            <a:r>
              <a:rPr lang="en-US">
                <a:solidFill>
                  <a:srgbClr val="FFFFFF"/>
                </a:solidFill>
              </a:rPr>
              <a:t> G</a:t>
            </a:r>
            <a:r>
              <a:rPr lang="en-US" cap="small">
                <a:solidFill>
                  <a:srgbClr val="FFFFFF"/>
                </a:solidFill>
              </a:rPr>
              <a:t>raph</a:t>
            </a:r>
            <a:r>
              <a:rPr lang="en-US">
                <a:solidFill>
                  <a:srgbClr val="FFFFFF"/>
                </a:solidFill>
              </a:rPr>
              <a:t> </a:t>
            </a:r>
            <a:r>
              <a:rPr lang="en-US" cap="small">
                <a:solidFill>
                  <a:srgbClr val="FFFFFF"/>
                </a:solidFill>
              </a:rPr>
              <a:t>for</a:t>
            </a:r>
            <a:r>
              <a:rPr lang="en-US">
                <a:solidFill>
                  <a:srgbClr val="FFFFFF"/>
                </a:solidFill>
              </a:rPr>
              <a:t> M</a:t>
            </a:r>
            <a:r>
              <a:rPr lang="en-US" cap="small">
                <a:solidFill>
                  <a:srgbClr val="FFFFFF"/>
                </a:solidFill>
              </a:rPr>
              <a:t>ini</a:t>
            </a:r>
            <a:r>
              <a:rPr lang="en-US">
                <a:solidFill>
                  <a:srgbClr val="FFFFFF"/>
                </a:solidFill>
              </a:rPr>
              <a:t>-</a:t>
            </a:r>
            <a:r>
              <a:rPr lang="en-US" cap="small">
                <a:solidFill>
                  <a:srgbClr val="FFFFFF"/>
                </a:solidFill>
              </a:rPr>
              <a:t>batch</a:t>
            </a:r>
            <a:r>
              <a:rPr lang="en-US">
                <a:solidFill>
                  <a:srgbClr val="FFFFFF"/>
                </a:solidFill>
              </a:rPr>
              <a:t> F</a:t>
            </a:r>
            <a:r>
              <a:rPr lang="en-US" cap="small">
                <a:solidFill>
                  <a:srgbClr val="FFFFFF"/>
                </a:solidFill>
              </a:rPr>
              <a:t>orward</a:t>
            </a:r>
            <a:endParaRPr/>
          </a:p>
        </p:txBody>
      </p:sp>
      <p:grpSp>
        <p:nvGrpSpPr>
          <p:cNvPr id="1606" name="Google Shape;1606;p85"/>
          <p:cNvGrpSpPr/>
          <p:nvPr/>
        </p:nvGrpSpPr>
        <p:grpSpPr>
          <a:xfrm>
            <a:off x="0" y="3141936"/>
            <a:ext cx="5760262" cy="92075"/>
            <a:chOff x="0" y="3141936"/>
            <a:chExt cx="5760262" cy="92075"/>
          </a:xfrm>
        </p:grpSpPr>
        <p:sp>
          <p:nvSpPr>
            <p:cNvPr id="1607" name="Google Shape;1607;p85"/>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08" name="Google Shape;1608;p85"/>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09" name="Google Shape;1609;p85"/>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610" name="Google Shape;1610;p8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611" name="Google Shape;1611;p8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612" name="Google Shape;1612;p85"/>
          <p:cNvSpPr txBox="1">
            <a:spLocks noGrp="1"/>
          </p:cNvSpPr>
          <p:nvPr>
            <p:ph type="sldNum" idx="12"/>
          </p:nvPr>
        </p:nvSpPr>
        <p:spPr>
          <a:xfrm>
            <a:off x="4627902" y="3137675"/>
            <a:ext cx="480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79</a:t>
            </a:fld>
            <a:r>
              <a:rPr lang="en-US"/>
              <a:t> / 100</a:t>
            </a:r>
            <a:endParaRPr/>
          </a:p>
        </p:txBody>
      </p:sp>
      <p:pic>
        <p:nvPicPr>
          <p:cNvPr id="1613" name="Google Shape;1613;p85"/>
          <p:cNvPicPr preferRelativeResize="0"/>
          <p:nvPr/>
        </p:nvPicPr>
        <p:blipFill>
          <a:blip r:embed="rId4">
            <a:alphaModFix/>
          </a:blip>
          <a:stretch>
            <a:fillRect/>
          </a:stretch>
        </p:blipFill>
        <p:spPr>
          <a:xfrm>
            <a:off x="152400" y="550235"/>
            <a:ext cx="5126757" cy="2435036"/>
          </a:xfrm>
          <a:prstGeom prst="rect">
            <a:avLst/>
          </a:prstGeom>
          <a:noFill/>
          <a:ln>
            <a:noFill/>
          </a:ln>
        </p:spPr>
      </p:pic>
    </p:spTree>
  </p:cSld>
  <p:clrMapOvr>
    <a:masterClrMapping/>
  </p:clrMapOvr>
  <p:transition>
    <p:fade thruBlk="1"/>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617"/>
        <p:cNvGrpSpPr/>
        <p:nvPr/>
      </p:nvGrpSpPr>
      <p:grpSpPr>
        <a:xfrm>
          <a:off x="0" y="0"/>
          <a:ext cx="0" cy="0"/>
          <a:chOff x="0" y="0"/>
          <a:chExt cx="0" cy="0"/>
        </a:xfrm>
      </p:grpSpPr>
      <p:sp>
        <p:nvSpPr>
          <p:cNvPr id="1618" name="Google Shape;1618;p86"/>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619" name="Google Shape;1619;p86"/>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1620" name="Google Shape;1620;p86"/>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1621" name="Google Shape;1621;p86"/>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1622" name="Google Shape;1622;p86"/>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1623" name="Google Shape;1623;p86"/>
          <p:cNvGrpSpPr/>
          <p:nvPr/>
        </p:nvGrpSpPr>
        <p:grpSpPr>
          <a:xfrm>
            <a:off x="343662" y="887310"/>
            <a:ext cx="302196" cy="873227"/>
            <a:chOff x="343662" y="887310"/>
            <a:chExt cx="302196" cy="873227"/>
          </a:xfrm>
        </p:grpSpPr>
        <p:pic>
          <p:nvPicPr>
            <p:cNvPr id="1624" name="Google Shape;1624;p86"/>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1625" name="Google Shape;1625;p86"/>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1626" name="Google Shape;1626;p86"/>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1627" name="Google Shape;1627;p86"/>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1628" name="Google Shape;1628;p86"/>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1629" name="Google Shape;1629;p86"/>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1630" name="Google Shape;1630;p86"/>
          <p:cNvGrpSpPr/>
          <p:nvPr/>
        </p:nvGrpSpPr>
        <p:grpSpPr>
          <a:xfrm>
            <a:off x="343662" y="1821865"/>
            <a:ext cx="302196" cy="1056691"/>
            <a:chOff x="343662" y="1821865"/>
            <a:chExt cx="302196" cy="1056691"/>
          </a:xfrm>
        </p:grpSpPr>
        <p:pic>
          <p:nvPicPr>
            <p:cNvPr id="1631" name="Google Shape;1631;p86"/>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1632" name="Google Shape;1632;p86"/>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1633" name="Google Shape;1633;p86"/>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1634" name="Google Shape;1634;p86"/>
            <p:cNvPicPr preferRelativeResize="0"/>
            <p:nvPr/>
          </p:nvPicPr>
          <p:blipFill rotWithShape="1">
            <a:blip r:embed="rId13">
              <a:alphaModFix/>
            </a:blip>
            <a:srcRect/>
            <a:stretch/>
          </p:blipFill>
          <p:spPr>
            <a:xfrm>
              <a:off x="576567" y="2378722"/>
              <a:ext cx="69291" cy="69291"/>
            </a:xfrm>
            <a:prstGeom prst="rect">
              <a:avLst/>
            </a:prstGeom>
            <a:noFill/>
            <a:ln>
              <a:noFill/>
            </a:ln>
          </p:spPr>
        </p:pic>
        <p:pic>
          <p:nvPicPr>
            <p:cNvPr id="1635" name="Google Shape;1635;p86"/>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1636" name="Google Shape;1636;p86"/>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1637" name="Google Shape;1637;p86"/>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1638" name="Google Shape;1638;p86"/>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1639" name="Google Shape;1639;p86"/>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1640" name="Google Shape;1640;p86"/>
          <p:cNvSpPr txBox="1"/>
          <p:nvPr/>
        </p:nvSpPr>
        <p:spPr>
          <a:xfrm>
            <a:off x="563023" y="391150"/>
            <a:ext cx="50985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3333B2"/>
                </a:solidFill>
                <a:latin typeface="Bookman Old Style"/>
                <a:ea typeface="Bookman Old Style"/>
                <a:cs typeface="Bookman Old Style"/>
                <a:sym typeface="Bookman Old Style"/>
              </a:rPr>
              <a:t> </a:t>
            </a:r>
            <a:endParaRPr sz="1300">
              <a:solidFill>
                <a:srgbClr val="3333B2"/>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1641" name="Google Shape;1641;p86"/>
          <p:cNvGrpSpPr/>
          <p:nvPr/>
        </p:nvGrpSpPr>
        <p:grpSpPr>
          <a:xfrm>
            <a:off x="0" y="3141936"/>
            <a:ext cx="5760262" cy="92075"/>
            <a:chOff x="0" y="3141936"/>
            <a:chExt cx="5760262" cy="92075"/>
          </a:xfrm>
        </p:grpSpPr>
        <p:sp>
          <p:nvSpPr>
            <p:cNvPr id="1642" name="Google Shape;1642;p8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43" name="Google Shape;1643;p8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44" name="Google Shape;1644;p8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645" name="Google Shape;1645;p8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646" name="Google Shape;1646;p8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1647" name="Google Shape;1647;p86"/>
          <p:cNvSpPr txBox="1">
            <a:spLocks noGrp="1"/>
          </p:cNvSpPr>
          <p:nvPr>
            <p:ph type="sldNum" idx="12"/>
          </p:nvPr>
        </p:nvSpPr>
        <p:spPr>
          <a:xfrm>
            <a:off x="4627902" y="3137675"/>
            <a:ext cx="504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80</a:t>
            </a:fld>
            <a:r>
              <a:rPr lang="en-US"/>
              <a:t> / 100</a:t>
            </a:r>
            <a:endParaRPr/>
          </a:p>
        </p:txBody>
      </p:sp>
    </p:spTree>
  </p:cSld>
  <p:clrMapOvr>
    <a:masterClrMapping/>
  </p:clrMapOvr>
  <p:transition>
    <p:fade thruBlk="1"/>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651"/>
        <p:cNvGrpSpPr/>
        <p:nvPr/>
      </p:nvGrpSpPr>
      <p:grpSpPr>
        <a:xfrm>
          <a:off x="0" y="0"/>
          <a:ext cx="0" cy="0"/>
          <a:chOff x="0" y="0"/>
          <a:chExt cx="0" cy="0"/>
        </a:xfrm>
      </p:grpSpPr>
      <p:sp>
        <p:nvSpPr>
          <p:cNvPr id="1652" name="Google Shape;1652;p87"/>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I</a:t>
            </a:r>
            <a:r>
              <a:rPr lang="en-US" cap="small">
                <a:solidFill>
                  <a:srgbClr val="FFFFFF"/>
                </a:solidFill>
              </a:rPr>
              <a:t>nference</a:t>
            </a:r>
            <a:r>
              <a:rPr lang="en-US">
                <a:solidFill>
                  <a:srgbClr val="FFFFFF"/>
                </a:solidFill>
              </a:rPr>
              <a:t>: M</a:t>
            </a:r>
            <a:r>
              <a:rPr lang="en-US" cap="small">
                <a:solidFill>
                  <a:srgbClr val="FFFFFF"/>
                </a:solidFill>
              </a:rPr>
              <a:t>aking</a:t>
            </a:r>
            <a:r>
              <a:rPr lang="en-US">
                <a:solidFill>
                  <a:srgbClr val="FFFFFF"/>
                </a:solidFill>
              </a:rPr>
              <a:t> P</a:t>
            </a:r>
            <a:r>
              <a:rPr lang="en-US" cap="small">
                <a:solidFill>
                  <a:srgbClr val="FFFFFF"/>
                </a:solidFill>
              </a:rPr>
              <a:t>redictions</a:t>
            </a:r>
            <a:endParaRPr/>
          </a:p>
        </p:txBody>
      </p:sp>
      <p:grpSp>
        <p:nvGrpSpPr>
          <p:cNvPr id="1653" name="Google Shape;1653;p87"/>
          <p:cNvGrpSpPr/>
          <p:nvPr/>
        </p:nvGrpSpPr>
        <p:grpSpPr>
          <a:xfrm>
            <a:off x="0" y="3141936"/>
            <a:ext cx="5760262" cy="92075"/>
            <a:chOff x="0" y="3141936"/>
            <a:chExt cx="5760262" cy="92075"/>
          </a:xfrm>
        </p:grpSpPr>
        <p:sp>
          <p:nvSpPr>
            <p:cNvPr id="1654" name="Google Shape;1654;p87"/>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55" name="Google Shape;1655;p87"/>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56" name="Google Shape;1656;p87"/>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657" name="Google Shape;1657;p8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658" name="Google Shape;1658;p8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659" name="Google Shape;1659;p87"/>
          <p:cNvSpPr txBox="1">
            <a:spLocks noGrp="1"/>
          </p:cNvSpPr>
          <p:nvPr>
            <p:ph type="sldNum" idx="12"/>
          </p:nvPr>
        </p:nvSpPr>
        <p:spPr>
          <a:xfrm>
            <a:off x="4627902" y="3137675"/>
            <a:ext cx="520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81</a:t>
            </a:fld>
            <a:r>
              <a:rPr lang="en-US"/>
              <a:t> / 100</a:t>
            </a:r>
            <a:endParaRPr/>
          </a:p>
        </p:txBody>
      </p:sp>
      <p:pic>
        <p:nvPicPr>
          <p:cNvPr id="1660" name="Google Shape;1660;p87"/>
          <p:cNvPicPr preferRelativeResize="0"/>
          <p:nvPr/>
        </p:nvPicPr>
        <p:blipFill>
          <a:blip r:embed="rId4">
            <a:alphaModFix/>
          </a:blip>
          <a:stretch>
            <a:fillRect/>
          </a:stretch>
        </p:blipFill>
        <p:spPr>
          <a:xfrm>
            <a:off x="152400" y="550235"/>
            <a:ext cx="5053723" cy="2435037"/>
          </a:xfrm>
          <a:prstGeom prst="rect">
            <a:avLst/>
          </a:prstGeom>
          <a:noFill/>
          <a:ln>
            <a:noFill/>
          </a:ln>
        </p:spPr>
      </p:pic>
    </p:spTree>
  </p:cSld>
  <p:clrMapOvr>
    <a:masterClrMapping/>
  </p:clrMapOvr>
  <p:transition>
    <p:fade thruBlk="1"/>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664"/>
        <p:cNvGrpSpPr/>
        <p:nvPr/>
      </p:nvGrpSpPr>
      <p:grpSpPr>
        <a:xfrm>
          <a:off x="0" y="0"/>
          <a:ext cx="0" cy="0"/>
          <a:chOff x="0" y="0"/>
          <a:chExt cx="0" cy="0"/>
        </a:xfrm>
      </p:grpSpPr>
      <p:sp>
        <p:nvSpPr>
          <p:cNvPr id="1665" name="Google Shape;1665;p88"/>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I</a:t>
            </a:r>
            <a:r>
              <a:rPr lang="en-US" cap="small">
                <a:solidFill>
                  <a:srgbClr val="FFFFFF"/>
                </a:solidFill>
              </a:rPr>
              <a:t>nference</a:t>
            </a:r>
            <a:r>
              <a:rPr lang="en-US">
                <a:solidFill>
                  <a:srgbClr val="FFFFFF"/>
                </a:solidFill>
              </a:rPr>
              <a:t> E</a:t>
            </a:r>
            <a:r>
              <a:rPr lang="en-US" cap="small">
                <a:solidFill>
                  <a:srgbClr val="FFFFFF"/>
                </a:solidFill>
              </a:rPr>
              <a:t>xample</a:t>
            </a:r>
            <a:endParaRPr/>
          </a:p>
        </p:txBody>
      </p:sp>
      <p:grpSp>
        <p:nvGrpSpPr>
          <p:cNvPr id="1666" name="Google Shape;1666;p88"/>
          <p:cNvGrpSpPr/>
          <p:nvPr/>
        </p:nvGrpSpPr>
        <p:grpSpPr>
          <a:xfrm>
            <a:off x="0" y="3141936"/>
            <a:ext cx="5760262" cy="92075"/>
            <a:chOff x="0" y="3141936"/>
            <a:chExt cx="5760262" cy="92075"/>
          </a:xfrm>
        </p:grpSpPr>
        <p:sp>
          <p:nvSpPr>
            <p:cNvPr id="1667" name="Google Shape;1667;p8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68" name="Google Shape;1668;p8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69" name="Google Shape;1669;p8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670" name="Google Shape;1670;p8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671" name="Google Shape;1671;p8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672" name="Google Shape;1672;p88"/>
          <p:cNvSpPr txBox="1">
            <a:spLocks noGrp="1"/>
          </p:cNvSpPr>
          <p:nvPr>
            <p:ph type="sldNum" idx="12"/>
          </p:nvPr>
        </p:nvSpPr>
        <p:spPr>
          <a:xfrm>
            <a:off x="4627902" y="3137675"/>
            <a:ext cx="536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82</a:t>
            </a:fld>
            <a:r>
              <a:rPr lang="en-US"/>
              <a:t> / 100</a:t>
            </a:r>
            <a:endParaRPr/>
          </a:p>
        </p:txBody>
      </p:sp>
      <p:pic>
        <p:nvPicPr>
          <p:cNvPr id="1673" name="Google Shape;1673;p88"/>
          <p:cNvPicPr preferRelativeResize="0"/>
          <p:nvPr/>
        </p:nvPicPr>
        <p:blipFill>
          <a:blip r:embed="rId4">
            <a:alphaModFix/>
          </a:blip>
          <a:stretch>
            <a:fillRect/>
          </a:stretch>
        </p:blipFill>
        <p:spPr>
          <a:xfrm>
            <a:off x="152400" y="550225"/>
            <a:ext cx="5446450" cy="2545220"/>
          </a:xfrm>
          <a:prstGeom prst="rect">
            <a:avLst/>
          </a:prstGeom>
          <a:noFill/>
          <a:ln>
            <a:noFill/>
          </a:ln>
        </p:spPr>
      </p:pic>
    </p:spTree>
  </p:cSld>
  <p:clrMapOvr>
    <a:masterClrMapping/>
  </p:clrMapOvr>
  <p:transition>
    <p:fade thruBlk="1"/>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677"/>
        <p:cNvGrpSpPr/>
        <p:nvPr/>
      </p:nvGrpSpPr>
      <p:grpSpPr>
        <a:xfrm>
          <a:off x="0" y="0"/>
          <a:ext cx="0" cy="0"/>
          <a:chOff x="0" y="0"/>
          <a:chExt cx="0" cy="0"/>
        </a:xfrm>
      </p:grpSpPr>
      <p:sp>
        <p:nvSpPr>
          <p:cNvPr id="1678" name="Google Shape;1678;p89"/>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679" name="Google Shape;1679;p89"/>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1680" name="Google Shape;1680;p89"/>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1681" name="Google Shape;1681;p89"/>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1682" name="Google Shape;1682;p89"/>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1683" name="Google Shape;1683;p89"/>
          <p:cNvGrpSpPr/>
          <p:nvPr/>
        </p:nvGrpSpPr>
        <p:grpSpPr>
          <a:xfrm>
            <a:off x="343662" y="887310"/>
            <a:ext cx="302196" cy="873227"/>
            <a:chOff x="343662" y="887310"/>
            <a:chExt cx="302196" cy="873227"/>
          </a:xfrm>
        </p:grpSpPr>
        <p:pic>
          <p:nvPicPr>
            <p:cNvPr id="1684" name="Google Shape;1684;p89"/>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1685" name="Google Shape;1685;p89"/>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1686" name="Google Shape;1686;p89"/>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1687" name="Google Shape;1687;p89"/>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1688" name="Google Shape;1688;p89"/>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1689" name="Google Shape;1689;p89"/>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1690" name="Google Shape;1690;p89"/>
          <p:cNvGrpSpPr/>
          <p:nvPr/>
        </p:nvGrpSpPr>
        <p:grpSpPr>
          <a:xfrm>
            <a:off x="343662" y="1821865"/>
            <a:ext cx="302196" cy="1056691"/>
            <a:chOff x="343662" y="1821865"/>
            <a:chExt cx="302196" cy="1056691"/>
          </a:xfrm>
        </p:grpSpPr>
        <p:pic>
          <p:nvPicPr>
            <p:cNvPr id="1691" name="Google Shape;1691;p89"/>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1692" name="Google Shape;1692;p89"/>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1693" name="Google Shape;1693;p89"/>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1694" name="Google Shape;1694;p89"/>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1695" name="Google Shape;1695;p89"/>
            <p:cNvPicPr preferRelativeResize="0"/>
            <p:nvPr/>
          </p:nvPicPr>
          <p:blipFill rotWithShape="1">
            <a:blip r:embed="rId14">
              <a:alphaModFix/>
            </a:blip>
            <a:srcRect/>
            <a:stretch/>
          </p:blipFill>
          <p:spPr>
            <a:xfrm>
              <a:off x="576567" y="2562186"/>
              <a:ext cx="69291" cy="69291"/>
            </a:xfrm>
            <a:prstGeom prst="rect">
              <a:avLst/>
            </a:prstGeom>
            <a:noFill/>
            <a:ln>
              <a:noFill/>
            </a:ln>
          </p:spPr>
        </p:pic>
        <p:pic>
          <p:nvPicPr>
            <p:cNvPr id="1696" name="Google Shape;1696;p89"/>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1697" name="Google Shape;1697;p89"/>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1698" name="Google Shape;1698;p89"/>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1699" name="Google Shape;1699;p89"/>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1700" name="Google Shape;1700;p89"/>
          <p:cNvSpPr txBox="1"/>
          <p:nvPr/>
        </p:nvSpPr>
        <p:spPr>
          <a:xfrm>
            <a:off x="563023" y="391150"/>
            <a:ext cx="49623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3333B2"/>
                </a:solidFill>
                <a:latin typeface="Bookman Old Style"/>
                <a:ea typeface="Bookman Old Style"/>
                <a:cs typeface="Bookman Old Style"/>
                <a:sym typeface="Bookman Old Style"/>
              </a:rPr>
              <a:t> </a:t>
            </a:r>
            <a:endParaRPr sz="1300">
              <a:solidFill>
                <a:srgbClr val="3333B2"/>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1701" name="Google Shape;1701;p89"/>
          <p:cNvGrpSpPr/>
          <p:nvPr/>
        </p:nvGrpSpPr>
        <p:grpSpPr>
          <a:xfrm>
            <a:off x="0" y="3141936"/>
            <a:ext cx="5760262" cy="92075"/>
            <a:chOff x="0" y="3141936"/>
            <a:chExt cx="5760262" cy="92075"/>
          </a:xfrm>
        </p:grpSpPr>
        <p:sp>
          <p:nvSpPr>
            <p:cNvPr id="1702" name="Google Shape;1702;p8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03" name="Google Shape;1703;p8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04" name="Google Shape;1704;p8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705" name="Google Shape;1705;p8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706" name="Google Shape;1706;p8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1707" name="Google Shape;1707;p89"/>
          <p:cNvSpPr txBox="1">
            <a:spLocks noGrp="1"/>
          </p:cNvSpPr>
          <p:nvPr>
            <p:ph type="sldNum" idx="12"/>
          </p:nvPr>
        </p:nvSpPr>
        <p:spPr>
          <a:xfrm>
            <a:off x="4627901" y="3137675"/>
            <a:ext cx="464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83</a:t>
            </a:fld>
            <a:r>
              <a:rPr lang="en-US"/>
              <a:t> / 100</a:t>
            </a:r>
            <a:endParaRPr/>
          </a:p>
        </p:txBody>
      </p:sp>
    </p:spTree>
  </p:cSld>
  <p:clrMapOvr>
    <a:masterClrMapping/>
  </p:clrMapOvr>
  <p:transition>
    <p:fade thruBlk="1"/>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711"/>
        <p:cNvGrpSpPr/>
        <p:nvPr/>
      </p:nvGrpSpPr>
      <p:grpSpPr>
        <a:xfrm>
          <a:off x="0" y="0"/>
          <a:ext cx="0" cy="0"/>
          <a:chOff x="0" y="0"/>
          <a:chExt cx="0" cy="0"/>
        </a:xfrm>
      </p:grpSpPr>
      <p:sp>
        <p:nvSpPr>
          <p:cNvPr id="1712" name="Google Shape;1712;p90"/>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E</a:t>
            </a:r>
            <a:r>
              <a:rPr lang="en-US" cap="small">
                <a:solidFill>
                  <a:srgbClr val="FFFFFF"/>
                </a:solidFill>
              </a:rPr>
              <a:t>valuation</a:t>
            </a:r>
            <a:r>
              <a:rPr lang="en-US">
                <a:solidFill>
                  <a:srgbClr val="FFFFFF"/>
                </a:solidFill>
              </a:rPr>
              <a:t> M</a:t>
            </a:r>
            <a:r>
              <a:rPr lang="en-US" cap="small">
                <a:solidFill>
                  <a:srgbClr val="FFFFFF"/>
                </a:solidFill>
              </a:rPr>
              <a:t>etrics</a:t>
            </a:r>
            <a:r>
              <a:rPr lang="en-US">
                <a:solidFill>
                  <a:srgbClr val="FFFFFF"/>
                </a:solidFill>
              </a:rPr>
              <a:t> </a:t>
            </a:r>
            <a:r>
              <a:rPr lang="en-US" cap="small">
                <a:solidFill>
                  <a:srgbClr val="FFFFFF"/>
                </a:solidFill>
              </a:rPr>
              <a:t>for</a:t>
            </a:r>
            <a:r>
              <a:rPr lang="en-US">
                <a:solidFill>
                  <a:srgbClr val="FFFFFF"/>
                </a:solidFill>
              </a:rPr>
              <a:t> M</a:t>
            </a:r>
            <a:r>
              <a:rPr lang="en-US" cap="small">
                <a:solidFill>
                  <a:srgbClr val="FFFFFF"/>
                </a:solidFill>
              </a:rPr>
              <a:t>ulti</a:t>
            </a:r>
            <a:r>
              <a:rPr lang="en-US">
                <a:solidFill>
                  <a:srgbClr val="FFFFFF"/>
                </a:solidFill>
              </a:rPr>
              <a:t>-</a:t>
            </a:r>
            <a:r>
              <a:rPr lang="en-US" cap="small">
                <a:solidFill>
                  <a:srgbClr val="FFFFFF"/>
                </a:solidFill>
              </a:rPr>
              <a:t>class</a:t>
            </a:r>
            <a:endParaRPr/>
          </a:p>
        </p:txBody>
      </p:sp>
      <p:grpSp>
        <p:nvGrpSpPr>
          <p:cNvPr id="1713" name="Google Shape;1713;p90"/>
          <p:cNvGrpSpPr/>
          <p:nvPr/>
        </p:nvGrpSpPr>
        <p:grpSpPr>
          <a:xfrm>
            <a:off x="0" y="3141936"/>
            <a:ext cx="5760262" cy="92075"/>
            <a:chOff x="0" y="3141936"/>
            <a:chExt cx="5760262" cy="92075"/>
          </a:xfrm>
        </p:grpSpPr>
        <p:sp>
          <p:nvSpPr>
            <p:cNvPr id="1714" name="Google Shape;1714;p9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15" name="Google Shape;1715;p9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16" name="Google Shape;1716;p9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717" name="Google Shape;1717;p9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718" name="Google Shape;1718;p9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719" name="Google Shape;1719;p90"/>
          <p:cNvSpPr txBox="1">
            <a:spLocks noGrp="1"/>
          </p:cNvSpPr>
          <p:nvPr>
            <p:ph type="sldNum" idx="12"/>
          </p:nvPr>
        </p:nvSpPr>
        <p:spPr>
          <a:xfrm>
            <a:off x="4627902" y="3137675"/>
            <a:ext cx="516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84</a:t>
            </a:fld>
            <a:r>
              <a:rPr lang="en-US"/>
              <a:t> / 100</a:t>
            </a:r>
            <a:endParaRPr/>
          </a:p>
        </p:txBody>
      </p:sp>
      <p:pic>
        <p:nvPicPr>
          <p:cNvPr id="1720" name="Google Shape;1720;p90"/>
          <p:cNvPicPr preferRelativeResize="0"/>
          <p:nvPr/>
        </p:nvPicPr>
        <p:blipFill>
          <a:blip r:embed="rId4">
            <a:alphaModFix/>
          </a:blip>
          <a:stretch>
            <a:fillRect/>
          </a:stretch>
        </p:blipFill>
        <p:spPr>
          <a:xfrm>
            <a:off x="152400" y="550235"/>
            <a:ext cx="5171032" cy="2435036"/>
          </a:xfrm>
          <a:prstGeom prst="rect">
            <a:avLst/>
          </a:prstGeom>
          <a:noFill/>
          <a:ln>
            <a:noFill/>
          </a:ln>
        </p:spPr>
      </p:pic>
    </p:spTree>
  </p:cSld>
  <p:clrMapOvr>
    <a:masterClrMapping/>
  </p:clrMapOvr>
  <p:transition>
    <p:fade thruBlk="1"/>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724"/>
        <p:cNvGrpSpPr/>
        <p:nvPr/>
      </p:nvGrpSpPr>
      <p:grpSpPr>
        <a:xfrm>
          <a:off x="0" y="0"/>
          <a:ext cx="0" cy="0"/>
          <a:chOff x="0" y="0"/>
          <a:chExt cx="0" cy="0"/>
        </a:xfrm>
      </p:grpSpPr>
      <p:sp>
        <p:nvSpPr>
          <p:cNvPr id="1725" name="Google Shape;1725;p91"/>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onfusion</a:t>
            </a:r>
            <a:r>
              <a:rPr lang="en-US">
                <a:solidFill>
                  <a:srgbClr val="FFFFFF"/>
                </a:solidFill>
              </a:rPr>
              <a:t> M</a:t>
            </a:r>
            <a:r>
              <a:rPr lang="en-US" cap="small">
                <a:solidFill>
                  <a:srgbClr val="FFFFFF"/>
                </a:solidFill>
              </a:rPr>
              <a:t>atrix</a:t>
            </a:r>
            <a:r>
              <a:rPr lang="en-US">
                <a:solidFill>
                  <a:srgbClr val="FFFFFF"/>
                </a:solidFill>
              </a:rPr>
              <a:t> </a:t>
            </a:r>
            <a:r>
              <a:rPr lang="en-US" cap="small">
                <a:solidFill>
                  <a:srgbClr val="FFFFFF"/>
                </a:solidFill>
              </a:rPr>
              <a:t>for</a:t>
            </a:r>
            <a:r>
              <a:rPr lang="en-US">
                <a:solidFill>
                  <a:srgbClr val="FFFFFF"/>
                </a:solidFill>
              </a:rPr>
              <a:t> M</a:t>
            </a:r>
            <a:r>
              <a:rPr lang="en-US" cap="small">
                <a:solidFill>
                  <a:srgbClr val="FFFFFF"/>
                </a:solidFill>
              </a:rPr>
              <a:t>ulti</a:t>
            </a:r>
            <a:r>
              <a:rPr lang="en-US">
                <a:solidFill>
                  <a:srgbClr val="FFFFFF"/>
                </a:solidFill>
              </a:rPr>
              <a:t>-</a:t>
            </a:r>
            <a:r>
              <a:rPr lang="en-US" cap="small">
                <a:solidFill>
                  <a:srgbClr val="FFFFFF"/>
                </a:solidFill>
              </a:rPr>
              <a:t>class</a:t>
            </a:r>
            <a:endParaRPr/>
          </a:p>
        </p:txBody>
      </p:sp>
      <p:sp>
        <p:nvSpPr>
          <p:cNvPr id="1726" name="Google Shape;1726;p91"/>
          <p:cNvSpPr txBox="1"/>
          <p:nvPr/>
        </p:nvSpPr>
        <p:spPr>
          <a:xfrm>
            <a:off x="347294" y="470527"/>
            <a:ext cx="3269615" cy="53149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Example: 3-class confusion matrix</a:t>
            </a:r>
            <a:endParaRPr sz="1050">
              <a:latin typeface="Arial"/>
              <a:ea typeface="Arial"/>
              <a:cs typeface="Arial"/>
              <a:sym typeface="Arial"/>
            </a:endParaRPr>
          </a:p>
          <a:p>
            <a:pPr marL="0" lvl="0" indent="0" algn="l" rtl="0">
              <a:lnSpc>
                <a:spcPct val="100000"/>
              </a:lnSpc>
              <a:spcBef>
                <a:spcPts val="225"/>
              </a:spcBef>
              <a:spcAft>
                <a:spcPts val="0"/>
              </a:spcAft>
              <a:buNone/>
            </a:pPr>
            <a:endParaRPr sz="1050">
              <a:latin typeface="Arial"/>
              <a:ea typeface="Arial"/>
              <a:cs typeface="Arial"/>
              <a:sym typeface="Arial"/>
            </a:endParaRPr>
          </a:p>
          <a:p>
            <a:pPr marL="0" marR="5080" lvl="0" indent="0" algn="r" rtl="0">
              <a:lnSpc>
                <a:spcPct val="100000"/>
              </a:lnSpc>
              <a:spcBef>
                <a:spcPts val="0"/>
              </a:spcBef>
              <a:spcAft>
                <a:spcPts val="0"/>
              </a:spcAft>
              <a:buNone/>
            </a:pPr>
            <a:r>
              <a:rPr lang="en-US" sz="1050">
                <a:solidFill>
                  <a:srgbClr val="1B1472"/>
                </a:solidFill>
                <a:latin typeface="Arial"/>
                <a:ea typeface="Arial"/>
                <a:cs typeface="Arial"/>
                <a:sym typeface="Arial"/>
              </a:rPr>
              <a:t>Predicted</a:t>
            </a:r>
            <a:endParaRPr sz="1050">
              <a:latin typeface="Arial"/>
              <a:ea typeface="Arial"/>
              <a:cs typeface="Arial"/>
              <a:sym typeface="Arial"/>
            </a:endParaRPr>
          </a:p>
        </p:txBody>
      </p:sp>
      <p:sp>
        <p:nvSpPr>
          <p:cNvPr id="1727" name="Google Shape;1727;p91"/>
          <p:cNvSpPr txBox="1"/>
          <p:nvPr/>
        </p:nvSpPr>
        <p:spPr>
          <a:xfrm rot="-5400000">
            <a:off x="1452436" y="1350976"/>
            <a:ext cx="405765" cy="194945"/>
          </a:xfrm>
          <a:prstGeom prst="rect">
            <a:avLst/>
          </a:prstGeom>
          <a:noFill/>
          <a:ln>
            <a:noFill/>
          </a:ln>
        </p:spPr>
        <p:txBody>
          <a:bodyPr spcFirstLastPara="1" wrap="square" lIns="0" tIns="952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Actual</a:t>
            </a:r>
            <a:endParaRPr sz="1050">
              <a:latin typeface="Arial"/>
              <a:ea typeface="Arial"/>
              <a:cs typeface="Arial"/>
              <a:sym typeface="Arial"/>
            </a:endParaRPr>
          </a:p>
        </p:txBody>
      </p:sp>
      <p:graphicFrame>
        <p:nvGraphicFramePr>
          <p:cNvPr id="1728" name="Google Shape;1728;p91"/>
          <p:cNvGraphicFramePr/>
          <p:nvPr/>
        </p:nvGraphicFramePr>
        <p:xfrm>
          <a:off x="1778939" y="1017003"/>
          <a:ext cx="2451100" cy="734881"/>
        </p:xfrm>
        <a:graphic>
          <a:graphicData uri="http://schemas.openxmlformats.org/drawingml/2006/table">
            <a:tbl>
              <a:tblPr firstRow="1" bandRow="1">
                <a:noFill/>
                <a:tableStyleId>{E1D28552-6DB9-4C31-BB9C-5DD673A011D9}</a:tableStyleId>
              </a:tblPr>
              <a:tblGrid>
                <a:gridCol w="612775">
                  <a:extLst>
                    <a:ext uri="{9D8B030D-6E8A-4147-A177-3AD203B41FA5}">
                      <a16:colId xmlns="" xmlns:a16="http://schemas.microsoft.com/office/drawing/2014/main" val="20000"/>
                    </a:ext>
                  </a:extLst>
                </a:gridCol>
                <a:gridCol w="612775">
                  <a:extLst>
                    <a:ext uri="{9D8B030D-6E8A-4147-A177-3AD203B41FA5}">
                      <a16:colId xmlns="" xmlns:a16="http://schemas.microsoft.com/office/drawing/2014/main" val="20001"/>
                    </a:ext>
                  </a:extLst>
                </a:gridCol>
                <a:gridCol w="612775">
                  <a:extLst>
                    <a:ext uri="{9D8B030D-6E8A-4147-A177-3AD203B41FA5}">
                      <a16:colId xmlns="" xmlns:a16="http://schemas.microsoft.com/office/drawing/2014/main" val="20002"/>
                    </a:ext>
                  </a:extLst>
                </a:gridCol>
                <a:gridCol w="612775">
                  <a:extLst>
                    <a:ext uri="{9D8B030D-6E8A-4147-A177-3AD203B41FA5}">
                      <a16:colId xmlns="" xmlns:a16="http://schemas.microsoft.com/office/drawing/2014/main" val="20003"/>
                    </a:ext>
                  </a:extLst>
                </a:gridCol>
              </a:tblGrid>
              <a:tr h="182875">
                <a:tc>
                  <a:txBody>
                    <a:bodyPr/>
                    <a:lstStyle/>
                    <a:p>
                      <a:pPr marL="0" marR="0" lvl="0" indent="0" algn="l" rtl="0">
                        <a:lnSpc>
                          <a:spcPct val="100000"/>
                        </a:lnSpc>
                        <a:spcBef>
                          <a:spcPts val="0"/>
                        </a:spcBef>
                        <a:spcAft>
                          <a:spcPts val="0"/>
                        </a:spcAft>
                        <a:buNone/>
                      </a:pPr>
                      <a:endParaRPr sz="1000" u="none" strike="noStrike" cap="none">
                        <a:latin typeface="Times New Roman"/>
                        <a:ea typeface="Times New Roman"/>
                        <a:cs typeface="Times New Roman"/>
                        <a:sym typeface="Times New Roman"/>
                      </a:endParaRPr>
                    </a:p>
                  </a:txBody>
                  <a:tcPr marL="0" marR="0" marT="0" marB="0">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tcPr>
                </a:tc>
                <a:tc>
                  <a:txBody>
                    <a:bodyPr/>
                    <a:lstStyle/>
                    <a:p>
                      <a:pPr marL="0" marR="0" lvl="0" indent="0" algn="ctr" rtl="0">
                        <a:lnSpc>
                          <a:spcPct val="114285"/>
                        </a:lnSpc>
                        <a:spcBef>
                          <a:spcPts val="0"/>
                        </a:spcBef>
                        <a:spcAft>
                          <a:spcPts val="0"/>
                        </a:spcAft>
                        <a:buNone/>
                      </a:pPr>
                      <a:r>
                        <a:rPr lang="en-US" sz="1050" u="none" strike="noStrike" cap="none">
                          <a:latin typeface="Arial"/>
                          <a:ea typeface="Arial"/>
                          <a:cs typeface="Arial"/>
                          <a:sym typeface="Arial"/>
                        </a:rPr>
                        <a:t>Class 1</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tc>
                  <a:txBody>
                    <a:bodyPr/>
                    <a:lstStyle/>
                    <a:p>
                      <a:pPr marL="0" marR="0" lvl="0" indent="0" algn="ctr" rtl="0">
                        <a:lnSpc>
                          <a:spcPct val="114285"/>
                        </a:lnSpc>
                        <a:spcBef>
                          <a:spcPts val="0"/>
                        </a:spcBef>
                        <a:spcAft>
                          <a:spcPts val="0"/>
                        </a:spcAft>
                        <a:buNone/>
                      </a:pPr>
                      <a:r>
                        <a:rPr lang="en-US" sz="1050" u="none" strike="noStrike" cap="none">
                          <a:latin typeface="Arial"/>
                          <a:ea typeface="Arial"/>
                          <a:cs typeface="Arial"/>
                          <a:sym typeface="Arial"/>
                        </a:rPr>
                        <a:t>Class 2</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tc>
                  <a:txBody>
                    <a:bodyPr/>
                    <a:lstStyle/>
                    <a:p>
                      <a:pPr marL="0" marR="0" lvl="0" indent="0" algn="ctr" rtl="0">
                        <a:lnSpc>
                          <a:spcPct val="114285"/>
                        </a:lnSpc>
                        <a:spcBef>
                          <a:spcPts val="0"/>
                        </a:spcBef>
                        <a:spcAft>
                          <a:spcPts val="0"/>
                        </a:spcAft>
                        <a:buNone/>
                      </a:pPr>
                      <a:r>
                        <a:rPr lang="en-US" sz="1050" u="none" strike="noStrike" cap="none">
                          <a:latin typeface="Arial"/>
                          <a:ea typeface="Arial"/>
                          <a:cs typeface="Arial"/>
                          <a:sym typeface="Arial"/>
                        </a:rPr>
                        <a:t>Class 3</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extLst>
                  <a:ext uri="{0D108BD9-81ED-4DB2-BD59-A6C34878D82A}">
                    <a16:rowId xmlns="" xmlns:a16="http://schemas.microsoft.com/office/drawing/2014/main" val="10000"/>
                  </a:ext>
                </a:extLst>
              </a:tr>
              <a:tr h="182875">
                <a:tc>
                  <a:txBody>
                    <a:bodyPr/>
                    <a:lstStyle/>
                    <a:p>
                      <a:pPr marL="0" marR="0" lvl="0" indent="0" algn="ctr" rtl="0">
                        <a:lnSpc>
                          <a:spcPct val="114285"/>
                        </a:lnSpc>
                        <a:spcBef>
                          <a:spcPts val="0"/>
                        </a:spcBef>
                        <a:spcAft>
                          <a:spcPts val="0"/>
                        </a:spcAft>
                        <a:buNone/>
                      </a:pPr>
                      <a:r>
                        <a:rPr lang="en-US" sz="1050" u="none" strike="noStrike" cap="none">
                          <a:latin typeface="Arial"/>
                          <a:ea typeface="Arial"/>
                          <a:cs typeface="Arial"/>
                          <a:sym typeface="Arial"/>
                        </a:rPr>
                        <a:t>Class 1</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37465" marR="0" lvl="0" indent="0" algn="ctr" rtl="0">
                        <a:lnSpc>
                          <a:spcPct val="114285"/>
                        </a:lnSpc>
                        <a:spcBef>
                          <a:spcPts val="0"/>
                        </a:spcBef>
                        <a:spcAft>
                          <a:spcPts val="0"/>
                        </a:spcAft>
                        <a:buNone/>
                      </a:pPr>
                      <a:r>
                        <a:rPr lang="en-US" sz="1050" u="none" strike="noStrike" cap="none">
                          <a:latin typeface="Arial"/>
                          <a:ea typeface="Arial"/>
                          <a:cs typeface="Arial"/>
                          <a:sym typeface="Arial"/>
                        </a:rPr>
                        <a:t>45</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B2FFB2"/>
                    </a:solidFill>
                  </a:tcPr>
                </a:tc>
                <a:tc>
                  <a:txBody>
                    <a:bodyPr/>
                    <a:lstStyle/>
                    <a:p>
                      <a:pPr marL="37465" marR="0" lvl="0" indent="0" algn="ctr" rtl="0">
                        <a:lnSpc>
                          <a:spcPct val="114285"/>
                        </a:lnSpc>
                        <a:spcBef>
                          <a:spcPts val="0"/>
                        </a:spcBef>
                        <a:spcAft>
                          <a:spcPts val="0"/>
                        </a:spcAft>
                        <a:buNone/>
                      </a:pPr>
                      <a:r>
                        <a:rPr lang="en-US" sz="1050" u="none" strike="noStrike" cap="none">
                          <a:latin typeface="Arial"/>
                          <a:ea typeface="Arial"/>
                          <a:cs typeface="Arial"/>
                          <a:sym typeface="Arial"/>
                        </a:rPr>
                        <a:t>3</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CCCC"/>
                    </a:solidFill>
                  </a:tcPr>
                </a:tc>
                <a:tc rowSpan="2">
                  <a:txBody>
                    <a:bodyPr/>
                    <a:lstStyle/>
                    <a:p>
                      <a:pPr marL="37465" marR="0" lvl="0" indent="0" algn="ctr" rtl="0">
                        <a:lnSpc>
                          <a:spcPct val="114285"/>
                        </a:lnSpc>
                        <a:spcBef>
                          <a:spcPts val="0"/>
                        </a:spcBef>
                        <a:spcAft>
                          <a:spcPts val="0"/>
                        </a:spcAft>
                        <a:buNone/>
                      </a:pPr>
                      <a:r>
                        <a:rPr lang="en-US" sz="1050" u="none" strike="noStrike" cap="none">
                          <a:latin typeface="Arial"/>
                          <a:ea typeface="Arial"/>
                          <a:cs typeface="Arial"/>
                          <a:sym typeface="Arial"/>
                        </a:rPr>
                        <a:t>2</a:t>
                      </a:r>
                      <a:endParaRPr sz="1050" u="none" strike="noStrike" cap="none">
                        <a:latin typeface="Arial"/>
                        <a:ea typeface="Arial"/>
                        <a:cs typeface="Arial"/>
                        <a:sym typeface="Arial"/>
                      </a:endParaRPr>
                    </a:p>
                    <a:p>
                      <a:pPr marL="37465" marR="0" lvl="0" indent="0" algn="ctr" rtl="0">
                        <a:lnSpc>
                          <a:spcPct val="100000"/>
                        </a:lnSpc>
                        <a:spcBef>
                          <a:spcPts val="185"/>
                        </a:spcBef>
                        <a:spcAft>
                          <a:spcPts val="0"/>
                        </a:spcAft>
                        <a:buNone/>
                      </a:pPr>
                      <a:r>
                        <a:rPr lang="en-US" sz="1050" u="none" strike="noStrike" cap="none">
                          <a:latin typeface="Arial"/>
                          <a:ea typeface="Arial"/>
                          <a:cs typeface="Arial"/>
                          <a:sym typeface="Arial"/>
                        </a:rPr>
                        <a:t>7</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CCCC"/>
                    </a:solidFill>
                  </a:tcPr>
                </a:tc>
                <a:extLst>
                  <a:ext uri="{0D108BD9-81ED-4DB2-BD59-A6C34878D82A}">
                    <a16:rowId xmlns="" xmlns:a16="http://schemas.microsoft.com/office/drawing/2014/main" val="10001"/>
                  </a:ext>
                </a:extLst>
              </a:tr>
              <a:tr h="181600">
                <a:tc>
                  <a:txBody>
                    <a:bodyPr/>
                    <a:lstStyle/>
                    <a:p>
                      <a:pPr marL="0" marR="0" lvl="0" indent="0" algn="ctr" rtl="0">
                        <a:lnSpc>
                          <a:spcPct val="114285"/>
                        </a:lnSpc>
                        <a:spcBef>
                          <a:spcPts val="0"/>
                        </a:spcBef>
                        <a:spcAft>
                          <a:spcPts val="0"/>
                        </a:spcAft>
                        <a:buNone/>
                      </a:pPr>
                      <a:r>
                        <a:rPr lang="en-US" sz="1050" u="none" strike="noStrike" cap="none">
                          <a:latin typeface="Arial"/>
                          <a:ea typeface="Arial"/>
                          <a:cs typeface="Arial"/>
                          <a:sym typeface="Arial"/>
                        </a:rPr>
                        <a:t>Class 2</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rowSpan="2">
                  <a:txBody>
                    <a:bodyPr/>
                    <a:lstStyle/>
                    <a:p>
                      <a:pPr marL="37465" marR="0" lvl="0" indent="0" algn="ctr" rtl="0">
                        <a:lnSpc>
                          <a:spcPct val="114285"/>
                        </a:lnSpc>
                        <a:spcBef>
                          <a:spcPts val="0"/>
                        </a:spcBef>
                        <a:spcAft>
                          <a:spcPts val="0"/>
                        </a:spcAft>
                        <a:buNone/>
                      </a:pPr>
                      <a:r>
                        <a:rPr lang="en-US" sz="1050" u="none" strike="noStrike" cap="none">
                          <a:latin typeface="Arial"/>
                          <a:ea typeface="Arial"/>
                          <a:cs typeface="Arial"/>
                          <a:sym typeface="Arial"/>
                        </a:rPr>
                        <a:t>5</a:t>
                      </a:r>
                      <a:endParaRPr sz="1050" u="none" strike="noStrike" cap="none">
                        <a:latin typeface="Arial"/>
                        <a:ea typeface="Arial"/>
                        <a:cs typeface="Arial"/>
                        <a:sym typeface="Arial"/>
                      </a:endParaRPr>
                    </a:p>
                    <a:p>
                      <a:pPr marL="37465" marR="0" lvl="0" indent="0" algn="ctr" rtl="0">
                        <a:lnSpc>
                          <a:spcPct val="100000"/>
                        </a:lnSpc>
                        <a:spcBef>
                          <a:spcPts val="185"/>
                        </a:spcBef>
                        <a:spcAft>
                          <a:spcPts val="0"/>
                        </a:spcAft>
                        <a:buNone/>
                      </a:pPr>
                      <a:r>
                        <a:rPr lang="en-US" sz="1050" u="none" strike="noStrike" cap="none">
                          <a:latin typeface="Arial"/>
                          <a:ea typeface="Arial"/>
                          <a:cs typeface="Arial"/>
                          <a:sym typeface="Arial"/>
                        </a:rPr>
                        <a:t>2</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FFCCCC"/>
                    </a:solidFill>
                  </a:tcPr>
                </a:tc>
                <a:tc>
                  <a:txBody>
                    <a:bodyPr/>
                    <a:lstStyle/>
                    <a:p>
                      <a:pPr marL="37465" marR="0" lvl="0" indent="0" algn="ctr" rtl="0">
                        <a:lnSpc>
                          <a:spcPct val="114285"/>
                        </a:lnSpc>
                        <a:spcBef>
                          <a:spcPts val="0"/>
                        </a:spcBef>
                        <a:spcAft>
                          <a:spcPts val="0"/>
                        </a:spcAft>
                        <a:buNone/>
                      </a:pPr>
                      <a:r>
                        <a:rPr lang="en-US" sz="1050" u="none" strike="noStrike" cap="none">
                          <a:latin typeface="Arial"/>
                          <a:ea typeface="Arial"/>
                          <a:cs typeface="Arial"/>
                          <a:sym typeface="Arial"/>
                        </a:rPr>
                        <a:t>38</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B2FFB2"/>
                    </a:solidFill>
                  </a:tcPr>
                </a:tc>
                <a:tc vMerge="1">
                  <a:txBody>
                    <a:bodyPr/>
                    <a:lstStyle/>
                    <a:p>
                      <a:endParaRPr lang="en-US"/>
                    </a:p>
                  </a:txBody>
                  <a:tcPr/>
                </a:tc>
                <a:extLst>
                  <a:ext uri="{0D108BD9-81ED-4DB2-BD59-A6C34878D82A}">
                    <a16:rowId xmlns="" xmlns:a16="http://schemas.microsoft.com/office/drawing/2014/main" val="10002"/>
                  </a:ext>
                </a:extLst>
              </a:tr>
              <a:tr h="184150">
                <a:tc>
                  <a:txBody>
                    <a:bodyPr/>
                    <a:lstStyle/>
                    <a:p>
                      <a:pPr marL="0" marR="0" lvl="0" indent="0" algn="ctr" rtl="0">
                        <a:lnSpc>
                          <a:spcPct val="115238"/>
                        </a:lnSpc>
                        <a:spcBef>
                          <a:spcPts val="0"/>
                        </a:spcBef>
                        <a:spcAft>
                          <a:spcPts val="0"/>
                        </a:spcAft>
                        <a:buNone/>
                      </a:pPr>
                      <a:r>
                        <a:rPr lang="en-US" sz="1050" u="none" strike="noStrike" cap="none">
                          <a:latin typeface="Arial"/>
                          <a:ea typeface="Arial"/>
                          <a:cs typeface="Arial"/>
                          <a:sym typeface="Arial"/>
                        </a:rPr>
                        <a:t>Class 3</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vMerge="1">
                  <a:txBody>
                    <a:bodyPr/>
                    <a:lstStyle/>
                    <a:p>
                      <a:endParaRPr lang="en-US"/>
                    </a:p>
                  </a:txBody>
                  <a:tcPr/>
                </a:tc>
                <a:tc>
                  <a:txBody>
                    <a:bodyPr/>
                    <a:lstStyle/>
                    <a:p>
                      <a:pPr marL="37465" marR="0" lvl="0" indent="0" algn="ctr" rtl="0">
                        <a:lnSpc>
                          <a:spcPct val="115238"/>
                        </a:lnSpc>
                        <a:spcBef>
                          <a:spcPts val="0"/>
                        </a:spcBef>
                        <a:spcAft>
                          <a:spcPts val="0"/>
                        </a:spcAft>
                        <a:buNone/>
                      </a:pPr>
                      <a:r>
                        <a:rPr lang="en-US" sz="1050" u="none" strike="noStrike" cap="none">
                          <a:latin typeface="Arial"/>
                          <a:ea typeface="Arial"/>
                          <a:cs typeface="Arial"/>
                          <a:sym typeface="Arial"/>
                        </a:rPr>
                        <a:t>4</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FFCCCC"/>
                    </a:solidFill>
                  </a:tcPr>
                </a:tc>
                <a:tc>
                  <a:txBody>
                    <a:bodyPr/>
                    <a:lstStyle/>
                    <a:p>
                      <a:pPr marL="37465" marR="0" lvl="0" indent="0" algn="ctr" rtl="0">
                        <a:lnSpc>
                          <a:spcPct val="115238"/>
                        </a:lnSpc>
                        <a:spcBef>
                          <a:spcPts val="0"/>
                        </a:spcBef>
                        <a:spcAft>
                          <a:spcPts val="0"/>
                        </a:spcAft>
                        <a:buNone/>
                      </a:pPr>
                      <a:r>
                        <a:rPr lang="en-US" sz="1050" u="none" strike="noStrike" cap="none">
                          <a:latin typeface="Arial"/>
                          <a:ea typeface="Arial"/>
                          <a:cs typeface="Arial"/>
                          <a:sym typeface="Arial"/>
                        </a:rPr>
                        <a:t>44</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B2FFB2"/>
                    </a:solidFill>
                  </a:tcPr>
                </a:tc>
                <a:extLst>
                  <a:ext uri="{0D108BD9-81ED-4DB2-BD59-A6C34878D82A}">
                    <a16:rowId xmlns="" xmlns:a16="http://schemas.microsoft.com/office/drawing/2014/main" val="10003"/>
                  </a:ext>
                </a:extLst>
              </a:tr>
            </a:tbl>
          </a:graphicData>
        </a:graphic>
      </p:graphicFrame>
      <p:grpSp>
        <p:nvGrpSpPr>
          <p:cNvPr id="1729" name="Google Shape;1729;p91"/>
          <p:cNvGrpSpPr/>
          <p:nvPr/>
        </p:nvGrpSpPr>
        <p:grpSpPr>
          <a:xfrm>
            <a:off x="513702" y="2137524"/>
            <a:ext cx="69291" cy="694562"/>
            <a:chOff x="513702" y="2137524"/>
            <a:chExt cx="69291" cy="694562"/>
          </a:xfrm>
        </p:grpSpPr>
        <p:pic>
          <p:nvPicPr>
            <p:cNvPr id="1730" name="Google Shape;1730;p91"/>
            <p:cNvPicPr preferRelativeResize="0"/>
            <p:nvPr/>
          </p:nvPicPr>
          <p:blipFill rotWithShape="1">
            <a:blip r:embed="rId3">
              <a:alphaModFix/>
            </a:blip>
            <a:srcRect/>
            <a:stretch/>
          </p:blipFill>
          <p:spPr>
            <a:xfrm>
              <a:off x="513702" y="2137524"/>
              <a:ext cx="69291" cy="69291"/>
            </a:xfrm>
            <a:prstGeom prst="rect">
              <a:avLst/>
            </a:prstGeom>
            <a:noFill/>
            <a:ln>
              <a:noFill/>
            </a:ln>
          </p:spPr>
        </p:pic>
        <p:pic>
          <p:nvPicPr>
            <p:cNvPr id="1731" name="Google Shape;1731;p91"/>
            <p:cNvPicPr preferRelativeResize="0"/>
            <p:nvPr/>
          </p:nvPicPr>
          <p:blipFill rotWithShape="1">
            <a:blip r:embed="rId4">
              <a:alphaModFix/>
            </a:blip>
            <a:srcRect/>
            <a:stretch/>
          </p:blipFill>
          <p:spPr>
            <a:xfrm>
              <a:off x="513702" y="2345943"/>
              <a:ext cx="69291" cy="69291"/>
            </a:xfrm>
            <a:prstGeom prst="rect">
              <a:avLst/>
            </a:prstGeom>
            <a:noFill/>
            <a:ln>
              <a:noFill/>
            </a:ln>
          </p:spPr>
        </p:pic>
        <p:pic>
          <p:nvPicPr>
            <p:cNvPr id="1732" name="Google Shape;1732;p91"/>
            <p:cNvPicPr preferRelativeResize="0"/>
            <p:nvPr/>
          </p:nvPicPr>
          <p:blipFill rotWithShape="1">
            <a:blip r:embed="rId5">
              <a:alphaModFix/>
            </a:blip>
            <a:srcRect/>
            <a:stretch/>
          </p:blipFill>
          <p:spPr>
            <a:xfrm>
              <a:off x="513702" y="2554376"/>
              <a:ext cx="69291" cy="69291"/>
            </a:xfrm>
            <a:prstGeom prst="rect">
              <a:avLst/>
            </a:prstGeom>
            <a:noFill/>
            <a:ln>
              <a:noFill/>
            </a:ln>
          </p:spPr>
        </p:pic>
        <p:pic>
          <p:nvPicPr>
            <p:cNvPr id="1733" name="Google Shape;1733;p91"/>
            <p:cNvPicPr preferRelativeResize="0"/>
            <p:nvPr/>
          </p:nvPicPr>
          <p:blipFill rotWithShape="1">
            <a:blip r:embed="rId6">
              <a:alphaModFix/>
            </a:blip>
            <a:srcRect/>
            <a:stretch/>
          </p:blipFill>
          <p:spPr>
            <a:xfrm>
              <a:off x="513702" y="2762795"/>
              <a:ext cx="69291" cy="69291"/>
            </a:xfrm>
            <a:prstGeom prst="rect">
              <a:avLst/>
            </a:prstGeom>
            <a:noFill/>
            <a:ln>
              <a:noFill/>
            </a:ln>
          </p:spPr>
        </p:pic>
      </p:grpSp>
      <p:sp>
        <p:nvSpPr>
          <p:cNvPr id="1734" name="Google Shape;1734;p91"/>
          <p:cNvSpPr txBox="1"/>
          <p:nvPr/>
        </p:nvSpPr>
        <p:spPr>
          <a:xfrm>
            <a:off x="347294" y="1802801"/>
            <a:ext cx="3673475" cy="1285875"/>
          </a:xfrm>
          <a:prstGeom prst="rect">
            <a:avLst/>
          </a:prstGeom>
          <a:noFill/>
          <a:ln>
            <a:noFill/>
          </a:ln>
        </p:spPr>
        <p:txBody>
          <a:bodyPr spcFirstLastPara="1" wrap="square" lIns="0" tIns="6222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Interpretation:</a:t>
            </a:r>
            <a:endParaRPr sz="1050">
              <a:latin typeface="Arial"/>
              <a:ea typeface="Arial"/>
              <a:cs typeface="Arial"/>
              <a:sym typeface="Arial"/>
            </a:endParaRPr>
          </a:p>
          <a:p>
            <a:pPr marL="309880" marR="370840" lvl="0" indent="0" algn="l" rtl="0">
              <a:lnSpc>
                <a:spcPct val="130200"/>
              </a:lnSpc>
              <a:spcBef>
                <a:spcPts val="20"/>
              </a:spcBef>
              <a:spcAft>
                <a:spcPts val="0"/>
              </a:spcAft>
              <a:buNone/>
            </a:pPr>
            <a:r>
              <a:rPr lang="en-US" sz="1050">
                <a:latin typeface="Arial"/>
                <a:ea typeface="Arial"/>
                <a:cs typeface="Arial"/>
                <a:sym typeface="Arial"/>
              </a:rPr>
              <a:t>Diagonal (green): Correct predictions (45, 38, 44) Off-diagonal (red): Misclassifications</a:t>
            </a:r>
            <a:endParaRPr sz="1050">
              <a:latin typeface="Arial"/>
              <a:ea typeface="Arial"/>
              <a:cs typeface="Arial"/>
              <a:sym typeface="Arial"/>
            </a:endParaRPr>
          </a:p>
          <a:p>
            <a:pPr marL="309880" marR="5080" lvl="0" indent="0" algn="l" rtl="0">
              <a:lnSpc>
                <a:spcPct val="130200"/>
              </a:lnSpc>
              <a:spcBef>
                <a:spcPts val="0"/>
              </a:spcBef>
              <a:spcAft>
                <a:spcPts val="0"/>
              </a:spcAft>
              <a:buNone/>
            </a:pPr>
            <a:r>
              <a:rPr lang="en-US" sz="1050">
                <a:latin typeface="Arial"/>
                <a:ea typeface="Arial"/>
                <a:cs typeface="Arial"/>
                <a:sym typeface="Arial"/>
              </a:rPr>
              <a:t>Row sums: Total actual examples per class (50, 50, 50) Column sums: Total predicted examples per class</a:t>
            </a:r>
            <a:endParaRPr sz="1050">
              <a:latin typeface="Arial"/>
              <a:ea typeface="Arial"/>
              <a:cs typeface="Arial"/>
              <a:sym typeface="Arial"/>
            </a:endParaRPr>
          </a:p>
          <a:p>
            <a:pPr marL="12700" lvl="0" indent="0" algn="l" rtl="0">
              <a:lnSpc>
                <a:spcPct val="100000"/>
              </a:lnSpc>
              <a:spcBef>
                <a:spcPts val="250"/>
              </a:spcBef>
              <a:spcAft>
                <a:spcPts val="0"/>
              </a:spcAft>
              <a:buNone/>
            </a:pPr>
            <a:r>
              <a:rPr lang="en-US" sz="1050">
                <a:solidFill>
                  <a:srgbClr val="1B1472"/>
                </a:solidFill>
                <a:latin typeface="Arial"/>
                <a:ea typeface="Arial"/>
                <a:cs typeface="Arial"/>
                <a:sym typeface="Arial"/>
              </a:rPr>
              <a:t>Accuracy: </a:t>
            </a:r>
            <a:r>
              <a:rPr lang="en-US" sz="1200">
                <a:latin typeface="Tahoma"/>
                <a:ea typeface="Tahoma"/>
                <a:cs typeface="Tahoma"/>
                <a:sym typeface="Tahoma"/>
              </a:rPr>
              <a:t>(</a:t>
            </a:r>
            <a:r>
              <a:rPr lang="en-US" sz="1050">
                <a:latin typeface="Arial"/>
                <a:ea typeface="Arial"/>
                <a:cs typeface="Arial"/>
                <a:sym typeface="Arial"/>
              </a:rPr>
              <a:t>45 </a:t>
            </a:r>
            <a:r>
              <a:rPr lang="en-US" sz="1200">
                <a:latin typeface="Tahoma"/>
                <a:ea typeface="Tahoma"/>
                <a:cs typeface="Tahoma"/>
                <a:sym typeface="Tahoma"/>
              </a:rPr>
              <a:t>+ </a:t>
            </a:r>
            <a:r>
              <a:rPr lang="en-US" sz="1050">
                <a:latin typeface="Arial"/>
                <a:ea typeface="Arial"/>
                <a:cs typeface="Arial"/>
                <a:sym typeface="Arial"/>
              </a:rPr>
              <a:t>38 </a:t>
            </a:r>
            <a:r>
              <a:rPr lang="en-US" sz="1200">
                <a:latin typeface="Tahoma"/>
                <a:ea typeface="Tahoma"/>
                <a:cs typeface="Tahoma"/>
                <a:sym typeface="Tahoma"/>
              </a:rPr>
              <a:t>+ </a:t>
            </a:r>
            <a:r>
              <a:rPr lang="en-US" sz="1050">
                <a:latin typeface="Arial"/>
                <a:ea typeface="Arial"/>
                <a:cs typeface="Arial"/>
                <a:sym typeface="Arial"/>
              </a:rPr>
              <a:t>44</a:t>
            </a:r>
            <a:r>
              <a:rPr lang="en-US" sz="1200">
                <a:latin typeface="Tahoma"/>
                <a:ea typeface="Tahoma"/>
                <a:cs typeface="Tahoma"/>
                <a:sym typeface="Tahoma"/>
              </a:rPr>
              <a:t>)</a:t>
            </a:r>
            <a:r>
              <a:rPr lang="en-US" sz="1200" i="1">
                <a:latin typeface="Bookman Old Style"/>
                <a:ea typeface="Bookman Old Style"/>
                <a:cs typeface="Bookman Old Style"/>
                <a:sym typeface="Bookman Old Style"/>
              </a:rPr>
              <a:t>/</a:t>
            </a:r>
            <a:r>
              <a:rPr lang="en-US" sz="1050">
                <a:latin typeface="Arial"/>
                <a:ea typeface="Arial"/>
                <a:cs typeface="Arial"/>
                <a:sym typeface="Arial"/>
              </a:rPr>
              <a:t>150 </a:t>
            </a:r>
            <a:r>
              <a:rPr lang="en-US" sz="1200">
                <a:latin typeface="Tahoma"/>
                <a:ea typeface="Tahoma"/>
                <a:cs typeface="Tahoma"/>
                <a:sym typeface="Tahoma"/>
              </a:rPr>
              <a:t>= </a:t>
            </a:r>
            <a:r>
              <a:rPr lang="en-US" sz="1050">
                <a:latin typeface="Arial"/>
                <a:ea typeface="Arial"/>
                <a:cs typeface="Arial"/>
                <a:sym typeface="Arial"/>
              </a:rPr>
              <a:t>0</a:t>
            </a:r>
            <a:r>
              <a:rPr lang="en-US" sz="1200" i="1">
                <a:latin typeface="Bookman Old Style"/>
                <a:ea typeface="Bookman Old Style"/>
                <a:cs typeface="Bookman Old Style"/>
                <a:sym typeface="Bookman Old Style"/>
              </a:rPr>
              <a:t>.</a:t>
            </a:r>
            <a:r>
              <a:rPr lang="en-US" sz="1050">
                <a:latin typeface="Arial"/>
                <a:ea typeface="Arial"/>
                <a:cs typeface="Arial"/>
                <a:sym typeface="Arial"/>
              </a:rPr>
              <a:t>847 or 84.7%</a:t>
            </a:r>
            <a:endParaRPr sz="1050">
              <a:latin typeface="Arial"/>
              <a:ea typeface="Arial"/>
              <a:cs typeface="Arial"/>
              <a:sym typeface="Arial"/>
            </a:endParaRPr>
          </a:p>
        </p:txBody>
      </p:sp>
      <p:grpSp>
        <p:nvGrpSpPr>
          <p:cNvPr id="1735" name="Google Shape;1735;p91"/>
          <p:cNvGrpSpPr/>
          <p:nvPr/>
        </p:nvGrpSpPr>
        <p:grpSpPr>
          <a:xfrm>
            <a:off x="0" y="3141936"/>
            <a:ext cx="5760262" cy="92075"/>
            <a:chOff x="0" y="3141936"/>
            <a:chExt cx="5760262" cy="92075"/>
          </a:xfrm>
        </p:grpSpPr>
        <p:sp>
          <p:nvSpPr>
            <p:cNvPr id="1736" name="Google Shape;1736;p91"/>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37" name="Google Shape;1737;p91"/>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38" name="Google Shape;1738;p91"/>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739" name="Google Shape;1739;p9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740" name="Google Shape;1740;p9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7"/>
              </a:rPr>
              <a:t>D</a:t>
            </a:r>
            <a:r>
              <a:rPr lang="en-US" sz="600" u="sng" cap="small">
                <a:solidFill>
                  <a:schemeClr val="hlink"/>
                </a:solidFill>
                <a:latin typeface="Bookman Old Style"/>
                <a:ea typeface="Bookman Old Style"/>
                <a:cs typeface="Bookman Old Style"/>
                <a:sym typeface="Bookman Old Style"/>
                <a:hlinkClick r:id="rId7"/>
              </a:rPr>
              <a:t>eep</a:t>
            </a:r>
            <a:r>
              <a:rPr lang="en-US" sz="600" u="sng">
                <a:solidFill>
                  <a:schemeClr val="hlink"/>
                </a:solidFill>
                <a:latin typeface="Bookman Old Style"/>
                <a:ea typeface="Bookman Old Style"/>
                <a:cs typeface="Bookman Old Style"/>
                <a:sym typeface="Bookman Old Style"/>
                <a:hlinkClick r:id="rId7"/>
              </a:rPr>
              <a:t> L</a:t>
            </a:r>
            <a:r>
              <a:rPr lang="en-US" sz="600" u="sng" cap="small">
                <a:solidFill>
                  <a:schemeClr val="hlink"/>
                </a:solidFill>
                <a:latin typeface="Bookman Old Style"/>
                <a:ea typeface="Bookman Old Style"/>
                <a:cs typeface="Bookman Old Style"/>
                <a:sym typeface="Bookman Old Style"/>
                <a:hlinkClick r:id="rId7"/>
              </a:rPr>
              <a:t>earning</a:t>
            </a:r>
            <a:endParaRPr sz="600">
              <a:latin typeface="Bookman Old Style"/>
              <a:ea typeface="Bookman Old Style"/>
              <a:cs typeface="Bookman Old Style"/>
              <a:sym typeface="Bookman Old Style"/>
            </a:endParaRPr>
          </a:p>
        </p:txBody>
      </p:sp>
      <p:sp>
        <p:nvSpPr>
          <p:cNvPr id="1741" name="Google Shape;1741;p91"/>
          <p:cNvSpPr txBox="1">
            <a:spLocks noGrp="1"/>
          </p:cNvSpPr>
          <p:nvPr>
            <p:ph type="sldNum" idx="12"/>
          </p:nvPr>
        </p:nvSpPr>
        <p:spPr>
          <a:xfrm>
            <a:off x="4627903" y="3137675"/>
            <a:ext cx="59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85</a:t>
            </a:fld>
            <a:r>
              <a:rPr lang="en-US"/>
              <a:t> / 100</a:t>
            </a:r>
            <a:endParaRPr/>
          </a:p>
        </p:txBody>
      </p:sp>
    </p:spTree>
  </p:cSld>
  <p:clrMapOvr>
    <a:masterClrMapping/>
  </p:clrMapOvr>
  <p:transition>
    <p:fade thruBlk="1"/>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745"/>
        <p:cNvGrpSpPr/>
        <p:nvPr/>
      </p:nvGrpSpPr>
      <p:grpSpPr>
        <a:xfrm>
          <a:off x="0" y="0"/>
          <a:ext cx="0" cy="0"/>
          <a:chOff x="0" y="0"/>
          <a:chExt cx="0" cy="0"/>
        </a:xfrm>
      </p:grpSpPr>
      <p:sp>
        <p:nvSpPr>
          <p:cNvPr id="1746" name="Google Shape;1746;p92"/>
          <p:cNvSpPr txBox="1">
            <a:spLocks noGrp="1"/>
          </p:cNvSpPr>
          <p:nvPr>
            <p:ph type="title"/>
          </p:nvPr>
        </p:nvSpPr>
        <p:spPr>
          <a:xfrm>
            <a:off x="95300" y="109545"/>
            <a:ext cx="207772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P</a:t>
            </a:r>
            <a:r>
              <a:rPr lang="en-US" cap="small">
                <a:solidFill>
                  <a:srgbClr val="FFFFFF"/>
                </a:solidFill>
              </a:rPr>
              <a:t>er</a:t>
            </a:r>
            <a:r>
              <a:rPr lang="en-US">
                <a:solidFill>
                  <a:srgbClr val="FFFFFF"/>
                </a:solidFill>
              </a:rPr>
              <a:t>-</a:t>
            </a:r>
            <a:r>
              <a:rPr lang="en-US" cap="small">
                <a:solidFill>
                  <a:srgbClr val="FFFFFF"/>
                </a:solidFill>
              </a:rPr>
              <a:t>class</a:t>
            </a:r>
            <a:r>
              <a:rPr lang="en-US">
                <a:solidFill>
                  <a:srgbClr val="FFFFFF"/>
                </a:solidFill>
              </a:rPr>
              <a:t> M</a:t>
            </a:r>
            <a:r>
              <a:rPr lang="en-US" cap="small">
                <a:solidFill>
                  <a:srgbClr val="FFFFFF"/>
                </a:solidFill>
              </a:rPr>
              <a:t>etrics</a:t>
            </a:r>
            <a:endParaRPr/>
          </a:p>
        </p:txBody>
      </p:sp>
      <p:sp>
        <p:nvSpPr>
          <p:cNvPr id="1747" name="Google Shape;1747;p92"/>
          <p:cNvSpPr txBox="1"/>
          <p:nvPr/>
        </p:nvSpPr>
        <p:spPr>
          <a:xfrm>
            <a:off x="347294" y="379042"/>
            <a:ext cx="4728845" cy="536575"/>
          </a:xfrm>
          <a:prstGeom prst="rect">
            <a:avLst/>
          </a:prstGeom>
          <a:noFill/>
          <a:ln>
            <a:noFill/>
          </a:ln>
        </p:spPr>
        <p:txBody>
          <a:bodyPr spcFirstLastPara="1" wrap="square" lIns="0" tIns="107300"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For each class </a:t>
            </a:r>
            <a:r>
              <a:rPr lang="en-US" sz="1050" i="1">
                <a:solidFill>
                  <a:srgbClr val="1B1472"/>
                </a:solidFill>
                <a:latin typeface="Arial"/>
                <a:ea typeface="Arial"/>
                <a:cs typeface="Arial"/>
                <a:sym typeface="Arial"/>
              </a:rPr>
              <a:t>k </a:t>
            </a:r>
            <a:r>
              <a:rPr lang="en-US" sz="1050">
                <a:solidFill>
                  <a:srgbClr val="1B1472"/>
                </a:solidFill>
                <a:latin typeface="Arial"/>
                <a:ea typeface="Arial"/>
                <a:cs typeface="Arial"/>
                <a:sym typeface="Arial"/>
              </a:rPr>
              <a:t>, compute:</a:t>
            </a:r>
            <a:endParaRPr sz="1050">
              <a:latin typeface="Arial"/>
              <a:ea typeface="Arial"/>
              <a:cs typeface="Arial"/>
              <a:sym typeface="Arial"/>
            </a:endParaRPr>
          </a:p>
          <a:p>
            <a:pPr marL="12700" lvl="0" indent="0" algn="l" rtl="0">
              <a:lnSpc>
                <a:spcPct val="100000"/>
              </a:lnSpc>
              <a:spcBef>
                <a:spcPts val="750"/>
              </a:spcBef>
              <a:spcAft>
                <a:spcPts val="0"/>
              </a:spcAft>
              <a:buNone/>
            </a:pPr>
            <a:r>
              <a:rPr lang="en-US" sz="1050">
                <a:solidFill>
                  <a:srgbClr val="1B1472"/>
                </a:solidFill>
                <a:latin typeface="Arial"/>
                <a:ea typeface="Arial"/>
                <a:cs typeface="Arial"/>
                <a:sym typeface="Arial"/>
              </a:rPr>
              <a:t>Precision for class </a:t>
            </a:r>
            <a:r>
              <a:rPr lang="en-US" sz="1050" i="1">
                <a:solidFill>
                  <a:srgbClr val="1B1472"/>
                </a:solidFill>
                <a:latin typeface="Arial"/>
                <a:ea typeface="Arial"/>
                <a:cs typeface="Arial"/>
                <a:sym typeface="Arial"/>
              </a:rPr>
              <a:t>k </a:t>
            </a:r>
            <a:r>
              <a:rPr lang="en-US" sz="1050">
                <a:solidFill>
                  <a:srgbClr val="1B1472"/>
                </a:solidFill>
                <a:latin typeface="Arial"/>
                <a:ea typeface="Arial"/>
                <a:cs typeface="Arial"/>
                <a:sym typeface="Arial"/>
              </a:rPr>
              <a:t>: </a:t>
            </a:r>
            <a:r>
              <a:rPr lang="en-US" sz="1050">
                <a:latin typeface="Arial"/>
                <a:ea typeface="Arial"/>
                <a:cs typeface="Arial"/>
                <a:sym typeface="Arial"/>
              </a:rPr>
              <a:t>Of all predictions for class </a:t>
            </a:r>
            <a:r>
              <a:rPr lang="en-US" sz="1050" i="1">
                <a:latin typeface="Arial"/>
                <a:ea typeface="Arial"/>
                <a:cs typeface="Arial"/>
                <a:sym typeface="Arial"/>
              </a:rPr>
              <a:t>k </a:t>
            </a:r>
            <a:r>
              <a:rPr lang="en-US" sz="1050">
                <a:latin typeface="Arial"/>
                <a:ea typeface="Arial"/>
                <a:cs typeface="Arial"/>
                <a:sym typeface="Arial"/>
              </a:rPr>
              <a:t>, what fraction were correct?</a:t>
            </a:r>
            <a:endParaRPr sz="1050">
              <a:latin typeface="Arial"/>
              <a:ea typeface="Arial"/>
              <a:cs typeface="Arial"/>
              <a:sym typeface="Arial"/>
            </a:endParaRPr>
          </a:p>
        </p:txBody>
      </p:sp>
      <p:sp>
        <p:nvSpPr>
          <p:cNvPr id="1748" name="Google Shape;1748;p92"/>
          <p:cNvSpPr txBox="1"/>
          <p:nvPr/>
        </p:nvSpPr>
        <p:spPr>
          <a:xfrm>
            <a:off x="2088121" y="1015535"/>
            <a:ext cx="1569085" cy="295275"/>
          </a:xfrm>
          <a:prstGeom prst="rect">
            <a:avLst/>
          </a:prstGeom>
          <a:noFill/>
          <a:ln>
            <a:noFill/>
          </a:ln>
        </p:spPr>
        <p:txBody>
          <a:bodyPr spcFirstLastPara="1" wrap="square" lIns="0" tIns="15875" rIns="0" bIns="0" anchor="t" anchorCtr="0">
            <a:spAutoFit/>
          </a:bodyPr>
          <a:lstStyle/>
          <a:p>
            <a:pPr marL="875664" lvl="0" indent="0" algn="l" rtl="0">
              <a:lnSpc>
                <a:spcPct val="91428"/>
              </a:lnSpc>
              <a:spcBef>
                <a:spcPts val="0"/>
              </a:spcBef>
              <a:spcAft>
                <a:spcPts val="0"/>
              </a:spcAft>
              <a:buNone/>
            </a:pPr>
            <a:r>
              <a:rPr lang="en-US" sz="1050" u="sng">
                <a:latin typeface="Arial"/>
                <a:ea typeface="Arial"/>
                <a:cs typeface="Arial"/>
                <a:sym typeface="Arial"/>
              </a:rPr>
              <a:t>	TP</a:t>
            </a:r>
            <a:r>
              <a:rPr lang="en-US" sz="1050" i="1" u="sng" baseline="-25000">
                <a:latin typeface="Arial"/>
                <a:ea typeface="Arial"/>
                <a:cs typeface="Arial"/>
                <a:sym typeface="Arial"/>
              </a:rPr>
              <a:t>k	</a:t>
            </a:r>
            <a:endParaRPr sz="1050" baseline="-25000">
              <a:latin typeface="Arial"/>
              <a:ea typeface="Arial"/>
              <a:cs typeface="Arial"/>
              <a:sym typeface="Arial"/>
            </a:endParaRPr>
          </a:p>
          <a:p>
            <a:pPr marL="38100" lvl="0" indent="0" algn="l" rtl="0">
              <a:lnSpc>
                <a:spcPct val="95000"/>
              </a:lnSpc>
              <a:spcBef>
                <a:spcPts val="0"/>
              </a:spcBef>
              <a:spcAft>
                <a:spcPts val="0"/>
              </a:spcAft>
              <a:buNone/>
            </a:pPr>
            <a:r>
              <a:rPr lang="en-US" sz="1050">
                <a:latin typeface="Arial"/>
                <a:ea typeface="Arial"/>
                <a:cs typeface="Arial"/>
                <a:sym typeface="Arial"/>
              </a:rPr>
              <a:t>Precision</a:t>
            </a:r>
            <a:r>
              <a:rPr lang="en-US" sz="1050" i="1" baseline="-25000">
                <a:latin typeface="Arial"/>
                <a:ea typeface="Arial"/>
                <a:cs typeface="Arial"/>
                <a:sym typeface="Arial"/>
              </a:rPr>
              <a:t>k </a:t>
            </a:r>
            <a:r>
              <a:rPr lang="en-US" sz="1200">
                <a:latin typeface="Tahoma"/>
                <a:ea typeface="Tahoma"/>
                <a:cs typeface="Tahoma"/>
                <a:sym typeface="Tahoma"/>
              </a:rPr>
              <a:t>=</a:t>
            </a:r>
            <a:endParaRPr sz="1200">
              <a:latin typeface="Tahoma"/>
              <a:ea typeface="Tahoma"/>
              <a:cs typeface="Tahoma"/>
              <a:sym typeface="Tahoma"/>
            </a:endParaRPr>
          </a:p>
        </p:txBody>
      </p:sp>
      <p:sp>
        <p:nvSpPr>
          <p:cNvPr id="1749" name="Google Shape;1749;p92"/>
          <p:cNvSpPr txBox="1"/>
          <p:nvPr/>
        </p:nvSpPr>
        <p:spPr>
          <a:xfrm>
            <a:off x="5144350" y="1118252"/>
            <a:ext cx="2686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(32)</a:t>
            </a:r>
            <a:endParaRPr sz="1050">
              <a:latin typeface="Arial"/>
              <a:ea typeface="Arial"/>
              <a:cs typeface="Arial"/>
              <a:sym typeface="Arial"/>
            </a:endParaRPr>
          </a:p>
        </p:txBody>
      </p:sp>
      <p:sp>
        <p:nvSpPr>
          <p:cNvPr id="1750" name="Google Shape;1750;p92"/>
          <p:cNvSpPr txBox="1"/>
          <p:nvPr/>
        </p:nvSpPr>
        <p:spPr>
          <a:xfrm>
            <a:off x="321894" y="1207208"/>
            <a:ext cx="4838700" cy="490855"/>
          </a:xfrm>
          <a:prstGeom prst="rect">
            <a:avLst/>
          </a:prstGeom>
          <a:noFill/>
          <a:ln>
            <a:noFill/>
          </a:ln>
        </p:spPr>
        <p:txBody>
          <a:bodyPr spcFirstLastPara="1" wrap="square" lIns="0" tIns="12050" rIns="0" bIns="0" anchor="t" anchorCtr="0">
            <a:spAutoFit/>
          </a:bodyPr>
          <a:lstStyle/>
          <a:p>
            <a:pPr marL="2642235" lvl="0" indent="0" algn="l" rtl="0">
              <a:lnSpc>
                <a:spcPct val="100000"/>
              </a:lnSpc>
              <a:spcBef>
                <a:spcPts val="0"/>
              </a:spcBef>
              <a:spcAft>
                <a:spcPts val="0"/>
              </a:spcAft>
              <a:buNone/>
            </a:pPr>
            <a:r>
              <a:rPr lang="en-US" sz="1050">
                <a:latin typeface="Arial"/>
                <a:ea typeface="Arial"/>
                <a:cs typeface="Arial"/>
                <a:sym typeface="Arial"/>
              </a:rPr>
              <a:t>TP</a:t>
            </a:r>
            <a:r>
              <a:rPr lang="en-US" sz="1050" i="1" baseline="-25000">
                <a:latin typeface="Arial"/>
                <a:ea typeface="Arial"/>
                <a:cs typeface="Arial"/>
                <a:sym typeface="Arial"/>
              </a:rPr>
              <a:t>k </a:t>
            </a:r>
            <a:r>
              <a:rPr lang="en-US" sz="1200">
                <a:latin typeface="Tahoma"/>
                <a:ea typeface="Tahoma"/>
                <a:cs typeface="Tahoma"/>
                <a:sym typeface="Tahoma"/>
              </a:rPr>
              <a:t>+ </a:t>
            </a:r>
            <a:r>
              <a:rPr lang="en-US" sz="1050">
                <a:latin typeface="Arial"/>
                <a:ea typeface="Arial"/>
                <a:cs typeface="Arial"/>
                <a:sym typeface="Arial"/>
              </a:rPr>
              <a:t>FP</a:t>
            </a:r>
            <a:r>
              <a:rPr lang="en-US" sz="1050" i="1" baseline="-25000">
                <a:latin typeface="Arial"/>
                <a:ea typeface="Arial"/>
                <a:cs typeface="Arial"/>
                <a:sym typeface="Arial"/>
              </a:rPr>
              <a:t>k</a:t>
            </a:r>
            <a:endParaRPr sz="1050" baseline="-25000">
              <a:latin typeface="Arial"/>
              <a:ea typeface="Arial"/>
              <a:cs typeface="Arial"/>
              <a:sym typeface="Arial"/>
            </a:endParaRPr>
          </a:p>
          <a:p>
            <a:pPr marL="38100" lvl="0" indent="0" algn="l" rtl="0">
              <a:lnSpc>
                <a:spcPct val="100000"/>
              </a:lnSpc>
              <a:spcBef>
                <a:spcPts val="960"/>
              </a:spcBef>
              <a:spcAft>
                <a:spcPts val="0"/>
              </a:spcAft>
              <a:buNone/>
            </a:pPr>
            <a:r>
              <a:rPr lang="en-US" sz="1050">
                <a:solidFill>
                  <a:srgbClr val="1B1472"/>
                </a:solidFill>
                <a:latin typeface="Arial"/>
                <a:ea typeface="Arial"/>
                <a:cs typeface="Arial"/>
                <a:sym typeface="Arial"/>
              </a:rPr>
              <a:t>Recall for class </a:t>
            </a:r>
            <a:r>
              <a:rPr lang="en-US" sz="1050" i="1">
                <a:solidFill>
                  <a:srgbClr val="1B1472"/>
                </a:solidFill>
                <a:latin typeface="Arial"/>
                <a:ea typeface="Arial"/>
                <a:cs typeface="Arial"/>
                <a:sym typeface="Arial"/>
              </a:rPr>
              <a:t>k </a:t>
            </a:r>
            <a:r>
              <a:rPr lang="en-US" sz="1050">
                <a:solidFill>
                  <a:srgbClr val="1B1472"/>
                </a:solidFill>
                <a:latin typeface="Arial"/>
                <a:ea typeface="Arial"/>
                <a:cs typeface="Arial"/>
                <a:sym typeface="Arial"/>
              </a:rPr>
              <a:t>: </a:t>
            </a:r>
            <a:r>
              <a:rPr lang="en-US" sz="1050">
                <a:latin typeface="Arial"/>
                <a:ea typeface="Arial"/>
                <a:cs typeface="Arial"/>
                <a:sym typeface="Arial"/>
              </a:rPr>
              <a:t>Of all actual class </a:t>
            </a:r>
            <a:r>
              <a:rPr lang="en-US" sz="1050" i="1">
                <a:latin typeface="Arial"/>
                <a:ea typeface="Arial"/>
                <a:cs typeface="Arial"/>
                <a:sym typeface="Arial"/>
              </a:rPr>
              <a:t>k </a:t>
            </a:r>
            <a:r>
              <a:rPr lang="en-US" sz="1050">
                <a:latin typeface="Arial"/>
                <a:ea typeface="Arial"/>
                <a:cs typeface="Arial"/>
                <a:sym typeface="Arial"/>
              </a:rPr>
              <a:t>examples, what fraction did we identify?</a:t>
            </a:r>
            <a:endParaRPr sz="1050">
              <a:latin typeface="Arial"/>
              <a:ea typeface="Arial"/>
              <a:cs typeface="Arial"/>
              <a:sym typeface="Arial"/>
            </a:endParaRPr>
          </a:p>
        </p:txBody>
      </p:sp>
      <p:sp>
        <p:nvSpPr>
          <p:cNvPr id="1751" name="Google Shape;1751;p92"/>
          <p:cNvSpPr txBox="1"/>
          <p:nvPr/>
        </p:nvSpPr>
        <p:spPr>
          <a:xfrm>
            <a:off x="2175510" y="1798502"/>
            <a:ext cx="1393825" cy="295275"/>
          </a:xfrm>
          <a:prstGeom prst="rect">
            <a:avLst/>
          </a:prstGeom>
          <a:noFill/>
          <a:ln>
            <a:noFill/>
          </a:ln>
        </p:spPr>
        <p:txBody>
          <a:bodyPr spcFirstLastPara="1" wrap="square" lIns="0" tIns="15875" rIns="0" bIns="0" anchor="t" anchorCtr="0">
            <a:spAutoFit/>
          </a:bodyPr>
          <a:lstStyle/>
          <a:p>
            <a:pPr marL="693420" lvl="0" indent="0" algn="l" rtl="0">
              <a:lnSpc>
                <a:spcPct val="91428"/>
              </a:lnSpc>
              <a:spcBef>
                <a:spcPts val="0"/>
              </a:spcBef>
              <a:spcAft>
                <a:spcPts val="0"/>
              </a:spcAft>
              <a:buNone/>
            </a:pPr>
            <a:r>
              <a:rPr lang="en-US" sz="1050" u="sng">
                <a:latin typeface="Arial"/>
                <a:ea typeface="Arial"/>
                <a:cs typeface="Arial"/>
                <a:sym typeface="Arial"/>
              </a:rPr>
              <a:t>	TP</a:t>
            </a:r>
            <a:r>
              <a:rPr lang="en-US" sz="1050" i="1" u="sng" baseline="-25000">
                <a:latin typeface="Arial"/>
                <a:ea typeface="Arial"/>
                <a:cs typeface="Arial"/>
                <a:sym typeface="Arial"/>
              </a:rPr>
              <a:t>k	</a:t>
            </a:r>
            <a:endParaRPr sz="1050" baseline="-25000">
              <a:latin typeface="Arial"/>
              <a:ea typeface="Arial"/>
              <a:cs typeface="Arial"/>
              <a:sym typeface="Arial"/>
            </a:endParaRPr>
          </a:p>
          <a:p>
            <a:pPr marL="38100" lvl="0" indent="0" algn="l" rtl="0">
              <a:lnSpc>
                <a:spcPct val="95000"/>
              </a:lnSpc>
              <a:spcBef>
                <a:spcPts val="0"/>
              </a:spcBef>
              <a:spcAft>
                <a:spcPts val="0"/>
              </a:spcAft>
              <a:buNone/>
            </a:pPr>
            <a:r>
              <a:rPr lang="en-US" sz="1050">
                <a:latin typeface="Arial"/>
                <a:ea typeface="Arial"/>
                <a:cs typeface="Arial"/>
                <a:sym typeface="Arial"/>
              </a:rPr>
              <a:t>Recall</a:t>
            </a:r>
            <a:r>
              <a:rPr lang="en-US" sz="1050" i="1" baseline="-25000">
                <a:latin typeface="Arial"/>
                <a:ea typeface="Arial"/>
                <a:cs typeface="Arial"/>
                <a:sym typeface="Arial"/>
              </a:rPr>
              <a:t>k </a:t>
            </a:r>
            <a:r>
              <a:rPr lang="en-US" sz="1200">
                <a:latin typeface="Tahoma"/>
                <a:ea typeface="Tahoma"/>
                <a:cs typeface="Tahoma"/>
                <a:sym typeface="Tahoma"/>
              </a:rPr>
              <a:t>=</a:t>
            </a:r>
            <a:endParaRPr sz="1200">
              <a:latin typeface="Tahoma"/>
              <a:ea typeface="Tahoma"/>
              <a:cs typeface="Tahoma"/>
              <a:sym typeface="Tahoma"/>
            </a:endParaRPr>
          </a:p>
        </p:txBody>
      </p:sp>
      <p:sp>
        <p:nvSpPr>
          <p:cNvPr id="1752" name="Google Shape;1752;p92"/>
          <p:cNvSpPr txBox="1"/>
          <p:nvPr/>
        </p:nvSpPr>
        <p:spPr>
          <a:xfrm>
            <a:off x="2831249" y="1990188"/>
            <a:ext cx="722630" cy="207645"/>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a:latin typeface="Arial"/>
                <a:ea typeface="Arial"/>
                <a:cs typeface="Arial"/>
                <a:sym typeface="Arial"/>
              </a:rPr>
              <a:t>TP</a:t>
            </a:r>
            <a:r>
              <a:rPr lang="en-US" sz="1050" i="1" baseline="-25000">
                <a:latin typeface="Arial"/>
                <a:ea typeface="Arial"/>
                <a:cs typeface="Arial"/>
                <a:sym typeface="Arial"/>
              </a:rPr>
              <a:t>k </a:t>
            </a:r>
            <a:r>
              <a:rPr lang="en-US" sz="1200">
                <a:latin typeface="Tahoma"/>
                <a:ea typeface="Tahoma"/>
                <a:cs typeface="Tahoma"/>
                <a:sym typeface="Tahoma"/>
              </a:rPr>
              <a:t>+ </a:t>
            </a:r>
            <a:r>
              <a:rPr lang="en-US" sz="1050">
                <a:latin typeface="Arial"/>
                <a:ea typeface="Arial"/>
                <a:cs typeface="Arial"/>
                <a:sym typeface="Arial"/>
              </a:rPr>
              <a:t>FN</a:t>
            </a:r>
            <a:r>
              <a:rPr lang="en-US" sz="1050" i="1" baseline="-25000">
                <a:latin typeface="Arial"/>
                <a:ea typeface="Arial"/>
                <a:cs typeface="Arial"/>
                <a:sym typeface="Arial"/>
              </a:rPr>
              <a:t>k</a:t>
            </a:r>
            <a:endParaRPr sz="1050" baseline="-25000">
              <a:latin typeface="Arial"/>
              <a:ea typeface="Arial"/>
              <a:cs typeface="Arial"/>
              <a:sym typeface="Arial"/>
            </a:endParaRPr>
          </a:p>
        </p:txBody>
      </p:sp>
      <p:sp>
        <p:nvSpPr>
          <p:cNvPr id="1753" name="Google Shape;1753;p92"/>
          <p:cNvSpPr txBox="1"/>
          <p:nvPr/>
        </p:nvSpPr>
        <p:spPr>
          <a:xfrm>
            <a:off x="5144350" y="1901220"/>
            <a:ext cx="2686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(33)</a:t>
            </a:r>
            <a:endParaRPr sz="1050">
              <a:latin typeface="Arial"/>
              <a:ea typeface="Arial"/>
              <a:cs typeface="Arial"/>
              <a:sym typeface="Arial"/>
            </a:endParaRPr>
          </a:p>
        </p:txBody>
      </p:sp>
      <p:sp>
        <p:nvSpPr>
          <p:cNvPr id="1754" name="Google Shape;1754;p92"/>
          <p:cNvSpPr txBox="1"/>
          <p:nvPr/>
        </p:nvSpPr>
        <p:spPr>
          <a:xfrm>
            <a:off x="347294" y="2291186"/>
            <a:ext cx="128079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F1 Score for class </a:t>
            </a:r>
            <a:r>
              <a:rPr lang="en-US" sz="1050" i="1">
                <a:solidFill>
                  <a:srgbClr val="1B1472"/>
                </a:solidFill>
                <a:latin typeface="Arial"/>
                <a:ea typeface="Arial"/>
                <a:cs typeface="Arial"/>
                <a:sym typeface="Arial"/>
              </a:rPr>
              <a:t>k </a:t>
            </a:r>
            <a:r>
              <a:rPr lang="en-US" sz="1050">
                <a:solidFill>
                  <a:srgbClr val="1B1472"/>
                </a:solidFill>
                <a:latin typeface="Arial"/>
                <a:ea typeface="Arial"/>
                <a:cs typeface="Arial"/>
                <a:sym typeface="Arial"/>
              </a:rPr>
              <a:t>:</a:t>
            </a:r>
            <a:endParaRPr sz="1050">
              <a:latin typeface="Arial"/>
              <a:ea typeface="Arial"/>
              <a:cs typeface="Arial"/>
              <a:sym typeface="Arial"/>
            </a:endParaRPr>
          </a:p>
        </p:txBody>
      </p:sp>
      <p:sp>
        <p:nvSpPr>
          <p:cNvPr id="1755" name="Google Shape;1755;p92"/>
          <p:cNvSpPr txBox="1"/>
          <p:nvPr/>
        </p:nvSpPr>
        <p:spPr>
          <a:xfrm>
            <a:off x="1916036" y="2657213"/>
            <a:ext cx="20256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F </a:t>
            </a:r>
            <a:r>
              <a:rPr lang="en-US" sz="1050">
                <a:latin typeface="Arial"/>
                <a:ea typeface="Arial"/>
                <a:cs typeface="Arial"/>
                <a:sym typeface="Arial"/>
              </a:rPr>
              <a:t>1</a:t>
            </a:r>
            <a:endParaRPr sz="1050">
              <a:latin typeface="Arial"/>
              <a:ea typeface="Arial"/>
              <a:cs typeface="Arial"/>
              <a:sym typeface="Arial"/>
            </a:endParaRPr>
          </a:p>
        </p:txBody>
      </p:sp>
      <p:sp>
        <p:nvSpPr>
          <p:cNvPr id="1756" name="Google Shape;1756;p92"/>
          <p:cNvSpPr txBox="1"/>
          <p:nvPr/>
        </p:nvSpPr>
        <p:spPr>
          <a:xfrm>
            <a:off x="2092579" y="2725533"/>
            <a:ext cx="7112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i="1">
                <a:latin typeface="Arial"/>
                <a:ea typeface="Arial"/>
                <a:cs typeface="Arial"/>
                <a:sym typeface="Arial"/>
              </a:rPr>
              <a:t>k</a:t>
            </a:r>
            <a:endParaRPr sz="700">
              <a:latin typeface="Arial"/>
              <a:ea typeface="Arial"/>
              <a:cs typeface="Arial"/>
              <a:sym typeface="Arial"/>
            </a:endParaRPr>
          </a:p>
        </p:txBody>
      </p:sp>
      <p:sp>
        <p:nvSpPr>
          <p:cNvPr id="1757" name="Google Shape;1757;p92"/>
          <p:cNvSpPr txBox="1"/>
          <p:nvPr/>
        </p:nvSpPr>
        <p:spPr>
          <a:xfrm>
            <a:off x="2170341" y="2539311"/>
            <a:ext cx="1668780" cy="207645"/>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800" baseline="-25000">
                <a:latin typeface="Tahoma"/>
                <a:ea typeface="Tahoma"/>
                <a:cs typeface="Tahoma"/>
                <a:sym typeface="Tahoma"/>
              </a:rPr>
              <a:t>= </a:t>
            </a:r>
            <a:r>
              <a:rPr lang="en-US" sz="1575" baseline="-25000">
                <a:latin typeface="Arial"/>
                <a:ea typeface="Arial"/>
                <a:cs typeface="Arial"/>
                <a:sym typeface="Arial"/>
              </a:rPr>
              <a:t>2 </a:t>
            </a:r>
            <a:r>
              <a:rPr lang="en-US" sz="1800" baseline="-25000">
                <a:latin typeface="Lucida Sans"/>
                <a:ea typeface="Lucida Sans"/>
                <a:cs typeface="Lucida Sans"/>
                <a:sym typeface="Lucida Sans"/>
              </a:rPr>
              <a:t>· </a:t>
            </a:r>
            <a:r>
              <a:rPr lang="en-US" sz="1050" u="sng">
                <a:latin typeface="Arial"/>
                <a:ea typeface="Arial"/>
                <a:cs typeface="Arial"/>
                <a:sym typeface="Arial"/>
              </a:rPr>
              <a:t>Precision</a:t>
            </a:r>
            <a:r>
              <a:rPr lang="en-US" sz="1050" i="1" u="sng" baseline="-25000">
                <a:latin typeface="Arial"/>
                <a:ea typeface="Arial"/>
                <a:cs typeface="Arial"/>
                <a:sym typeface="Arial"/>
              </a:rPr>
              <a:t>k </a:t>
            </a:r>
            <a:r>
              <a:rPr lang="en-US" sz="1200" u="sng">
                <a:latin typeface="Lucida Sans"/>
                <a:ea typeface="Lucida Sans"/>
                <a:cs typeface="Lucida Sans"/>
                <a:sym typeface="Lucida Sans"/>
              </a:rPr>
              <a:t>× </a:t>
            </a:r>
            <a:r>
              <a:rPr lang="en-US" sz="1050" u="sng">
                <a:latin typeface="Arial"/>
                <a:ea typeface="Arial"/>
                <a:cs typeface="Arial"/>
                <a:sym typeface="Arial"/>
              </a:rPr>
              <a:t>Recall</a:t>
            </a:r>
            <a:r>
              <a:rPr lang="en-US" sz="1050" i="1" u="sng" baseline="-25000">
                <a:latin typeface="Arial"/>
                <a:ea typeface="Arial"/>
                <a:cs typeface="Arial"/>
                <a:sym typeface="Arial"/>
              </a:rPr>
              <a:t>k</a:t>
            </a:r>
            <a:endParaRPr sz="1050" baseline="-25000">
              <a:latin typeface="Arial"/>
              <a:ea typeface="Arial"/>
              <a:cs typeface="Arial"/>
              <a:sym typeface="Arial"/>
            </a:endParaRPr>
          </a:p>
        </p:txBody>
      </p:sp>
      <p:sp>
        <p:nvSpPr>
          <p:cNvPr id="1758" name="Google Shape;1758;p92"/>
          <p:cNvSpPr txBox="1"/>
          <p:nvPr/>
        </p:nvSpPr>
        <p:spPr>
          <a:xfrm>
            <a:off x="2530182" y="2746169"/>
            <a:ext cx="1307465" cy="207645"/>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a:latin typeface="Arial"/>
                <a:ea typeface="Arial"/>
                <a:cs typeface="Arial"/>
                <a:sym typeface="Arial"/>
              </a:rPr>
              <a:t>Precision</a:t>
            </a:r>
            <a:r>
              <a:rPr lang="en-US" sz="1050" i="1" baseline="-25000">
                <a:latin typeface="Arial"/>
                <a:ea typeface="Arial"/>
                <a:cs typeface="Arial"/>
                <a:sym typeface="Arial"/>
              </a:rPr>
              <a:t>k </a:t>
            </a:r>
            <a:r>
              <a:rPr lang="en-US" sz="1200">
                <a:latin typeface="Tahoma"/>
                <a:ea typeface="Tahoma"/>
                <a:cs typeface="Tahoma"/>
                <a:sym typeface="Tahoma"/>
              </a:rPr>
              <a:t>+ </a:t>
            </a:r>
            <a:r>
              <a:rPr lang="en-US" sz="1050">
                <a:latin typeface="Arial"/>
                <a:ea typeface="Arial"/>
                <a:cs typeface="Arial"/>
                <a:sym typeface="Arial"/>
              </a:rPr>
              <a:t>Recall</a:t>
            </a:r>
            <a:r>
              <a:rPr lang="en-US" sz="1050" i="1" baseline="-25000">
                <a:latin typeface="Arial"/>
                <a:ea typeface="Arial"/>
                <a:cs typeface="Arial"/>
                <a:sym typeface="Arial"/>
              </a:rPr>
              <a:t>k</a:t>
            </a:r>
            <a:endParaRPr sz="1050" baseline="-25000">
              <a:latin typeface="Arial"/>
              <a:ea typeface="Arial"/>
              <a:cs typeface="Arial"/>
              <a:sym typeface="Arial"/>
            </a:endParaRPr>
          </a:p>
        </p:txBody>
      </p:sp>
      <p:sp>
        <p:nvSpPr>
          <p:cNvPr id="1759" name="Google Shape;1759;p92"/>
          <p:cNvSpPr txBox="1"/>
          <p:nvPr/>
        </p:nvSpPr>
        <p:spPr>
          <a:xfrm>
            <a:off x="5144350" y="2657213"/>
            <a:ext cx="2686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(34)</a:t>
            </a:r>
            <a:endParaRPr sz="1050">
              <a:latin typeface="Arial"/>
              <a:ea typeface="Arial"/>
              <a:cs typeface="Arial"/>
              <a:sym typeface="Arial"/>
            </a:endParaRPr>
          </a:p>
        </p:txBody>
      </p:sp>
      <p:grpSp>
        <p:nvGrpSpPr>
          <p:cNvPr id="1760" name="Google Shape;1760;p92"/>
          <p:cNvGrpSpPr/>
          <p:nvPr/>
        </p:nvGrpSpPr>
        <p:grpSpPr>
          <a:xfrm>
            <a:off x="0" y="3141936"/>
            <a:ext cx="5760262" cy="92075"/>
            <a:chOff x="0" y="3141936"/>
            <a:chExt cx="5760262" cy="92075"/>
          </a:xfrm>
        </p:grpSpPr>
        <p:sp>
          <p:nvSpPr>
            <p:cNvPr id="1761" name="Google Shape;1761;p92"/>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62" name="Google Shape;1762;p92"/>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63" name="Google Shape;1763;p92"/>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764" name="Google Shape;1764;p9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765" name="Google Shape;1765;p9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766" name="Google Shape;1766;p92"/>
          <p:cNvSpPr txBox="1">
            <a:spLocks noGrp="1"/>
          </p:cNvSpPr>
          <p:nvPr>
            <p:ph type="sldNum" idx="12"/>
          </p:nvPr>
        </p:nvSpPr>
        <p:spPr>
          <a:xfrm>
            <a:off x="4627902" y="3137675"/>
            <a:ext cx="516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86</a:t>
            </a:fld>
            <a:r>
              <a:rPr lang="en-US"/>
              <a:t> / 100</a:t>
            </a:r>
            <a:endParaRPr/>
          </a:p>
        </p:txBody>
      </p:sp>
    </p:spTree>
  </p:cSld>
  <p:clrMapOvr>
    <a:masterClrMapping/>
  </p:clrMapOvr>
  <p:transition>
    <p:fade thruBlk="1"/>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770"/>
        <p:cNvGrpSpPr/>
        <p:nvPr/>
      </p:nvGrpSpPr>
      <p:grpSpPr>
        <a:xfrm>
          <a:off x="0" y="0"/>
          <a:ext cx="0" cy="0"/>
          <a:chOff x="0" y="0"/>
          <a:chExt cx="0" cy="0"/>
        </a:xfrm>
      </p:grpSpPr>
      <p:sp>
        <p:nvSpPr>
          <p:cNvPr id="1771" name="Google Shape;1771;p93"/>
          <p:cNvSpPr txBox="1">
            <a:spLocks noGrp="1"/>
          </p:cNvSpPr>
          <p:nvPr>
            <p:ph type="title"/>
          </p:nvPr>
        </p:nvSpPr>
        <p:spPr>
          <a:xfrm>
            <a:off x="95300" y="109545"/>
            <a:ext cx="245173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A</a:t>
            </a:r>
            <a:r>
              <a:rPr lang="en-US" cap="small">
                <a:solidFill>
                  <a:srgbClr val="FFFFFF"/>
                </a:solidFill>
              </a:rPr>
              <a:t>veraging</a:t>
            </a:r>
            <a:r>
              <a:rPr lang="en-US">
                <a:solidFill>
                  <a:srgbClr val="FFFFFF"/>
                </a:solidFill>
              </a:rPr>
              <a:t>  S</a:t>
            </a:r>
            <a:r>
              <a:rPr lang="en-US" cap="small">
                <a:solidFill>
                  <a:srgbClr val="FFFFFF"/>
                </a:solidFill>
              </a:rPr>
              <a:t>trategies</a:t>
            </a:r>
            <a:endParaRPr/>
          </a:p>
        </p:txBody>
      </p:sp>
      <p:grpSp>
        <p:nvGrpSpPr>
          <p:cNvPr id="1772" name="Google Shape;1772;p93"/>
          <p:cNvGrpSpPr/>
          <p:nvPr/>
        </p:nvGrpSpPr>
        <p:grpSpPr>
          <a:xfrm>
            <a:off x="0" y="3141936"/>
            <a:ext cx="5760262" cy="92075"/>
            <a:chOff x="0" y="3141936"/>
            <a:chExt cx="5760262" cy="92075"/>
          </a:xfrm>
        </p:grpSpPr>
        <p:sp>
          <p:nvSpPr>
            <p:cNvPr id="1773" name="Google Shape;1773;p93"/>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74" name="Google Shape;1774;p93"/>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75" name="Google Shape;1775;p93"/>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776" name="Google Shape;1776;p9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777" name="Google Shape;1777;p9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778" name="Google Shape;1778;p93"/>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87</a:t>
            </a:fld>
            <a:r>
              <a:rPr lang="en-US"/>
              <a:t> / 100</a:t>
            </a:r>
            <a:endParaRPr/>
          </a:p>
        </p:txBody>
      </p:sp>
      <p:pic>
        <p:nvPicPr>
          <p:cNvPr id="1779" name="Google Shape;1779;p93"/>
          <p:cNvPicPr preferRelativeResize="0"/>
          <p:nvPr/>
        </p:nvPicPr>
        <p:blipFill>
          <a:blip r:embed="rId4">
            <a:alphaModFix/>
          </a:blip>
          <a:stretch>
            <a:fillRect/>
          </a:stretch>
        </p:blipFill>
        <p:spPr>
          <a:xfrm>
            <a:off x="152400" y="508775"/>
            <a:ext cx="5260549" cy="2594650"/>
          </a:xfrm>
          <a:prstGeom prst="rect">
            <a:avLst/>
          </a:prstGeom>
          <a:noFill/>
          <a:ln>
            <a:noFill/>
          </a:ln>
        </p:spPr>
      </p:pic>
    </p:spTree>
  </p:cSld>
  <p:clrMapOvr>
    <a:masterClrMapping/>
  </p:clrMapOvr>
  <p:transition>
    <p:fade thruBlk="1"/>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783"/>
        <p:cNvGrpSpPr/>
        <p:nvPr/>
      </p:nvGrpSpPr>
      <p:grpSpPr>
        <a:xfrm>
          <a:off x="0" y="0"/>
          <a:ext cx="0" cy="0"/>
          <a:chOff x="0" y="0"/>
          <a:chExt cx="0" cy="0"/>
        </a:xfrm>
      </p:grpSpPr>
      <p:sp>
        <p:nvSpPr>
          <p:cNvPr id="1784" name="Google Shape;1784;p94"/>
          <p:cNvSpPr txBox="1">
            <a:spLocks noGrp="1"/>
          </p:cNvSpPr>
          <p:nvPr>
            <p:ph type="title"/>
          </p:nvPr>
        </p:nvSpPr>
        <p:spPr>
          <a:xfrm>
            <a:off x="95300" y="109545"/>
            <a:ext cx="189611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op</a:t>
            </a:r>
            <a:r>
              <a:rPr lang="en-US">
                <a:solidFill>
                  <a:srgbClr val="FFFFFF"/>
                </a:solidFill>
              </a:rPr>
              <a:t>-K A</a:t>
            </a:r>
            <a:r>
              <a:rPr lang="en-US" cap="small">
                <a:solidFill>
                  <a:srgbClr val="FFFFFF"/>
                </a:solidFill>
              </a:rPr>
              <a:t>ccuracy</a:t>
            </a:r>
            <a:endParaRPr/>
          </a:p>
        </p:txBody>
      </p:sp>
      <p:sp>
        <p:nvSpPr>
          <p:cNvPr id="1785" name="Google Shape;1785;p94"/>
          <p:cNvSpPr txBox="1"/>
          <p:nvPr/>
        </p:nvSpPr>
        <p:spPr>
          <a:xfrm>
            <a:off x="347294" y="515368"/>
            <a:ext cx="4146000" cy="431700"/>
          </a:xfrm>
          <a:prstGeom prst="rect">
            <a:avLst/>
          </a:prstGeom>
          <a:noFill/>
          <a:ln>
            <a:noFill/>
          </a:ln>
        </p:spPr>
        <p:txBody>
          <a:bodyPr spcFirstLastPara="1" wrap="square" lIns="0" tIns="12050" rIns="0" bIns="0" anchor="t" anchorCtr="0">
            <a:spAutoFit/>
          </a:bodyPr>
          <a:lstStyle/>
          <a:p>
            <a:pPr marL="12700" marR="5080" lvl="0" indent="0" algn="l" rtl="0">
              <a:lnSpc>
                <a:spcPct val="159600"/>
              </a:lnSpc>
              <a:spcBef>
                <a:spcPts val="0"/>
              </a:spcBef>
              <a:spcAft>
                <a:spcPts val="0"/>
              </a:spcAft>
              <a:buNone/>
            </a:pPr>
            <a:r>
              <a:rPr lang="en-US" sz="1050">
                <a:solidFill>
                  <a:srgbClr val="EC2027"/>
                </a:solidFill>
                <a:latin typeface="Arial"/>
                <a:ea typeface="Arial"/>
                <a:cs typeface="Arial"/>
                <a:sym typeface="Arial"/>
              </a:rPr>
              <a:t>For problems with many classes (e.g., ImageNet with 1000 classes): </a:t>
            </a:r>
            <a:r>
              <a:rPr lang="en-US" sz="1050">
                <a:solidFill>
                  <a:srgbClr val="1B1472"/>
                </a:solidFill>
                <a:latin typeface="Arial"/>
                <a:ea typeface="Arial"/>
                <a:cs typeface="Arial"/>
                <a:sym typeface="Arial"/>
              </a:rPr>
              <a:t>Top-K Accuracy: </a:t>
            </a:r>
            <a:r>
              <a:rPr lang="en-US" sz="1050">
                <a:latin typeface="Arial"/>
                <a:ea typeface="Arial"/>
                <a:cs typeface="Arial"/>
                <a:sym typeface="Arial"/>
              </a:rPr>
              <a:t>Correct if true class is in top </a:t>
            </a:r>
            <a:r>
              <a:rPr lang="en-US" sz="1050" i="1">
                <a:latin typeface="Arial"/>
                <a:ea typeface="Arial"/>
                <a:cs typeface="Arial"/>
                <a:sym typeface="Arial"/>
              </a:rPr>
              <a:t>K </a:t>
            </a:r>
            <a:r>
              <a:rPr lang="en-US" sz="1050">
                <a:latin typeface="Arial"/>
                <a:ea typeface="Arial"/>
                <a:cs typeface="Arial"/>
                <a:sym typeface="Arial"/>
              </a:rPr>
              <a:t>predictions</a:t>
            </a:r>
            <a:endParaRPr sz="1050">
              <a:latin typeface="Arial"/>
              <a:ea typeface="Arial"/>
              <a:cs typeface="Arial"/>
              <a:sym typeface="Arial"/>
            </a:endParaRPr>
          </a:p>
        </p:txBody>
      </p:sp>
      <p:grpSp>
        <p:nvGrpSpPr>
          <p:cNvPr id="1786" name="Google Shape;1786;p94"/>
          <p:cNvGrpSpPr/>
          <p:nvPr/>
        </p:nvGrpSpPr>
        <p:grpSpPr>
          <a:xfrm>
            <a:off x="513702" y="1889721"/>
            <a:ext cx="69291" cy="1130707"/>
            <a:chOff x="513702" y="1889721"/>
            <a:chExt cx="69291" cy="1130707"/>
          </a:xfrm>
        </p:grpSpPr>
        <p:pic>
          <p:nvPicPr>
            <p:cNvPr id="1787" name="Google Shape;1787;p94"/>
            <p:cNvPicPr preferRelativeResize="0"/>
            <p:nvPr/>
          </p:nvPicPr>
          <p:blipFill rotWithShape="1">
            <a:blip r:embed="rId3">
              <a:alphaModFix/>
            </a:blip>
            <a:srcRect/>
            <a:stretch/>
          </p:blipFill>
          <p:spPr>
            <a:xfrm>
              <a:off x="513702" y="1889721"/>
              <a:ext cx="69291" cy="69291"/>
            </a:xfrm>
            <a:prstGeom prst="rect">
              <a:avLst/>
            </a:prstGeom>
            <a:noFill/>
            <a:ln>
              <a:noFill/>
            </a:ln>
          </p:spPr>
        </p:pic>
        <p:pic>
          <p:nvPicPr>
            <p:cNvPr id="1788" name="Google Shape;1788;p94"/>
            <p:cNvPicPr preferRelativeResize="0"/>
            <p:nvPr/>
          </p:nvPicPr>
          <p:blipFill rotWithShape="1">
            <a:blip r:embed="rId4">
              <a:alphaModFix/>
            </a:blip>
            <a:srcRect/>
            <a:stretch/>
          </p:blipFill>
          <p:spPr>
            <a:xfrm>
              <a:off x="513702" y="2101354"/>
              <a:ext cx="69291" cy="69291"/>
            </a:xfrm>
            <a:prstGeom prst="rect">
              <a:avLst/>
            </a:prstGeom>
            <a:noFill/>
            <a:ln>
              <a:noFill/>
            </a:ln>
          </p:spPr>
        </p:pic>
        <p:pic>
          <p:nvPicPr>
            <p:cNvPr id="1789" name="Google Shape;1789;p94"/>
            <p:cNvPicPr preferRelativeResize="0"/>
            <p:nvPr/>
          </p:nvPicPr>
          <p:blipFill rotWithShape="1">
            <a:blip r:embed="rId5">
              <a:alphaModFix/>
            </a:blip>
            <a:srcRect/>
            <a:stretch/>
          </p:blipFill>
          <p:spPr>
            <a:xfrm>
              <a:off x="513702" y="2527871"/>
              <a:ext cx="69291" cy="69291"/>
            </a:xfrm>
            <a:prstGeom prst="rect">
              <a:avLst/>
            </a:prstGeom>
            <a:noFill/>
            <a:ln>
              <a:noFill/>
            </a:ln>
          </p:spPr>
        </p:pic>
        <p:pic>
          <p:nvPicPr>
            <p:cNvPr id="1790" name="Google Shape;1790;p94"/>
            <p:cNvPicPr preferRelativeResize="0"/>
            <p:nvPr/>
          </p:nvPicPr>
          <p:blipFill rotWithShape="1">
            <a:blip r:embed="rId6">
              <a:alphaModFix/>
            </a:blip>
            <a:srcRect/>
            <a:stretch/>
          </p:blipFill>
          <p:spPr>
            <a:xfrm>
              <a:off x="513702" y="2739504"/>
              <a:ext cx="69291" cy="69291"/>
            </a:xfrm>
            <a:prstGeom prst="rect">
              <a:avLst/>
            </a:prstGeom>
            <a:noFill/>
            <a:ln>
              <a:noFill/>
            </a:ln>
          </p:spPr>
        </p:pic>
        <p:pic>
          <p:nvPicPr>
            <p:cNvPr id="1791" name="Google Shape;1791;p94"/>
            <p:cNvPicPr preferRelativeResize="0"/>
            <p:nvPr/>
          </p:nvPicPr>
          <p:blipFill rotWithShape="1">
            <a:blip r:embed="rId7">
              <a:alphaModFix/>
            </a:blip>
            <a:srcRect/>
            <a:stretch/>
          </p:blipFill>
          <p:spPr>
            <a:xfrm>
              <a:off x="513702" y="2951137"/>
              <a:ext cx="69291" cy="69291"/>
            </a:xfrm>
            <a:prstGeom prst="rect">
              <a:avLst/>
            </a:prstGeom>
            <a:noFill/>
            <a:ln>
              <a:noFill/>
            </a:ln>
          </p:spPr>
        </p:pic>
      </p:grpSp>
      <p:sp>
        <p:nvSpPr>
          <p:cNvPr id="1792" name="Google Shape;1792;p94"/>
          <p:cNvSpPr txBox="1"/>
          <p:nvPr/>
        </p:nvSpPr>
        <p:spPr>
          <a:xfrm>
            <a:off x="347294" y="1549652"/>
            <a:ext cx="4257040" cy="1513840"/>
          </a:xfrm>
          <a:prstGeom prst="rect">
            <a:avLst/>
          </a:prstGeom>
          <a:noFill/>
          <a:ln>
            <a:noFill/>
          </a:ln>
        </p:spPr>
        <p:txBody>
          <a:bodyPr spcFirstLastPara="1" wrap="square" lIns="0" tIns="65400"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Example: </a:t>
            </a:r>
            <a:r>
              <a:rPr lang="en-US" sz="1050">
                <a:latin typeface="Arial"/>
                <a:ea typeface="Arial"/>
                <a:cs typeface="Arial"/>
                <a:sym typeface="Arial"/>
              </a:rPr>
              <a:t>Image classification with 1000 classes</a:t>
            </a:r>
            <a:endParaRPr sz="1050">
              <a:latin typeface="Arial"/>
              <a:ea typeface="Arial"/>
              <a:cs typeface="Arial"/>
              <a:sym typeface="Arial"/>
            </a:endParaRPr>
          </a:p>
          <a:p>
            <a:pPr marL="309880" marR="481965" lvl="0" indent="0" algn="l" rtl="0">
              <a:lnSpc>
                <a:spcPct val="132300"/>
              </a:lnSpc>
              <a:spcBef>
                <a:spcPts val="10"/>
              </a:spcBef>
              <a:spcAft>
                <a:spcPts val="0"/>
              </a:spcAft>
              <a:buNone/>
            </a:pPr>
            <a:r>
              <a:rPr lang="en-US" sz="1050">
                <a:latin typeface="Arial"/>
                <a:ea typeface="Arial"/>
                <a:cs typeface="Arial"/>
                <a:sym typeface="Arial"/>
              </a:rPr>
              <a:t>Top-1 accuracy: Is the highest probability class correct? Top-5 accuracy: Is the true class in the top 5 predictions?</a:t>
            </a:r>
            <a:endParaRPr sz="1050">
              <a:latin typeface="Arial"/>
              <a:ea typeface="Arial"/>
              <a:cs typeface="Arial"/>
              <a:sym typeface="Arial"/>
            </a:endParaRPr>
          </a:p>
          <a:p>
            <a:pPr marL="12700" lvl="0" indent="0" algn="l" rtl="0">
              <a:lnSpc>
                <a:spcPct val="100000"/>
              </a:lnSpc>
              <a:spcBef>
                <a:spcPts val="420"/>
              </a:spcBef>
              <a:spcAft>
                <a:spcPts val="0"/>
              </a:spcAft>
              <a:buNone/>
            </a:pPr>
            <a:r>
              <a:rPr lang="en-US" sz="1050">
                <a:solidFill>
                  <a:srgbClr val="1B1472"/>
                </a:solidFill>
                <a:latin typeface="Arial"/>
                <a:ea typeface="Arial"/>
                <a:cs typeface="Arial"/>
                <a:sym typeface="Arial"/>
              </a:rPr>
              <a:t>Why useful?</a:t>
            </a:r>
            <a:endParaRPr sz="1050">
              <a:latin typeface="Arial"/>
              <a:ea typeface="Arial"/>
              <a:cs typeface="Arial"/>
              <a:sym typeface="Arial"/>
            </a:endParaRPr>
          </a:p>
          <a:p>
            <a:pPr marL="309880" lvl="0" indent="0" algn="l" rtl="0">
              <a:lnSpc>
                <a:spcPct val="100000"/>
              </a:lnSpc>
              <a:spcBef>
                <a:spcPts val="420"/>
              </a:spcBef>
              <a:spcAft>
                <a:spcPts val="0"/>
              </a:spcAft>
              <a:buNone/>
            </a:pPr>
            <a:r>
              <a:rPr lang="en-US" sz="1050">
                <a:latin typeface="Arial"/>
                <a:ea typeface="Arial"/>
                <a:cs typeface="Arial"/>
                <a:sym typeface="Arial"/>
              </a:rPr>
              <a:t>More forgiving metric for large </a:t>
            </a:r>
            <a:r>
              <a:rPr lang="en-US" sz="1050" i="1">
                <a:latin typeface="Arial"/>
                <a:ea typeface="Arial"/>
                <a:cs typeface="Arial"/>
                <a:sym typeface="Arial"/>
              </a:rPr>
              <a:t>K</a:t>
            </a:r>
            <a:endParaRPr sz="1050">
              <a:latin typeface="Arial"/>
              <a:ea typeface="Arial"/>
              <a:cs typeface="Arial"/>
              <a:sym typeface="Arial"/>
            </a:endParaRPr>
          </a:p>
          <a:p>
            <a:pPr marL="309880" marR="5080" lvl="0" indent="0" algn="l" rtl="0">
              <a:lnSpc>
                <a:spcPct val="132300"/>
              </a:lnSpc>
              <a:spcBef>
                <a:spcPts val="0"/>
              </a:spcBef>
              <a:spcAft>
                <a:spcPts val="0"/>
              </a:spcAft>
              <a:buNone/>
            </a:pPr>
            <a:r>
              <a:rPr lang="en-US" sz="1050">
                <a:latin typeface="Arial"/>
                <a:ea typeface="Arial"/>
                <a:cs typeface="Arial"/>
                <a:sym typeface="Arial"/>
              </a:rPr>
              <a:t>Captures whether model has correct class among top candidates Standard in ImageNet challenge</a:t>
            </a:r>
            <a:endParaRPr sz="1050">
              <a:latin typeface="Arial"/>
              <a:ea typeface="Arial"/>
              <a:cs typeface="Arial"/>
              <a:sym typeface="Arial"/>
            </a:endParaRPr>
          </a:p>
        </p:txBody>
      </p:sp>
      <p:grpSp>
        <p:nvGrpSpPr>
          <p:cNvPr id="1793" name="Google Shape;1793;p94"/>
          <p:cNvGrpSpPr/>
          <p:nvPr/>
        </p:nvGrpSpPr>
        <p:grpSpPr>
          <a:xfrm>
            <a:off x="0" y="3141936"/>
            <a:ext cx="5760262" cy="92075"/>
            <a:chOff x="0" y="3141936"/>
            <a:chExt cx="5760262" cy="92075"/>
          </a:xfrm>
        </p:grpSpPr>
        <p:sp>
          <p:nvSpPr>
            <p:cNvPr id="1794" name="Google Shape;1794;p9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95" name="Google Shape;1795;p9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96" name="Google Shape;1796;p9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797" name="Google Shape;1797;p9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798" name="Google Shape;1798;p9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8"/>
              </a:rPr>
              <a:t>D</a:t>
            </a:r>
            <a:r>
              <a:rPr lang="en-US" sz="600" u="sng" cap="small">
                <a:solidFill>
                  <a:schemeClr val="hlink"/>
                </a:solidFill>
                <a:latin typeface="Bookman Old Style"/>
                <a:ea typeface="Bookman Old Style"/>
                <a:cs typeface="Bookman Old Style"/>
                <a:sym typeface="Bookman Old Style"/>
                <a:hlinkClick r:id="rId8"/>
              </a:rPr>
              <a:t>eep</a:t>
            </a:r>
            <a:r>
              <a:rPr lang="en-US" sz="600" u="sng">
                <a:solidFill>
                  <a:schemeClr val="hlink"/>
                </a:solidFill>
                <a:latin typeface="Bookman Old Style"/>
                <a:ea typeface="Bookman Old Style"/>
                <a:cs typeface="Bookman Old Style"/>
                <a:sym typeface="Bookman Old Style"/>
                <a:hlinkClick r:id="rId8"/>
              </a:rPr>
              <a:t> L</a:t>
            </a:r>
            <a:r>
              <a:rPr lang="en-US" sz="600" u="sng" cap="small">
                <a:solidFill>
                  <a:schemeClr val="hlink"/>
                </a:solidFill>
                <a:latin typeface="Bookman Old Style"/>
                <a:ea typeface="Bookman Old Style"/>
                <a:cs typeface="Bookman Old Style"/>
                <a:sym typeface="Bookman Old Style"/>
                <a:hlinkClick r:id="rId8"/>
              </a:rPr>
              <a:t>earning</a:t>
            </a:r>
            <a:endParaRPr sz="600">
              <a:latin typeface="Bookman Old Style"/>
              <a:ea typeface="Bookman Old Style"/>
              <a:cs typeface="Bookman Old Style"/>
              <a:sym typeface="Bookman Old Style"/>
            </a:endParaRPr>
          </a:p>
        </p:txBody>
      </p:sp>
      <p:sp>
        <p:nvSpPr>
          <p:cNvPr id="1799" name="Google Shape;1799;p94"/>
          <p:cNvSpPr txBox="1">
            <a:spLocks noGrp="1"/>
          </p:cNvSpPr>
          <p:nvPr>
            <p:ph type="sldNum" idx="12"/>
          </p:nvPr>
        </p:nvSpPr>
        <p:spPr>
          <a:xfrm>
            <a:off x="4627901" y="3137675"/>
            <a:ext cx="456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88</a:t>
            </a:fld>
            <a:r>
              <a:rPr lang="en-US"/>
              <a:t> / 100</a:t>
            </a:r>
            <a:endParaRPr/>
          </a:p>
        </p:txBody>
      </p:sp>
      <p:pic>
        <p:nvPicPr>
          <p:cNvPr id="1800" name="Google Shape;1800;p94"/>
          <p:cNvPicPr preferRelativeResize="0"/>
          <p:nvPr/>
        </p:nvPicPr>
        <p:blipFill>
          <a:blip r:embed="rId9">
            <a:alphaModFix/>
          </a:blip>
          <a:stretch>
            <a:fillRect/>
          </a:stretch>
        </p:blipFill>
        <p:spPr>
          <a:xfrm>
            <a:off x="227700" y="994375"/>
            <a:ext cx="5294224" cy="555275"/>
          </a:xfrm>
          <a:prstGeom prst="rect">
            <a:avLst/>
          </a:prstGeom>
          <a:noFill/>
          <a:ln>
            <a:noFill/>
          </a:ln>
        </p:spPr>
      </p:pic>
    </p:spTree>
  </p:cSld>
  <p:clrMapOvr>
    <a:masterClrMapping/>
  </p:clrMapOvr>
  <p:transition>
    <p:fade thruBlk="1"/>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804"/>
        <p:cNvGrpSpPr/>
        <p:nvPr/>
      </p:nvGrpSpPr>
      <p:grpSpPr>
        <a:xfrm>
          <a:off x="0" y="0"/>
          <a:ext cx="0" cy="0"/>
          <a:chOff x="0" y="0"/>
          <a:chExt cx="0" cy="0"/>
        </a:xfrm>
      </p:grpSpPr>
      <p:sp>
        <p:nvSpPr>
          <p:cNvPr id="1805" name="Google Shape;1805;p9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S</a:t>
            </a:r>
            <a:r>
              <a:rPr lang="en-US" cap="small">
                <a:solidFill>
                  <a:srgbClr val="FFFFFF"/>
                </a:solidFill>
              </a:rPr>
              <a:t>ummary</a:t>
            </a:r>
            <a:r>
              <a:rPr lang="en-US">
                <a:solidFill>
                  <a:srgbClr val="FFFFFF"/>
                </a:solidFill>
              </a:rPr>
              <a:t>:  M</a:t>
            </a:r>
            <a:r>
              <a:rPr lang="en-US" cap="small">
                <a:solidFill>
                  <a:srgbClr val="FFFFFF"/>
                </a:solidFill>
              </a:rPr>
              <a:t>ulticlass</a:t>
            </a:r>
            <a:r>
              <a:rPr lang="en-US">
                <a:solidFill>
                  <a:srgbClr val="FFFFFF"/>
                </a:solidFill>
              </a:rPr>
              <a:t> C</a:t>
            </a:r>
            <a:r>
              <a:rPr lang="en-US" cap="small">
                <a:solidFill>
                  <a:srgbClr val="FFFFFF"/>
                </a:solidFill>
              </a:rPr>
              <a:t>lassification</a:t>
            </a:r>
            <a:endParaRPr/>
          </a:p>
        </p:txBody>
      </p:sp>
      <p:grpSp>
        <p:nvGrpSpPr>
          <p:cNvPr id="1806" name="Google Shape;1806;p95"/>
          <p:cNvGrpSpPr/>
          <p:nvPr/>
        </p:nvGrpSpPr>
        <p:grpSpPr>
          <a:xfrm>
            <a:off x="0" y="3141936"/>
            <a:ext cx="5760262" cy="92075"/>
            <a:chOff x="0" y="3141936"/>
            <a:chExt cx="5760262" cy="92075"/>
          </a:xfrm>
        </p:grpSpPr>
        <p:sp>
          <p:nvSpPr>
            <p:cNvPr id="1807" name="Google Shape;1807;p95"/>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08" name="Google Shape;1808;p95"/>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09" name="Google Shape;1809;p95"/>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810" name="Google Shape;1810;p9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811" name="Google Shape;1811;p9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812" name="Google Shape;1812;p95"/>
          <p:cNvSpPr txBox="1">
            <a:spLocks noGrp="1"/>
          </p:cNvSpPr>
          <p:nvPr>
            <p:ph type="sldNum" idx="12"/>
          </p:nvPr>
        </p:nvSpPr>
        <p:spPr>
          <a:xfrm>
            <a:off x="4627902" y="3137675"/>
            <a:ext cx="4851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89</a:t>
            </a:fld>
            <a:r>
              <a:rPr lang="en-US"/>
              <a:t> / 100</a:t>
            </a:r>
            <a:endParaRPr/>
          </a:p>
        </p:txBody>
      </p:sp>
      <p:pic>
        <p:nvPicPr>
          <p:cNvPr id="1813" name="Google Shape;1813;p95"/>
          <p:cNvPicPr preferRelativeResize="0"/>
          <p:nvPr/>
        </p:nvPicPr>
        <p:blipFill>
          <a:blip r:embed="rId4">
            <a:alphaModFix/>
          </a:blip>
          <a:stretch>
            <a:fillRect/>
          </a:stretch>
        </p:blipFill>
        <p:spPr>
          <a:xfrm>
            <a:off x="528299" y="460525"/>
            <a:ext cx="4490174" cy="2618701"/>
          </a:xfrm>
          <a:prstGeom prst="rect">
            <a:avLst/>
          </a:prstGeom>
          <a:noFill/>
          <a:ln>
            <a:noFill/>
          </a:ln>
        </p:spPr>
      </p:pic>
    </p:spTree>
  </p:cSld>
  <p:clrMapOvr>
    <a:masterClrMapping/>
  </p:clrMapOvr>
  <p:transition>
    <p:fade thruBlk="1"/>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817"/>
        <p:cNvGrpSpPr/>
        <p:nvPr/>
      </p:nvGrpSpPr>
      <p:grpSpPr>
        <a:xfrm>
          <a:off x="0" y="0"/>
          <a:ext cx="0" cy="0"/>
          <a:chOff x="0" y="0"/>
          <a:chExt cx="0" cy="0"/>
        </a:xfrm>
      </p:grpSpPr>
      <p:sp>
        <p:nvSpPr>
          <p:cNvPr id="1818" name="Google Shape;1818;p96"/>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819" name="Google Shape;1819;p96"/>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1820" name="Google Shape;1820;p96"/>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1821" name="Google Shape;1821;p96"/>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1822" name="Google Shape;1822;p96"/>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1823" name="Google Shape;1823;p96"/>
          <p:cNvGrpSpPr/>
          <p:nvPr/>
        </p:nvGrpSpPr>
        <p:grpSpPr>
          <a:xfrm>
            <a:off x="343662" y="887310"/>
            <a:ext cx="302196" cy="873227"/>
            <a:chOff x="343662" y="887310"/>
            <a:chExt cx="302196" cy="873227"/>
          </a:xfrm>
        </p:grpSpPr>
        <p:pic>
          <p:nvPicPr>
            <p:cNvPr id="1824" name="Google Shape;1824;p96"/>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1825" name="Google Shape;1825;p96"/>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1826" name="Google Shape;1826;p96"/>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1827" name="Google Shape;1827;p96"/>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1828" name="Google Shape;1828;p96"/>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1829" name="Google Shape;1829;p96"/>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1830" name="Google Shape;1830;p96"/>
          <p:cNvGrpSpPr/>
          <p:nvPr/>
        </p:nvGrpSpPr>
        <p:grpSpPr>
          <a:xfrm>
            <a:off x="343662" y="1821865"/>
            <a:ext cx="302196" cy="1056691"/>
            <a:chOff x="343662" y="1821865"/>
            <a:chExt cx="302196" cy="1056691"/>
          </a:xfrm>
        </p:grpSpPr>
        <p:pic>
          <p:nvPicPr>
            <p:cNvPr id="1831" name="Google Shape;1831;p96"/>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1832" name="Google Shape;1832;p96"/>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1833" name="Google Shape;1833;p96"/>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1834" name="Google Shape;1834;p96"/>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1835" name="Google Shape;1835;p96"/>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1836" name="Google Shape;1836;p96"/>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1837" name="Google Shape;1837;p96"/>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1838" name="Google Shape;1838;p96"/>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1839" name="Google Shape;1839;p96"/>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1840" name="Google Shape;1840;p96"/>
          <p:cNvSpPr txBox="1"/>
          <p:nvPr/>
        </p:nvSpPr>
        <p:spPr>
          <a:xfrm>
            <a:off x="563023" y="391150"/>
            <a:ext cx="49383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3333B2"/>
                </a:solidFill>
                <a:latin typeface="Bookman Old Style"/>
                <a:ea typeface="Bookman Old Style"/>
                <a:cs typeface="Bookman Old Style"/>
                <a:sym typeface="Bookman Old Style"/>
              </a:rPr>
              <a:t> </a:t>
            </a:r>
            <a:endParaRPr sz="1300">
              <a:solidFill>
                <a:srgbClr val="3333B2"/>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1841" name="Google Shape;1841;p96"/>
          <p:cNvGrpSpPr/>
          <p:nvPr/>
        </p:nvGrpSpPr>
        <p:grpSpPr>
          <a:xfrm>
            <a:off x="0" y="3141936"/>
            <a:ext cx="5760262" cy="92075"/>
            <a:chOff x="0" y="3141936"/>
            <a:chExt cx="5760262" cy="92075"/>
          </a:xfrm>
        </p:grpSpPr>
        <p:sp>
          <p:nvSpPr>
            <p:cNvPr id="1842" name="Google Shape;1842;p9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43" name="Google Shape;1843;p9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44" name="Google Shape;1844;p9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845" name="Google Shape;1845;p9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846" name="Google Shape;1846;p9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1847" name="Google Shape;1847;p96"/>
          <p:cNvSpPr txBox="1">
            <a:spLocks noGrp="1"/>
          </p:cNvSpPr>
          <p:nvPr>
            <p:ph type="sldNum" idx="12"/>
          </p:nvPr>
        </p:nvSpPr>
        <p:spPr>
          <a:xfrm>
            <a:off x="4627900" y="3137675"/>
            <a:ext cx="504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90</a:t>
            </a:fld>
            <a:r>
              <a:rPr lang="en-US"/>
              <a:t> / 100</a:t>
            </a:r>
            <a:endParaRPr/>
          </a:p>
        </p:txBody>
      </p:sp>
    </p:spTree>
  </p:cSld>
  <p:clrMapOvr>
    <a:masterClrMapping/>
  </p:clrMapOvr>
  <p:transition>
    <p:fade thruBlk="1"/>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851"/>
        <p:cNvGrpSpPr/>
        <p:nvPr/>
      </p:nvGrpSpPr>
      <p:grpSpPr>
        <a:xfrm>
          <a:off x="0" y="0"/>
          <a:ext cx="0" cy="0"/>
          <a:chOff x="0" y="0"/>
          <a:chExt cx="0" cy="0"/>
        </a:xfrm>
      </p:grpSpPr>
      <p:sp>
        <p:nvSpPr>
          <p:cNvPr id="1852" name="Google Shape;1852;p97"/>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I</a:t>
            </a:r>
            <a:r>
              <a:rPr lang="en-US" cap="small">
                <a:solidFill>
                  <a:srgbClr val="FFFFFF"/>
                </a:solidFill>
              </a:rPr>
              <a:t>mplementation</a:t>
            </a:r>
            <a:r>
              <a:rPr lang="en-US">
                <a:solidFill>
                  <a:srgbClr val="FFFFFF"/>
                </a:solidFill>
              </a:rPr>
              <a:t> T</a:t>
            </a:r>
            <a:r>
              <a:rPr lang="en-US" cap="small">
                <a:solidFill>
                  <a:srgbClr val="FFFFFF"/>
                </a:solidFill>
              </a:rPr>
              <a:t>ips</a:t>
            </a:r>
            <a:endParaRPr/>
          </a:p>
        </p:txBody>
      </p:sp>
      <p:grpSp>
        <p:nvGrpSpPr>
          <p:cNvPr id="1853" name="Google Shape;1853;p97"/>
          <p:cNvGrpSpPr/>
          <p:nvPr/>
        </p:nvGrpSpPr>
        <p:grpSpPr>
          <a:xfrm>
            <a:off x="0" y="3141936"/>
            <a:ext cx="5760262" cy="92075"/>
            <a:chOff x="0" y="3141936"/>
            <a:chExt cx="5760262" cy="92075"/>
          </a:xfrm>
        </p:grpSpPr>
        <p:sp>
          <p:nvSpPr>
            <p:cNvPr id="1854" name="Google Shape;1854;p97"/>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55" name="Google Shape;1855;p97"/>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56" name="Google Shape;1856;p97"/>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857" name="Google Shape;1857;p9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858" name="Google Shape;1858;p9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859" name="Google Shape;1859;p97"/>
          <p:cNvSpPr txBox="1">
            <a:spLocks noGrp="1"/>
          </p:cNvSpPr>
          <p:nvPr>
            <p:ph type="sldNum" idx="12"/>
          </p:nvPr>
        </p:nvSpPr>
        <p:spPr>
          <a:xfrm>
            <a:off x="4627901" y="3137675"/>
            <a:ext cx="464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91</a:t>
            </a:fld>
            <a:r>
              <a:rPr lang="en-US"/>
              <a:t> / 100</a:t>
            </a:r>
            <a:endParaRPr/>
          </a:p>
        </p:txBody>
      </p:sp>
      <p:pic>
        <p:nvPicPr>
          <p:cNvPr id="1860" name="Google Shape;1860;p97"/>
          <p:cNvPicPr preferRelativeResize="0"/>
          <p:nvPr/>
        </p:nvPicPr>
        <p:blipFill>
          <a:blip r:embed="rId4">
            <a:alphaModFix/>
          </a:blip>
          <a:stretch>
            <a:fillRect/>
          </a:stretch>
        </p:blipFill>
        <p:spPr>
          <a:xfrm>
            <a:off x="434650" y="550235"/>
            <a:ext cx="4890943" cy="2435036"/>
          </a:xfrm>
          <a:prstGeom prst="rect">
            <a:avLst/>
          </a:prstGeom>
          <a:noFill/>
          <a:ln>
            <a:noFill/>
          </a:ln>
        </p:spPr>
      </p:pic>
    </p:spTree>
  </p:cSld>
  <p:clrMapOvr>
    <a:masterClrMapping/>
  </p:clrMapOvr>
  <p:transition>
    <p:fade thruBlk="1"/>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864"/>
        <p:cNvGrpSpPr/>
        <p:nvPr/>
      </p:nvGrpSpPr>
      <p:grpSpPr>
        <a:xfrm>
          <a:off x="0" y="0"/>
          <a:ext cx="0" cy="0"/>
          <a:chOff x="0" y="0"/>
          <a:chExt cx="0" cy="0"/>
        </a:xfrm>
      </p:grpSpPr>
      <p:sp>
        <p:nvSpPr>
          <p:cNvPr id="1865" name="Google Shape;1865;p98"/>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D</a:t>
            </a:r>
            <a:r>
              <a:rPr lang="en-US" cap="small">
                <a:solidFill>
                  <a:srgbClr val="FFFFFF"/>
                </a:solidFill>
              </a:rPr>
              <a:t>ebugging</a:t>
            </a:r>
            <a:r>
              <a:rPr lang="en-US">
                <a:solidFill>
                  <a:srgbClr val="FFFFFF"/>
                </a:solidFill>
              </a:rPr>
              <a:t> C</a:t>
            </a:r>
            <a:r>
              <a:rPr lang="en-US" cap="small">
                <a:solidFill>
                  <a:srgbClr val="FFFFFF"/>
                </a:solidFill>
              </a:rPr>
              <a:t>hecklist</a:t>
            </a:r>
            <a:endParaRPr/>
          </a:p>
        </p:txBody>
      </p:sp>
      <p:grpSp>
        <p:nvGrpSpPr>
          <p:cNvPr id="1866" name="Google Shape;1866;p98"/>
          <p:cNvGrpSpPr/>
          <p:nvPr/>
        </p:nvGrpSpPr>
        <p:grpSpPr>
          <a:xfrm>
            <a:off x="0" y="3141936"/>
            <a:ext cx="5760262" cy="92075"/>
            <a:chOff x="0" y="3141936"/>
            <a:chExt cx="5760262" cy="92075"/>
          </a:xfrm>
        </p:grpSpPr>
        <p:sp>
          <p:nvSpPr>
            <p:cNvPr id="1867" name="Google Shape;1867;p9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68" name="Google Shape;1868;p9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69" name="Google Shape;1869;p9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870" name="Google Shape;1870;p9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871" name="Google Shape;1871;p9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872" name="Google Shape;1872;p98"/>
          <p:cNvSpPr txBox="1">
            <a:spLocks noGrp="1"/>
          </p:cNvSpPr>
          <p:nvPr>
            <p:ph type="sldNum" idx="12"/>
          </p:nvPr>
        </p:nvSpPr>
        <p:spPr>
          <a:xfrm>
            <a:off x="4627903" y="3147199"/>
            <a:ext cx="59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92</a:t>
            </a:fld>
            <a:r>
              <a:rPr lang="en-US"/>
              <a:t> / 100</a:t>
            </a:r>
            <a:endParaRPr/>
          </a:p>
        </p:txBody>
      </p:sp>
      <p:pic>
        <p:nvPicPr>
          <p:cNvPr id="1873" name="Google Shape;1873;p98"/>
          <p:cNvPicPr preferRelativeResize="0"/>
          <p:nvPr/>
        </p:nvPicPr>
        <p:blipFill>
          <a:blip r:embed="rId4">
            <a:alphaModFix/>
          </a:blip>
          <a:stretch>
            <a:fillRect/>
          </a:stretch>
        </p:blipFill>
        <p:spPr>
          <a:xfrm>
            <a:off x="641550" y="454000"/>
            <a:ext cx="4226898" cy="2693200"/>
          </a:xfrm>
          <a:prstGeom prst="rect">
            <a:avLst/>
          </a:prstGeom>
          <a:noFill/>
          <a:ln>
            <a:noFill/>
          </a:ln>
        </p:spPr>
      </p:pic>
    </p:spTree>
  </p:cSld>
  <p:clrMapOvr>
    <a:masterClrMapping/>
  </p:clrMapOvr>
  <p:transition>
    <p:fade thruBlk="1"/>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877"/>
        <p:cNvGrpSpPr/>
        <p:nvPr/>
      </p:nvGrpSpPr>
      <p:grpSpPr>
        <a:xfrm>
          <a:off x="0" y="0"/>
          <a:ext cx="0" cy="0"/>
          <a:chOff x="0" y="0"/>
          <a:chExt cx="0" cy="0"/>
        </a:xfrm>
      </p:grpSpPr>
      <p:sp>
        <p:nvSpPr>
          <p:cNvPr id="1878" name="Google Shape;1878;p99"/>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879" name="Google Shape;1879;p99"/>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1880" name="Google Shape;1880;p99"/>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1881" name="Google Shape;1881;p99"/>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1882" name="Google Shape;1882;p99"/>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1883" name="Google Shape;1883;p99"/>
          <p:cNvGrpSpPr/>
          <p:nvPr/>
        </p:nvGrpSpPr>
        <p:grpSpPr>
          <a:xfrm>
            <a:off x="343662" y="887310"/>
            <a:ext cx="302196" cy="873227"/>
            <a:chOff x="343662" y="887310"/>
            <a:chExt cx="302196" cy="873227"/>
          </a:xfrm>
        </p:grpSpPr>
        <p:pic>
          <p:nvPicPr>
            <p:cNvPr id="1884" name="Google Shape;1884;p99"/>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1885" name="Google Shape;1885;p99"/>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1886" name="Google Shape;1886;p99"/>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1887" name="Google Shape;1887;p99"/>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1888" name="Google Shape;1888;p99"/>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1889" name="Google Shape;1889;p99"/>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1890" name="Google Shape;1890;p99"/>
          <p:cNvGrpSpPr/>
          <p:nvPr/>
        </p:nvGrpSpPr>
        <p:grpSpPr>
          <a:xfrm>
            <a:off x="343662" y="1821865"/>
            <a:ext cx="302196" cy="1056691"/>
            <a:chOff x="343662" y="1821865"/>
            <a:chExt cx="302196" cy="1056691"/>
          </a:xfrm>
        </p:grpSpPr>
        <p:pic>
          <p:nvPicPr>
            <p:cNvPr id="1891" name="Google Shape;1891;p99"/>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1892" name="Google Shape;1892;p99"/>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1893" name="Google Shape;1893;p99"/>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1894" name="Google Shape;1894;p99"/>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1895" name="Google Shape;1895;p99"/>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1896" name="Google Shape;1896;p99"/>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1897" name="Google Shape;1897;p99"/>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1898" name="Google Shape;1898;p99"/>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1899" name="Google Shape;1899;p99"/>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1900" name="Google Shape;1900;p99"/>
          <p:cNvSpPr txBox="1"/>
          <p:nvPr/>
        </p:nvSpPr>
        <p:spPr>
          <a:xfrm>
            <a:off x="563023" y="391150"/>
            <a:ext cx="50343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D6D6EF"/>
                </a:solidFill>
                <a:latin typeface="Bookman Old Style"/>
                <a:ea typeface="Bookman Old Style"/>
                <a:cs typeface="Bookman Old Style"/>
                <a:sym typeface="Bookman Old Style"/>
              </a:rPr>
              <a:t> </a:t>
            </a:r>
            <a:endParaRPr sz="1300">
              <a:solidFill>
                <a:srgbClr val="D6D6EF"/>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1901" name="Google Shape;1901;p99"/>
          <p:cNvGrpSpPr/>
          <p:nvPr/>
        </p:nvGrpSpPr>
        <p:grpSpPr>
          <a:xfrm>
            <a:off x="0" y="3141936"/>
            <a:ext cx="5760262" cy="92075"/>
            <a:chOff x="0" y="3141936"/>
            <a:chExt cx="5760262" cy="92075"/>
          </a:xfrm>
        </p:grpSpPr>
        <p:sp>
          <p:nvSpPr>
            <p:cNvPr id="1902" name="Google Shape;1902;p9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03" name="Google Shape;1903;p9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04" name="Google Shape;1904;p9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05" name="Google Shape;1905;p9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906" name="Google Shape;1906;p9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1907" name="Google Shape;1907;p99"/>
          <p:cNvSpPr txBox="1">
            <a:spLocks noGrp="1"/>
          </p:cNvSpPr>
          <p:nvPr>
            <p:ph type="sldNum" idx="12"/>
          </p:nvPr>
        </p:nvSpPr>
        <p:spPr>
          <a:xfrm>
            <a:off x="4627903" y="3137675"/>
            <a:ext cx="59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93</a:t>
            </a:fld>
            <a:r>
              <a:rPr lang="en-US"/>
              <a:t> / 100</a:t>
            </a:r>
            <a:endParaRPr/>
          </a:p>
        </p:txBody>
      </p:sp>
    </p:spTree>
  </p:cSld>
  <p:clrMapOvr>
    <a:masterClrMapping/>
  </p:clrMapOvr>
  <p:transition>
    <p:fade thruBlk="1"/>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911"/>
        <p:cNvGrpSpPr/>
        <p:nvPr/>
      </p:nvGrpSpPr>
      <p:grpSpPr>
        <a:xfrm>
          <a:off x="0" y="0"/>
          <a:ext cx="0" cy="0"/>
          <a:chOff x="0" y="0"/>
          <a:chExt cx="0" cy="0"/>
        </a:xfrm>
      </p:grpSpPr>
      <p:sp>
        <p:nvSpPr>
          <p:cNvPr id="1912" name="Google Shape;1912;p100"/>
          <p:cNvSpPr txBox="1"/>
          <p:nvPr/>
        </p:nvSpPr>
        <p:spPr>
          <a:xfrm>
            <a:off x="95300" y="109545"/>
            <a:ext cx="242951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sz="1700">
                <a:solidFill>
                  <a:srgbClr val="FFFFFF"/>
                </a:solidFill>
                <a:latin typeface="Bookman Old Style"/>
                <a:ea typeface="Bookman Old Style"/>
                <a:cs typeface="Bookman Old Style"/>
                <a:sym typeface="Bookman Old Style"/>
              </a:rPr>
              <a:t>A</a:t>
            </a:r>
            <a:r>
              <a:rPr lang="en-US" sz="1700" cap="small">
                <a:solidFill>
                  <a:srgbClr val="FFFFFF"/>
                </a:solidFill>
                <a:latin typeface="Bookman Old Style"/>
                <a:ea typeface="Bookman Old Style"/>
                <a:cs typeface="Bookman Old Style"/>
                <a:sym typeface="Bookman Old Style"/>
              </a:rPr>
              <a:t>ctivation</a:t>
            </a:r>
            <a:r>
              <a:rPr lang="en-US" sz="1700">
                <a:solidFill>
                  <a:srgbClr val="FFFFFF"/>
                </a:solidFill>
                <a:latin typeface="Bookman Old Style"/>
                <a:ea typeface="Bookman Old Style"/>
                <a:cs typeface="Bookman Old Style"/>
                <a:sym typeface="Bookman Old Style"/>
              </a:rPr>
              <a:t> F</a:t>
            </a:r>
            <a:r>
              <a:rPr lang="en-US" sz="1700" cap="small">
                <a:solidFill>
                  <a:srgbClr val="FFFFFF"/>
                </a:solidFill>
                <a:latin typeface="Bookman Old Style"/>
                <a:ea typeface="Bookman Old Style"/>
                <a:cs typeface="Bookman Old Style"/>
                <a:sym typeface="Bookman Old Style"/>
              </a:rPr>
              <a:t>unctions</a:t>
            </a:r>
            <a:endParaRPr sz="1700">
              <a:latin typeface="Bookman Old Style"/>
              <a:ea typeface="Bookman Old Style"/>
              <a:cs typeface="Bookman Old Style"/>
              <a:sym typeface="Bookman Old Style"/>
            </a:endParaRPr>
          </a:p>
        </p:txBody>
      </p:sp>
      <p:grpSp>
        <p:nvGrpSpPr>
          <p:cNvPr id="1913" name="Google Shape;1913;p100"/>
          <p:cNvGrpSpPr/>
          <p:nvPr/>
        </p:nvGrpSpPr>
        <p:grpSpPr>
          <a:xfrm>
            <a:off x="0" y="3141936"/>
            <a:ext cx="5760262" cy="92075"/>
            <a:chOff x="0" y="3141936"/>
            <a:chExt cx="5760262" cy="92075"/>
          </a:xfrm>
        </p:grpSpPr>
        <p:sp>
          <p:nvSpPr>
            <p:cNvPr id="1914" name="Google Shape;1914;p10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15" name="Google Shape;1915;p10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16" name="Google Shape;1916;p10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17" name="Google Shape;1917;p10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918" name="Google Shape;1918;p10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919" name="Google Shape;1919;p100"/>
          <p:cNvSpPr txBox="1">
            <a:spLocks noGrp="1"/>
          </p:cNvSpPr>
          <p:nvPr>
            <p:ph type="sldNum" idx="12"/>
          </p:nvPr>
        </p:nvSpPr>
        <p:spPr>
          <a:xfrm>
            <a:off x="4627902" y="3137675"/>
            <a:ext cx="4722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94</a:t>
            </a:fld>
            <a:r>
              <a:rPr lang="en-US"/>
              <a:t> / 100</a:t>
            </a:r>
            <a:endParaRPr/>
          </a:p>
        </p:txBody>
      </p:sp>
      <p:pic>
        <p:nvPicPr>
          <p:cNvPr id="1920" name="Google Shape;1920;p100"/>
          <p:cNvPicPr preferRelativeResize="0"/>
          <p:nvPr/>
        </p:nvPicPr>
        <p:blipFill>
          <a:blip r:embed="rId4">
            <a:alphaModFix/>
          </a:blip>
          <a:stretch>
            <a:fillRect/>
          </a:stretch>
        </p:blipFill>
        <p:spPr>
          <a:xfrm>
            <a:off x="0" y="810134"/>
            <a:ext cx="5633274" cy="1727866"/>
          </a:xfrm>
          <a:prstGeom prst="rect">
            <a:avLst/>
          </a:prstGeom>
          <a:noFill/>
          <a:ln>
            <a:noFill/>
          </a:ln>
        </p:spPr>
      </p:pic>
    </p:spTree>
  </p:cSld>
  <p:clrMapOvr>
    <a:masterClrMapping/>
  </p:clrMapOvr>
  <p:transition>
    <p:fade thruBlk="1"/>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924"/>
        <p:cNvGrpSpPr/>
        <p:nvPr/>
      </p:nvGrpSpPr>
      <p:grpSpPr>
        <a:xfrm>
          <a:off x="0" y="0"/>
          <a:ext cx="0" cy="0"/>
          <a:chOff x="0" y="0"/>
          <a:chExt cx="0" cy="0"/>
        </a:xfrm>
      </p:grpSpPr>
      <p:sp>
        <p:nvSpPr>
          <p:cNvPr id="1925" name="Google Shape;1925;p101"/>
          <p:cNvSpPr txBox="1"/>
          <p:nvPr/>
        </p:nvSpPr>
        <p:spPr>
          <a:xfrm>
            <a:off x="95300" y="109545"/>
            <a:ext cx="171958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sz="1700">
                <a:solidFill>
                  <a:srgbClr val="FFFFFF"/>
                </a:solidFill>
                <a:latin typeface="Bookman Old Style"/>
                <a:ea typeface="Bookman Old Style"/>
                <a:cs typeface="Bookman Old Style"/>
                <a:sym typeface="Bookman Old Style"/>
              </a:rPr>
              <a:t>L</a:t>
            </a:r>
            <a:r>
              <a:rPr lang="en-US" sz="1700" cap="small">
                <a:solidFill>
                  <a:srgbClr val="FFFFFF"/>
                </a:solidFill>
                <a:latin typeface="Bookman Old Style"/>
                <a:ea typeface="Bookman Old Style"/>
                <a:cs typeface="Bookman Old Style"/>
                <a:sym typeface="Bookman Old Style"/>
              </a:rPr>
              <a:t>oss</a:t>
            </a:r>
            <a:r>
              <a:rPr lang="en-US" sz="1700">
                <a:solidFill>
                  <a:srgbClr val="FFFFFF"/>
                </a:solidFill>
                <a:latin typeface="Bookman Old Style"/>
                <a:ea typeface="Bookman Old Style"/>
                <a:cs typeface="Bookman Old Style"/>
                <a:sym typeface="Bookman Old Style"/>
              </a:rPr>
              <a:t> F</a:t>
            </a:r>
            <a:r>
              <a:rPr lang="en-US" sz="1700" cap="small">
                <a:solidFill>
                  <a:srgbClr val="FFFFFF"/>
                </a:solidFill>
                <a:latin typeface="Bookman Old Style"/>
                <a:ea typeface="Bookman Old Style"/>
                <a:cs typeface="Bookman Old Style"/>
                <a:sym typeface="Bookman Old Style"/>
              </a:rPr>
              <a:t>unctions</a:t>
            </a:r>
            <a:endParaRPr sz="1700">
              <a:latin typeface="Bookman Old Style"/>
              <a:ea typeface="Bookman Old Style"/>
              <a:cs typeface="Bookman Old Style"/>
              <a:sym typeface="Bookman Old Style"/>
            </a:endParaRPr>
          </a:p>
        </p:txBody>
      </p:sp>
      <p:grpSp>
        <p:nvGrpSpPr>
          <p:cNvPr id="1926" name="Google Shape;1926;p101"/>
          <p:cNvGrpSpPr/>
          <p:nvPr/>
        </p:nvGrpSpPr>
        <p:grpSpPr>
          <a:xfrm>
            <a:off x="0" y="3141936"/>
            <a:ext cx="5760262" cy="92075"/>
            <a:chOff x="0" y="3141936"/>
            <a:chExt cx="5760262" cy="92075"/>
          </a:xfrm>
        </p:grpSpPr>
        <p:sp>
          <p:nvSpPr>
            <p:cNvPr id="1927" name="Google Shape;1927;p101"/>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28" name="Google Shape;1928;p101"/>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29" name="Google Shape;1929;p101"/>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30" name="Google Shape;1930;p10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931" name="Google Shape;1931;p10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932" name="Google Shape;1932;p101"/>
          <p:cNvSpPr txBox="1">
            <a:spLocks noGrp="1"/>
          </p:cNvSpPr>
          <p:nvPr>
            <p:ph type="sldNum" idx="12"/>
          </p:nvPr>
        </p:nvSpPr>
        <p:spPr>
          <a:xfrm>
            <a:off x="4627902" y="3137675"/>
            <a:ext cx="504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95</a:t>
            </a:fld>
            <a:r>
              <a:rPr lang="en-US"/>
              <a:t> / 100</a:t>
            </a:r>
            <a:endParaRPr/>
          </a:p>
        </p:txBody>
      </p:sp>
      <p:pic>
        <p:nvPicPr>
          <p:cNvPr id="1933" name="Google Shape;1933;p101"/>
          <p:cNvPicPr preferRelativeResize="0"/>
          <p:nvPr/>
        </p:nvPicPr>
        <p:blipFill>
          <a:blip r:embed="rId4">
            <a:alphaModFix/>
          </a:blip>
          <a:stretch>
            <a:fillRect/>
          </a:stretch>
        </p:blipFill>
        <p:spPr>
          <a:xfrm>
            <a:off x="152400" y="468775"/>
            <a:ext cx="5447523" cy="2626626"/>
          </a:xfrm>
          <a:prstGeom prst="rect">
            <a:avLst/>
          </a:prstGeom>
          <a:noFill/>
          <a:ln>
            <a:noFill/>
          </a:ln>
        </p:spPr>
      </p:pic>
    </p:spTree>
  </p:cSld>
  <p:clrMapOvr>
    <a:masterClrMapping/>
  </p:clrMapOvr>
  <p:transition>
    <p:fade thruBlk="1"/>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937"/>
        <p:cNvGrpSpPr/>
        <p:nvPr/>
      </p:nvGrpSpPr>
      <p:grpSpPr>
        <a:xfrm>
          <a:off x="0" y="0"/>
          <a:ext cx="0" cy="0"/>
          <a:chOff x="0" y="0"/>
          <a:chExt cx="0" cy="0"/>
        </a:xfrm>
      </p:grpSpPr>
      <p:sp>
        <p:nvSpPr>
          <p:cNvPr id="1938" name="Google Shape;1938;p102"/>
          <p:cNvSpPr txBox="1"/>
          <p:nvPr/>
        </p:nvSpPr>
        <p:spPr>
          <a:xfrm>
            <a:off x="95300" y="109545"/>
            <a:ext cx="312991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sz="1700">
                <a:solidFill>
                  <a:srgbClr val="FFFFFF"/>
                </a:solidFill>
                <a:latin typeface="Bookman Old Style"/>
                <a:ea typeface="Bookman Old Style"/>
                <a:cs typeface="Bookman Old Style"/>
                <a:sym typeface="Bookman Old Style"/>
              </a:rPr>
              <a:t>G</a:t>
            </a:r>
            <a:r>
              <a:rPr lang="en-US" sz="1700" cap="small">
                <a:solidFill>
                  <a:srgbClr val="FFFFFF"/>
                </a:solidFill>
                <a:latin typeface="Bookman Old Style"/>
                <a:ea typeface="Bookman Old Style"/>
                <a:cs typeface="Bookman Old Style"/>
                <a:sym typeface="Bookman Old Style"/>
              </a:rPr>
              <a:t>radient</a:t>
            </a:r>
            <a:r>
              <a:rPr lang="en-US" sz="1700">
                <a:solidFill>
                  <a:srgbClr val="FFFFFF"/>
                </a:solidFill>
                <a:latin typeface="Bookman Old Style"/>
                <a:ea typeface="Bookman Old Style"/>
                <a:cs typeface="Bookman Old Style"/>
                <a:sym typeface="Bookman Old Style"/>
              </a:rPr>
              <a:t> D</a:t>
            </a:r>
            <a:r>
              <a:rPr lang="en-US" sz="1700" cap="small">
                <a:solidFill>
                  <a:srgbClr val="FFFFFF"/>
                </a:solidFill>
                <a:latin typeface="Bookman Old Style"/>
                <a:ea typeface="Bookman Old Style"/>
                <a:cs typeface="Bookman Old Style"/>
                <a:sym typeface="Bookman Old Style"/>
              </a:rPr>
              <a:t>escent</a:t>
            </a:r>
            <a:r>
              <a:rPr lang="en-US" sz="1700">
                <a:solidFill>
                  <a:srgbClr val="FFFFFF"/>
                </a:solidFill>
                <a:latin typeface="Bookman Old Style"/>
                <a:ea typeface="Bookman Old Style"/>
                <a:cs typeface="Bookman Old Style"/>
                <a:sym typeface="Bookman Old Style"/>
              </a:rPr>
              <a:t> V</a:t>
            </a:r>
            <a:r>
              <a:rPr lang="en-US" sz="1700" cap="small">
                <a:solidFill>
                  <a:srgbClr val="FFFFFF"/>
                </a:solidFill>
                <a:latin typeface="Bookman Old Style"/>
                <a:ea typeface="Bookman Old Style"/>
                <a:cs typeface="Bookman Old Style"/>
                <a:sym typeface="Bookman Old Style"/>
              </a:rPr>
              <a:t>ariants</a:t>
            </a:r>
            <a:endParaRPr sz="1700">
              <a:latin typeface="Bookman Old Style"/>
              <a:ea typeface="Bookman Old Style"/>
              <a:cs typeface="Bookman Old Style"/>
              <a:sym typeface="Bookman Old Style"/>
            </a:endParaRPr>
          </a:p>
        </p:txBody>
      </p:sp>
      <p:grpSp>
        <p:nvGrpSpPr>
          <p:cNvPr id="1939" name="Google Shape;1939;p102"/>
          <p:cNvGrpSpPr/>
          <p:nvPr/>
        </p:nvGrpSpPr>
        <p:grpSpPr>
          <a:xfrm>
            <a:off x="0" y="3141936"/>
            <a:ext cx="5760262" cy="92075"/>
            <a:chOff x="0" y="3141936"/>
            <a:chExt cx="5760262" cy="92075"/>
          </a:xfrm>
        </p:grpSpPr>
        <p:sp>
          <p:nvSpPr>
            <p:cNvPr id="1940" name="Google Shape;1940;p102"/>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41" name="Google Shape;1941;p102"/>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42" name="Google Shape;1942;p102"/>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43" name="Google Shape;1943;p10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944" name="Google Shape;1944;p10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945" name="Google Shape;1945;p102"/>
          <p:cNvSpPr txBox="1">
            <a:spLocks noGrp="1"/>
          </p:cNvSpPr>
          <p:nvPr>
            <p:ph type="sldNum" idx="12"/>
          </p:nvPr>
        </p:nvSpPr>
        <p:spPr>
          <a:xfrm>
            <a:off x="4627902" y="3137675"/>
            <a:ext cx="536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96</a:t>
            </a:fld>
            <a:r>
              <a:rPr lang="en-US"/>
              <a:t> / 100</a:t>
            </a:r>
            <a:endParaRPr/>
          </a:p>
        </p:txBody>
      </p:sp>
      <p:pic>
        <p:nvPicPr>
          <p:cNvPr id="1946" name="Google Shape;1946;p102"/>
          <p:cNvPicPr preferRelativeResize="0"/>
          <p:nvPr/>
        </p:nvPicPr>
        <p:blipFill>
          <a:blip r:embed="rId4">
            <a:alphaModFix/>
          </a:blip>
          <a:stretch>
            <a:fillRect/>
          </a:stretch>
        </p:blipFill>
        <p:spPr>
          <a:xfrm>
            <a:off x="152400" y="467450"/>
            <a:ext cx="5124226" cy="2634601"/>
          </a:xfrm>
          <a:prstGeom prst="rect">
            <a:avLst/>
          </a:prstGeom>
          <a:noFill/>
          <a:ln>
            <a:noFill/>
          </a:ln>
        </p:spPr>
      </p:pic>
    </p:spTree>
  </p:cSld>
  <p:clrMapOvr>
    <a:masterClrMapping/>
  </p:clrMapOvr>
  <p:transition>
    <p:fade thruBlk="1"/>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950"/>
        <p:cNvGrpSpPr/>
        <p:nvPr/>
      </p:nvGrpSpPr>
      <p:grpSpPr>
        <a:xfrm>
          <a:off x="0" y="0"/>
          <a:ext cx="0" cy="0"/>
          <a:chOff x="0" y="0"/>
          <a:chExt cx="0" cy="0"/>
        </a:xfrm>
      </p:grpSpPr>
      <p:sp>
        <p:nvSpPr>
          <p:cNvPr id="1951" name="Google Shape;1951;p103"/>
          <p:cNvSpPr txBox="1"/>
          <p:nvPr/>
        </p:nvSpPr>
        <p:spPr>
          <a:xfrm>
            <a:off x="95300" y="109545"/>
            <a:ext cx="332676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sz="1700">
                <a:solidFill>
                  <a:srgbClr val="FFFFFF"/>
                </a:solidFill>
                <a:latin typeface="Bookman Old Style"/>
                <a:ea typeface="Bookman Old Style"/>
                <a:cs typeface="Bookman Old Style"/>
                <a:sym typeface="Bookman Old Style"/>
              </a:rPr>
              <a:t>C</a:t>
            </a:r>
            <a:r>
              <a:rPr lang="en-US" sz="1700" cap="small">
                <a:solidFill>
                  <a:srgbClr val="FFFFFF"/>
                </a:solidFill>
                <a:latin typeface="Bookman Old Style"/>
                <a:ea typeface="Bookman Old Style"/>
                <a:cs typeface="Bookman Old Style"/>
                <a:sym typeface="Bookman Old Style"/>
              </a:rPr>
              <a:t>omparison</a:t>
            </a:r>
            <a:r>
              <a:rPr lang="en-US" sz="1700">
                <a:solidFill>
                  <a:srgbClr val="FFFFFF"/>
                </a:solidFill>
                <a:latin typeface="Bookman Old Style"/>
                <a:ea typeface="Bookman Old Style"/>
                <a:cs typeface="Bookman Old Style"/>
                <a:sym typeface="Bookman Old Style"/>
              </a:rPr>
              <a:t> </a:t>
            </a:r>
            <a:r>
              <a:rPr lang="en-US" sz="1700" cap="small">
                <a:solidFill>
                  <a:srgbClr val="FFFFFF"/>
                </a:solidFill>
                <a:latin typeface="Bookman Old Style"/>
                <a:ea typeface="Bookman Old Style"/>
                <a:cs typeface="Bookman Old Style"/>
                <a:sym typeface="Bookman Old Style"/>
              </a:rPr>
              <a:t>of</a:t>
            </a:r>
            <a:r>
              <a:rPr lang="en-US" sz="1700">
                <a:solidFill>
                  <a:srgbClr val="FFFFFF"/>
                </a:solidFill>
                <a:latin typeface="Bookman Old Style"/>
                <a:ea typeface="Bookman Old Style"/>
                <a:cs typeface="Bookman Old Style"/>
                <a:sym typeface="Bookman Old Style"/>
              </a:rPr>
              <a:t> L</a:t>
            </a:r>
            <a:r>
              <a:rPr lang="en-US" sz="1700" cap="small">
                <a:solidFill>
                  <a:srgbClr val="FFFFFF"/>
                </a:solidFill>
                <a:latin typeface="Bookman Old Style"/>
                <a:ea typeface="Bookman Old Style"/>
                <a:cs typeface="Bookman Old Style"/>
                <a:sym typeface="Bookman Old Style"/>
              </a:rPr>
              <a:t>inear</a:t>
            </a:r>
            <a:r>
              <a:rPr lang="en-US" sz="1700">
                <a:solidFill>
                  <a:srgbClr val="FFFFFF"/>
                </a:solidFill>
                <a:latin typeface="Bookman Old Style"/>
                <a:ea typeface="Bookman Old Style"/>
                <a:cs typeface="Bookman Old Style"/>
                <a:sym typeface="Bookman Old Style"/>
              </a:rPr>
              <a:t> </a:t>
            </a:r>
            <a:r>
              <a:rPr lang="en-US" sz="1700" cap="small">
                <a:solidFill>
                  <a:srgbClr val="FFFFFF"/>
                </a:solidFill>
                <a:latin typeface="Bookman Old Style"/>
                <a:ea typeface="Bookman Old Style"/>
                <a:cs typeface="Bookman Old Style"/>
                <a:sym typeface="Bookman Old Style"/>
              </a:rPr>
              <a:t>models</a:t>
            </a:r>
            <a:endParaRPr sz="1700">
              <a:latin typeface="Bookman Old Style"/>
              <a:ea typeface="Bookman Old Style"/>
              <a:cs typeface="Bookman Old Style"/>
              <a:sym typeface="Bookman Old Style"/>
            </a:endParaRPr>
          </a:p>
        </p:txBody>
      </p:sp>
      <p:grpSp>
        <p:nvGrpSpPr>
          <p:cNvPr id="1952" name="Google Shape;1952;p103"/>
          <p:cNvGrpSpPr/>
          <p:nvPr/>
        </p:nvGrpSpPr>
        <p:grpSpPr>
          <a:xfrm>
            <a:off x="0" y="3141936"/>
            <a:ext cx="5760262" cy="92075"/>
            <a:chOff x="0" y="3141936"/>
            <a:chExt cx="5760262" cy="92075"/>
          </a:xfrm>
        </p:grpSpPr>
        <p:sp>
          <p:nvSpPr>
            <p:cNvPr id="1953" name="Google Shape;1953;p103"/>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54" name="Google Shape;1954;p103"/>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55" name="Google Shape;1955;p103"/>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56" name="Google Shape;1956;p10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957" name="Google Shape;1957;p10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958" name="Google Shape;1958;p103"/>
          <p:cNvSpPr txBox="1">
            <a:spLocks noGrp="1"/>
          </p:cNvSpPr>
          <p:nvPr>
            <p:ph type="sldNum" idx="12"/>
          </p:nvPr>
        </p:nvSpPr>
        <p:spPr>
          <a:xfrm>
            <a:off x="4627902" y="3137675"/>
            <a:ext cx="512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97</a:t>
            </a:fld>
            <a:r>
              <a:rPr lang="en-US"/>
              <a:t> / 100</a:t>
            </a:r>
            <a:endParaRPr/>
          </a:p>
        </p:txBody>
      </p:sp>
      <p:pic>
        <p:nvPicPr>
          <p:cNvPr id="1959" name="Google Shape;1959;p103"/>
          <p:cNvPicPr preferRelativeResize="0"/>
          <p:nvPr/>
        </p:nvPicPr>
        <p:blipFill>
          <a:blip r:embed="rId4">
            <a:alphaModFix/>
          </a:blip>
          <a:stretch>
            <a:fillRect/>
          </a:stretch>
        </p:blipFill>
        <p:spPr>
          <a:xfrm>
            <a:off x="152400" y="483513"/>
            <a:ext cx="5485860" cy="2595863"/>
          </a:xfrm>
          <a:prstGeom prst="rect">
            <a:avLst/>
          </a:prstGeom>
          <a:noFill/>
          <a:ln>
            <a:noFill/>
          </a:ln>
        </p:spPr>
      </p:pic>
    </p:spTree>
  </p:cSld>
  <p:clrMapOvr>
    <a:masterClrMapping/>
  </p:clrMapOvr>
  <p:transition>
    <p:fade thruBlk="1"/>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963"/>
        <p:cNvGrpSpPr/>
        <p:nvPr/>
      </p:nvGrpSpPr>
      <p:grpSpPr>
        <a:xfrm>
          <a:off x="0" y="0"/>
          <a:ext cx="0" cy="0"/>
          <a:chOff x="0" y="0"/>
          <a:chExt cx="0" cy="0"/>
        </a:xfrm>
      </p:grpSpPr>
      <p:sp>
        <p:nvSpPr>
          <p:cNvPr id="1964" name="Google Shape;1964;p104"/>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R</a:t>
            </a:r>
            <a:r>
              <a:rPr lang="en-US" cap="small">
                <a:solidFill>
                  <a:srgbClr val="FFFFFF"/>
                </a:solidFill>
              </a:rPr>
              <a:t>ecap</a:t>
            </a:r>
            <a:r>
              <a:rPr lang="en-US">
                <a:solidFill>
                  <a:srgbClr val="FFFFFF"/>
                </a:solidFill>
              </a:rPr>
              <a:t>: B</a:t>
            </a:r>
            <a:r>
              <a:rPr lang="en-US" cap="small">
                <a:solidFill>
                  <a:srgbClr val="FFFFFF"/>
                </a:solidFill>
              </a:rPr>
              <a:t>inary</a:t>
            </a:r>
            <a:r>
              <a:rPr lang="en-US">
                <a:solidFill>
                  <a:srgbClr val="FFFFFF"/>
                </a:solidFill>
              </a:rPr>
              <a:t> C</a:t>
            </a:r>
            <a:r>
              <a:rPr lang="en-US" cap="small">
                <a:solidFill>
                  <a:srgbClr val="FFFFFF"/>
                </a:solidFill>
              </a:rPr>
              <a:t>lassification</a:t>
            </a:r>
            <a:endParaRPr/>
          </a:p>
        </p:txBody>
      </p:sp>
      <p:grpSp>
        <p:nvGrpSpPr>
          <p:cNvPr id="1965" name="Google Shape;1965;p104"/>
          <p:cNvGrpSpPr/>
          <p:nvPr/>
        </p:nvGrpSpPr>
        <p:grpSpPr>
          <a:xfrm>
            <a:off x="513702" y="1186751"/>
            <a:ext cx="1356686" cy="1346613"/>
            <a:chOff x="513702" y="1186751"/>
            <a:chExt cx="1356686" cy="1346613"/>
          </a:xfrm>
        </p:grpSpPr>
        <p:pic>
          <p:nvPicPr>
            <p:cNvPr id="1966" name="Google Shape;1966;p104"/>
            <p:cNvPicPr preferRelativeResize="0"/>
            <p:nvPr/>
          </p:nvPicPr>
          <p:blipFill rotWithShape="1">
            <a:blip r:embed="rId3">
              <a:alphaModFix/>
            </a:blip>
            <a:srcRect/>
            <a:stretch/>
          </p:blipFill>
          <p:spPr>
            <a:xfrm>
              <a:off x="513702" y="1186751"/>
              <a:ext cx="69291" cy="69291"/>
            </a:xfrm>
            <a:prstGeom prst="rect">
              <a:avLst/>
            </a:prstGeom>
            <a:noFill/>
            <a:ln>
              <a:noFill/>
            </a:ln>
          </p:spPr>
        </p:pic>
        <p:pic>
          <p:nvPicPr>
            <p:cNvPr id="1967" name="Google Shape;1967;p104"/>
            <p:cNvPicPr preferRelativeResize="0"/>
            <p:nvPr/>
          </p:nvPicPr>
          <p:blipFill rotWithShape="1">
            <a:blip r:embed="rId4">
              <a:alphaModFix/>
            </a:blip>
            <a:srcRect/>
            <a:stretch/>
          </p:blipFill>
          <p:spPr>
            <a:xfrm>
              <a:off x="513702" y="1382204"/>
              <a:ext cx="69291" cy="69291"/>
            </a:xfrm>
            <a:prstGeom prst="rect">
              <a:avLst/>
            </a:prstGeom>
            <a:noFill/>
            <a:ln>
              <a:noFill/>
            </a:ln>
          </p:spPr>
        </p:pic>
        <p:pic>
          <p:nvPicPr>
            <p:cNvPr id="1968" name="Google Shape;1968;p104"/>
            <p:cNvPicPr preferRelativeResize="0"/>
            <p:nvPr/>
          </p:nvPicPr>
          <p:blipFill rotWithShape="1">
            <a:blip r:embed="rId5">
              <a:alphaModFix/>
            </a:blip>
            <a:srcRect/>
            <a:stretch/>
          </p:blipFill>
          <p:spPr>
            <a:xfrm>
              <a:off x="513702" y="1577657"/>
              <a:ext cx="69291" cy="69291"/>
            </a:xfrm>
            <a:prstGeom prst="rect">
              <a:avLst/>
            </a:prstGeom>
            <a:noFill/>
            <a:ln>
              <a:noFill/>
            </a:ln>
          </p:spPr>
        </p:pic>
        <p:pic>
          <p:nvPicPr>
            <p:cNvPr id="1969" name="Google Shape;1969;p104"/>
            <p:cNvPicPr preferRelativeResize="0"/>
            <p:nvPr/>
          </p:nvPicPr>
          <p:blipFill rotWithShape="1">
            <a:blip r:embed="rId6">
              <a:alphaModFix/>
            </a:blip>
            <a:srcRect/>
            <a:stretch/>
          </p:blipFill>
          <p:spPr>
            <a:xfrm>
              <a:off x="513702" y="1773110"/>
              <a:ext cx="69291" cy="69291"/>
            </a:xfrm>
            <a:prstGeom prst="rect">
              <a:avLst/>
            </a:prstGeom>
            <a:noFill/>
            <a:ln>
              <a:noFill/>
            </a:ln>
          </p:spPr>
        </p:pic>
        <p:pic>
          <p:nvPicPr>
            <p:cNvPr id="1970" name="Google Shape;1970;p104"/>
            <p:cNvPicPr preferRelativeResize="0"/>
            <p:nvPr/>
          </p:nvPicPr>
          <p:blipFill rotWithShape="1">
            <a:blip r:embed="rId7">
              <a:alphaModFix/>
            </a:blip>
            <a:srcRect/>
            <a:stretch/>
          </p:blipFill>
          <p:spPr>
            <a:xfrm>
              <a:off x="513702" y="1968563"/>
              <a:ext cx="69291" cy="69291"/>
            </a:xfrm>
            <a:prstGeom prst="rect">
              <a:avLst/>
            </a:prstGeom>
            <a:noFill/>
            <a:ln>
              <a:noFill/>
            </a:ln>
          </p:spPr>
        </p:pic>
        <p:sp>
          <p:nvSpPr>
            <p:cNvPr id="1971" name="Google Shape;1971;p104"/>
            <p:cNvSpPr/>
            <p:nvPr/>
          </p:nvSpPr>
          <p:spPr>
            <a:xfrm>
              <a:off x="1585908" y="2248884"/>
              <a:ext cx="284480" cy="284480"/>
            </a:xfrm>
            <a:custGeom>
              <a:avLst/>
              <a:gdLst/>
              <a:ahLst/>
              <a:cxnLst/>
              <a:rect l="l" t="t" r="r" b="b"/>
              <a:pathLst>
                <a:path w="284480" h="284480" extrusionOk="0">
                  <a:moveTo>
                    <a:pt x="142040" y="0"/>
                  </a:moveTo>
                  <a:lnTo>
                    <a:pt x="97144" y="7241"/>
                  </a:lnTo>
                  <a:lnTo>
                    <a:pt x="58152" y="27405"/>
                  </a:lnTo>
                  <a:lnTo>
                    <a:pt x="27405" y="58152"/>
                  </a:lnTo>
                  <a:lnTo>
                    <a:pt x="7241" y="97144"/>
                  </a:lnTo>
                  <a:lnTo>
                    <a:pt x="0" y="142040"/>
                  </a:lnTo>
                  <a:lnTo>
                    <a:pt x="7241" y="186936"/>
                  </a:lnTo>
                  <a:lnTo>
                    <a:pt x="27405" y="225928"/>
                  </a:lnTo>
                  <a:lnTo>
                    <a:pt x="58152" y="256675"/>
                  </a:lnTo>
                  <a:lnTo>
                    <a:pt x="97144" y="276839"/>
                  </a:lnTo>
                  <a:lnTo>
                    <a:pt x="142040" y="284081"/>
                  </a:lnTo>
                  <a:lnTo>
                    <a:pt x="186936" y="276839"/>
                  </a:lnTo>
                  <a:lnTo>
                    <a:pt x="225928" y="256675"/>
                  </a:lnTo>
                  <a:lnTo>
                    <a:pt x="256675" y="225928"/>
                  </a:lnTo>
                  <a:lnTo>
                    <a:pt x="276839" y="186936"/>
                  </a:lnTo>
                  <a:lnTo>
                    <a:pt x="284081" y="142040"/>
                  </a:lnTo>
                  <a:lnTo>
                    <a:pt x="276839" y="97144"/>
                  </a:lnTo>
                  <a:lnTo>
                    <a:pt x="256675" y="58152"/>
                  </a:lnTo>
                  <a:lnTo>
                    <a:pt x="225928" y="27405"/>
                  </a:lnTo>
                  <a:lnTo>
                    <a:pt x="186936" y="7241"/>
                  </a:lnTo>
                  <a:lnTo>
                    <a:pt x="142040" y="0"/>
                  </a:lnTo>
                  <a:close/>
                </a:path>
              </a:pathLst>
            </a:custGeom>
            <a:solidFill>
              <a:srgbClr val="B3D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72" name="Google Shape;1972;p104"/>
            <p:cNvSpPr/>
            <p:nvPr/>
          </p:nvSpPr>
          <p:spPr>
            <a:xfrm>
              <a:off x="1585908" y="2248884"/>
              <a:ext cx="284480" cy="284480"/>
            </a:xfrm>
            <a:custGeom>
              <a:avLst/>
              <a:gdLst/>
              <a:ahLst/>
              <a:cxnLst/>
              <a:rect l="l" t="t" r="r" b="b"/>
              <a:pathLst>
                <a:path w="284480" h="284480" extrusionOk="0">
                  <a:moveTo>
                    <a:pt x="284081" y="142040"/>
                  </a:moveTo>
                  <a:lnTo>
                    <a:pt x="276839" y="97144"/>
                  </a:lnTo>
                  <a:lnTo>
                    <a:pt x="256675" y="58152"/>
                  </a:lnTo>
                  <a:lnTo>
                    <a:pt x="225928" y="27405"/>
                  </a:lnTo>
                  <a:lnTo>
                    <a:pt x="186936" y="7241"/>
                  </a:lnTo>
                  <a:lnTo>
                    <a:pt x="142040" y="0"/>
                  </a:lnTo>
                  <a:lnTo>
                    <a:pt x="97144" y="7241"/>
                  </a:lnTo>
                  <a:lnTo>
                    <a:pt x="58152" y="27405"/>
                  </a:lnTo>
                  <a:lnTo>
                    <a:pt x="27405" y="58152"/>
                  </a:lnTo>
                  <a:lnTo>
                    <a:pt x="7241" y="97144"/>
                  </a:lnTo>
                  <a:lnTo>
                    <a:pt x="0" y="142040"/>
                  </a:lnTo>
                  <a:lnTo>
                    <a:pt x="7241" y="186936"/>
                  </a:lnTo>
                  <a:lnTo>
                    <a:pt x="27405" y="225928"/>
                  </a:lnTo>
                  <a:lnTo>
                    <a:pt x="58152" y="256675"/>
                  </a:lnTo>
                  <a:lnTo>
                    <a:pt x="97144" y="276839"/>
                  </a:lnTo>
                  <a:lnTo>
                    <a:pt x="142040" y="284081"/>
                  </a:lnTo>
                  <a:lnTo>
                    <a:pt x="186936" y="276839"/>
                  </a:lnTo>
                  <a:lnTo>
                    <a:pt x="225928" y="256675"/>
                  </a:lnTo>
                  <a:lnTo>
                    <a:pt x="256675" y="225928"/>
                  </a:lnTo>
                  <a:lnTo>
                    <a:pt x="276839" y="186936"/>
                  </a:lnTo>
                  <a:lnTo>
                    <a:pt x="284081" y="14204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73" name="Google Shape;1973;p104"/>
          <p:cNvSpPr txBox="1"/>
          <p:nvPr/>
        </p:nvSpPr>
        <p:spPr>
          <a:xfrm>
            <a:off x="334594" y="451039"/>
            <a:ext cx="5090700" cy="2118300"/>
          </a:xfrm>
          <a:prstGeom prst="rect">
            <a:avLst/>
          </a:prstGeom>
          <a:noFill/>
          <a:ln>
            <a:noFill/>
          </a:ln>
        </p:spPr>
        <p:txBody>
          <a:bodyPr spcFirstLastPara="1" wrap="square" lIns="0" tIns="35550" rIns="0" bIns="0" anchor="t" anchorCtr="0">
            <a:spAutoFit/>
          </a:bodyPr>
          <a:lstStyle/>
          <a:p>
            <a:pPr marL="28575" lvl="0" indent="0" algn="l" rtl="0">
              <a:lnSpc>
                <a:spcPct val="100000"/>
              </a:lnSpc>
              <a:spcBef>
                <a:spcPts val="0"/>
              </a:spcBef>
              <a:spcAft>
                <a:spcPts val="0"/>
              </a:spcAft>
              <a:buNone/>
            </a:pPr>
            <a:r>
              <a:rPr lang="en-US" sz="1050" cap="small">
                <a:solidFill>
                  <a:srgbClr val="BF003F"/>
                </a:solidFill>
                <a:latin typeface="Arial"/>
                <a:ea typeface="Arial"/>
                <a:cs typeface="Arial"/>
                <a:sym typeface="Arial"/>
              </a:rPr>
              <a:t>Logistic Regres</a:t>
            </a:r>
            <a:r>
              <a:rPr lang="en-US" sz="1050" cap="small">
                <a:solidFill>
                  <a:srgbClr val="BF003F"/>
                </a:solidFill>
              </a:rPr>
              <a:t>s</a:t>
            </a:r>
            <a:r>
              <a:rPr lang="en-US" sz="1050" cap="small">
                <a:solidFill>
                  <a:srgbClr val="BF003F"/>
                </a:solidFill>
                <a:latin typeface="Arial"/>
                <a:ea typeface="Arial"/>
                <a:cs typeface="Arial"/>
                <a:sym typeface="Arial"/>
              </a:rPr>
              <a:t>ion</a:t>
            </a:r>
            <a:endParaRPr sz="1050">
              <a:latin typeface="Arial"/>
              <a:ea typeface="Arial"/>
              <a:cs typeface="Arial"/>
              <a:sym typeface="Arial"/>
            </a:endParaRPr>
          </a:p>
          <a:p>
            <a:pPr marL="25400" marR="17780" lvl="0" indent="0" algn="l" rtl="0">
              <a:lnSpc>
                <a:spcPct val="114599"/>
              </a:lnSpc>
              <a:spcBef>
                <a:spcPts val="0"/>
              </a:spcBef>
              <a:spcAft>
                <a:spcPts val="0"/>
              </a:spcAft>
              <a:buNone/>
            </a:pPr>
            <a:r>
              <a:rPr lang="en-US" sz="1050" b="1">
                <a:solidFill>
                  <a:srgbClr val="EC2027"/>
                </a:solidFill>
                <a:latin typeface="Arial"/>
                <a:ea typeface="Arial"/>
                <a:cs typeface="Arial"/>
                <a:sym typeface="Arial"/>
              </a:rPr>
              <a:t>Key insight: </a:t>
            </a:r>
            <a:r>
              <a:rPr lang="en-US" sz="1050">
                <a:latin typeface="Arial"/>
                <a:ea typeface="Arial"/>
                <a:cs typeface="Arial"/>
                <a:sym typeface="Arial"/>
              </a:rPr>
              <a:t>Sigmoid maps linear combination to probability; optimized by minimiz- ing cross-entropy loss.</a:t>
            </a:r>
            <a:endParaRPr sz="1050">
              <a:latin typeface="Arial"/>
              <a:ea typeface="Arial"/>
              <a:cs typeface="Arial"/>
              <a:sym typeface="Arial"/>
            </a:endParaRPr>
          </a:p>
          <a:p>
            <a:pPr marL="322580" marR="1966595" lvl="0" indent="0" algn="l" rtl="0">
              <a:lnSpc>
                <a:spcPct val="114900"/>
              </a:lnSpc>
              <a:spcBef>
                <a:spcPts val="515"/>
              </a:spcBef>
              <a:spcAft>
                <a:spcPts val="0"/>
              </a:spcAft>
              <a:buNone/>
            </a:pPr>
            <a:r>
              <a:rPr lang="en-US" sz="1050">
                <a:solidFill>
                  <a:srgbClr val="1B1472"/>
                </a:solidFill>
                <a:latin typeface="Arial"/>
                <a:ea typeface="Arial"/>
                <a:cs typeface="Arial"/>
                <a:sym typeface="Arial"/>
              </a:rPr>
              <a:t>Problem: </a:t>
            </a:r>
            <a:r>
              <a:rPr lang="en-US" sz="1050">
                <a:latin typeface="Arial"/>
                <a:ea typeface="Arial"/>
                <a:cs typeface="Arial"/>
                <a:sym typeface="Arial"/>
              </a:rPr>
              <a:t>Classify into two classes: </a:t>
            </a:r>
            <a:r>
              <a:rPr lang="en-US" sz="1050" i="1">
                <a:latin typeface="Arial"/>
                <a:ea typeface="Arial"/>
                <a:cs typeface="Arial"/>
                <a:sym typeface="Arial"/>
              </a:rPr>
              <a:t>y </a:t>
            </a:r>
            <a:r>
              <a:rPr lang="en-US" sz="1200">
                <a:latin typeface="Lucida Sans"/>
                <a:ea typeface="Lucida Sans"/>
                <a:cs typeface="Lucida Sans"/>
                <a:sym typeface="Lucida Sans"/>
              </a:rPr>
              <a:t>∈ {</a:t>
            </a:r>
            <a:r>
              <a:rPr lang="en-US" sz="1050">
                <a:latin typeface="Arial"/>
                <a:ea typeface="Arial"/>
                <a:cs typeface="Arial"/>
                <a:sym typeface="Arial"/>
              </a:rPr>
              <a:t>0</a:t>
            </a:r>
            <a:r>
              <a:rPr lang="en-US" sz="1200" i="1">
                <a:latin typeface="Bookman Old Style"/>
                <a:ea typeface="Bookman Old Style"/>
                <a:cs typeface="Bookman Old Style"/>
                <a:sym typeface="Bookman Old Style"/>
              </a:rPr>
              <a:t>, </a:t>
            </a:r>
            <a:r>
              <a:rPr lang="en-US" sz="1050">
                <a:latin typeface="Arial"/>
                <a:ea typeface="Arial"/>
                <a:cs typeface="Arial"/>
                <a:sym typeface="Arial"/>
              </a:rPr>
              <a:t>1</a:t>
            </a:r>
            <a:r>
              <a:rPr lang="en-US" sz="1200">
                <a:latin typeface="Lucida Sans"/>
                <a:ea typeface="Lucida Sans"/>
                <a:cs typeface="Lucida Sans"/>
                <a:sym typeface="Lucida Sans"/>
              </a:rPr>
              <a:t>} </a:t>
            </a:r>
            <a:r>
              <a:rPr lang="en-US" sz="1050">
                <a:solidFill>
                  <a:srgbClr val="1B1472"/>
                </a:solidFill>
                <a:latin typeface="Arial"/>
                <a:ea typeface="Arial"/>
                <a:cs typeface="Arial"/>
                <a:sym typeface="Arial"/>
              </a:rPr>
              <a:t>Model: </a:t>
            </a:r>
            <a:r>
              <a:rPr lang="en-US" sz="1050">
                <a:latin typeface="Arial"/>
                <a:ea typeface="Arial"/>
                <a:cs typeface="Arial"/>
                <a:sym typeface="Arial"/>
              </a:rPr>
              <a:t>Single neuron with sigmoid activation </a:t>
            </a:r>
            <a:r>
              <a:rPr lang="en-US" sz="1050">
                <a:solidFill>
                  <a:srgbClr val="1B1472"/>
                </a:solidFill>
                <a:latin typeface="Arial"/>
                <a:ea typeface="Arial"/>
                <a:cs typeface="Arial"/>
                <a:sym typeface="Arial"/>
              </a:rPr>
              <a:t>Output: </a:t>
            </a:r>
            <a:r>
              <a:rPr lang="en-US" sz="1050">
                <a:latin typeface="Arial"/>
                <a:ea typeface="Arial"/>
                <a:cs typeface="Arial"/>
                <a:sym typeface="Arial"/>
              </a:rPr>
              <a:t>Probability </a:t>
            </a:r>
            <a:r>
              <a:rPr lang="en-US" sz="1050" i="1">
                <a:latin typeface="Arial"/>
                <a:ea typeface="Arial"/>
                <a:cs typeface="Arial"/>
                <a:sym typeface="Arial"/>
              </a:rPr>
              <a:t>y</a:t>
            </a:r>
            <a:r>
              <a:rPr lang="en-US" sz="1800" baseline="30000">
                <a:latin typeface="Tahoma"/>
                <a:ea typeface="Tahoma"/>
                <a:cs typeface="Tahoma"/>
                <a:sym typeface="Tahoma"/>
              </a:rPr>
              <a:t>ˆ </a:t>
            </a:r>
            <a:r>
              <a:rPr lang="en-US" sz="1200">
                <a:latin typeface="Tahoma"/>
                <a:ea typeface="Tahoma"/>
                <a:cs typeface="Tahoma"/>
                <a:sym typeface="Tahoma"/>
              </a:rPr>
              <a:t>= </a:t>
            </a:r>
            <a:r>
              <a:rPr lang="en-US" sz="1050" i="1">
                <a:latin typeface="Arial"/>
                <a:ea typeface="Arial"/>
                <a:cs typeface="Arial"/>
                <a:sym typeface="Arial"/>
              </a:rPr>
              <a:t>P</a:t>
            </a:r>
            <a:r>
              <a:rPr lang="en-US" sz="1200">
                <a:latin typeface="Tahoma"/>
                <a:ea typeface="Tahoma"/>
                <a:cs typeface="Tahoma"/>
                <a:sym typeface="Tahoma"/>
              </a:rPr>
              <a:t>(</a:t>
            </a:r>
            <a:r>
              <a:rPr lang="en-US" sz="1050" i="1">
                <a:latin typeface="Arial"/>
                <a:ea typeface="Arial"/>
                <a:cs typeface="Arial"/>
                <a:sym typeface="Arial"/>
              </a:rPr>
              <a:t>y </a:t>
            </a:r>
            <a:r>
              <a:rPr lang="en-US" sz="1200">
                <a:latin typeface="Tahoma"/>
                <a:ea typeface="Tahoma"/>
                <a:cs typeface="Tahoma"/>
                <a:sym typeface="Tahoma"/>
              </a:rPr>
              <a:t>= </a:t>
            </a:r>
            <a:r>
              <a:rPr lang="en-US" sz="1050">
                <a:latin typeface="Arial"/>
                <a:ea typeface="Arial"/>
                <a:cs typeface="Arial"/>
                <a:sym typeface="Arial"/>
              </a:rPr>
              <a:t>1</a:t>
            </a:r>
            <a:r>
              <a:rPr lang="en-US" sz="1200">
                <a:latin typeface="Lucida Sans"/>
                <a:ea typeface="Lucida Sans"/>
                <a:cs typeface="Lucida Sans"/>
                <a:sym typeface="Lucida Sans"/>
              </a:rPr>
              <a:t>|</a:t>
            </a:r>
            <a:r>
              <a:rPr lang="en-US" sz="1050" b="1">
                <a:latin typeface="Arial"/>
                <a:ea typeface="Arial"/>
                <a:cs typeface="Arial"/>
                <a:sym typeface="Arial"/>
              </a:rPr>
              <a:t>x</a:t>
            </a:r>
            <a:r>
              <a:rPr lang="en-US" sz="1200">
                <a:latin typeface="Tahoma"/>
                <a:ea typeface="Tahoma"/>
                <a:cs typeface="Tahoma"/>
                <a:sym typeface="Tahoma"/>
              </a:rPr>
              <a:t>) </a:t>
            </a:r>
            <a:r>
              <a:rPr lang="en-US" sz="1200">
                <a:latin typeface="Lucida Sans"/>
                <a:ea typeface="Lucida Sans"/>
                <a:cs typeface="Lucida Sans"/>
                <a:sym typeface="Lucida Sans"/>
              </a:rPr>
              <a:t>∈ </a:t>
            </a:r>
            <a:r>
              <a:rPr lang="en-US" sz="1200">
                <a:latin typeface="Tahoma"/>
                <a:ea typeface="Tahoma"/>
                <a:cs typeface="Tahoma"/>
                <a:sym typeface="Tahoma"/>
              </a:rPr>
              <a:t>[</a:t>
            </a:r>
            <a:r>
              <a:rPr lang="en-US" sz="1050">
                <a:latin typeface="Arial"/>
                <a:ea typeface="Arial"/>
                <a:cs typeface="Arial"/>
                <a:sym typeface="Arial"/>
              </a:rPr>
              <a:t>0</a:t>
            </a:r>
            <a:r>
              <a:rPr lang="en-US" sz="1200" i="1">
                <a:latin typeface="Bookman Old Style"/>
                <a:ea typeface="Bookman Old Style"/>
                <a:cs typeface="Bookman Old Style"/>
                <a:sym typeface="Bookman Old Style"/>
              </a:rPr>
              <a:t>, </a:t>
            </a:r>
            <a:r>
              <a:rPr lang="en-US" sz="1050">
                <a:latin typeface="Arial"/>
                <a:ea typeface="Arial"/>
                <a:cs typeface="Arial"/>
                <a:sym typeface="Arial"/>
              </a:rPr>
              <a:t>1</a:t>
            </a:r>
            <a:r>
              <a:rPr lang="en-US" sz="1200">
                <a:latin typeface="Tahoma"/>
                <a:ea typeface="Tahoma"/>
                <a:cs typeface="Tahoma"/>
                <a:sym typeface="Tahoma"/>
              </a:rPr>
              <a:t>] </a:t>
            </a:r>
            <a:r>
              <a:rPr lang="en-US" sz="1050">
                <a:solidFill>
                  <a:srgbClr val="1B1472"/>
                </a:solidFill>
                <a:latin typeface="Arial"/>
                <a:ea typeface="Arial"/>
                <a:cs typeface="Arial"/>
                <a:sym typeface="Arial"/>
              </a:rPr>
              <a:t>Loss: </a:t>
            </a:r>
            <a:r>
              <a:rPr lang="en-US" sz="1050">
                <a:latin typeface="Arial"/>
                <a:ea typeface="Arial"/>
                <a:cs typeface="Arial"/>
                <a:sym typeface="Arial"/>
              </a:rPr>
              <a:t>Binary cross-entropy</a:t>
            </a:r>
            <a:endParaRPr sz="1050">
              <a:latin typeface="Arial"/>
              <a:ea typeface="Arial"/>
              <a:cs typeface="Arial"/>
              <a:sym typeface="Arial"/>
            </a:endParaRPr>
          </a:p>
          <a:p>
            <a:pPr marL="322580" lvl="0" indent="0" algn="l" rtl="0">
              <a:lnSpc>
                <a:spcPct val="100000"/>
              </a:lnSpc>
              <a:spcBef>
                <a:spcPts val="280"/>
              </a:spcBef>
              <a:spcAft>
                <a:spcPts val="0"/>
              </a:spcAft>
              <a:buNone/>
            </a:pPr>
            <a:r>
              <a:rPr lang="en-US" sz="1050">
                <a:solidFill>
                  <a:srgbClr val="1B1472"/>
                </a:solidFill>
                <a:latin typeface="Arial"/>
                <a:ea typeface="Arial"/>
                <a:cs typeface="Arial"/>
                <a:sym typeface="Arial"/>
              </a:rPr>
              <a:t>Training: </a:t>
            </a:r>
            <a:r>
              <a:rPr lang="en-US" sz="1050">
                <a:latin typeface="Arial"/>
                <a:ea typeface="Arial"/>
                <a:cs typeface="Arial"/>
                <a:sym typeface="Arial"/>
              </a:rPr>
              <a:t>Stochastic Gradient Descent (SGD)</a:t>
            </a:r>
            <a:endParaRPr sz="1050">
              <a:latin typeface="Arial"/>
              <a:ea typeface="Arial"/>
              <a:cs typeface="Arial"/>
              <a:sym typeface="Arial"/>
            </a:endParaRPr>
          </a:p>
          <a:p>
            <a:pPr marL="0" lvl="0" indent="0" algn="l" rtl="0">
              <a:lnSpc>
                <a:spcPct val="100000"/>
              </a:lnSpc>
              <a:spcBef>
                <a:spcPts val="480"/>
              </a:spcBef>
              <a:spcAft>
                <a:spcPts val="0"/>
              </a:spcAft>
              <a:buNone/>
            </a:pPr>
            <a:endParaRPr sz="1050">
              <a:latin typeface="Arial"/>
              <a:ea typeface="Arial"/>
              <a:cs typeface="Arial"/>
              <a:sym typeface="Arial"/>
            </a:endParaRPr>
          </a:p>
          <a:p>
            <a:pPr marL="1330325" lvl="0" indent="0" algn="l" rtl="0">
              <a:lnSpc>
                <a:spcPct val="100000"/>
              </a:lnSpc>
              <a:spcBef>
                <a:spcPts val="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1</a:t>
            </a:r>
            <a:endParaRPr sz="1050" baseline="-25000">
              <a:latin typeface="Arial"/>
              <a:ea typeface="Arial"/>
              <a:cs typeface="Arial"/>
              <a:sym typeface="Arial"/>
            </a:endParaRPr>
          </a:p>
        </p:txBody>
      </p:sp>
      <p:grpSp>
        <p:nvGrpSpPr>
          <p:cNvPr id="1974" name="Google Shape;1974;p104"/>
          <p:cNvGrpSpPr/>
          <p:nvPr/>
        </p:nvGrpSpPr>
        <p:grpSpPr>
          <a:xfrm>
            <a:off x="1585908" y="2652088"/>
            <a:ext cx="284480" cy="284480"/>
            <a:chOff x="1585908" y="2652088"/>
            <a:chExt cx="284480" cy="284480"/>
          </a:xfrm>
        </p:grpSpPr>
        <p:sp>
          <p:nvSpPr>
            <p:cNvPr id="1975" name="Google Shape;1975;p104"/>
            <p:cNvSpPr/>
            <p:nvPr/>
          </p:nvSpPr>
          <p:spPr>
            <a:xfrm>
              <a:off x="1585908" y="2652088"/>
              <a:ext cx="284480" cy="284480"/>
            </a:xfrm>
            <a:custGeom>
              <a:avLst/>
              <a:gdLst/>
              <a:ahLst/>
              <a:cxnLst/>
              <a:rect l="l" t="t" r="r" b="b"/>
              <a:pathLst>
                <a:path w="284480" h="284480" extrusionOk="0">
                  <a:moveTo>
                    <a:pt x="142040" y="0"/>
                  </a:moveTo>
                  <a:lnTo>
                    <a:pt x="97144" y="7241"/>
                  </a:lnTo>
                  <a:lnTo>
                    <a:pt x="58152" y="27405"/>
                  </a:lnTo>
                  <a:lnTo>
                    <a:pt x="27405" y="58152"/>
                  </a:lnTo>
                  <a:lnTo>
                    <a:pt x="7241" y="97144"/>
                  </a:lnTo>
                  <a:lnTo>
                    <a:pt x="0" y="142040"/>
                  </a:lnTo>
                  <a:lnTo>
                    <a:pt x="7241" y="186936"/>
                  </a:lnTo>
                  <a:lnTo>
                    <a:pt x="27405" y="225928"/>
                  </a:lnTo>
                  <a:lnTo>
                    <a:pt x="58152" y="256675"/>
                  </a:lnTo>
                  <a:lnTo>
                    <a:pt x="97144" y="276839"/>
                  </a:lnTo>
                  <a:lnTo>
                    <a:pt x="142040" y="284081"/>
                  </a:lnTo>
                  <a:lnTo>
                    <a:pt x="186936" y="276839"/>
                  </a:lnTo>
                  <a:lnTo>
                    <a:pt x="225928" y="256675"/>
                  </a:lnTo>
                  <a:lnTo>
                    <a:pt x="256675" y="225928"/>
                  </a:lnTo>
                  <a:lnTo>
                    <a:pt x="276839" y="186936"/>
                  </a:lnTo>
                  <a:lnTo>
                    <a:pt x="284081" y="142040"/>
                  </a:lnTo>
                  <a:lnTo>
                    <a:pt x="276839" y="97144"/>
                  </a:lnTo>
                  <a:lnTo>
                    <a:pt x="256675" y="58152"/>
                  </a:lnTo>
                  <a:lnTo>
                    <a:pt x="225928" y="27405"/>
                  </a:lnTo>
                  <a:lnTo>
                    <a:pt x="186936" y="7241"/>
                  </a:lnTo>
                  <a:lnTo>
                    <a:pt x="142040" y="0"/>
                  </a:lnTo>
                  <a:close/>
                </a:path>
              </a:pathLst>
            </a:custGeom>
            <a:solidFill>
              <a:srgbClr val="B3D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76" name="Google Shape;1976;p104"/>
            <p:cNvSpPr/>
            <p:nvPr/>
          </p:nvSpPr>
          <p:spPr>
            <a:xfrm>
              <a:off x="1585908" y="2652088"/>
              <a:ext cx="284480" cy="284480"/>
            </a:xfrm>
            <a:custGeom>
              <a:avLst/>
              <a:gdLst/>
              <a:ahLst/>
              <a:cxnLst/>
              <a:rect l="l" t="t" r="r" b="b"/>
              <a:pathLst>
                <a:path w="284480" h="284480" extrusionOk="0">
                  <a:moveTo>
                    <a:pt x="284081" y="142040"/>
                  </a:moveTo>
                  <a:lnTo>
                    <a:pt x="276839" y="97144"/>
                  </a:lnTo>
                  <a:lnTo>
                    <a:pt x="256675" y="58152"/>
                  </a:lnTo>
                  <a:lnTo>
                    <a:pt x="225928" y="27405"/>
                  </a:lnTo>
                  <a:lnTo>
                    <a:pt x="186936" y="7241"/>
                  </a:lnTo>
                  <a:lnTo>
                    <a:pt x="142040" y="0"/>
                  </a:lnTo>
                  <a:lnTo>
                    <a:pt x="97144" y="7241"/>
                  </a:lnTo>
                  <a:lnTo>
                    <a:pt x="58152" y="27405"/>
                  </a:lnTo>
                  <a:lnTo>
                    <a:pt x="27405" y="58152"/>
                  </a:lnTo>
                  <a:lnTo>
                    <a:pt x="7241" y="97144"/>
                  </a:lnTo>
                  <a:lnTo>
                    <a:pt x="0" y="142040"/>
                  </a:lnTo>
                  <a:lnTo>
                    <a:pt x="7241" y="186936"/>
                  </a:lnTo>
                  <a:lnTo>
                    <a:pt x="27405" y="225928"/>
                  </a:lnTo>
                  <a:lnTo>
                    <a:pt x="58152" y="256675"/>
                  </a:lnTo>
                  <a:lnTo>
                    <a:pt x="97144" y="276839"/>
                  </a:lnTo>
                  <a:lnTo>
                    <a:pt x="142040" y="284081"/>
                  </a:lnTo>
                  <a:lnTo>
                    <a:pt x="186936" y="276839"/>
                  </a:lnTo>
                  <a:lnTo>
                    <a:pt x="225928" y="256675"/>
                  </a:lnTo>
                  <a:lnTo>
                    <a:pt x="256675" y="225928"/>
                  </a:lnTo>
                  <a:lnTo>
                    <a:pt x="276839" y="186936"/>
                  </a:lnTo>
                  <a:lnTo>
                    <a:pt x="284081" y="14204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77" name="Google Shape;1977;p104"/>
          <p:cNvSpPr txBox="1"/>
          <p:nvPr/>
        </p:nvSpPr>
        <p:spPr>
          <a:xfrm>
            <a:off x="1627200" y="2668960"/>
            <a:ext cx="195580"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2</a:t>
            </a:r>
            <a:endParaRPr sz="1050" baseline="-25000">
              <a:latin typeface="Arial"/>
              <a:ea typeface="Arial"/>
              <a:cs typeface="Arial"/>
              <a:sym typeface="Arial"/>
            </a:endParaRPr>
          </a:p>
        </p:txBody>
      </p:sp>
      <p:grpSp>
        <p:nvGrpSpPr>
          <p:cNvPr id="1978" name="Google Shape;1978;p104"/>
          <p:cNvGrpSpPr/>
          <p:nvPr/>
        </p:nvGrpSpPr>
        <p:grpSpPr>
          <a:xfrm>
            <a:off x="2285959" y="2430525"/>
            <a:ext cx="324485" cy="324485"/>
            <a:chOff x="2285959" y="2430525"/>
            <a:chExt cx="324485" cy="324485"/>
          </a:xfrm>
        </p:grpSpPr>
        <p:sp>
          <p:nvSpPr>
            <p:cNvPr id="1979" name="Google Shape;1979;p104"/>
            <p:cNvSpPr/>
            <p:nvPr/>
          </p:nvSpPr>
          <p:spPr>
            <a:xfrm>
              <a:off x="2285959" y="2430525"/>
              <a:ext cx="324485" cy="324485"/>
            </a:xfrm>
            <a:custGeom>
              <a:avLst/>
              <a:gdLst/>
              <a:ahLst/>
              <a:cxnLst/>
              <a:rect l="l" t="t" r="r" b="b"/>
              <a:pathLst>
                <a:path w="324485" h="324485" extrusionOk="0">
                  <a:moveTo>
                    <a:pt x="162001" y="0"/>
                  </a:moveTo>
                  <a:lnTo>
                    <a:pt x="118934" y="5786"/>
                  </a:lnTo>
                  <a:lnTo>
                    <a:pt x="80235" y="22117"/>
                  </a:lnTo>
                  <a:lnTo>
                    <a:pt x="47448" y="47448"/>
                  </a:lnTo>
                  <a:lnTo>
                    <a:pt x="22117" y="80235"/>
                  </a:lnTo>
                  <a:lnTo>
                    <a:pt x="5786" y="118934"/>
                  </a:lnTo>
                  <a:lnTo>
                    <a:pt x="0" y="162001"/>
                  </a:lnTo>
                  <a:lnTo>
                    <a:pt x="5786" y="205067"/>
                  </a:lnTo>
                  <a:lnTo>
                    <a:pt x="22117" y="243766"/>
                  </a:lnTo>
                  <a:lnTo>
                    <a:pt x="47448" y="276553"/>
                  </a:lnTo>
                  <a:lnTo>
                    <a:pt x="80235" y="301884"/>
                  </a:lnTo>
                  <a:lnTo>
                    <a:pt x="118934" y="318215"/>
                  </a:lnTo>
                  <a:lnTo>
                    <a:pt x="162001" y="324002"/>
                  </a:lnTo>
                  <a:lnTo>
                    <a:pt x="205067" y="318215"/>
                  </a:lnTo>
                  <a:lnTo>
                    <a:pt x="243766" y="301884"/>
                  </a:lnTo>
                  <a:lnTo>
                    <a:pt x="276553" y="276553"/>
                  </a:lnTo>
                  <a:lnTo>
                    <a:pt x="301884" y="243766"/>
                  </a:lnTo>
                  <a:lnTo>
                    <a:pt x="318215" y="205067"/>
                  </a:lnTo>
                  <a:lnTo>
                    <a:pt x="324002" y="162001"/>
                  </a:lnTo>
                  <a:lnTo>
                    <a:pt x="318215" y="118934"/>
                  </a:lnTo>
                  <a:lnTo>
                    <a:pt x="301884" y="80235"/>
                  </a:lnTo>
                  <a:lnTo>
                    <a:pt x="276553" y="47448"/>
                  </a:lnTo>
                  <a:lnTo>
                    <a:pt x="243766" y="22117"/>
                  </a:lnTo>
                  <a:lnTo>
                    <a:pt x="205067" y="5786"/>
                  </a:lnTo>
                  <a:lnTo>
                    <a:pt x="162001" y="0"/>
                  </a:lnTo>
                  <a:close/>
                </a:path>
              </a:pathLst>
            </a:custGeom>
            <a:solidFill>
              <a:srgbClr val="A2C0D9"/>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80" name="Google Shape;1980;p104"/>
            <p:cNvSpPr/>
            <p:nvPr/>
          </p:nvSpPr>
          <p:spPr>
            <a:xfrm>
              <a:off x="2285959" y="2430525"/>
              <a:ext cx="324485" cy="324485"/>
            </a:xfrm>
            <a:custGeom>
              <a:avLst/>
              <a:gdLst/>
              <a:ahLst/>
              <a:cxnLst/>
              <a:rect l="l" t="t" r="r" b="b"/>
              <a:pathLst>
                <a:path w="324485" h="324485" extrusionOk="0">
                  <a:moveTo>
                    <a:pt x="324002" y="162001"/>
                  </a:moveTo>
                  <a:lnTo>
                    <a:pt x="318215" y="118934"/>
                  </a:lnTo>
                  <a:lnTo>
                    <a:pt x="301884" y="80235"/>
                  </a:lnTo>
                  <a:lnTo>
                    <a:pt x="276553" y="47448"/>
                  </a:lnTo>
                  <a:lnTo>
                    <a:pt x="243766" y="22117"/>
                  </a:lnTo>
                  <a:lnTo>
                    <a:pt x="205067" y="5786"/>
                  </a:lnTo>
                  <a:lnTo>
                    <a:pt x="162001" y="0"/>
                  </a:lnTo>
                  <a:lnTo>
                    <a:pt x="118934" y="5786"/>
                  </a:lnTo>
                  <a:lnTo>
                    <a:pt x="80235" y="22117"/>
                  </a:lnTo>
                  <a:lnTo>
                    <a:pt x="47448" y="47448"/>
                  </a:lnTo>
                  <a:lnTo>
                    <a:pt x="22117" y="80235"/>
                  </a:lnTo>
                  <a:lnTo>
                    <a:pt x="5786" y="118934"/>
                  </a:lnTo>
                  <a:lnTo>
                    <a:pt x="0" y="162001"/>
                  </a:lnTo>
                  <a:lnTo>
                    <a:pt x="5786" y="205067"/>
                  </a:lnTo>
                  <a:lnTo>
                    <a:pt x="22117" y="243766"/>
                  </a:lnTo>
                  <a:lnTo>
                    <a:pt x="47448" y="276553"/>
                  </a:lnTo>
                  <a:lnTo>
                    <a:pt x="80235" y="301884"/>
                  </a:lnTo>
                  <a:lnTo>
                    <a:pt x="118934" y="318215"/>
                  </a:lnTo>
                  <a:lnTo>
                    <a:pt x="162001" y="324002"/>
                  </a:lnTo>
                  <a:lnTo>
                    <a:pt x="205067" y="318215"/>
                  </a:lnTo>
                  <a:lnTo>
                    <a:pt x="243766" y="301884"/>
                  </a:lnTo>
                  <a:lnTo>
                    <a:pt x="276553" y="276553"/>
                  </a:lnTo>
                  <a:lnTo>
                    <a:pt x="301884" y="243766"/>
                  </a:lnTo>
                  <a:lnTo>
                    <a:pt x="318215" y="205067"/>
                  </a:lnTo>
                  <a:lnTo>
                    <a:pt x="324002" y="162001"/>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81" name="Google Shape;1981;p104"/>
          <p:cNvSpPr txBox="1"/>
          <p:nvPr/>
        </p:nvSpPr>
        <p:spPr>
          <a:xfrm>
            <a:off x="2381567" y="2480713"/>
            <a:ext cx="13335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200">
                <a:latin typeface="Tahoma"/>
                <a:ea typeface="Tahoma"/>
                <a:cs typeface="Tahoma"/>
                <a:sym typeface="Tahoma"/>
              </a:rPr>
              <a:t>Σ</a:t>
            </a:r>
            <a:endParaRPr sz="1200">
              <a:latin typeface="Tahoma"/>
              <a:ea typeface="Tahoma"/>
              <a:cs typeface="Tahoma"/>
              <a:sym typeface="Tahoma"/>
            </a:endParaRPr>
          </a:p>
        </p:txBody>
      </p:sp>
      <p:grpSp>
        <p:nvGrpSpPr>
          <p:cNvPr id="1982" name="Google Shape;1982;p104"/>
          <p:cNvGrpSpPr/>
          <p:nvPr/>
        </p:nvGrpSpPr>
        <p:grpSpPr>
          <a:xfrm>
            <a:off x="3293973" y="2430525"/>
            <a:ext cx="324485" cy="324485"/>
            <a:chOff x="3293973" y="2430525"/>
            <a:chExt cx="324485" cy="324485"/>
          </a:xfrm>
        </p:grpSpPr>
        <p:sp>
          <p:nvSpPr>
            <p:cNvPr id="1983" name="Google Shape;1983;p104"/>
            <p:cNvSpPr/>
            <p:nvPr/>
          </p:nvSpPr>
          <p:spPr>
            <a:xfrm>
              <a:off x="3293973" y="2430525"/>
              <a:ext cx="324485" cy="324485"/>
            </a:xfrm>
            <a:custGeom>
              <a:avLst/>
              <a:gdLst/>
              <a:ahLst/>
              <a:cxnLst/>
              <a:rect l="l" t="t" r="r" b="b"/>
              <a:pathLst>
                <a:path w="324485" h="324485" extrusionOk="0">
                  <a:moveTo>
                    <a:pt x="162001" y="0"/>
                  </a:moveTo>
                  <a:lnTo>
                    <a:pt x="118934" y="5786"/>
                  </a:lnTo>
                  <a:lnTo>
                    <a:pt x="80235" y="22117"/>
                  </a:lnTo>
                  <a:lnTo>
                    <a:pt x="47448" y="47448"/>
                  </a:lnTo>
                  <a:lnTo>
                    <a:pt x="22117" y="80235"/>
                  </a:lnTo>
                  <a:lnTo>
                    <a:pt x="5786" y="118934"/>
                  </a:lnTo>
                  <a:lnTo>
                    <a:pt x="0" y="162001"/>
                  </a:lnTo>
                  <a:lnTo>
                    <a:pt x="5786" y="205067"/>
                  </a:lnTo>
                  <a:lnTo>
                    <a:pt x="22117" y="243766"/>
                  </a:lnTo>
                  <a:lnTo>
                    <a:pt x="47448" y="276553"/>
                  </a:lnTo>
                  <a:lnTo>
                    <a:pt x="80235" y="301884"/>
                  </a:lnTo>
                  <a:lnTo>
                    <a:pt x="118934" y="318215"/>
                  </a:lnTo>
                  <a:lnTo>
                    <a:pt x="162001" y="324002"/>
                  </a:lnTo>
                  <a:lnTo>
                    <a:pt x="205067" y="318215"/>
                  </a:lnTo>
                  <a:lnTo>
                    <a:pt x="243766" y="301884"/>
                  </a:lnTo>
                  <a:lnTo>
                    <a:pt x="276553" y="276553"/>
                  </a:lnTo>
                  <a:lnTo>
                    <a:pt x="301884" y="243766"/>
                  </a:lnTo>
                  <a:lnTo>
                    <a:pt x="318215" y="205067"/>
                  </a:lnTo>
                  <a:lnTo>
                    <a:pt x="324002" y="162001"/>
                  </a:lnTo>
                  <a:lnTo>
                    <a:pt x="318215" y="118934"/>
                  </a:lnTo>
                  <a:lnTo>
                    <a:pt x="301884" y="80235"/>
                  </a:lnTo>
                  <a:lnTo>
                    <a:pt x="276553" y="47448"/>
                  </a:lnTo>
                  <a:lnTo>
                    <a:pt x="243766" y="22117"/>
                  </a:lnTo>
                  <a:lnTo>
                    <a:pt x="205067" y="5786"/>
                  </a:lnTo>
                  <a:lnTo>
                    <a:pt x="162001" y="0"/>
                  </a:lnTo>
                  <a:close/>
                </a:path>
              </a:pathLst>
            </a:custGeom>
            <a:solidFill>
              <a:srgbClr val="4681B4"/>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84" name="Google Shape;1984;p104"/>
            <p:cNvSpPr/>
            <p:nvPr/>
          </p:nvSpPr>
          <p:spPr>
            <a:xfrm>
              <a:off x="3293973" y="2430525"/>
              <a:ext cx="324485" cy="324485"/>
            </a:xfrm>
            <a:custGeom>
              <a:avLst/>
              <a:gdLst/>
              <a:ahLst/>
              <a:cxnLst/>
              <a:rect l="l" t="t" r="r" b="b"/>
              <a:pathLst>
                <a:path w="324485" h="324485" extrusionOk="0">
                  <a:moveTo>
                    <a:pt x="324002" y="162001"/>
                  </a:moveTo>
                  <a:lnTo>
                    <a:pt x="318215" y="118934"/>
                  </a:lnTo>
                  <a:lnTo>
                    <a:pt x="301884" y="80235"/>
                  </a:lnTo>
                  <a:lnTo>
                    <a:pt x="276553" y="47448"/>
                  </a:lnTo>
                  <a:lnTo>
                    <a:pt x="243766" y="22117"/>
                  </a:lnTo>
                  <a:lnTo>
                    <a:pt x="205067" y="5786"/>
                  </a:lnTo>
                  <a:lnTo>
                    <a:pt x="162001" y="0"/>
                  </a:lnTo>
                  <a:lnTo>
                    <a:pt x="118934" y="5786"/>
                  </a:lnTo>
                  <a:lnTo>
                    <a:pt x="80235" y="22117"/>
                  </a:lnTo>
                  <a:lnTo>
                    <a:pt x="47448" y="47448"/>
                  </a:lnTo>
                  <a:lnTo>
                    <a:pt x="22117" y="80235"/>
                  </a:lnTo>
                  <a:lnTo>
                    <a:pt x="5786" y="118934"/>
                  </a:lnTo>
                  <a:lnTo>
                    <a:pt x="0" y="162001"/>
                  </a:lnTo>
                  <a:lnTo>
                    <a:pt x="5786" y="205067"/>
                  </a:lnTo>
                  <a:lnTo>
                    <a:pt x="22117" y="243766"/>
                  </a:lnTo>
                  <a:lnTo>
                    <a:pt x="47448" y="276553"/>
                  </a:lnTo>
                  <a:lnTo>
                    <a:pt x="80235" y="301884"/>
                  </a:lnTo>
                  <a:lnTo>
                    <a:pt x="118934" y="318215"/>
                  </a:lnTo>
                  <a:lnTo>
                    <a:pt x="162001" y="324002"/>
                  </a:lnTo>
                  <a:lnTo>
                    <a:pt x="205067" y="318215"/>
                  </a:lnTo>
                  <a:lnTo>
                    <a:pt x="243766" y="301884"/>
                  </a:lnTo>
                  <a:lnTo>
                    <a:pt x="276553" y="276553"/>
                  </a:lnTo>
                  <a:lnTo>
                    <a:pt x="301884" y="243766"/>
                  </a:lnTo>
                  <a:lnTo>
                    <a:pt x="318215" y="205067"/>
                  </a:lnTo>
                  <a:lnTo>
                    <a:pt x="324002" y="162001"/>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85" name="Google Shape;1985;p104"/>
          <p:cNvSpPr txBox="1"/>
          <p:nvPr/>
        </p:nvSpPr>
        <p:spPr>
          <a:xfrm>
            <a:off x="3398278" y="2460685"/>
            <a:ext cx="109855"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200" i="1">
                <a:latin typeface="Bookman Old Style"/>
                <a:ea typeface="Bookman Old Style"/>
                <a:cs typeface="Bookman Old Style"/>
                <a:sym typeface="Bookman Old Style"/>
              </a:rPr>
              <a:t>σ</a:t>
            </a:r>
            <a:endParaRPr sz="1200">
              <a:latin typeface="Bookman Old Style"/>
              <a:ea typeface="Bookman Old Style"/>
              <a:cs typeface="Bookman Old Style"/>
              <a:sym typeface="Bookman Old Style"/>
            </a:endParaRPr>
          </a:p>
        </p:txBody>
      </p:sp>
      <p:grpSp>
        <p:nvGrpSpPr>
          <p:cNvPr id="1986" name="Google Shape;1986;p104"/>
          <p:cNvGrpSpPr/>
          <p:nvPr/>
        </p:nvGrpSpPr>
        <p:grpSpPr>
          <a:xfrm>
            <a:off x="3744747" y="2449285"/>
            <a:ext cx="287020" cy="287020"/>
            <a:chOff x="3744747" y="2449285"/>
            <a:chExt cx="287020" cy="287020"/>
          </a:xfrm>
        </p:grpSpPr>
        <p:sp>
          <p:nvSpPr>
            <p:cNvPr id="1987" name="Google Shape;1987;p104"/>
            <p:cNvSpPr/>
            <p:nvPr/>
          </p:nvSpPr>
          <p:spPr>
            <a:xfrm>
              <a:off x="3744747" y="2449285"/>
              <a:ext cx="287020" cy="287020"/>
            </a:xfrm>
            <a:custGeom>
              <a:avLst/>
              <a:gdLst/>
              <a:ahLst/>
              <a:cxnLst/>
              <a:rect l="l" t="t" r="r" b="b"/>
              <a:pathLst>
                <a:path w="287020" h="287019" extrusionOk="0">
                  <a:moveTo>
                    <a:pt x="143243" y="0"/>
                  </a:moveTo>
                  <a:lnTo>
                    <a:pt x="97963" y="7302"/>
                  </a:lnTo>
                  <a:lnTo>
                    <a:pt x="58641" y="27637"/>
                  </a:lnTo>
                  <a:lnTo>
                    <a:pt x="27634" y="58644"/>
                  </a:lnTo>
                  <a:lnTo>
                    <a:pt x="7301" y="97966"/>
                  </a:lnTo>
                  <a:lnTo>
                    <a:pt x="0" y="143242"/>
                  </a:lnTo>
                  <a:lnTo>
                    <a:pt x="7301" y="188517"/>
                  </a:lnTo>
                  <a:lnTo>
                    <a:pt x="27634" y="227839"/>
                  </a:lnTo>
                  <a:lnTo>
                    <a:pt x="58641" y="258846"/>
                  </a:lnTo>
                  <a:lnTo>
                    <a:pt x="97963" y="279181"/>
                  </a:lnTo>
                  <a:lnTo>
                    <a:pt x="143243" y="286484"/>
                  </a:lnTo>
                  <a:lnTo>
                    <a:pt x="188516" y="279181"/>
                  </a:lnTo>
                  <a:lnTo>
                    <a:pt x="227835" y="258846"/>
                  </a:lnTo>
                  <a:lnTo>
                    <a:pt x="258839" y="227839"/>
                  </a:lnTo>
                  <a:lnTo>
                    <a:pt x="279172" y="188517"/>
                  </a:lnTo>
                  <a:lnTo>
                    <a:pt x="286473" y="143242"/>
                  </a:lnTo>
                  <a:lnTo>
                    <a:pt x="279172" y="97966"/>
                  </a:lnTo>
                  <a:lnTo>
                    <a:pt x="258839" y="58644"/>
                  </a:lnTo>
                  <a:lnTo>
                    <a:pt x="227835" y="27637"/>
                  </a:lnTo>
                  <a:lnTo>
                    <a:pt x="188516" y="7302"/>
                  </a:lnTo>
                  <a:lnTo>
                    <a:pt x="143243" y="0"/>
                  </a:lnTo>
                  <a:close/>
                </a:path>
              </a:pathLst>
            </a:custGeom>
            <a:solidFill>
              <a:srgbClr val="B3FFB3"/>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88" name="Google Shape;1988;p104"/>
            <p:cNvSpPr/>
            <p:nvPr/>
          </p:nvSpPr>
          <p:spPr>
            <a:xfrm>
              <a:off x="3744747" y="2449285"/>
              <a:ext cx="287020" cy="287020"/>
            </a:xfrm>
            <a:custGeom>
              <a:avLst/>
              <a:gdLst/>
              <a:ahLst/>
              <a:cxnLst/>
              <a:rect l="l" t="t" r="r" b="b"/>
              <a:pathLst>
                <a:path w="287020" h="287019" extrusionOk="0">
                  <a:moveTo>
                    <a:pt x="286473" y="143242"/>
                  </a:moveTo>
                  <a:lnTo>
                    <a:pt x="279172" y="97966"/>
                  </a:lnTo>
                  <a:lnTo>
                    <a:pt x="258839" y="58644"/>
                  </a:lnTo>
                  <a:lnTo>
                    <a:pt x="227835" y="27637"/>
                  </a:lnTo>
                  <a:lnTo>
                    <a:pt x="188516" y="7302"/>
                  </a:lnTo>
                  <a:lnTo>
                    <a:pt x="143243" y="0"/>
                  </a:lnTo>
                  <a:lnTo>
                    <a:pt x="97963" y="7302"/>
                  </a:lnTo>
                  <a:lnTo>
                    <a:pt x="58641" y="27637"/>
                  </a:lnTo>
                  <a:lnTo>
                    <a:pt x="27634" y="58644"/>
                  </a:lnTo>
                  <a:lnTo>
                    <a:pt x="7301" y="97966"/>
                  </a:lnTo>
                  <a:lnTo>
                    <a:pt x="0" y="143242"/>
                  </a:lnTo>
                  <a:lnTo>
                    <a:pt x="7301" y="188517"/>
                  </a:lnTo>
                  <a:lnTo>
                    <a:pt x="27634" y="227839"/>
                  </a:lnTo>
                  <a:lnTo>
                    <a:pt x="58641" y="258846"/>
                  </a:lnTo>
                  <a:lnTo>
                    <a:pt x="97963" y="279181"/>
                  </a:lnTo>
                  <a:lnTo>
                    <a:pt x="143243" y="286484"/>
                  </a:lnTo>
                  <a:lnTo>
                    <a:pt x="188516" y="279181"/>
                  </a:lnTo>
                  <a:lnTo>
                    <a:pt x="227835" y="258846"/>
                  </a:lnTo>
                  <a:lnTo>
                    <a:pt x="258839" y="227839"/>
                  </a:lnTo>
                  <a:lnTo>
                    <a:pt x="279172" y="188517"/>
                  </a:lnTo>
                  <a:lnTo>
                    <a:pt x="286473" y="14324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89" name="Google Shape;1989;p104"/>
          <p:cNvSpPr txBox="1"/>
          <p:nvPr/>
        </p:nvSpPr>
        <p:spPr>
          <a:xfrm>
            <a:off x="3834269" y="2467912"/>
            <a:ext cx="103505"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y</a:t>
            </a:r>
            <a:r>
              <a:rPr lang="en-US" sz="1800" baseline="30000">
                <a:latin typeface="Tahoma"/>
                <a:ea typeface="Tahoma"/>
                <a:cs typeface="Tahoma"/>
                <a:sym typeface="Tahoma"/>
              </a:rPr>
              <a:t>ˆ</a:t>
            </a:r>
            <a:endParaRPr sz="1800" baseline="30000">
              <a:latin typeface="Tahoma"/>
              <a:ea typeface="Tahoma"/>
              <a:cs typeface="Tahoma"/>
              <a:sym typeface="Tahoma"/>
            </a:endParaRPr>
          </a:p>
        </p:txBody>
      </p:sp>
      <p:grpSp>
        <p:nvGrpSpPr>
          <p:cNvPr id="1990" name="Google Shape;1990;p104"/>
          <p:cNvGrpSpPr/>
          <p:nvPr/>
        </p:nvGrpSpPr>
        <p:grpSpPr>
          <a:xfrm>
            <a:off x="1867166" y="2429890"/>
            <a:ext cx="1422181" cy="325837"/>
            <a:chOff x="1867166" y="2429890"/>
            <a:chExt cx="1422181" cy="325837"/>
          </a:xfrm>
        </p:grpSpPr>
        <p:sp>
          <p:nvSpPr>
            <p:cNvPr id="1991" name="Google Shape;1991;p104"/>
            <p:cNvSpPr/>
            <p:nvPr/>
          </p:nvSpPr>
          <p:spPr>
            <a:xfrm>
              <a:off x="1867166" y="2429890"/>
              <a:ext cx="417830" cy="117475"/>
            </a:xfrm>
            <a:custGeom>
              <a:avLst/>
              <a:gdLst/>
              <a:ahLst/>
              <a:cxnLst/>
              <a:rect l="l" t="t" r="r" b="b"/>
              <a:pathLst>
                <a:path w="417830" h="117475" extrusionOk="0">
                  <a:moveTo>
                    <a:pt x="0" y="0"/>
                  </a:moveTo>
                  <a:lnTo>
                    <a:pt x="417518" y="11691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92" name="Google Shape;1992;p104"/>
            <p:cNvSpPr/>
            <p:nvPr/>
          </p:nvSpPr>
          <p:spPr>
            <a:xfrm>
              <a:off x="2253594" y="2511148"/>
              <a:ext cx="33655" cy="59055"/>
            </a:xfrm>
            <a:custGeom>
              <a:avLst/>
              <a:gdLst/>
              <a:ahLst/>
              <a:cxnLst/>
              <a:rect l="l" t="t" r="r" b="b"/>
              <a:pathLst>
                <a:path w="33655" h="59055" extrusionOk="0">
                  <a:moveTo>
                    <a:pt x="16373" y="0"/>
                  </a:moveTo>
                  <a:lnTo>
                    <a:pt x="17607" y="12736"/>
                  </a:lnTo>
                  <a:lnTo>
                    <a:pt x="21305" y="22862"/>
                  </a:lnTo>
                  <a:lnTo>
                    <a:pt x="26825" y="30640"/>
                  </a:lnTo>
                  <a:lnTo>
                    <a:pt x="33528" y="36335"/>
                  </a:lnTo>
                  <a:lnTo>
                    <a:pt x="24843" y="37722"/>
                  </a:lnTo>
                  <a:lnTo>
                    <a:pt x="16086" y="41502"/>
                  </a:lnTo>
                  <a:lnTo>
                    <a:pt x="7668" y="48236"/>
                  </a:lnTo>
                  <a:lnTo>
                    <a:pt x="0" y="5848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93" name="Google Shape;1993;p104"/>
            <p:cNvSpPr/>
            <p:nvPr/>
          </p:nvSpPr>
          <p:spPr>
            <a:xfrm>
              <a:off x="1867166" y="2638252"/>
              <a:ext cx="417830" cy="117475"/>
            </a:xfrm>
            <a:custGeom>
              <a:avLst/>
              <a:gdLst/>
              <a:ahLst/>
              <a:cxnLst/>
              <a:rect l="l" t="t" r="r" b="b"/>
              <a:pathLst>
                <a:path w="417830" h="117475" extrusionOk="0">
                  <a:moveTo>
                    <a:pt x="0" y="116910"/>
                  </a:moveTo>
                  <a:lnTo>
                    <a:pt x="417518"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94" name="Google Shape;1994;p104"/>
            <p:cNvSpPr/>
            <p:nvPr/>
          </p:nvSpPr>
          <p:spPr>
            <a:xfrm>
              <a:off x="2253594" y="2615424"/>
              <a:ext cx="33655" cy="59055"/>
            </a:xfrm>
            <a:custGeom>
              <a:avLst/>
              <a:gdLst/>
              <a:ahLst/>
              <a:cxnLst/>
              <a:rect l="l" t="t" r="r" b="b"/>
              <a:pathLst>
                <a:path w="33655" h="59055" extrusionOk="0">
                  <a:moveTo>
                    <a:pt x="0" y="0"/>
                  </a:moveTo>
                  <a:lnTo>
                    <a:pt x="7668" y="10244"/>
                  </a:lnTo>
                  <a:lnTo>
                    <a:pt x="16086" y="16977"/>
                  </a:lnTo>
                  <a:lnTo>
                    <a:pt x="24843" y="20758"/>
                  </a:lnTo>
                  <a:lnTo>
                    <a:pt x="33528" y="22145"/>
                  </a:lnTo>
                  <a:lnTo>
                    <a:pt x="26825" y="27839"/>
                  </a:lnTo>
                  <a:lnTo>
                    <a:pt x="21305" y="35618"/>
                  </a:lnTo>
                  <a:lnTo>
                    <a:pt x="17607" y="45743"/>
                  </a:lnTo>
                  <a:lnTo>
                    <a:pt x="16373" y="5848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95" name="Google Shape;1995;p104"/>
            <p:cNvSpPr/>
            <p:nvPr/>
          </p:nvSpPr>
          <p:spPr>
            <a:xfrm>
              <a:off x="2612538" y="2592527"/>
              <a:ext cx="674370" cy="0"/>
            </a:xfrm>
            <a:custGeom>
              <a:avLst/>
              <a:gdLst/>
              <a:ahLst/>
              <a:cxnLst/>
              <a:rect l="l" t="t" r="r" b="b"/>
              <a:pathLst>
                <a:path w="674370" h="120000" extrusionOk="0">
                  <a:moveTo>
                    <a:pt x="0" y="0"/>
                  </a:moveTo>
                  <a:lnTo>
                    <a:pt x="67392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96" name="Google Shape;1996;p104"/>
            <p:cNvSpPr/>
            <p:nvPr/>
          </p:nvSpPr>
          <p:spPr>
            <a:xfrm>
              <a:off x="3262677" y="2562160"/>
              <a:ext cx="26670" cy="60960"/>
            </a:xfrm>
            <a:custGeom>
              <a:avLst/>
              <a:gdLst/>
              <a:ahLst/>
              <a:cxnLst/>
              <a:rect l="l" t="t" r="r" b="b"/>
              <a:pathLst>
                <a:path w="26670" h="60960" extrusionOk="0">
                  <a:moveTo>
                    <a:pt x="0" y="0"/>
                  </a:moveTo>
                  <a:lnTo>
                    <a:pt x="4622" y="11933"/>
                  </a:lnTo>
                  <a:lnTo>
                    <a:pt x="10913" y="20687"/>
                  </a:lnTo>
                  <a:lnTo>
                    <a:pt x="18327" y="26689"/>
                  </a:lnTo>
                  <a:lnTo>
                    <a:pt x="26317" y="30366"/>
                  </a:lnTo>
                  <a:lnTo>
                    <a:pt x="18327" y="34043"/>
                  </a:lnTo>
                  <a:lnTo>
                    <a:pt x="10913" y="40045"/>
                  </a:lnTo>
                  <a:lnTo>
                    <a:pt x="4622" y="48799"/>
                  </a:lnTo>
                  <a:lnTo>
                    <a:pt x="0" y="60732"/>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97" name="Google Shape;1997;p104"/>
          <p:cNvSpPr txBox="1"/>
          <p:nvPr/>
        </p:nvSpPr>
        <p:spPr>
          <a:xfrm>
            <a:off x="2913316" y="2440659"/>
            <a:ext cx="7112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i="1">
                <a:latin typeface="Arial"/>
                <a:ea typeface="Arial"/>
                <a:cs typeface="Arial"/>
                <a:sym typeface="Arial"/>
              </a:rPr>
              <a:t>z</a:t>
            </a:r>
            <a:endParaRPr sz="700">
              <a:latin typeface="Arial"/>
              <a:ea typeface="Arial"/>
              <a:cs typeface="Arial"/>
              <a:sym typeface="Arial"/>
            </a:endParaRPr>
          </a:p>
        </p:txBody>
      </p:sp>
      <p:grpSp>
        <p:nvGrpSpPr>
          <p:cNvPr id="1998" name="Google Shape;1998;p104"/>
          <p:cNvGrpSpPr/>
          <p:nvPr/>
        </p:nvGrpSpPr>
        <p:grpSpPr>
          <a:xfrm>
            <a:off x="0" y="2562160"/>
            <a:ext cx="5760262" cy="671851"/>
            <a:chOff x="0" y="2562160"/>
            <a:chExt cx="5760262" cy="671851"/>
          </a:xfrm>
        </p:grpSpPr>
        <p:sp>
          <p:nvSpPr>
            <p:cNvPr id="1999" name="Google Shape;1999;p104"/>
            <p:cNvSpPr/>
            <p:nvPr/>
          </p:nvSpPr>
          <p:spPr>
            <a:xfrm>
              <a:off x="3620604" y="2592527"/>
              <a:ext cx="116839" cy="0"/>
            </a:xfrm>
            <a:custGeom>
              <a:avLst/>
              <a:gdLst/>
              <a:ahLst/>
              <a:cxnLst/>
              <a:rect l="l" t="t" r="r" b="b"/>
              <a:pathLst>
                <a:path w="116839" h="120000" extrusionOk="0">
                  <a:moveTo>
                    <a:pt x="0" y="0"/>
                  </a:moveTo>
                  <a:lnTo>
                    <a:pt x="11664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00" name="Google Shape;2000;p104"/>
            <p:cNvSpPr/>
            <p:nvPr/>
          </p:nvSpPr>
          <p:spPr>
            <a:xfrm>
              <a:off x="3713464" y="2562160"/>
              <a:ext cx="26670" cy="60960"/>
            </a:xfrm>
            <a:custGeom>
              <a:avLst/>
              <a:gdLst/>
              <a:ahLst/>
              <a:cxnLst/>
              <a:rect l="l" t="t" r="r" b="b"/>
              <a:pathLst>
                <a:path w="26670" h="60960" extrusionOk="0">
                  <a:moveTo>
                    <a:pt x="0" y="0"/>
                  </a:moveTo>
                  <a:lnTo>
                    <a:pt x="4622" y="11933"/>
                  </a:lnTo>
                  <a:lnTo>
                    <a:pt x="10913" y="20687"/>
                  </a:lnTo>
                  <a:lnTo>
                    <a:pt x="18327" y="26689"/>
                  </a:lnTo>
                  <a:lnTo>
                    <a:pt x="26317" y="30366"/>
                  </a:lnTo>
                  <a:lnTo>
                    <a:pt x="18327" y="34043"/>
                  </a:lnTo>
                  <a:lnTo>
                    <a:pt x="10913" y="40045"/>
                  </a:lnTo>
                  <a:lnTo>
                    <a:pt x="4622" y="48799"/>
                  </a:lnTo>
                  <a:lnTo>
                    <a:pt x="0" y="60732"/>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01" name="Google Shape;2001;p10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02" name="Google Shape;2002;p10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03" name="Google Shape;2003;p10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004" name="Google Shape;2004;p104"/>
          <p:cNvSpPr txBox="1"/>
          <p:nvPr/>
        </p:nvSpPr>
        <p:spPr>
          <a:xfrm>
            <a:off x="3632377" y="2857727"/>
            <a:ext cx="511809"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latin typeface="Arial"/>
                <a:ea typeface="Arial"/>
                <a:cs typeface="Arial"/>
                <a:sym typeface="Arial"/>
              </a:rPr>
              <a:t>Class 0 or 1</a:t>
            </a:r>
            <a:endParaRPr sz="700">
              <a:latin typeface="Arial"/>
              <a:ea typeface="Arial"/>
              <a:cs typeface="Arial"/>
              <a:sym typeface="Arial"/>
            </a:endParaRPr>
          </a:p>
        </p:txBody>
      </p:sp>
      <p:sp>
        <p:nvSpPr>
          <p:cNvPr id="2005" name="Google Shape;2005;p10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006" name="Google Shape;2006;p10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8"/>
              </a:rPr>
              <a:t>D</a:t>
            </a:r>
            <a:r>
              <a:rPr lang="en-US" sz="600" u="sng" cap="small">
                <a:solidFill>
                  <a:schemeClr val="hlink"/>
                </a:solidFill>
                <a:latin typeface="Bookman Old Style"/>
                <a:ea typeface="Bookman Old Style"/>
                <a:cs typeface="Bookman Old Style"/>
                <a:sym typeface="Bookman Old Style"/>
                <a:hlinkClick r:id="rId8"/>
              </a:rPr>
              <a:t>eep</a:t>
            </a:r>
            <a:r>
              <a:rPr lang="en-US" sz="600" u="sng">
                <a:solidFill>
                  <a:schemeClr val="hlink"/>
                </a:solidFill>
                <a:latin typeface="Bookman Old Style"/>
                <a:ea typeface="Bookman Old Style"/>
                <a:cs typeface="Bookman Old Style"/>
                <a:sym typeface="Bookman Old Style"/>
                <a:hlinkClick r:id="rId8"/>
              </a:rPr>
              <a:t> L</a:t>
            </a:r>
            <a:r>
              <a:rPr lang="en-US" sz="600" u="sng" cap="small">
                <a:solidFill>
                  <a:schemeClr val="hlink"/>
                </a:solidFill>
                <a:latin typeface="Bookman Old Style"/>
                <a:ea typeface="Bookman Old Style"/>
                <a:cs typeface="Bookman Old Style"/>
                <a:sym typeface="Bookman Old Style"/>
                <a:hlinkClick r:id="rId8"/>
              </a:rPr>
              <a:t>earning</a:t>
            </a:r>
            <a:endParaRPr sz="600">
              <a:latin typeface="Bookman Old Style"/>
              <a:ea typeface="Bookman Old Style"/>
              <a:cs typeface="Bookman Old Style"/>
              <a:sym typeface="Bookman Old Style"/>
            </a:endParaRPr>
          </a:p>
        </p:txBody>
      </p:sp>
      <p:sp>
        <p:nvSpPr>
          <p:cNvPr id="2007" name="Google Shape;2007;p104"/>
          <p:cNvSpPr txBox="1">
            <a:spLocks noGrp="1"/>
          </p:cNvSpPr>
          <p:nvPr>
            <p:ph type="sldNum" idx="12"/>
          </p:nvPr>
        </p:nvSpPr>
        <p:spPr>
          <a:xfrm>
            <a:off x="4627903" y="3137675"/>
            <a:ext cx="552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98</a:t>
            </a:fld>
            <a:r>
              <a:rPr lang="en-US"/>
              <a:t> / 100</a:t>
            </a:r>
            <a:endParaRPr/>
          </a:p>
        </p:txBody>
      </p:sp>
    </p:spTree>
  </p:cSld>
  <p:clrMapOvr>
    <a:masterClrMapping/>
  </p:clrMapOvr>
  <p:transition>
    <p:fade thruBlk="1"/>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011"/>
        <p:cNvGrpSpPr/>
        <p:nvPr/>
      </p:nvGrpSpPr>
      <p:grpSpPr>
        <a:xfrm>
          <a:off x="0" y="0"/>
          <a:ext cx="0" cy="0"/>
          <a:chOff x="0" y="0"/>
          <a:chExt cx="0" cy="0"/>
        </a:xfrm>
      </p:grpSpPr>
      <p:sp>
        <p:nvSpPr>
          <p:cNvPr id="2012" name="Google Shape;2012;p10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R</a:t>
            </a:r>
            <a:r>
              <a:rPr lang="en-US" cap="small">
                <a:solidFill>
                  <a:srgbClr val="FFFFFF"/>
                </a:solidFill>
              </a:rPr>
              <a:t>ecap</a:t>
            </a:r>
            <a:r>
              <a:rPr lang="en-US">
                <a:solidFill>
                  <a:srgbClr val="FFFFFF"/>
                </a:solidFill>
              </a:rPr>
              <a:t>: M</a:t>
            </a:r>
            <a:r>
              <a:rPr lang="en-US" cap="small">
                <a:solidFill>
                  <a:srgbClr val="FFFFFF"/>
                </a:solidFill>
              </a:rPr>
              <a:t>ulti</a:t>
            </a:r>
            <a:r>
              <a:rPr lang="en-US">
                <a:solidFill>
                  <a:srgbClr val="FFFFFF"/>
                </a:solidFill>
              </a:rPr>
              <a:t>-</a:t>
            </a:r>
            <a:r>
              <a:rPr lang="en-US" cap="small">
                <a:solidFill>
                  <a:srgbClr val="FFFFFF"/>
                </a:solidFill>
              </a:rPr>
              <a:t>class</a:t>
            </a:r>
            <a:r>
              <a:rPr lang="en-US">
                <a:solidFill>
                  <a:srgbClr val="FFFFFF"/>
                </a:solidFill>
              </a:rPr>
              <a:t> C</a:t>
            </a:r>
            <a:r>
              <a:rPr lang="en-US" cap="small">
                <a:solidFill>
                  <a:srgbClr val="FFFFFF"/>
                </a:solidFill>
              </a:rPr>
              <a:t>lassification</a:t>
            </a:r>
            <a:endParaRPr/>
          </a:p>
        </p:txBody>
      </p:sp>
      <p:sp>
        <p:nvSpPr>
          <p:cNvPr id="2013" name="Google Shape;2013;p10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014" name="Google Shape;2014;p10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2015" name="Google Shape;2015;p105"/>
          <p:cNvSpPr txBox="1"/>
          <p:nvPr/>
        </p:nvSpPr>
        <p:spPr>
          <a:xfrm>
            <a:off x="4627895" y="3137672"/>
            <a:ext cx="381000" cy="101600"/>
          </a:xfrm>
          <a:prstGeom prst="rect">
            <a:avLst/>
          </a:prstGeom>
          <a:noFill/>
          <a:ln>
            <a:noFill/>
          </a:ln>
        </p:spPr>
        <p:txBody>
          <a:bodyPr spcFirstLastPara="1" wrap="square" lIns="0" tIns="0" rIns="0" bIns="0" anchor="t" anchorCtr="0">
            <a:spAutoFit/>
          </a:bodyPr>
          <a:lstStyle/>
          <a:p>
            <a:pPr marL="16510" lvl="0" indent="0" algn="l" rtl="0">
              <a:lnSpc>
                <a:spcPct val="111666"/>
              </a:lnSpc>
              <a:spcBef>
                <a:spcPts val="0"/>
              </a:spcBef>
              <a:spcAft>
                <a:spcPts val="0"/>
              </a:spcAft>
              <a:buNone/>
            </a:pPr>
            <a:fld id="{00000000-1234-1234-1234-123412341234}" type="slidenum">
              <a:rPr lang="en-US" sz="600">
                <a:latin typeface="Bookman Old Style"/>
                <a:ea typeface="Bookman Old Style"/>
                <a:cs typeface="Bookman Old Style"/>
                <a:sym typeface="Bookman Old Style"/>
              </a:rPr>
              <a:t>99</a:t>
            </a:fld>
            <a:r>
              <a:rPr lang="en-US" sz="600">
                <a:latin typeface="Bookman Old Style"/>
                <a:ea typeface="Bookman Old Style"/>
                <a:cs typeface="Bookman Old Style"/>
                <a:sym typeface="Bookman Old Style"/>
              </a:rPr>
              <a:t> / 100</a:t>
            </a:r>
            <a:endParaRPr sz="600">
              <a:latin typeface="Bookman Old Style"/>
              <a:ea typeface="Bookman Old Style"/>
              <a:cs typeface="Bookman Old Style"/>
              <a:sym typeface="Bookman Old Style"/>
            </a:endParaRPr>
          </a:p>
        </p:txBody>
      </p:sp>
      <p:pic>
        <p:nvPicPr>
          <p:cNvPr id="2016" name="Google Shape;2016;p105"/>
          <p:cNvPicPr preferRelativeResize="0"/>
          <p:nvPr/>
        </p:nvPicPr>
        <p:blipFill>
          <a:blip r:embed="rId4">
            <a:alphaModFix/>
          </a:blip>
          <a:stretch>
            <a:fillRect/>
          </a:stretch>
        </p:blipFill>
        <p:spPr>
          <a:xfrm>
            <a:off x="152400" y="550225"/>
            <a:ext cx="5028002" cy="2531599"/>
          </a:xfrm>
          <a:prstGeom prst="rect">
            <a:avLst/>
          </a:prstGeom>
          <a:noFill/>
          <a:ln>
            <a:noFill/>
          </a:ln>
        </p:spPr>
      </p:pic>
    </p:spTree>
  </p:cSld>
  <p:clrMapOvr>
    <a:masterClrMapping/>
  </p:clrMapOvr>
  <p:transition>
    <p:fade thruBlk="1"/>
  </p:transition>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Shape 2020"/>
        <p:cNvGrpSpPr/>
        <p:nvPr/>
      </p:nvGrpSpPr>
      <p:grpSpPr>
        <a:xfrm>
          <a:off x="0" y="0"/>
          <a:ext cx="0" cy="0"/>
          <a:chOff x="0" y="0"/>
          <a:chExt cx="0" cy="0"/>
        </a:xfrm>
      </p:grpSpPr>
      <p:pic>
        <p:nvPicPr>
          <p:cNvPr id="2021" name="Google Shape;2021;p106"/>
          <p:cNvPicPr preferRelativeResize="0"/>
          <p:nvPr/>
        </p:nvPicPr>
        <p:blipFill rotWithShape="1">
          <a:blip r:embed="rId3">
            <a:alphaModFix/>
          </a:blip>
          <a:srcRect/>
          <a:stretch/>
        </p:blipFill>
        <p:spPr>
          <a:xfrm>
            <a:off x="0" y="7"/>
            <a:ext cx="5759866" cy="3239902"/>
          </a:xfrm>
          <a:prstGeom prst="rect">
            <a:avLst/>
          </a:prstGeom>
          <a:noFill/>
          <a:ln>
            <a:noFill/>
          </a:ln>
        </p:spPr>
      </p:pic>
      <p:sp>
        <p:nvSpPr>
          <p:cNvPr id="2022" name="Google Shape;2022;p106"/>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t>R</a:t>
            </a:r>
            <a:r>
              <a:rPr lang="en-US" cap="small"/>
              <a:t>eferences</a:t>
            </a:r>
            <a:endParaRPr/>
          </a:p>
        </p:txBody>
      </p:sp>
      <p:grpSp>
        <p:nvGrpSpPr>
          <p:cNvPr id="2023" name="Google Shape;2023;p106"/>
          <p:cNvGrpSpPr/>
          <p:nvPr/>
        </p:nvGrpSpPr>
        <p:grpSpPr>
          <a:xfrm>
            <a:off x="0" y="748068"/>
            <a:ext cx="5760262" cy="2485943"/>
            <a:chOff x="0" y="748068"/>
            <a:chExt cx="5760262" cy="2485943"/>
          </a:xfrm>
        </p:grpSpPr>
        <p:pic>
          <p:nvPicPr>
            <p:cNvPr id="2024" name="Google Shape;2024;p106"/>
            <p:cNvPicPr preferRelativeResize="0"/>
            <p:nvPr/>
          </p:nvPicPr>
          <p:blipFill rotWithShape="1">
            <a:blip r:embed="rId4">
              <a:alphaModFix/>
            </a:blip>
            <a:srcRect/>
            <a:stretch/>
          </p:blipFill>
          <p:spPr>
            <a:xfrm>
              <a:off x="513702" y="748068"/>
              <a:ext cx="69291" cy="69291"/>
            </a:xfrm>
            <a:prstGeom prst="rect">
              <a:avLst/>
            </a:prstGeom>
            <a:noFill/>
            <a:ln>
              <a:noFill/>
            </a:ln>
          </p:spPr>
        </p:pic>
        <p:pic>
          <p:nvPicPr>
            <p:cNvPr id="2025" name="Google Shape;2025;p106"/>
            <p:cNvPicPr preferRelativeResize="0"/>
            <p:nvPr/>
          </p:nvPicPr>
          <p:blipFill rotWithShape="1">
            <a:blip r:embed="rId5">
              <a:alphaModFix/>
            </a:blip>
            <a:srcRect/>
            <a:stretch/>
          </p:blipFill>
          <p:spPr>
            <a:xfrm>
              <a:off x="513702" y="1336408"/>
              <a:ext cx="69291" cy="69291"/>
            </a:xfrm>
            <a:prstGeom prst="rect">
              <a:avLst/>
            </a:prstGeom>
            <a:noFill/>
            <a:ln>
              <a:noFill/>
            </a:ln>
          </p:spPr>
        </p:pic>
        <p:pic>
          <p:nvPicPr>
            <p:cNvPr id="2026" name="Google Shape;2026;p106"/>
            <p:cNvPicPr preferRelativeResize="0"/>
            <p:nvPr/>
          </p:nvPicPr>
          <p:blipFill rotWithShape="1">
            <a:blip r:embed="rId6">
              <a:alphaModFix/>
            </a:blip>
            <a:srcRect/>
            <a:stretch/>
          </p:blipFill>
          <p:spPr>
            <a:xfrm>
              <a:off x="513702" y="1924748"/>
              <a:ext cx="69291" cy="69291"/>
            </a:xfrm>
            <a:prstGeom prst="rect">
              <a:avLst/>
            </a:prstGeom>
            <a:noFill/>
            <a:ln>
              <a:noFill/>
            </a:ln>
          </p:spPr>
        </p:pic>
        <p:pic>
          <p:nvPicPr>
            <p:cNvPr id="2027" name="Google Shape;2027;p106"/>
            <p:cNvPicPr preferRelativeResize="0"/>
            <p:nvPr/>
          </p:nvPicPr>
          <p:blipFill rotWithShape="1">
            <a:blip r:embed="rId7">
              <a:alphaModFix/>
            </a:blip>
            <a:srcRect/>
            <a:stretch/>
          </p:blipFill>
          <p:spPr>
            <a:xfrm>
              <a:off x="513702" y="2329637"/>
              <a:ext cx="69291" cy="69291"/>
            </a:xfrm>
            <a:prstGeom prst="rect">
              <a:avLst/>
            </a:prstGeom>
            <a:noFill/>
            <a:ln>
              <a:noFill/>
            </a:ln>
          </p:spPr>
        </p:pic>
        <p:sp>
          <p:nvSpPr>
            <p:cNvPr id="2028" name="Google Shape;2028;p10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29" name="Google Shape;2029;p10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30" name="Google Shape;2030;p10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031" name="Google Shape;2031;p106"/>
          <p:cNvSpPr txBox="1"/>
          <p:nvPr/>
        </p:nvSpPr>
        <p:spPr>
          <a:xfrm>
            <a:off x="644626" y="651051"/>
            <a:ext cx="4724400" cy="2160905"/>
          </a:xfrm>
          <a:prstGeom prst="rect">
            <a:avLst/>
          </a:prstGeom>
          <a:noFill/>
          <a:ln>
            <a:noFill/>
          </a:ln>
        </p:spPr>
        <p:txBody>
          <a:bodyPr spcFirstLastPara="1" wrap="square" lIns="0" tIns="21575" rIns="0" bIns="0" anchor="t" anchorCtr="0">
            <a:spAutoFit/>
          </a:bodyPr>
          <a:lstStyle/>
          <a:p>
            <a:pPr marL="12700" marR="5080" lvl="0" indent="0" algn="l" rtl="0">
              <a:lnSpc>
                <a:spcPct val="108700"/>
              </a:lnSpc>
              <a:spcBef>
                <a:spcPts val="0"/>
              </a:spcBef>
              <a:spcAft>
                <a:spcPts val="0"/>
              </a:spcAft>
              <a:buNone/>
            </a:pPr>
            <a:r>
              <a:rPr lang="en-US" sz="1050">
                <a:latin typeface="Arial"/>
                <a:ea typeface="Arial"/>
                <a:cs typeface="Arial"/>
                <a:sym typeface="Arial"/>
              </a:rPr>
              <a:t>Zhang, A., Lipton, Z. C., Li, M., &amp; Smola, A. J. (2023). </a:t>
            </a:r>
            <a:r>
              <a:rPr lang="en-US" sz="1050" i="1">
                <a:latin typeface="Arial"/>
                <a:ea typeface="Arial"/>
                <a:cs typeface="Arial"/>
                <a:sym typeface="Arial"/>
              </a:rPr>
              <a:t>Dive into Deep Learning</a:t>
            </a:r>
            <a:r>
              <a:rPr lang="en-US" sz="1050">
                <a:latin typeface="Arial"/>
                <a:ea typeface="Arial"/>
                <a:cs typeface="Arial"/>
                <a:sym typeface="Arial"/>
              </a:rPr>
              <a:t>. Cambridge University Press. Chapter 4 (Linear Neural Networks for Classification). </a:t>
            </a:r>
            <a:r>
              <a:rPr lang="en-US" sz="1200" u="sng">
                <a:solidFill>
                  <a:schemeClr val="hlink"/>
                </a:solidFill>
                <a:latin typeface="Cambria"/>
                <a:ea typeface="Cambria"/>
                <a:cs typeface="Cambria"/>
                <a:sym typeface="Cambria"/>
                <a:hlinkClick r:id="rId8"/>
              </a:rPr>
              <a:t>https://d2l.ai/</a:t>
            </a:r>
            <a:endParaRPr sz="1200">
              <a:latin typeface="Cambria"/>
              <a:ea typeface="Cambria"/>
              <a:cs typeface="Cambria"/>
              <a:sym typeface="Cambria"/>
            </a:endParaRPr>
          </a:p>
          <a:p>
            <a:pPr marL="12700" marR="95885" lvl="0" indent="0" algn="l" rtl="0">
              <a:lnSpc>
                <a:spcPct val="108700"/>
              </a:lnSpc>
              <a:spcBef>
                <a:spcPts val="340"/>
              </a:spcBef>
              <a:spcAft>
                <a:spcPts val="0"/>
              </a:spcAft>
              <a:buNone/>
            </a:pPr>
            <a:r>
              <a:rPr lang="en-US" sz="1050">
                <a:latin typeface="Arial"/>
                <a:ea typeface="Arial"/>
                <a:cs typeface="Arial"/>
                <a:sym typeface="Arial"/>
              </a:rPr>
              <a:t>Goodfellow, I., Bengio, Y., &amp; Courville, A. (2016). </a:t>
            </a:r>
            <a:r>
              <a:rPr lang="en-US" sz="1050" i="1">
                <a:latin typeface="Arial"/>
                <a:ea typeface="Arial"/>
                <a:cs typeface="Arial"/>
                <a:sym typeface="Arial"/>
              </a:rPr>
              <a:t>Deep Learning</a:t>
            </a:r>
            <a:r>
              <a:rPr lang="en-US" sz="1050">
                <a:latin typeface="Arial"/>
                <a:ea typeface="Arial"/>
                <a:cs typeface="Arial"/>
                <a:sym typeface="Arial"/>
              </a:rPr>
              <a:t>. MIT Press. Chapter 6 (Deep Feedforward Networks). </a:t>
            </a:r>
            <a:r>
              <a:rPr lang="en-US" sz="1200" u="sng">
                <a:solidFill>
                  <a:schemeClr val="hlink"/>
                </a:solidFill>
                <a:latin typeface="Cambria"/>
                <a:ea typeface="Cambria"/>
                <a:cs typeface="Cambria"/>
                <a:sym typeface="Cambria"/>
                <a:hlinkClick r:id="rId9"/>
              </a:rPr>
              <a:t>https://www.deeplearningbook.org/</a:t>
            </a:r>
            <a:endParaRPr sz="1200">
              <a:latin typeface="Cambria"/>
              <a:ea typeface="Cambria"/>
              <a:cs typeface="Cambria"/>
              <a:sym typeface="Cambria"/>
            </a:endParaRPr>
          </a:p>
          <a:p>
            <a:pPr marL="12700" marR="148590" lvl="0" indent="0" algn="l" rtl="0">
              <a:lnSpc>
                <a:spcPct val="114700"/>
              </a:lnSpc>
              <a:spcBef>
                <a:spcPts val="270"/>
              </a:spcBef>
              <a:spcAft>
                <a:spcPts val="0"/>
              </a:spcAft>
              <a:buNone/>
            </a:pPr>
            <a:r>
              <a:rPr lang="en-US" sz="1050">
                <a:latin typeface="Arial"/>
                <a:ea typeface="Arial"/>
                <a:cs typeface="Arial"/>
                <a:sym typeface="Arial"/>
              </a:rPr>
              <a:t>Bishop, C. M. (2006). </a:t>
            </a:r>
            <a:r>
              <a:rPr lang="en-US" sz="1050" i="1">
                <a:latin typeface="Arial"/>
                <a:ea typeface="Arial"/>
                <a:cs typeface="Arial"/>
                <a:sym typeface="Arial"/>
              </a:rPr>
              <a:t>Pattern Recognition and Machine Learning</a:t>
            </a:r>
            <a:r>
              <a:rPr lang="en-US" sz="1050">
                <a:latin typeface="Arial"/>
                <a:ea typeface="Arial"/>
                <a:cs typeface="Arial"/>
                <a:sym typeface="Arial"/>
              </a:rPr>
              <a:t>. Springer. Chapter 4 (Linear Models for Classification).</a:t>
            </a:r>
            <a:endParaRPr sz="1050">
              <a:latin typeface="Arial"/>
              <a:ea typeface="Arial"/>
              <a:cs typeface="Arial"/>
              <a:sym typeface="Arial"/>
            </a:endParaRPr>
          </a:p>
          <a:p>
            <a:pPr marL="12700" marR="207645" lvl="0" indent="0" algn="l" rtl="0">
              <a:lnSpc>
                <a:spcPct val="108700"/>
              </a:lnSpc>
              <a:spcBef>
                <a:spcPts val="375"/>
              </a:spcBef>
              <a:spcAft>
                <a:spcPts val="0"/>
              </a:spcAft>
              <a:buNone/>
            </a:pPr>
            <a:r>
              <a:rPr lang="en-US" sz="1050">
                <a:latin typeface="Arial"/>
                <a:ea typeface="Arial"/>
                <a:cs typeface="Arial"/>
                <a:sym typeface="Arial"/>
              </a:rPr>
              <a:t>Murphy, K. P. (2022). </a:t>
            </a:r>
            <a:r>
              <a:rPr lang="en-US" sz="1050" i="1">
                <a:latin typeface="Arial"/>
                <a:ea typeface="Arial"/>
                <a:cs typeface="Arial"/>
                <a:sym typeface="Arial"/>
              </a:rPr>
              <a:t>Probabilistic Machine Learning: An Introduction</a:t>
            </a:r>
            <a:r>
              <a:rPr lang="en-US" sz="1050">
                <a:latin typeface="Arial"/>
                <a:ea typeface="Arial"/>
                <a:cs typeface="Arial"/>
                <a:sym typeface="Arial"/>
              </a:rPr>
              <a:t>. MIT Press. Chapter 10 (Logistic Regression). </a:t>
            </a:r>
            <a:r>
              <a:rPr lang="en-US" sz="1200" u="sng">
                <a:solidFill>
                  <a:schemeClr val="hlink"/>
                </a:solidFill>
                <a:latin typeface="Cambria"/>
                <a:ea typeface="Cambria"/>
                <a:cs typeface="Cambria"/>
                <a:sym typeface="Cambria"/>
                <a:hlinkClick r:id="rId10"/>
              </a:rPr>
              <a:t>https://probml.github.io/pml-book/</a:t>
            </a:r>
            <a:endParaRPr sz="1200">
              <a:latin typeface="Cambria"/>
              <a:ea typeface="Cambria"/>
              <a:cs typeface="Cambria"/>
              <a:sym typeface="Cambria"/>
            </a:endParaRPr>
          </a:p>
        </p:txBody>
      </p:sp>
      <p:sp>
        <p:nvSpPr>
          <p:cNvPr id="2032" name="Google Shape;2032;p10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033" name="Google Shape;2033;p10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11"/>
              </a:rPr>
              <a:t>D</a:t>
            </a:r>
            <a:r>
              <a:rPr lang="en-US" sz="600" u="sng" cap="small">
                <a:solidFill>
                  <a:schemeClr val="hlink"/>
                </a:solidFill>
                <a:latin typeface="Bookman Old Style"/>
                <a:ea typeface="Bookman Old Style"/>
                <a:cs typeface="Bookman Old Style"/>
                <a:sym typeface="Bookman Old Style"/>
                <a:hlinkClick r:id="rId11"/>
              </a:rPr>
              <a:t>eep</a:t>
            </a:r>
            <a:r>
              <a:rPr lang="en-US" sz="600" u="sng">
                <a:solidFill>
                  <a:schemeClr val="hlink"/>
                </a:solidFill>
                <a:latin typeface="Bookman Old Style"/>
                <a:ea typeface="Bookman Old Style"/>
                <a:cs typeface="Bookman Old Style"/>
                <a:sym typeface="Bookman Old Style"/>
                <a:hlinkClick r:id="rId11"/>
              </a:rPr>
              <a:t> L</a:t>
            </a:r>
            <a:r>
              <a:rPr lang="en-US" sz="600" u="sng" cap="small">
                <a:solidFill>
                  <a:schemeClr val="hlink"/>
                </a:solidFill>
                <a:latin typeface="Bookman Old Style"/>
                <a:ea typeface="Bookman Old Style"/>
                <a:cs typeface="Bookman Old Style"/>
                <a:sym typeface="Bookman Old Style"/>
                <a:hlinkClick r:id="rId11"/>
              </a:rPr>
              <a:t>earning</a:t>
            </a:r>
            <a:endParaRPr sz="600">
              <a:latin typeface="Bookman Old Style"/>
              <a:ea typeface="Bookman Old Style"/>
              <a:cs typeface="Bookman Old Style"/>
              <a:sym typeface="Bookman Old Style"/>
            </a:endParaRPr>
          </a:p>
        </p:txBody>
      </p:sp>
      <p:sp>
        <p:nvSpPr>
          <p:cNvPr id="2034" name="Google Shape;2034;p106"/>
          <p:cNvSpPr txBox="1">
            <a:spLocks noGrp="1"/>
          </p:cNvSpPr>
          <p:nvPr>
            <p:ph type="sldNum" idx="12"/>
          </p:nvPr>
        </p:nvSpPr>
        <p:spPr>
          <a:xfrm>
            <a:off x="4627900" y="3137675"/>
            <a:ext cx="5955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r>
              <a:rPr lang="en-US"/>
              <a:t>100/100</a:t>
            </a:r>
            <a:endParaRPr/>
          </a:p>
        </p:txBody>
      </p:sp>
    </p:spTree>
  </p:cSld>
  <p:clrMapOvr>
    <a:masterClrMapping/>
  </p:clrMapOvr>
  <p:transition>
    <p:fade thruBlk="1"/>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123C1875908B441AF4AF4B1296840D8" ma:contentTypeVersion="28" ma:contentTypeDescription="Create a new document." ma:contentTypeScope="" ma:versionID="11a916d1e94bd1bb6d914844844e1cdd">
  <xsd:schema xmlns:xsd="http://www.w3.org/2001/XMLSchema" xmlns:xs="http://www.w3.org/2001/XMLSchema" xmlns:p="http://schemas.microsoft.com/office/2006/metadata/properties" xmlns:ns2="e1b5d412-63f5-4184-9493-34a8c46e02de" targetNamespace="http://schemas.microsoft.com/office/2006/metadata/properties" ma:root="true" ma:fieldsID="1e0578eda6e1d26074e234792d95a015" ns2:_="">
    <xsd:import namespace="e1b5d412-63f5-4184-9493-34a8c46e02de"/>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b5d412-63f5-4184-9493-34a8c46e02de"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eamsChannelId xmlns="e1b5d412-63f5-4184-9493-34a8c46e02de" xsi:nil="true"/>
    <FolderType xmlns="e1b5d412-63f5-4184-9493-34a8c46e02de" xsi:nil="true"/>
    <Teachers xmlns="e1b5d412-63f5-4184-9493-34a8c46e02de">
      <UserInfo>
        <DisplayName/>
        <AccountId xsi:nil="true"/>
        <AccountType/>
      </UserInfo>
    </Teachers>
    <Has_Teacher_Only_SectionGroup xmlns="e1b5d412-63f5-4184-9493-34a8c46e02de" xsi:nil="true"/>
    <DefaultSectionNames xmlns="e1b5d412-63f5-4184-9493-34a8c46e02de" xsi:nil="true"/>
    <Is_Collaboration_Space_Locked xmlns="e1b5d412-63f5-4184-9493-34a8c46e02de" xsi:nil="true"/>
    <Invited_Teachers xmlns="e1b5d412-63f5-4184-9493-34a8c46e02de" xsi:nil="true"/>
    <Invited_Students xmlns="e1b5d412-63f5-4184-9493-34a8c46e02de" xsi:nil="true"/>
    <Math_Settings xmlns="e1b5d412-63f5-4184-9493-34a8c46e02de" xsi:nil="true"/>
    <Teams_Channel_Section_Location xmlns="e1b5d412-63f5-4184-9493-34a8c46e02de" xsi:nil="true"/>
    <Owner xmlns="e1b5d412-63f5-4184-9493-34a8c46e02de">
      <UserInfo>
        <DisplayName/>
        <AccountId xsi:nil="true"/>
        <AccountType/>
      </UserInfo>
    </Owner>
    <Students xmlns="e1b5d412-63f5-4184-9493-34a8c46e02de">
      <UserInfo>
        <DisplayName/>
        <AccountId xsi:nil="true"/>
        <AccountType/>
      </UserInfo>
    </Students>
    <LMS_Mappings xmlns="e1b5d412-63f5-4184-9493-34a8c46e02de" xsi:nil="true"/>
    <IsNotebookLocked xmlns="e1b5d412-63f5-4184-9493-34a8c46e02de" xsi:nil="true"/>
    <NotebookType xmlns="e1b5d412-63f5-4184-9493-34a8c46e02de" xsi:nil="true"/>
    <CultureName xmlns="e1b5d412-63f5-4184-9493-34a8c46e02de" xsi:nil="true"/>
    <Student_Groups xmlns="e1b5d412-63f5-4184-9493-34a8c46e02de">
      <UserInfo>
        <DisplayName/>
        <AccountId xsi:nil="true"/>
        <AccountType/>
      </UserInfo>
    </Student_Groups>
    <AppVersion xmlns="e1b5d412-63f5-4184-9493-34a8c46e02de" xsi:nil="true"/>
    <Distribution_Groups xmlns="e1b5d412-63f5-4184-9493-34a8c46e02de" xsi:nil="true"/>
    <Templates xmlns="e1b5d412-63f5-4184-9493-34a8c46e02de" xsi:nil="true"/>
    <Self_Registration_Enabled xmlns="e1b5d412-63f5-4184-9493-34a8c46e02de" xsi:nil="true"/>
  </documentManagement>
</p:properties>
</file>

<file path=customXml/itemProps1.xml><?xml version="1.0" encoding="utf-8"?>
<ds:datastoreItem xmlns:ds="http://schemas.openxmlformats.org/officeDocument/2006/customXml" ds:itemID="{620CE9D3-75CE-4B2B-96C8-CE812BC6B473}"/>
</file>

<file path=customXml/itemProps2.xml><?xml version="1.0" encoding="utf-8"?>
<ds:datastoreItem xmlns:ds="http://schemas.openxmlformats.org/officeDocument/2006/customXml" ds:itemID="{FD208CE4-FEE7-4DBC-969E-897A8D8EB1B1}"/>
</file>

<file path=customXml/itemProps3.xml><?xml version="1.0" encoding="utf-8"?>
<ds:datastoreItem xmlns:ds="http://schemas.openxmlformats.org/officeDocument/2006/customXml" ds:itemID="{0ADF15C4-EC23-4FDE-B8AF-FE9A2D243F6B}"/>
</file>

<file path=docProps/app.xml><?xml version="1.0" encoding="utf-8"?>
<Properties xmlns="http://schemas.openxmlformats.org/officeDocument/2006/extended-properties" xmlns:vt="http://schemas.openxmlformats.org/officeDocument/2006/docPropsVTypes">
  <TotalTime>148</TotalTime>
  <Words>4362</Words>
  <Application>Microsoft Office PowerPoint</Application>
  <PresentationFormat>Custom</PresentationFormat>
  <Paragraphs>1053</Paragraphs>
  <Slides>100</Slides>
  <Notes>100</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100</vt:i4>
      </vt:variant>
    </vt:vector>
  </HeadingPairs>
  <TitlesOfParts>
    <vt:vector size="110" baseType="lpstr">
      <vt:lpstr>Bookman Old Style</vt:lpstr>
      <vt:lpstr>Lucida Sans</vt:lpstr>
      <vt:lpstr>Arial</vt:lpstr>
      <vt:lpstr>Cambria</vt:lpstr>
      <vt:lpstr>Tahoma</vt:lpstr>
      <vt:lpstr>Calibri</vt:lpstr>
      <vt:lpstr>Google Sans</vt:lpstr>
      <vt:lpstr>Verdana</vt:lpstr>
      <vt:lpstr>Times New Roman</vt:lpstr>
      <vt:lpstr>Office Theme</vt:lpstr>
      <vt:lpstr>PowerPoint Presentation</vt:lpstr>
      <vt:lpstr>PowerPoint Presentation</vt:lpstr>
      <vt:lpstr>Table of Contents</vt:lpstr>
      <vt:lpstr>What is Classification?</vt:lpstr>
      <vt:lpstr>Examples of Classification Problems</vt:lpstr>
      <vt:lpstr>Types of Classification</vt:lpstr>
      <vt:lpstr>Table of Contents</vt:lpstr>
      <vt:lpstr>Binary Classification Problem</vt:lpstr>
      <vt:lpstr>Binary Classification:  Visual Example</vt:lpstr>
      <vt:lpstr>Why Not Use Linear Regression?</vt:lpstr>
      <vt:lpstr>Table of Contents</vt:lpstr>
      <vt:lpstr>What is Logistic Regression?</vt:lpstr>
      <vt:lpstr>The Sigmoid Activation Function</vt:lpstr>
      <vt:lpstr>Properties of Sigmoid Function</vt:lpstr>
      <vt:lpstr>Table of Contents</vt:lpstr>
      <vt:lpstr>The Four Components</vt:lpstr>
      <vt:lpstr>Matrix Form of Data</vt:lpstr>
      <vt:lpstr>Logistic Regression as a Single Neuron</vt:lpstr>
      <vt:lpstr>Model Prediction</vt:lpstr>
      <vt:lpstr>Making Predictions</vt:lpstr>
      <vt:lpstr>Binary Cross-Entropy Loss</vt:lpstr>
      <vt:lpstr>Total Loss Function</vt:lpstr>
      <vt:lpstr>Why Cross-Entropy Loss?</vt:lpstr>
      <vt:lpstr>From Batch to Stochastic Gradient Descent</vt:lpstr>
      <vt:lpstr>Stochastic Gradient Descent (SGD)</vt:lpstr>
      <vt:lpstr>Computing the Gradient for SGD</vt:lpstr>
      <vt:lpstr>Stochastic Gradient Descent Algorithm</vt:lpstr>
      <vt:lpstr>SGD vs Batch GD: Visual Comparison</vt:lpstr>
      <vt:lpstr>Benefits and Challenges of SGD</vt:lpstr>
      <vt:lpstr>Table of Contents</vt:lpstr>
      <vt:lpstr>Numerical Example: Setup</vt:lpstr>
      <vt:lpstr>Numerical Example: Initialization</vt:lpstr>
      <vt:lpstr>Numerical Example: First SGD Iteration</vt:lpstr>
      <vt:lpstr>Numerical Example: Second SGD Iteration</vt:lpstr>
      <vt:lpstr>Numerical Example: Checking Progress</vt:lpstr>
      <vt:lpstr>Computational Graph for One SGD Step</vt:lpstr>
      <vt:lpstr>Table of Contents</vt:lpstr>
      <vt:lpstr>Evaluating Classification Models</vt:lpstr>
      <vt:lpstr>Confusion Matrix</vt:lpstr>
      <vt:lpstr>Classification  Metrics  I</vt:lpstr>
      <vt:lpstr>Classification  Metrics  II</vt:lpstr>
      <vt:lpstr>When to Use Which Metric?</vt:lpstr>
      <vt:lpstr>Example: Computing Metrics</vt:lpstr>
      <vt:lpstr>Summary: Binary Classification</vt:lpstr>
      <vt:lpstr>Key Takeaways</vt:lpstr>
      <vt:lpstr>Table of Contents</vt:lpstr>
      <vt:lpstr>What is Multi-class Classification?</vt:lpstr>
      <vt:lpstr>Examples of Multi-class Classification</vt:lpstr>
      <vt:lpstr>Multi-class Classification:  Visual Example</vt:lpstr>
      <vt:lpstr>Table of Contents</vt:lpstr>
      <vt:lpstr>The Four Components for Multi-class</vt:lpstr>
      <vt:lpstr>Data Representation</vt:lpstr>
      <vt:lpstr>One-Hot Encoding</vt:lpstr>
      <vt:lpstr>Weight Matrix for Multi-class Classification</vt:lpstr>
      <vt:lpstr>Multi-class Model Architecture</vt:lpstr>
      <vt:lpstr>Linear Model: Computing Logits</vt:lpstr>
      <vt:lpstr>The Softmax Function</vt:lpstr>
      <vt:lpstr>Properties of Softmax</vt:lpstr>
      <vt:lpstr>Softmax Example: Numerical Computation</vt:lpstr>
      <vt:lpstr>Complete Forward Pass</vt:lpstr>
      <vt:lpstr>Categorical Cross-Entropy Loss</vt:lpstr>
      <vt:lpstr>Understanding Categorical Cross-Entropy</vt:lpstr>
      <vt:lpstr>Why Categorical Cross-Entropy?</vt:lpstr>
      <vt:lpstr>Table of Contents</vt:lpstr>
      <vt:lpstr>From SGD to Mini-batch SGD</vt:lpstr>
      <vt:lpstr>Why Mini-batch SGD?</vt:lpstr>
      <vt:lpstr>Mini-batch SGD: Key Concepts</vt:lpstr>
      <vt:lpstr>Computing Gradients for Mini-batch</vt:lpstr>
      <vt:lpstr>Mini-batch SGD Update Rule</vt:lpstr>
      <vt:lpstr>Mini-batch SGD Algorithm</vt:lpstr>
      <vt:lpstr>PowerPoint Presentation</vt:lpstr>
      <vt:lpstr>Table of Contents</vt:lpstr>
      <vt:lpstr>Numerical Example: Setup</vt:lpstr>
      <vt:lpstr>Numerical Example: Data Representation</vt:lpstr>
      <vt:lpstr>Numerical Example: First Mini-batch (Examples</vt:lpstr>
      <vt:lpstr>Numerical Example: Softmax Computation</vt:lpstr>
      <vt:lpstr>Numerical Example: Gradient and Update</vt:lpstr>
      <vt:lpstr>Numerical Example: Weight Update</vt:lpstr>
      <vt:lpstr>Computational Graph for Mini-batch Forward</vt:lpstr>
      <vt:lpstr>Table of Contents</vt:lpstr>
      <vt:lpstr>Inference: Making Predictions</vt:lpstr>
      <vt:lpstr>Inference Example</vt:lpstr>
      <vt:lpstr>Table of Contents</vt:lpstr>
      <vt:lpstr>Evaluation Metrics for Multi-class</vt:lpstr>
      <vt:lpstr>Confusion Matrix for Multi-class</vt:lpstr>
      <vt:lpstr>Per-class Metrics</vt:lpstr>
      <vt:lpstr>Averaging  Strategies</vt:lpstr>
      <vt:lpstr>Top-K Accuracy</vt:lpstr>
      <vt:lpstr>Summary:  Multiclass Classification</vt:lpstr>
      <vt:lpstr>Table of Contents</vt:lpstr>
      <vt:lpstr>Implementation Tips</vt:lpstr>
      <vt:lpstr>Debugging Checklist</vt:lpstr>
      <vt:lpstr>Table of Contents</vt:lpstr>
      <vt:lpstr>PowerPoint Presentation</vt:lpstr>
      <vt:lpstr>PowerPoint Presentation</vt:lpstr>
      <vt:lpstr>PowerPoint Presentation</vt:lpstr>
      <vt:lpstr>PowerPoint Presentation</vt:lpstr>
      <vt:lpstr>Recap: Binary Classification</vt:lpstr>
      <vt:lpstr>Recap: Multi-class Classification</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Microsoft account</cp:lastModifiedBy>
  <cp:revision>3</cp:revision>
  <dcterms:modified xsi:type="dcterms:W3CDTF">2026-01-24T04:37:58Z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0x010100B123C1875908B441AF4AF4B1296840D8</vt:lpwstr>
  </property>
</Properties>
</file>